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606" r:id="rId3"/>
    <p:sldId id="686" r:id="rId4"/>
    <p:sldId id="650" r:id="rId5"/>
    <p:sldId id="654" r:id="rId6"/>
    <p:sldId id="652" r:id="rId7"/>
    <p:sldId id="635" r:id="rId8"/>
    <p:sldId id="642" r:id="rId9"/>
    <p:sldId id="572" r:id="rId10"/>
    <p:sldId id="639" r:id="rId11"/>
    <p:sldId id="643" r:id="rId12"/>
    <p:sldId id="644" r:id="rId13"/>
    <p:sldId id="645" r:id="rId14"/>
    <p:sldId id="648" r:id="rId15"/>
    <p:sldId id="573" r:id="rId16"/>
    <p:sldId id="638" r:id="rId17"/>
    <p:sldId id="687" r:id="rId18"/>
    <p:sldId id="640" r:id="rId19"/>
    <p:sldId id="663" r:id="rId20"/>
    <p:sldId id="664" r:id="rId21"/>
    <p:sldId id="681" r:id="rId22"/>
    <p:sldId id="649" r:id="rId23"/>
    <p:sldId id="682" r:id="rId24"/>
    <p:sldId id="657" r:id="rId25"/>
    <p:sldId id="658" r:id="rId26"/>
    <p:sldId id="562" r:id="rId27"/>
    <p:sldId id="651" r:id="rId28"/>
    <p:sldId id="660" r:id="rId29"/>
    <p:sldId id="637" r:id="rId30"/>
    <p:sldId id="683" r:id="rId31"/>
    <p:sldId id="684" r:id="rId32"/>
    <p:sldId id="590" r:id="rId33"/>
    <p:sldId id="271" r:id="rId34"/>
    <p:sldId id="273" r:id="rId35"/>
    <p:sldId id="272" r:id="rId36"/>
    <p:sldId id="274" r:id="rId37"/>
    <p:sldId id="688" r:id="rId38"/>
    <p:sldId id="689" r:id="rId39"/>
    <p:sldId id="282" r:id="rId40"/>
    <p:sldId id="281" r:id="rId41"/>
    <p:sldId id="283" r:id="rId42"/>
    <p:sldId id="280" r:id="rId43"/>
    <p:sldId id="690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685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9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1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157CF-3E5A-4844-80D9-40AFAA52A399}" type="datetimeFigureOut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CCE46-3BA5-4B82-8E43-ADA2329CAB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CCE46-3BA5-4B82-8E43-ADA2329CABA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088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CCE46-3BA5-4B82-8E43-ADA2329CABA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09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7479-FF7C-46B4-959A-F745FB4AE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40BC0-165C-45E6-9A0E-6B19C6DCC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3CEEA-AD7F-49AE-8CE8-345D5BE4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C228D-10BE-4B9C-A54A-CBAA9C69DD22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D567E-56E7-4C4A-BA1B-8B83008F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405A7-354E-4273-BF39-53865F93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24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7A9B-6417-4C0D-BE1A-E630C770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363F-FDEE-4261-B5DA-408C3BE8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C6F2-E0EB-4A7E-B043-8CB6DD63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55203-B3DD-46A8-A43C-B952FD675A51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5C49D-784D-41C2-A458-33E0138A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ADD30-E367-47F7-B816-397BFAF8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8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4D85-5D78-4EF6-A4D4-896AF9F7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BBACE-F461-412C-9681-3452C783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5A90A-23DE-458F-951B-1A1CA3C6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4822-4573-42D7-B41D-5C617AE7A185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CCFC8-F73A-4247-9DFD-15AD8BD0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E7513-A79E-4DDA-A93C-63542F10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02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72AA-5B7D-4034-8E7B-AA78503E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610E-58F1-4E99-9232-FCC10B8F7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9D9BE-4130-4A39-9EB3-3A240A55D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71DFE-7F85-41A9-9E99-34913C93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C14D3-15AE-46D8-BC46-48E0FD347F0F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6D216-356B-483A-B803-304C4FF8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936BE-9789-4FD9-9D76-004560F1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17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3119-3FD7-423C-9743-4795AAD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87519-1C3E-44A0-84FC-80CEC0CDD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DCFE9-B7F7-4903-A6B5-B33111643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CF566-92B2-402F-9815-E9ACBB37F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4023E-F204-4CB1-A6C6-91BCB7140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F3410-94A4-4337-87B6-79302216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79B6-4E3E-482F-80AA-B9959185386B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BE828-DD84-426B-9B38-C8E88DF4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408C3-B991-4E1B-B8E0-C9090A0A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6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8A69-7F73-4BB4-A1B0-E05DF3DB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6447E-1B2D-40B6-B749-43AC0093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52BD-50BB-4590-B789-04CB75869112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2435D-7BE1-443D-AFF2-A9FA5242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6E32C-0DE3-4185-BE8D-1AF41E9D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76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B2D81-1EE9-4005-B4CA-F7DFB809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59AF8-2CA7-4876-8B02-BFAFFFFC90E6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07C9B-7135-4A61-BBE8-C33E2E88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D4E66-70CF-4EF4-BC1B-163DE1C9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70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7664E-0A5C-443F-9592-1D1040CA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E834-81F1-4822-AF42-2474EA0F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1B0EB-DCFF-4107-A0A7-FA330AFAA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E54F-8EAC-431B-9560-58B92733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5341-F1FD-4D7F-BBA2-0EBF0CF1962D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DFB86-31AE-4E03-A054-A27CF136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0F92C-A534-4BE1-8CD8-72E694E6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9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4394-0DA4-4352-A6FC-6C5949BA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1C528-D069-42BD-82B6-51454BACF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7F260-EAB6-4C2E-B6C5-10212DC1B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DFD99-1EBE-4733-80A9-FD6F9A8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ED7BA-D9B1-466C-8A0C-468E47753B58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5ECF6-4968-407A-B9F0-1C006466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E3E64-D0C9-4BFC-9609-2D56CB68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81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E5BD-6483-4980-883C-6F4CDA38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83CC6-BE7D-45F1-B041-6F8C6691E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48A67-94A4-4607-B6FA-23EDE344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E6C6-0144-4A5B-A68A-C2FF33B58DB4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30833-FE97-4BF9-9FF3-402D99F4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30CF-8163-439C-AE30-4CBC77FC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46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D611D-CBF7-4A9D-AAE3-604E528A4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99258-3DC7-4A0A-BB54-773152CDF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1ABD3-F48F-4959-9AD5-6965D07C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49B29-24BB-48D7-81F9-ACCB40B5D8F2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BED37-5CEB-401C-94EC-03EC1854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6E1E-2A0C-4657-9578-B971924D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3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FAB62-A1AE-40F2-B325-5AB8B2B3B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FE803-1E91-4C6E-B52E-86AED9DA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B8BC-C96A-4F4C-B4D5-3CCFC1BAD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FD0CE-4FDB-4B42-A31F-2107E941414D}" type="datetime1">
              <a:rPr lang="zh-CN" altLang="en-US" smtClean="0"/>
              <a:t>2023-5-18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3A096-1D07-49B9-ABDF-597052A82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CA28-540E-4F93-8E06-68C8D0B64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17A1F-0DF6-417D-AA31-86220CDC9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0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3" Type="http://schemas.openxmlformats.org/officeDocument/2006/relationships/image" Target="../media/image42.jp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jpg"/><Relationship Id="rId9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49.jp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10.png"/><Relationship Id="rId3" Type="http://schemas.openxmlformats.org/officeDocument/2006/relationships/image" Target="../media/image55.jpg"/><Relationship Id="rId7" Type="http://schemas.openxmlformats.org/officeDocument/2006/relationships/image" Target="../media/image59.png"/><Relationship Id="rId12" Type="http://schemas.openxmlformats.org/officeDocument/2006/relationships/image" Target="../media/image60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590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9.png"/><Relationship Id="rId18" Type="http://schemas.openxmlformats.org/officeDocument/2006/relationships/image" Target="../media/image75.png"/><Relationship Id="rId3" Type="http://schemas.openxmlformats.org/officeDocument/2006/relationships/image" Target="../media/image55.jp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74.png"/><Relationship Id="rId2" Type="http://schemas.openxmlformats.org/officeDocument/2006/relationships/image" Target="../media/image470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72.png"/><Relationship Id="rId10" Type="http://schemas.openxmlformats.org/officeDocument/2006/relationships/image" Target="../media/image62.png"/><Relationship Id="rId19" Type="http://schemas.openxmlformats.org/officeDocument/2006/relationships/image" Target="../media/image76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60.png"/><Relationship Id="rId3" Type="http://schemas.openxmlformats.org/officeDocument/2006/relationships/image" Target="../media/image54.jpg"/><Relationship Id="rId7" Type="http://schemas.openxmlformats.org/officeDocument/2006/relationships/image" Target="../media/image80.png"/><Relationship Id="rId12" Type="http://schemas.openxmlformats.org/officeDocument/2006/relationships/image" Target="../media/image59.png"/><Relationship Id="rId2" Type="http://schemas.openxmlformats.org/officeDocument/2006/relationships/image" Target="../media/image89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58.png"/><Relationship Id="rId5" Type="http://schemas.openxmlformats.org/officeDocument/2006/relationships/image" Target="../media/image78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5.jp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4.png"/><Relationship Id="rId21" Type="http://schemas.openxmlformats.org/officeDocument/2006/relationships/image" Target="../media/image117.png"/><Relationship Id="rId7" Type="http://schemas.openxmlformats.org/officeDocument/2006/relationships/image" Target="../media/image90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83.png"/><Relationship Id="rId16" Type="http://schemas.openxmlformats.org/officeDocument/2006/relationships/image" Target="../media/image100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5.png"/><Relationship Id="rId5" Type="http://schemas.openxmlformats.org/officeDocument/2006/relationships/image" Target="../media/image86.png"/><Relationship Id="rId15" Type="http://schemas.openxmlformats.org/officeDocument/2006/relationships/image" Target="../media/image99.png"/><Relationship Id="rId10" Type="http://schemas.openxmlformats.org/officeDocument/2006/relationships/image" Target="../media/image93.png"/><Relationship Id="rId19" Type="http://schemas.openxmlformats.org/officeDocument/2006/relationships/image" Target="../media/image103.png"/><Relationship Id="rId4" Type="http://schemas.openxmlformats.org/officeDocument/2006/relationships/image" Target="../media/image85.png"/><Relationship Id="rId9" Type="http://schemas.openxmlformats.org/officeDocument/2006/relationships/image" Target="../media/image92.png"/><Relationship Id="rId1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74.png"/><Relationship Id="rId3" Type="http://schemas.openxmlformats.org/officeDocument/2006/relationships/image" Target="../media/image104.png"/><Relationship Id="rId7" Type="http://schemas.openxmlformats.org/officeDocument/2006/relationships/image" Target="../media/image63.png"/><Relationship Id="rId12" Type="http://schemas.openxmlformats.org/officeDocument/2006/relationships/image" Target="../media/image7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72.png"/><Relationship Id="rId5" Type="http://schemas.openxmlformats.org/officeDocument/2006/relationships/image" Target="../media/image10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105.png"/><Relationship Id="rId9" Type="http://schemas.openxmlformats.org/officeDocument/2006/relationships/image" Target="../media/image69.png"/><Relationship Id="rId1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6.png"/><Relationship Id="rId3" Type="http://schemas.openxmlformats.org/officeDocument/2006/relationships/image" Target="../media/image123.png"/><Relationship Id="rId7" Type="http://schemas.openxmlformats.org/officeDocument/2006/relationships/image" Target="../media/image142.png"/><Relationship Id="rId12" Type="http://schemas.openxmlformats.org/officeDocument/2006/relationships/image" Target="../media/image115.png"/><Relationship Id="rId2" Type="http://schemas.openxmlformats.org/officeDocument/2006/relationships/image" Target="../media/image122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14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13.png"/><Relationship Id="rId4" Type="http://schemas.openxmlformats.org/officeDocument/2006/relationships/image" Target="../media/image139.png"/><Relationship Id="rId9" Type="http://schemas.openxmlformats.org/officeDocument/2006/relationships/image" Target="../media/image110.png"/><Relationship Id="rId14" Type="http://schemas.openxmlformats.org/officeDocument/2006/relationships/image" Target="../media/image1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5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56.png"/><Relationship Id="rId5" Type="http://schemas.openxmlformats.org/officeDocument/2006/relationships/image" Target="../media/image101.png"/><Relationship Id="rId15" Type="http://schemas.openxmlformats.org/officeDocument/2006/relationships/image" Target="../media/image160.png"/><Relationship Id="rId10" Type="http://schemas.openxmlformats.org/officeDocument/2006/relationships/image" Target="../media/image118.png"/><Relationship Id="rId4" Type="http://schemas.openxmlformats.org/officeDocument/2006/relationships/image" Target="../media/image100.png"/><Relationship Id="rId9" Type="http://schemas.openxmlformats.org/officeDocument/2006/relationships/image" Target="../media/image155.png"/><Relationship Id="rId14" Type="http://schemas.openxmlformats.org/officeDocument/2006/relationships/image" Target="../media/image15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opencv.com/deep-learning-based-object-detection-and-instance-segmentation-using-mask-rcnn-in-opencv-python-c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4258-921D-4A86-B61F-2F46BCCEFE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13.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实例分割</a:t>
            </a:r>
            <a:br>
              <a:rPr lang="en-US" altLang="zh-CN" b="1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4800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Instance Segmentation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05C2A-D26E-443F-937C-2AA168109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罗志明</a:t>
            </a:r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75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0ECC-79FE-45D1-887E-8B763134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实例分割 </a:t>
            </a:r>
            <a:r>
              <a:rPr lang="en-US" altLang="zh-CN" b="1" dirty="0">
                <a:cs typeface="+mn-ea"/>
                <a:sym typeface="+mn-lt"/>
              </a:rPr>
              <a:t>(Instance Segmentation)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8250C-AB01-4B0B-81BD-3ACA1B43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255" y="1690688"/>
            <a:ext cx="6237489" cy="48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6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57F-CFED-4167-BD90-219A932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实例分割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(Instance Segmentation)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F3290888-3713-46E3-BB24-AC454356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29718"/>
            <a:ext cx="5419725" cy="413385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CBE9935-1F20-4FEA-9E7E-511C4F3DA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511" y="2011385"/>
            <a:ext cx="5383306" cy="3770516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检测目标实例、分类，并识别对应的前景像素</a:t>
            </a:r>
            <a:endParaRPr lang="en-US" altLang="zh-CN" dirty="0">
              <a:cs typeface="+mn-ea"/>
              <a:sym typeface="+mn-lt"/>
            </a:endParaRPr>
          </a:p>
          <a:p>
            <a:r>
              <a:rPr lang="zh-CN" altLang="en-US" b="1" dirty="0">
                <a:cs typeface="+mn-ea"/>
                <a:sym typeface="+mn-lt"/>
              </a:rPr>
              <a:t>语义标签：</a:t>
            </a:r>
            <a:r>
              <a:rPr lang="zh-CN" altLang="en-US" dirty="0">
                <a:cs typeface="+mn-ea"/>
                <a:sym typeface="+mn-lt"/>
              </a:rPr>
              <a:t>语义类别、实例</a:t>
            </a:r>
            <a:r>
              <a:rPr lang="en-US" altLang="zh-CN" dirty="0">
                <a:cs typeface="+mn-ea"/>
                <a:sym typeface="+mn-lt"/>
              </a:rPr>
              <a:t>ID</a:t>
            </a:r>
          </a:p>
          <a:p>
            <a:r>
              <a:rPr lang="zh-CN" altLang="en-US" dirty="0">
                <a:cs typeface="+mn-ea"/>
                <a:sym typeface="+mn-lt"/>
              </a:rPr>
              <a:t>不识别背景类</a:t>
            </a:r>
          </a:p>
        </p:txBody>
      </p:sp>
    </p:spTree>
    <p:extLst>
      <p:ext uri="{BB962C8B-B14F-4D97-AF65-F5344CB8AC3E}">
        <p14:creationId xmlns:p14="http://schemas.microsoft.com/office/powerpoint/2010/main" val="124761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9328-1C7F-4C2A-9AB3-0F7E418A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实例分割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–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应用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EA48B-97BA-4D3F-977E-C47A83CC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74" y="2254700"/>
            <a:ext cx="7255935" cy="3127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9E784-B75F-42EB-ACDF-2A7483A3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746" y="2569639"/>
            <a:ext cx="4128298" cy="19265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79A527-0939-49E9-9FF0-5D94353C1FF2}"/>
              </a:ext>
            </a:extLst>
          </p:cNvPr>
          <p:cNvSpPr/>
          <p:nvPr/>
        </p:nvSpPr>
        <p:spPr>
          <a:xfrm>
            <a:off x="4163419" y="5676665"/>
            <a:ext cx="38651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cs typeface="+mn-ea"/>
                <a:sym typeface="+mn-lt"/>
              </a:rPr>
              <a:t>Autonomous Driving</a:t>
            </a: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20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7F94-D613-4667-BACE-2F26C02B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实例分割</a:t>
            </a:r>
            <a:r>
              <a:rPr lang="en-US" altLang="zh-CN" b="1" dirty="0">
                <a:cs typeface="+mn-ea"/>
                <a:sym typeface="+mn-lt"/>
              </a:rPr>
              <a:t> – </a:t>
            </a:r>
            <a:r>
              <a:rPr lang="zh-CN" altLang="en-US" b="1" dirty="0">
                <a:cs typeface="+mn-ea"/>
                <a:sym typeface="+mn-lt"/>
              </a:rPr>
              <a:t>应用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7824A-93E1-4A28-8CC2-3DE0E282277D}"/>
              </a:ext>
            </a:extLst>
          </p:cNvPr>
          <p:cNvSpPr txBox="1"/>
          <p:nvPr/>
        </p:nvSpPr>
        <p:spPr>
          <a:xfrm>
            <a:off x="2020389" y="6581001"/>
            <a:ext cx="10171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cs typeface="+mn-ea"/>
                <a:sym typeface="+mn-lt"/>
              </a:rPr>
              <a:t>Wang, et al. </a:t>
            </a:r>
            <a:r>
              <a:rPr lang="en-US" altLang="zh-CN" sz="1200" b="1" dirty="0">
                <a:cs typeface="+mn-ea"/>
                <a:sym typeface="+mn-lt"/>
              </a:rPr>
              <a:t>Pathology Image Analysis Using Segmentation Deep Learning Algorithms</a:t>
            </a:r>
            <a:r>
              <a:rPr lang="en-US" altLang="zh-CN" sz="1200" dirty="0">
                <a:cs typeface="+mn-ea"/>
                <a:sym typeface="+mn-lt"/>
              </a:rPr>
              <a:t>, </a:t>
            </a:r>
            <a:r>
              <a:rPr lang="en-US" altLang="zh-CN" sz="1200" i="1" dirty="0">
                <a:cs typeface="+mn-ea"/>
                <a:sym typeface="+mn-lt"/>
              </a:rPr>
              <a:t>The American Journal of Pathology 2019</a:t>
            </a:r>
            <a:endParaRPr lang="zh-CN" altLang="en-US" sz="1200" i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0739E-1E50-49C5-9652-836DD38F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5000"/>
            <a:ext cx="10515600" cy="39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9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A4A7-8C31-48A0-8AB2-D5BA9A6E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数据集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(Dataset)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636B-9306-4619-97E2-5612ED2FD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Microsoft COCO</a:t>
            </a:r>
          </a:p>
          <a:p>
            <a:r>
              <a:rPr lang="en-US" altLang="zh-CN" dirty="0">
                <a:cs typeface="+mn-ea"/>
                <a:sym typeface="+mn-lt"/>
              </a:rPr>
              <a:t>LVIS</a:t>
            </a:r>
          </a:p>
          <a:p>
            <a:r>
              <a:rPr lang="en-US" altLang="zh-CN" dirty="0">
                <a:cs typeface="+mn-ea"/>
                <a:sym typeface="+mn-lt"/>
              </a:rPr>
              <a:t>KITTI</a:t>
            </a:r>
          </a:p>
          <a:p>
            <a:r>
              <a:rPr lang="en-US" altLang="zh-CN" dirty="0">
                <a:cs typeface="+mn-ea"/>
                <a:sym typeface="+mn-lt"/>
              </a:rPr>
              <a:t>Cityscapes</a:t>
            </a:r>
          </a:p>
          <a:p>
            <a:r>
              <a:rPr lang="en-US" altLang="zh-CN" dirty="0">
                <a:cs typeface="+mn-ea"/>
                <a:sym typeface="+mn-lt"/>
              </a:rPr>
              <a:t>…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6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9FAD-D927-488F-8464-E2E70BCA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代表性方法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8C7F-1A41-49B8-867A-3DB45F0F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B0F0"/>
                </a:solidFill>
                <a:cs typeface="+mn-ea"/>
                <a:sym typeface="+mn-lt"/>
              </a:rPr>
              <a:t>Multi-task Cascades</a:t>
            </a:r>
          </a:p>
          <a:p>
            <a:pPr>
              <a:lnSpc>
                <a:spcPct val="120000"/>
              </a:lnSpc>
            </a:pPr>
            <a:r>
              <a:rPr lang="en-US" altLang="zh-CN" sz="3600" dirty="0">
                <a:cs typeface="+mn-ea"/>
                <a:sym typeface="+mn-lt"/>
              </a:rPr>
              <a:t>Mask R-CNN</a:t>
            </a:r>
          </a:p>
          <a:p>
            <a:pPr lvl="1">
              <a:lnSpc>
                <a:spcPct val="120000"/>
              </a:lnSpc>
            </a:pP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604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28BB-E5DE-4861-B3CF-97B73941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Multi-task Cascades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CC62-A699-4073-9800-5252F5C80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811" y="1690688"/>
            <a:ext cx="5419725" cy="238492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Instance Segmentation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Task 1: 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differentiating instances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7030A0"/>
                </a:solidFill>
                <a:cs typeface="+mn-ea"/>
                <a:sym typeface="+mn-lt"/>
              </a:rPr>
              <a:t>Task 2: </a:t>
            </a:r>
            <a:r>
              <a:rPr lang="en-US" altLang="zh-CN" dirty="0">
                <a:solidFill>
                  <a:srgbClr val="7030A0"/>
                </a:solidFill>
                <a:cs typeface="+mn-ea"/>
                <a:sym typeface="+mn-lt"/>
              </a:rPr>
              <a:t>estimating masks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chemeClr val="accent2"/>
                </a:solidFill>
                <a:cs typeface="+mn-ea"/>
                <a:sym typeface="+mn-lt"/>
              </a:rPr>
              <a:t>Task 3: </a:t>
            </a:r>
            <a:r>
              <a:rPr lang="en-US" altLang="zh-CN" dirty="0">
                <a:solidFill>
                  <a:schemeClr val="accent2"/>
                </a:solidFill>
                <a:cs typeface="+mn-ea"/>
                <a:sym typeface="+mn-lt"/>
              </a:rPr>
              <a:t>categorizing objects</a:t>
            </a:r>
          </a:p>
          <a:p>
            <a:pPr lvl="1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CA5A0554-2E1C-40C9-9EDE-2C32D029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29718"/>
            <a:ext cx="5419725" cy="4133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6C4DC1-B885-47BA-92E1-B4C4F2274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11" y="4073516"/>
            <a:ext cx="5204100" cy="2187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81601-BCD0-4748-83AA-4DECC91DC0C5}"/>
              </a:ext>
            </a:extLst>
          </p:cNvPr>
          <p:cNvSpPr txBox="1"/>
          <p:nvPr/>
        </p:nvSpPr>
        <p:spPr>
          <a:xfrm>
            <a:off x="4712132" y="6568676"/>
            <a:ext cx="7479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Dai, et al. </a:t>
            </a:r>
            <a:r>
              <a:rPr lang="en-US" altLang="zh-CN" sz="1400" b="1" dirty="0">
                <a:cs typeface="+mn-ea"/>
                <a:sym typeface="+mn-lt"/>
              </a:rPr>
              <a:t>Instance-aware Semantic Segmentation via Multi-task Network Cascades</a:t>
            </a:r>
            <a:r>
              <a:rPr lang="en-US" altLang="zh-CN" sz="1400" dirty="0">
                <a:cs typeface="+mn-ea"/>
                <a:sym typeface="+mn-lt"/>
              </a:rPr>
              <a:t>, </a:t>
            </a:r>
            <a:r>
              <a:rPr lang="en-US" altLang="zh-CN" sz="1400" i="1" dirty="0">
                <a:cs typeface="+mn-ea"/>
                <a:sym typeface="+mn-lt"/>
              </a:rPr>
              <a:t>CVPR 2016</a:t>
            </a:r>
            <a:endParaRPr lang="zh-CN" altLang="en-US" sz="14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562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57F-CFED-4167-BD90-219A932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Multi-task Cascades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65D7D-02E1-4C27-ACF4-54E74DAB438E}"/>
              </a:ext>
            </a:extLst>
          </p:cNvPr>
          <p:cNvSpPr txBox="1"/>
          <p:nvPr/>
        </p:nvSpPr>
        <p:spPr>
          <a:xfrm>
            <a:off x="4712132" y="6568676"/>
            <a:ext cx="7479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Dai, et al. </a:t>
            </a:r>
            <a:r>
              <a:rPr lang="en-US" altLang="zh-CN" sz="1400" b="1" dirty="0">
                <a:cs typeface="+mn-ea"/>
                <a:sym typeface="+mn-lt"/>
              </a:rPr>
              <a:t>Instance-aware Semantic Segmentation via Multi-task Network Cascades</a:t>
            </a:r>
            <a:r>
              <a:rPr lang="en-US" altLang="zh-CN" sz="1400" dirty="0">
                <a:cs typeface="+mn-ea"/>
                <a:sym typeface="+mn-lt"/>
              </a:rPr>
              <a:t>, </a:t>
            </a:r>
            <a:r>
              <a:rPr lang="en-US" altLang="zh-CN" sz="1400" i="1" dirty="0">
                <a:cs typeface="+mn-ea"/>
                <a:sym typeface="+mn-lt"/>
              </a:rPr>
              <a:t>CVPR 2016</a:t>
            </a:r>
            <a:endParaRPr lang="zh-CN" altLang="en-US" sz="1400" i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FC0F5-2929-477E-B9E7-0E569F9D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57" y="1792928"/>
            <a:ext cx="10714286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734C-5C4D-4F2C-B6AF-A651D2C38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Task 1: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differentiating instances</a:t>
            </a:r>
            <a:endParaRPr lang="zh-CN" altLang="en-US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9020-1574-450F-BF56-AB597E147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Region Proposal Networks (RPN)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共享</a:t>
            </a:r>
            <a:r>
              <a:rPr lang="en-US" altLang="zh-CN" dirty="0">
                <a:cs typeface="+mn-ea"/>
                <a:sym typeface="+mn-lt"/>
              </a:rPr>
              <a:t>Conv</a:t>
            </a:r>
            <a:r>
              <a:rPr lang="zh-CN" altLang="en-US" dirty="0">
                <a:cs typeface="+mn-ea"/>
                <a:sym typeface="+mn-lt"/>
              </a:rPr>
              <a:t>特征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Conv Layers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en-US" altLang="zh-CN" baseline="30000" dirty="0">
                <a:cs typeface="+mn-ea"/>
                <a:sym typeface="+mn-lt"/>
              </a:rPr>
              <a:t>st</a:t>
            </a:r>
            <a:r>
              <a:rPr lang="en-US" altLang="zh-CN" dirty="0">
                <a:cs typeface="+mn-ea"/>
                <a:sym typeface="+mn-lt"/>
              </a:rPr>
              <a:t>: 3*3</a:t>
            </a:r>
            <a:r>
              <a:rPr lang="zh-CN" altLang="en-US" dirty="0">
                <a:cs typeface="+mn-ea"/>
                <a:sym typeface="+mn-lt"/>
              </a:rPr>
              <a:t>的卷积核降低特征维度</a:t>
            </a:r>
            <a:endParaRPr lang="en-US" altLang="zh-CN" dirty="0"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en-US" altLang="zh-CN" baseline="30000" dirty="0">
                <a:cs typeface="+mn-ea"/>
                <a:sym typeface="+mn-lt"/>
              </a:rPr>
              <a:t>nd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en-US" altLang="zh-CN" dirty="0" err="1">
                <a:cs typeface="+mn-ea"/>
                <a:sym typeface="+mn-lt"/>
              </a:rPr>
              <a:t>Bbox</a:t>
            </a:r>
            <a:r>
              <a:rPr lang="zh-CN" altLang="en-US" dirty="0">
                <a:cs typeface="+mn-ea"/>
                <a:sym typeface="+mn-lt"/>
              </a:rPr>
              <a:t>回归 </a:t>
            </a:r>
            <a:r>
              <a:rPr lang="en-US" altLang="zh-CN" dirty="0">
                <a:cs typeface="+mn-ea"/>
                <a:sym typeface="+mn-lt"/>
              </a:rPr>
              <a:t>&amp; Objectness</a:t>
            </a:r>
            <a:r>
              <a:rPr lang="zh-CN" altLang="en-US" dirty="0">
                <a:cs typeface="+mn-ea"/>
                <a:sym typeface="+mn-lt"/>
              </a:rPr>
              <a:t>得分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损失函数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BC36B-7C8B-45E5-88A7-5D0F60A47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321" y="2446814"/>
            <a:ext cx="4856563" cy="3108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06A587-9EF0-4151-98EC-91222B8A0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292" y="4879584"/>
            <a:ext cx="2609524" cy="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55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08C9-3B11-45AA-96AA-EBF6C6C7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  <a:latin typeface="+mn-lt"/>
                <a:ea typeface="+mn-ea"/>
                <a:cs typeface="+mn-ea"/>
                <a:sym typeface="+mn-lt"/>
              </a:rPr>
              <a:t>Task 2: </a:t>
            </a:r>
            <a:r>
              <a:rPr lang="en-US" altLang="zh-CN" dirty="0">
                <a:solidFill>
                  <a:srgbClr val="7030A0"/>
                </a:solidFill>
                <a:latin typeface="+mn-lt"/>
                <a:ea typeface="+mn-ea"/>
                <a:cs typeface="+mn-ea"/>
                <a:sym typeface="+mn-lt"/>
              </a:rPr>
              <a:t>estimating masks</a:t>
            </a:r>
            <a:endParaRPr lang="zh-CN" altLang="en-US" dirty="0">
              <a:solidFill>
                <a:srgbClr val="7030A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F6DA9-03FB-461D-8A88-4069B4160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ROI pooling: </a:t>
                </a:r>
                <a:r>
                  <a:rPr lang="en-US" altLang="zh-CN" dirty="0">
                    <a:cs typeface="+mn-ea"/>
                    <a:sym typeface="+mn-lt"/>
                  </a:rPr>
                  <a:t>14*14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2</a:t>
                </a:r>
                <a:r>
                  <a:rPr lang="zh-CN" altLang="en-US" dirty="0">
                    <a:cs typeface="+mn-ea"/>
                    <a:sym typeface="+mn-lt"/>
                  </a:rPr>
                  <a:t>个</a:t>
                </a:r>
                <a:r>
                  <a:rPr lang="en-US" altLang="zh-CN" dirty="0">
                    <a:cs typeface="+mn-ea"/>
                    <a:sym typeface="+mn-lt"/>
                  </a:rPr>
                  <a:t>FC</a:t>
                </a:r>
                <a:r>
                  <a:rPr lang="zh-CN" altLang="en-US" dirty="0">
                    <a:cs typeface="+mn-ea"/>
                    <a:sym typeface="+mn-lt"/>
                  </a:rPr>
                  <a:t>层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1</a:t>
                </a:r>
                <a:r>
                  <a:rPr lang="en-US" altLang="zh-CN" b="1" baseline="30000" dirty="0">
                    <a:cs typeface="+mn-ea"/>
                    <a:sym typeface="+mn-lt"/>
                  </a:rPr>
                  <a:t>st</a:t>
                </a:r>
                <a:r>
                  <a:rPr lang="en-US" altLang="zh-CN" b="1" dirty="0">
                    <a:cs typeface="+mn-ea"/>
                    <a:sym typeface="+mn-lt"/>
                  </a:rPr>
                  <a:t>: </a:t>
                </a:r>
                <a:r>
                  <a:rPr lang="en-US" altLang="zh-CN" dirty="0">
                    <a:cs typeface="+mn-ea"/>
                    <a:sym typeface="+mn-lt"/>
                  </a:rPr>
                  <a:t>256</a:t>
                </a:r>
                <a:r>
                  <a:rPr lang="zh-CN" altLang="en-US" dirty="0">
                    <a:cs typeface="+mn-ea"/>
                    <a:sym typeface="+mn-lt"/>
                  </a:rPr>
                  <a:t>维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2</a:t>
                </a:r>
                <a:r>
                  <a:rPr lang="en-US" altLang="zh-CN" b="1" baseline="30000" dirty="0">
                    <a:cs typeface="+mn-ea"/>
                    <a:sym typeface="+mn-lt"/>
                  </a:rPr>
                  <a:t>nd</a:t>
                </a:r>
                <a:r>
                  <a:rPr lang="en-US" altLang="zh-CN" b="1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mask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28∗28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损失函数</a:t>
                </a: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9F6DA9-03FB-461D-8A88-4069B4160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2F6636-E9C5-4C4F-A7FD-B35F307D0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2" y="2091130"/>
            <a:ext cx="4777584" cy="3820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E9720-3D9E-4F8C-A451-E58D5A693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414" y="4738182"/>
            <a:ext cx="3476190" cy="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5006-C364-4A01-8ECB-D9E387A9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Task 3: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categorizing objects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A88C-0C5B-4396-8E0D-88DCE9280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06144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</a:rPr>
              <a:t>Masked</a:t>
            </a:r>
            <a:r>
              <a:rPr lang="zh-CN" altLang="en-US" b="1" dirty="0">
                <a:cs typeface="+mn-ea"/>
                <a:sym typeface="+mn-lt"/>
              </a:rPr>
              <a:t>特征</a:t>
            </a:r>
            <a:endParaRPr lang="en-US" altLang="zh-CN" b="1" dirty="0">
              <a:cs typeface="+mn-ea"/>
              <a:sym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分类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Mask-based &amp; Box-based</a:t>
            </a:r>
            <a:r>
              <a:rPr lang="zh-CN" altLang="en-US" dirty="0">
                <a:cs typeface="+mn-ea"/>
                <a:sym typeface="+mn-lt"/>
              </a:rPr>
              <a:t>两个分支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每个分支两个</a:t>
            </a:r>
            <a:r>
              <a:rPr lang="en-US" altLang="zh-CN" dirty="0">
                <a:cs typeface="+mn-ea"/>
                <a:sym typeface="+mn-lt"/>
              </a:rPr>
              <a:t>4096-d FC</a:t>
            </a:r>
            <a:r>
              <a:rPr lang="zh-CN" altLang="en-US" dirty="0">
                <a:cs typeface="+mn-ea"/>
                <a:sym typeface="+mn-lt"/>
              </a:rPr>
              <a:t>层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Concatenation &amp; Softmax classifier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损失函数</a:t>
            </a:r>
          </a:p>
          <a:p>
            <a:pPr lvl="1">
              <a:lnSpc>
                <a:spcPct val="11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D348D-4946-43B6-9A70-73BA0DDB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674" y="2680921"/>
            <a:ext cx="4916211" cy="2551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E1916C-19DE-488F-9F9D-E60BDED31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5" t="15136" r="4642" b="11022"/>
          <a:stretch/>
        </p:blipFill>
        <p:spPr>
          <a:xfrm>
            <a:off x="1497873" y="2307768"/>
            <a:ext cx="4598127" cy="679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CB967-7970-434C-AFCE-4F8F5CF3F4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10" t="18951" r="5332" b="13817"/>
          <a:stretch/>
        </p:blipFill>
        <p:spPr>
          <a:xfrm>
            <a:off x="1497873" y="5613491"/>
            <a:ext cx="4277030" cy="56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2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3CF3-72D3-477A-B60E-F60C5EF7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目标损失函数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A5C34-19D0-4D04-9813-AA0BC636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481" y="1690688"/>
            <a:ext cx="4155038" cy="2807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4C678C-1E1B-43C5-8AFF-CC6CF62C5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38" y="4626208"/>
            <a:ext cx="7809524" cy="1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F873-7CC3-4333-AAC0-C385BCC4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More Stages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8E511-667C-42CB-B849-A80E3097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571" y="1645256"/>
            <a:ext cx="8942857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1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57F-CFED-4167-BD90-219A932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分割结果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75B00-21C6-444E-8005-E4C5BF04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4673"/>
            <a:ext cx="10756558" cy="4958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3C20F-6B8F-4F58-80AA-C37248404CEA}"/>
              </a:ext>
            </a:extLst>
          </p:cNvPr>
          <p:cNvSpPr txBox="1"/>
          <p:nvPr/>
        </p:nvSpPr>
        <p:spPr>
          <a:xfrm>
            <a:off x="4712132" y="6550223"/>
            <a:ext cx="7479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Dai, et al. </a:t>
            </a:r>
            <a:r>
              <a:rPr lang="en-US" altLang="zh-CN" sz="1400" b="1" dirty="0">
                <a:cs typeface="+mn-ea"/>
                <a:sym typeface="+mn-lt"/>
              </a:rPr>
              <a:t>Instance-aware Semantic Segmentation via Multi-task Network Cascades</a:t>
            </a:r>
            <a:r>
              <a:rPr lang="en-US" altLang="zh-CN" sz="1400" dirty="0">
                <a:cs typeface="+mn-ea"/>
                <a:sym typeface="+mn-lt"/>
              </a:rPr>
              <a:t>, </a:t>
            </a:r>
            <a:r>
              <a:rPr lang="en-US" altLang="zh-CN" sz="1400" i="1" dirty="0">
                <a:cs typeface="+mn-ea"/>
                <a:sym typeface="+mn-lt"/>
              </a:rPr>
              <a:t>CVPR 2016</a:t>
            </a:r>
            <a:endParaRPr lang="zh-CN" altLang="en-US" sz="14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379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24B3C-A8C1-40A3-8038-E57B1752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实验结果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B1FDB-436D-4FC4-9179-70EB831A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80" y="2002972"/>
            <a:ext cx="5571575" cy="391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C1C6B1-119E-4067-97F0-E683F8D8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047" y="2075092"/>
            <a:ext cx="5722576" cy="38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50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9FAD-D927-488F-8464-E2E70BCA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代表性方法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8C7F-1A41-49B8-867A-3DB45F0F9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>
                <a:cs typeface="+mn-ea"/>
                <a:sym typeface="+mn-lt"/>
              </a:rPr>
              <a:t>Multi-task Cascades</a:t>
            </a: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B0F0"/>
                </a:solidFill>
                <a:cs typeface="+mn-ea"/>
                <a:sym typeface="+mn-lt"/>
              </a:rPr>
              <a:t>Mask R-CNN</a:t>
            </a:r>
          </a:p>
          <a:p>
            <a:pPr lvl="1">
              <a:lnSpc>
                <a:spcPct val="120000"/>
              </a:lnSpc>
            </a:pP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267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91D9-0D81-4A07-B939-651C2C20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Feature Pyramid Networks (FPN)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0698C-00F5-43B7-B1E2-6149FB457416}"/>
              </a:ext>
            </a:extLst>
          </p:cNvPr>
          <p:cNvSpPr txBox="1"/>
          <p:nvPr/>
        </p:nvSpPr>
        <p:spPr>
          <a:xfrm>
            <a:off x="8217899" y="6568676"/>
            <a:ext cx="397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>
                <a:cs typeface="+mn-ea"/>
                <a:sym typeface="+mn-lt"/>
              </a:rPr>
              <a:t>Lin et al. </a:t>
            </a:r>
            <a:r>
              <a:rPr lang="en-US" altLang="zh-CN" sz="1400" b="1" dirty="0">
                <a:cs typeface="+mn-ea"/>
                <a:sym typeface="+mn-lt"/>
              </a:rPr>
              <a:t>Feature Pyramid Networks</a:t>
            </a:r>
            <a:r>
              <a:rPr lang="en-US" altLang="zh-CN" sz="1400" dirty="0">
                <a:cs typeface="+mn-ea"/>
                <a:sym typeface="+mn-lt"/>
              </a:rPr>
              <a:t>, </a:t>
            </a:r>
            <a:r>
              <a:rPr lang="en-US" altLang="zh-CN" sz="1400" i="1" dirty="0">
                <a:cs typeface="+mn-ea"/>
                <a:sym typeface="+mn-lt"/>
              </a:rPr>
              <a:t>CVPR 2017</a:t>
            </a:r>
            <a:endParaRPr lang="zh-CN" altLang="en-US" sz="1400" i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3BAA0-0CEE-4E41-901E-45FB55224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237" y="2107487"/>
            <a:ext cx="6546980" cy="38320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B38F9-BBC7-49B5-AF0B-AFA2A02F5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69" y="1690688"/>
            <a:ext cx="3309937" cy="2389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91444-F396-4827-8C4F-6F83D2506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269" y="4277685"/>
            <a:ext cx="3309937" cy="221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31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2453-9562-419F-8667-9D107A89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FPN –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实现细节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72629-BD11-4031-B65E-7FF57E17D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Bottom-up pathway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 err="1">
                    <a:cs typeface="+mn-ea"/>
                    <a:sym typeface="+mn-lt"/>
                  </a:rPr>
                  <a:t>ResNets</a:t>
                </a:r>
                <a:r>
                  <a:rPr lang="en-US" altLang="zh-CN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}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Strides: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{4, 8,16,32}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Top-down pathway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3∗3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conv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=256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}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Lateral connections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Nearest neighbor upsampling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1*1 conv</a:t>
                </a:r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&amp;</a:t>
                </a:r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addition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72629-BD11-4031-B65E-7FF57E17D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980" b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06051E-2A65-434B-8CD5-495F958E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713" y="2036612"/>
            <a:ext cx="5481051" cy="350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12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98CF-84EA-4C28-8632-B6030AE6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FPN –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Implementation details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Google Shape;203;p31">
            <a:extLst>
              <a:ext uri="{FF2B5EF4-FFF2-40B4-BE49-F238E27FC236}">
                <a16:creationId xmlns:a16="http://schemas.microsoft.com/office/drawing/2014/main" id="{A1BE1D20-4B9B-4E24-BA13-EA50C423D84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4611" y="1690688"/>
            <a:ext cx="6002778" cy="4649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8512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B32E-0387-48A5-B63E-B8BFD31F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FPN –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Multiscale Representation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5066-1F14-4F47-9FAA-1804DE92F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1485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利用</a:t>
            </a:r>
            <a:r>
              <a:rPr lang="en-US" altLang="zh-CN" dirty="0">
                <a:cs typeface="+mn-ea"/>
                <a:sym typeface="+mn-lt"/>
              </a:rPr>
              <a:t>ConvNet</a:t>
            </a:r>
            <a:r>
              <a:rPr lang="zh-CN" altLang="en-US" dirty="0">
                <a:cs typeface="+mn-ea"/>
                <a:sym typeface="+mn-lt"/>
              </a:rPr>
              <a:t>中的层次特征生成语义信息更强的多尺度特征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增加的少量的计算量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End-to-end learning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10D6FB-A629-4223-8911-B4B60182A976}"/>
              </a:ext>
            </a:extLst>
          </p:cNvPr>
          <p:cNvGrpSpPr/>
          <p:nvPr/>
        </p:nvGrpSpPr>
        <p:grpSpPr>
          <a:xfrm>
            <a:off x="6732626" y="2438399"/>
            <a:ext cx="5085505" cy="2280105"/>
            <a:chOff x="6227528" y="2159725"/>
            <a:chExt cx="5085505" cy="22801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E74B25B-5B2E-4E9C-9060-5CCB99C80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7528" y="2769325"/>
              <a:ext cx="3771291" cy="16705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CD84BB-9849-436A-BA6E-9D359496A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8819" y="2159725"/>
              <a:ext cx="1314214" cy="2093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675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6920-40DD-4EFD-AD3E-673612FF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FPN –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Small Objects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2A2DF-81CC-46C8-ACCE-7A441C66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FPN</a:t>
            </a:r>
            <a:r>
              <a:rPr lang="zh-CN" altLang="en-US" b="1" dirty="0">
                <a:cs typeface="+mn-ea"/>
                <a:sym typeface="+mn-lt"/>
              </a:rPr>
              <a:t>提升</a:t>
            </a:r>
            <a:r>
              <a:rPr lang="en-US" altLang="zh-CN" b="1" dirty="0">
                <a:cs typeface="+mn-ea"/>
                <a:sym typeface="+mn-lt"/>
              </a:rPr>
              <a:t>small objects</a:t>
            </a:r>
            <a:r>
              <a:rPr lang="zh-CN" altLang="en-US" b="1" dirty="0">
                <a:cs typeface="+mn-ea"/>
                <a:sym typeface="+mn-lt"/>
              </a:rPr>
              <a:t>的检测性能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Top-down</a:t>
            </a:r>
            <a:r>
              <a:rPr lang="zh-CN" altLang="en-US" dirty="0">
                <a:cs typeface="+mn-ea"/>
                <a:sym typeface="+mn-lt"/>
              </a:rPr>
              <a:t>可以提取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上下文</a:t>
            </a:r>
            <a:r>
              <a:rPr lang="zh-CN" altLang="en-US" dirty="0">
                <a:cs typeface="+mn-ea"/>
                <a:sym typeface="+mn-lt"/>
              </a:rPr>
              <a:t>信息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增加了特征的分辨率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52EBA-0EB2-4088-A1B4-6ED5E8C88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8" y="4001294"/>
            <a:ext cx="8577943" cy="218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66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424F-B06B-4894-91A9-B01CC31E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实验结果 </a:t>
            </a:r>
            <a:r>
              <a:rPr lang="en-US" altLang="zh-CN" dirty="0"/>
              <a:t>(Fast R-CNN+FPN)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ABEF1-24A1-482A-909B-4EF1DD5C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52" y="2333231"/>
            <a:ext cx="9838095" cy="11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1B7D2-8265-49C7-B4A0-94707F49F5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00"/>
          <a:stretch/>
        </p:blipFill>
        <p:spPr>
          <a:xfrm>
            <a:off x="2986476" y="3955615"/>
            <a:ext cx="6219048" cy="18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4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7EDE-B7BF-4000-BF30-B4801326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026" name="Picture 2" descr="https://miro.medium.com/max/1400/1*ByJ4h3U6KGoCcd3z6_Bg9Q.png">
            <a:extLst>
              <a:ext uri="{FF2B5EF4-FFF2-40B4-BE49-F238E27FC236}">
                <a16:creationId xmlns:a16="http://schemas.microsoft.com/office/drawing/2014/main" id="{DB5040BB-3996-4F57-B027-5E9DE1331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311" y="2460790"/>
            <a:ext cx="5247377" cy="38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CBD3D9-3A44-4907-B513-4F06E0664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20"/>
            <a:ext cx="10515600" cy="2193155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将</a:t>
            </a:r>
            <a:r>
              <a:rPr lang="en-US" altLang="zh-CN" dirty="0">
                <a:cs typeface="+mn-ea"/>
                <a:sym typeface="+mn-lt"/>
              </a:rPr>
              <a:t>Faster R-CNN</a:t>
            </a:r>
            <a:r>
              <a:rPr lang="zh-CN" altLang="en-US" dirty="0">
                <a:cs typeface="+mn-ea"/>
                <a:sym typeface="+mn-lt"/>
              </a:rPr>
              <a:t>扩展用于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实例分割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FD646-AA69-43D5-B956-A8E90EA3084D}"/>
              </a:ext>
            </a:extLst>
          </p:cNvPr>
          <p:cNvSpPr txBox="1"/>
          <p:nvPr/>
        </p:nvSpPr>
        <p:spPr>
          <a:xfrm>
            <a:off x="9334195" y="6550223"/>
            <a:ext cx="2851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He, et al. </a:t>
            </a:r>
            <a:r>
              <a:rPr lang="en-US" altLang="zh-CN" sz="1400" b="1" dirty="0">
                <a:cs typeface="+mn-ea"/>
                <a:sym typeface="+mn-lt"/>
              </a:rPr>
              <a:t>Mask R-CNN</a:t>
            </a:r>
            <a:r>
              <a:rPr lang="en-US" altLang="zh-CN" sz="1400" dirty="0">
                <a:cs typeface="+mn-ea"/>
                <a:sym typeface="+mn-lt"/>
              </a:rPr>
              <a:t>, </a:t>
            </a:r>
            <a:r>
              <a:rPr lang="en-US" altLang="zh-CN" sz="1400" i="1" dirty="0">
                <a:cs typeface="+mn-ea"/>
                <a:sym typeface="+mn-lt"/>
              </a:rPr>
              <a:t>ICCV 2017</a:t>
            </a:r>
            <a:endParaRPr lang="zh-CN" altLang="en-US" sz="14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073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57F-CFED-4167-BD90-219A932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93060-813A-4391-A1FA-117CDEAADD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4" t="6663" r="6093" b="4579"/>
          <a:stretch/>
        </p:blipFill>
        <p:spPr>
          <a:xfrm>
            <a:off x="2821577" y="2370007"/>
            <a:ext cx="6548846" cy="3500897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8AEA318-B9BE-405D-8CC5-191D04EE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20"/>
            <a:ext cx="10515600" cy="2193155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将</a:t>
            </a:r>
            <a:r>
              <a:rPr lang="en-US" altLang="zh-CN" dirty="0">
                <a:cs typeface="+mn-ea"/>
                <a:sym typeface="+mn-lt"/>
              </a:rPr>
              <a:t>Faster R-CNN</a:t>
            </a:r>
            <a:r>
              <a:rPr lang="zh-CN" altLang="en-US" dirty="0">
                <a:cs typeface="+mn-ea"/>
                <a:sym typeface="+mn-lt"/>
              </a:rPr>
              <a:t>扩展用于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实例分割：</a:t>
            </a:r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Faster R-CNN </a:t>
            </a:r>
            <a:r>
              <a:rPr lang="en-US" altLang="zh-CN" dirty="0">
                <a:cs typeface="+mn-ea"/>
                <a:sym typeface="+mn-lt"/>
              </a:rPr>
              <a:t>+ </a:t>
            </a:r>
            <a:r>
              <a:rPr lang="en-US" altLang="zh-CN" b="1" dirty="0">
                <a:solidFill>
                  <a:srgbClr val="7030A0"/>
                </a:solidFill>
                <a:cs typeface="+mn-ea"/>
                <a:sym typeface="+mn-lt"/>
              </a:rPr>
              <a:t>FCN</a:t>
            </a:r>
          </a:p>
        </p:txBody>
      </p:sp>
    </p:spTree>
    <p:extLst>
      <p:ext uri="{BB962C8B-B14F-4D97-AF65-F5344CB8AC3E}">
        <p14:creationId xmlns:p14="http://schemas.microsoft.com/office/powerpoint/2010/main" val="305885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57F-CFED-4167-BD90-219A932D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8AEA318-B9BE-405D-8CC5-191D04EE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21"/>
            <a:ext cx="10515600" cy="686502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Faster R-CNN </a:t>
            </a:r>
            <a:r>
              <a:rPr lang="en-US" altLang="zh-CN" dirty="0">
                <a:cs typeface="+mn-ea"/>
                <a:sym typeface="+mn-lt"/>
              </a:rPr>
              <a:t>+ </a:t>
            </a:r>
            <a:r>
              <a:rPr lang="en-US" altLang="zh-CN" b="1" dirty="0">
                <a:solidFill>
                  <a:srgbClr val="7030A0"/>
                </a:solidFill>
                <a:cs typeface="+mn-ea"/>
                <a:sym typeface="+mn-lt"/>
              </a:rPr>
              <a:t>FCN</a:t>
            </a:r>
            <a:r>
              <a:rPr lang="zh-CN" altLang="en-US" b="1" dirty="0">
                <a:cs typeface="+mn-ea"/>
                <a:sym typeface="+mn-lt"/>
              </a:rPr>
              <a:t>：并行的结构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0CB921-2690-4157-8C40-7BE1DCDD0709}"/>
              </a:ext>
            </a:extLst>
          </p:cNvPr>
          <p:cNvGrpSpPr/>
          <p:nvPr/>
        </p:nvGrpSpPr>
        <p:grpSpPr>
          <a:xfrm>
            <a:off x="365760" y="2438400"/>
            <a:ext cx="8459903" cy="3458784"/>
            <a:chOff x="657971" y="2290354"/>
            <a:chExt cx="8712452" cy="35805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C93060-813A-4391-A1FA-117CDEAADD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54" t="6663" r="6093" b="4579"/>
            <a:stretch/>
          </p:blipFill>
          <p:spPr>
            <a:xfrm>
              <a:off x="2821577" y="2370007"/>
              <a:ext cx="6548846" cy="3500897"/>
            </a:xfrm>
            <a:prstGeom prst="rect">
              <a:avLst/>
            </a:prstGeom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1E221E4-BE3A-4822-BE49-7E56561DEDAE}"/>
                </a:ext>
              </a:extLst>
            </p:cNvPr>
            <p:cNvSpPr/>
            <p:nvPr/>
          </p:nvSpPr>
          <p:spPr>
            <a:xfrm>
              <a:off x="2690949" y="2290354"/>
              <a:ext cx="5277394" cy="3126377"/>
            </a:xfrm>
            <a:custGeom>
              <a:avLst/>
              <a:gdLst>
                <a:gd name="connsiteX0" fmla="*/ 148045 w 5277394"/>
                <a:gd name="connsiteY0" fmla="*/ 1689463 h 3126377"/>
                <a:gd name="connsiteX1" fmla="*/ 148045 w 5277394"/>
                <a:gd name="connsiteY1" fmla="*/ 1689463 h 3126377"/>
                <a:gd name="connsiteX2" fmla="*/ 104502 w 5277394"/>
                <a:gd name="connsiteY2" fmla="*/ 1593669 h 3126377"/>
                <a:gd name="connsiteX3" fmla="*/ 87085 w 5277394"/>
                <a:gd name="connsiteY3" fmla="*/ 1524000 h 3126377"/>
                <a:gd name="connsiteX4" fmla="*/ 95794 w 5277394"/>
                <a:gd name="connsiteY4" fmla="*/ 1323703 h 3126377"/>
                <a:gd name="connsiteX5" fmla="*/ 130628 w 5277394"/>
                <a:gd name="connsiteY5" fmla="*/ 1175657 h 3126377"/>
                <a:gd name="connsiteX6" fmla="*/ 139337 w 5277394"/>
                <a:gd name="connsiteY6" fmla="*/ 1132115 h 3126377"/>
                <a:gd name="connsiteX7" fmla="*/ 148045 w 5277394"/>
                <a:gd name="connsiteY7" fmla="*/ 1105989 h 3126377"/>
                <a:gd name="connsiteX8" fmla="*/ 165462 w 5277394"/>
                <a:gd name="connsiteY8" fmla="*/ 1018903 h 3126377"/>
                <a:gd name="connsiteX9" fmla="*/ 174171 w 5277394"/>
                <a:gd name="connsiteY9" fmla="*/ 992777 h 3126377"/>
                <a:gd name="connsiteX10" fmla="*/ 191588 w 5277394"/>
                <a:gd name="connsiteY10" fmla="*/ 966652 h 3126377"/>
                <a:gd name="connsiteX11" fmla="*/ 226422 w 5277394"/>
                <a:gd name="connsiteY11" fmla="*/ 905692 h 3126377"/>
                <a:gd name="connsiteX12" fmla="*/ 252548 w 5277394"/>
                <a:gd name="connsiteY12" fmla="*/ 879566 h 3126377"/>
                <a:gd name="connsiteX13" fmla="*/ 304800 w 5277394"/>
                <a:gd name="connsiteY13" fmla="*/ 809897 h 3126377"/>
                <a:gd name="connsiteX14" fmla="*/ 339634 w 5277394"/>
                <a:gd name="connsiteY14" fmla="*/ 757646 h 3126377"/>
                <a:gd name="connsiteX15" fmla="*/ 348342 w 5277394"/>
                <a:gd name="connsiteY15" fmla="*/ 731520 h 3126377"/>
                <a:gd name="connsiteX16" fmla="*/ 383177 w 5277394"/>
                <a:gd name="connsiteY16" fmla="*/ 679269 h 3126377"/>
                <a:gd name="connsiteX17" fmla="*/ 400594 w 5277394"/>
                <a:gd name="connsiteY17" fmla="*/ 653143 h 3126377"/>
                <a:gd name="connsiteX18" fmla="*/ 418011 w 5277394"/>
                <a:gd name="connsiteY18" fmla="*/ 627017 h 3126377"/>
                <a:gd name="connsiteX19" fmla="*/ 452845 w 5277394"/>
                <a:gd name="connsiteY19" fmla="*/ 574766 h 3126377"/>
                <a:gd name="connsiteX20" fmla="*/ 470262 w 5277394"/>
                <a:gd name="connsiteY20" fmla="*/ 548640 h 3126377"/>
                <a:gd name="connsiteX21" fmla="*/ 522514 w 5277394"/>
                <a:gd name="connsiteY21" fmla="*/ 478972 h 3126377"/>
                <a:gd name="connsiteX22" fmla="*/ 566057 w 5277394"/>
                <a:gd name="connsiteY22" fmla="*/ 418012 h 3126377"/>
                <a:gd name="connsiteX23" fmla="*/ 635725 w 5277394"/>
                <a:gd name="connsiteY23" fmla="*/ 330926 h 3126377"/>
                <a:gd name="connsiteX24" fmla="*/ 679268 w 5277394"/>
                <a:gd name="connsiteY24" fmla="*/ 304800 h 3126377"/>
                <a:gd name="connsiteX25" fmla="*/ 740228 w 5277394"/>
                <a:gd name="connsiteY25" fmla="*/ 261257 h 3126377"/>
                <a:gd name="connsiteX26" fmla="*/ 783771 w 5277394"/>
                <a:gd name="connsiteY26" fmla="*/ 243840 h 3126377"/>
                <a:gd name="connsiteX27" fmla="*/ 844731 w 5277394"/>
                <a:gd name="connsiteY27" fmla="*/ 226423 h 3126377"/>
                <a:gd name="connsiteX28" fmla="*/ 931817 w 5277394"/>
                <a:gd name="connsiteY28" fmla="*/ 191589 h 3126377"/>
                <a:gd name="connsiteX29" fmla="*/ 975360 w 5277394"/>
                <a:gd name="connsiteY29" fmla="*/ 182880 h 3126377"/>
                <a:gd name="connsiteX30" fmla="*/ 1018902 w 5277394"/>
                <a:gd name="connsiteY30" fmla="*/ 165463 h 3126377"/>
                <a:gd name="connsiteX31" fmla="*/ 1053737 w 5277394"/>
                <a:gd name="connsiteY31" fmla="*/ 156755 h 3126377"/>
                <a:gd name="connsiteX32" fmla="*/ 1114697 w 5277394"/>
                <a:gd name="connsiteY32" fmla="*/ 139337 h 3126377"/>
                <a:gd name="connsiteX33" fmla="*/ 1193074 w 5277394"/>
                <a:gd name="connsiteY33" fmla="*/ 130629 h 3126377"/>
                <a:gd name="connsiteX34" fmla="*/ 1271451 w 5277394"/>
                <a:gd name="connsiteY34" fmla="*/ 113212 h 3126377"/>
                <a:gd name="connsiteX35" fmla="*/ 1306285 w 5277394"/>
                <a:gd name="connsiteY35" fmla="*/ 104503 h 3126377"/>
                <a:gd name="connsiteX36" fmla="*/ 1402080 w 5277394"/>
                <a:gd name="connsiteY36" fmla="*/ 87086 h 3126377"/>
                <a:gd name="connsiteX37" fmla="*/ 1532708 w 5277394"/>
                <a:gd name="connsiteY37" fmla="*/ 60960 h 3126377"/>
                <a:gd name="connsiteX38" fmla="*/ 1689462 w 5277394"/>
                <a:gd name="connsiteY38" fmla="*/ 34835 h 3126377"/>
                <a:gd name="connsiteX39" fmla="*/ 1802674 w 5277394"/>
                <a:gd name="connsiteY39" fmla="*/ 26126 h 3126377"/>
                <a:gd name="connsiteX40" fmla="*/ 1872342 w 5277394"/>
                <a:gd name="connsiteY40" fmla="*/ 17417 h 3126377"/>
                <a:gd name="connsiteX41" fmla="*/ 1924594 w 5277394"/>
                <a:gd name="connsiteY41" fmla="*/ 8709 h 3126377"/>
                <a:gd name="connsiteX42" fmla="*/ 2046514 w 5277394"/>
                <a:gd name="connsiteY42" fmla="*/ 0 h 3126377"/>
                <a:gd name="connsiteX43" fmla="*/ 3518262 w 5277394"/>
                <a:gd name="connsiteY43" fmla="*/ 8709 h 3126377"/>
                <a:gd name="connsiteX44" fmla="*/ 3605348 w 5277394"/>
                <a:gd name="connsiteY44" fmla="*/ 17417 h 3126377"/>
                <a:gd name="connsiteX45" fmla="*/ 3823062 w 5277394"/>
                <a:gd name="connsiteY45" fmla="*/ 26126 h 3126377"/>
                <a:gd name="connsiteX46" fmla="*/ 3884022 w 5277394"/>
                <a:gd name="connsiteY46" fmla="*/ 43543 h 3126377"/>
                <a:gd name="connsiteX47" fmla="*/ 3962400 w 5277394"/>
                <a:gd name="connsiteY47" fmla="*/ 52252 h 3126377"/>
                <a:gd name="connsiteX48" fmla="*/ 4014651 w 5277394"/>
                <a:gd name="connsiteY48" fmla="*/ 60960 h 3126377"/>
                <a:gd name="connsiteX49" fmla="*/ 4049485 w 5277394"/>
                <a:gd name="connsiteY49" fmla="*/ 69669 h 3126377"/>
                <a:gd name="connsiteX50" fmla="*/ 4136571 w 5277394"/>
                <a:gd name="connsiteY50" fmla="*/ 87086 h 3126377"/>
                <a:gd name="connsiteX51" fmla="*/ 4197531 w 5277394"/>
                <a:gd name="connsiteY51" fmla="*/ 95795 h 3126377"/>
                <a:gd name="connsiteX52" fmla="*/ 4302034 w 5277394"/>
                <a:gd name="connsiteY52" fmla="*/ 113212 h 3126377"/>
                <a:gd name="connsiteX53" fmla="*/ 4380411 w 5277394"/>
                <a:gd name="connsiteY53" fmla="*/ 130629 h 3126377"/>
                <a:gd name="connsiteX54" fmla="*/ 4441371 w 5277394"/>
                <a:gd name="connsiteY54" fmla="*/ 148046 h 3126377"/>
                <a:gd name="connsiteX55" fmla="*/ 4502331 w 5277394"/>
                <a:gd name="connsiteY55" fmla="*/ 156755 h 3126377"/>
                <a:gd name="connsiteX56" fmla="*/ 4554582 w 5277394"/>
                <a:gd name="connsiteY56" fmla="*/ 174172 h 3126377"/>
                <a:gd name="connsiteX57" fmla="*/ 4650377 w 5277394"/>
                <a:gd name="connsiteY57" fmla="*/ 200297 h 3126377"/>
                <a:gd name="connsiteX58" fmla="*/ 4676502 w 5277394"/>
                <a:gd name="connsiteY58" fmla="*/ 209006 h 3126377"/>
                <a:gd name="connsiteX59" fmla="*/ 4754880 w 5277394"/>
                <a:gd name="connsiteY59" fmla="*/ 243840 h 3126377"/>
                <a:gd name="connsiteX60" fmla="*/ 4824548 w 5277394"/>
                <a:gd name="connsiteY60" fmla="*/ 278675 h 3126377"/>
                <a:gd name="connsiteX61" fmla="*/ 4876800 w 5277394"/>
                <a:gd name="connsiteY61" fmla="*/ 304800 h 3126377"/>
                <a:gd name="connsiteX62" fmla="*/ 4929051 w 5277394"/>
                <a:gd name="connsiteY62" fmla="*/ 330926 h 3126377"/>
                <a:gd name="connsiteX63" fmla="*/ 4972594 w 5277394"/>
                <a:gd name="connsiteY63" fmla="*/ 365760 h 3126377"/>
                <a:gd name="connsiteX64" fmla="*/ 5007428 w 5277394"/>
                <a:gd name="connsiteY64" fmla="*/ 383177 h 3126377"/>
                <a:gd name="connsiteX65" fmla="*/ 5033554 w 5277394"/>
                <a:gd name="connsiteY65" fmla="*/ 409303 h 3126377"/>
                <a:gd name="connsiteX66" fmla="*/ 5077097 w 5277394"/>
                <a:gd name="connsiteY66" fmla="*/ 444137 h 3126377"/>
                <a:gd name="connsiteX67" fmla="*/ 5129348 w 5277394"/>
                <a:gd name="connsiteY67" fmla="*/ 478972 h 3126377"/>
                <a:gd name="connsiteX68" fmla="*/ 5225142 w 5277394"/>
                <a:gd name="connsiteY68" fmla="*/ 609600 h 3126377"/>
                <a:gd name="connsiteX69" fmla="*/ 5251268 w 5277394"/>
                <a:gd name="connsiteY69" fmla="*/ 670560 h 3126377"/>
                <a:gd name="connsiteX70" fmla="*/ 5259977 w 5277394"/>
                <a:gd name="connsiteY70" fmla="*/ 705395 h 3126377"/>
                <a:gd name="connsiteX71" fmla="*/ 5277394 w 5277394"/>
                <a:gd name="connsiteY71" fmla="*/ 792480 h 3126377"/>
                <a:gd name="connsiteX72" fmla="*/ 5268685 w 5277394"/>
                <a:gd name="connsiteY72" fmla="*/ 923109 h 3126377"/>
                <a:gd name="connsiteX73" fmla="*/ 5251268 w 5277394"/>
                <a:gd name="connsiteY73" fmla="*/ 949235 h 3126377"/>
                <a:gd name="connsiteX74" fmla="*/ 5190308 w 5277394"/>
                <a:gd name="connsiteY74" fmla="*/ 1001486 h 3126377"/>
                <a:gd name="connsiteX75" fmla="*/ 5033554 w 5277394"/>
                <a:gd name="connsiteY75" fmla="*/ 1053737 h 3126377"/>
                <a:gd name="connsiteX76" fmla="*/ 5007428 w 5277394"/>
                <a:gd name="connsiteY76" fmla="*/ 1062446 h 3126377"/>
                <a:gd name="connsiteX77" fmla="*/ 4981302 w 5277394"/>
                <a:gd name="connsiteY77" fmla="*/ 1071155 h 3126377"/>
                <a:gd name="connsiteX78" fmla="*/ 4929051 w 5277394"/>
                <a:gd name="connsiteY78" fmla="*/ 1105989 h 3126377"/>
                <a:gd name="connsiteX79" fmla="*/ 4894217 w 5277394"/>
                <a:gd name="connsiteY79" fmla="*/ 1114697 h 3126377"/>
                <a:gd name="connsiteX80" fmla="*/ 4868091 w 5277394"/>
                <a:gd name="connsiteY80" fmla="*/ 1123406 h 3126377"/>
                <a:gd name="connsiteX81" fmla="*/ 4789714 w 5277394"/>
                <a:gd name="connsiteY81" fmla="*/ 1184366 h 3126377"/>
                <a:gd name="connsiteX82" fmla="*/ 4754880 w 5277394"/>
                <a:gd name="connsiteY82" fmla="*/ 1201783 h 3126377"/>
                <a:gd name="connsiteX83" fmla="*/ 4720045 w 5277394"/>
                <a:gd name="connsiteY83" fmla="*/ 1227909 h 3126377"/>
                <a:gd name="connsiteX84" fmla="*/ 4693920 w 5277394"/>
                <a:gd name="connsiteY84" fmla="*/ 1245326 h 3126377"/>
                <a:gd name="connsiteX85" fmla="*/ 4632960 w 5277394"/>
                <a:gd name="connsiteY85" fmla="*/ 1288869 h 3126377"/>
                <a:gd name="connsiteX86" fmla="*/ 4598125 w 5277394"/>
                <a:gd name="connsiteY86" fmla="*/ 1306286 h 3126377"/>
                <a:gd name="connsiteX87" fmla="*/ 4484914 w 5277394"/>
                <a:gd name="connsiteY87" fmla="*/ 1393372 h 3126377"/>
                <a:gd name="connsiteX88" fmla="*/ 4423954 w 5277394"/>
                <a:gd name="connsiteY88" fmla="*/ 1419497 h 3126377"/>
                <a:gd name="connsiteX89" fmla="*/ 4371702 w 5277394"/>
                <a:gd name="connsiteY89" fmla="*/ 1454332 h 3126377"/>
                <a:gd name="connsiteX90" fmla="*/ 4345577 w 5277394"/>
                <a:gd name="connsiteY90" fmla="*/ 1471749 h 3126377"/>
                <a:gd name="connsiteX91" fmla="*/ 4310742 w 5277394"/>
                <a:gd name="connsiteY91" fmla="*/ 1524000 h 3126377"/>
                <a:gd name="connsiteX92" fmla="*/ 4302034 w 5277394"/>
                <a:gd name="connsiteY92" fmla="*/ 1550126 h 3126377"/>
                <a:gd name="connsiteX93" fmla="*/ 4293325 w 5277394"/>
                <a:gd name="connsiteY93" fmla="*/ 1593669 h 3126377"/>
                <a:gd name="connsiteX94" fmla="*/ 4275908 w 5277394"/>
                <a:gd name="connsiteY94" fmla="*/ 1637212 h 3126377"/>
                <a:gd name="connsiteX95" fmla="*/ 4258491 w 5277394"/>
                <a:gd name="connsiteY95" fmla="*/ 1715589 h 3126377"/>
                <a:gd name="connsiteX96" fmla="*/ 4249782 w 5277394"/>
                <a:gd name="connsiteY96" fmla="*/ 1741715 h 3126377"/>
                <a:gd name="connsiteX97" fmla="*/ 4232365 w 5277394"/>
                <a:gd name="connsiteY97" fmla="*/ 1811383 h 3126377"/>
                <a:gd name="connsiteX98" fmla="*/ 4223657 w 5277394"/>
                <a:gd name="connsiteY98" fmla="*/ 1976846 h 3126377"/>
                <a:gd name="connsiteX99" fmla="*/ 4214948 w 5277394"/>
                <a:gd name="connsiteY99" fmla="*/ 2011680 h 3126377"/>
                <a:gd name="connsiteX100" fmla="*/ 4206240 w 5277394"/>
                <a:gd name="connsiteY100" fmla="*/ 2107475 h 3126377"/>
                <a:gd name="connsiteX101" fmla="*/ 4188822 w 5277394"/>
                <a:gd name="connsiteY101" fmla="*/ 2159726 h 3126377"/>
                <a:gd name="connsiteX102" fmla="*/ 4180114 w 5277394"/>
                <a:gd name="connsiteY102" fmla="*/ 2194560 h 3126377"/>
                <a:gd name="connsiteX103" fmla="*/ 4162697 w 5277394"/>
                <a:gd name="connsiteY103" fmla="*/ 2325189 h 3126377"/>
                <a:gd name="connsiteX104" fmla="*/ 4153988 w 5277394"/>
                <a:gd name="connsiteY104" fmla="*/ 2351315 h 3126377"/>
                <a:gd name="connsiteX105" fmla="*/ 4136571 w 5277394"/>
                <a:gd name="connsiteY105" fmla="*/ 2412275 h 3126377"/>
                <a:gd name="connsiteX106" fmla="*/ 4127862 w 5277394"/>
                <a:gd name="connsiteY106" fmla="*/ 2499360 h 3126377"/>
                <a:gd name="connsiteX107" fmla="*/ 4101737 w 5277394"/>
                <a:gd name="connsiteY107" fmla="*/ 2560320 h 3126377"/>
                <a:gd name="connsiteX108" fmla="*/ 4066902 w 5277394"/>
                <a:gd name="connsiteY108" fmla="*/ 2629989 h 3126377"/>
                <a:gd name="connsiteX109" fmla="*/ 4058194 w 5277394"/>
                <a:gd name="connsiteY109" fmla="*/ 2664823 h 3126377"/>
                <a:gd name="connsiteX110" fmla="*/ 4040777 w 5277394"/>
                <a:gd name="connsiteY110" fmla="*/ 2690949 h 3126377"/>
                <a:gd name="connsiteX111" fmla="*/ 3988525 w 5277394"/>
                <a:gd name="connsiteY111" fmla="*/ 2760617 h 3126377"/>
                <a:gd name="connsiteX112" fmla="*/ 3944982 w 5277394"/>
                <a:gd name="connsiteY112" fmla="*/ 2804160 h 3126377"/>
                <a:gd name="connsiteX113" fmla="*/ 3927565 w 5277394"/>
                <a:gd name="connsiteY113" fmla="*/ 2830286 h 3126377"/>
                <a:gd name="connsiteX114" fmla="*/ 3866605 w 5277394"/>
                <a:gd name="connsiteY114" fmla="*/ 2873829 h 3126377"/>
                <a:gd name="connsiteX115" fmla="*/ 3840480 w 5277394"/>
                <a:gd name="connsiteY115" fmla="*/ 2882537 h 3126377"/>
                <a:gd name="connsiteX116" fmla="*/ 3814354 w 5277394"/>
                <a:gd name="connsiteY116" fmla="*/ 2899955 h 3126377"/>
                <a:gd name="connsiteX117" fmla="*/ 3727268 w 5277394"/>
                <a:gd name="connsiteY117" fmla="*/ 2926080 h 3126377"/>
                <a:gd name="connsiteX118" fmla="*/ 3666308 w 5277394"/>
                <a:gd name="connsiteY118" fmla="*/ 2952206 h 3126377"/>
                <a:gd name="connsiteX119" fmla="*/ 3614057 w 5277394"/>
                <a:gd name="connsiteY119" fmla="*/ 2978332 h 3126377"/>
                <a:gd name="connsiteX120" fmla="*/ 3561805 w 5277394"/>
                <a:gd name="connsiteY120" fmla="*/ 2995749 h 3126377"/>
                <a:gd name="connsiteX121" fmla="*/ 3509554 w 5277394"/>
                <a:gd name="connsiteY121" fmla="*/ 3013166 h 3126377"/>
                <a:gd name="connsiteX122" fmla="*/ 3457302 w 5277394"/>
                <a:gd name="connsiteY122" fmla="*/ 3021875 h 3126377"/>
                <a:gd name="connsiteX123" fmla="*/ 3422468 w 5277394"/>
                <a:gd name="connsiteY123" fmla="*/ 3039292 h 3126377"/>
                <a:gd name="connsiteX124" fmla="*/ 3370217 w 5277394"/>
                <a:gd name="connsiteY124" fmla="*/ 3048000 h 3126377"/>
                <a:gd name="connsiteX125" fmla="*/ 3326674 w 5277394"/>
                <a:gd name="connsiteY125" fmla="*/ 3056709 h 3126377"/>
                <a:gd name="connsiteX126" fmla="*/ 3283131 w 5277394"/>
                <a:gd name="connsiteY126" fmla="*/ 3074126 h 3126377"/>
                <a:gd name="connsiteX127" fmla="*/ 3222171 w 5277394"/>
                <a:gd name="connsiteY127" fmla="*/ 3091543 h 3126377"/>
                <a:gd name="connsiteX128" fmla="*/ 3178628 w 5277394"/>
                <a:gd name="connsiteY128" fmla="*/ 3100252 h 3126377"/>
                <a:gd name="connsiteX129" fmla="*/ 3143794 w 5277394"/>
                <a:gd name="connsiteY129" fmla="*/ 3108960 h 3126377"/>
                <a:gd name="connsiteX130" fmla="*/ 3021874 w 5277394"/>
                <a:gd name="connsiteY130" fmla="*/ 3117669 h 3126377"/>
                <a:gd name="connsiteX131" fmla="*/ 2264228 w 5277394"/>
                <a:gd name="connsiteY131" fmla="*/ 3126377 h 3126377"/>
                <a:gd name="connsiteX132" fmla="*/ 1149531 w 5277394"/>
                <a:gd name="connsiteY132" fmla="*/ 3117669 h 3126377"/>
                <a:gd name="connsiteX133" fmla="*/ 844731 w 5277394"/>
                <a:gd name="connsiteY133" fmla="*/ 3100252 h 3126377"/>
                <a:gd name="connsiteX134" fmla="*/ 705394 w 5277394"/>
                <a:gd name="connsiteY134" fmla="*/ 3091543 h 3126377"/>
                <a:gd name="connsiteX135" fmla="*/ 374468 w 5277394"/>
                <a:gd name="connsiteY135" fmla="*/ 3074126 h 3126377"/>
                <a:gd name="connsiteX136" fmla="*/ 330925 w 5277394"/>
                <a:gd name="connsiteY136" fmla="*/ 3065417 h 3126377"/>
                <a:gd name="connsiteX137" fmla="*/ 296091 w 5277394"/>
                <a:gd name="connsiteY137" fmla="*/ 3048000 h 3126377"/>
                <a:gd name="connsiteX138" fmla="*/ 269965 w 5277394"/>
                <a:gd name="connsiteY138" fmla="*/ 3039292 h 3126377"/>
                <a:gd name="connsiteX139" fmla="*/ 165462 w 5277394"/>
                <a:gd name="connsiteY139" fmla="*/ 2952206 h 3126377"/>
                <a:gd name="connsiteX140" fmla="*/ 130628 w 5277394"/>
                <a:gd name="connsiteY140" fmla="*/ 2899955 h 3126377"/>
                <a:gd name="connsiteX141" fmla="*/ 121920 w 5277394"/>
                <a:gd name="connsiteY141" fmla="*/ 2873829 h 3126377"/>
                <a:gd name="connsiteX142" fmla="*/ 113211 w 5277394"/>
                <a:gd name="connsiteY142" fmla="*/ 2838995 h 3126377"/>
                <a:gd name="connsiteX143" fmla="*/ 69668 w 5277394"/>
                <a:gd name="connsiteY143" fmla="*/ 2760617 h 3126377"/>
                <a:gd name="connsiteX144" fmla="*/ 43542 w 5277394"/>
                <a:gd name="connsiteY144" fmla="*/ 2682240 h 3126377"/>
                <a:gd name="connsiteX145" fmla="*/ 26125 w 5277394"/>
                <a:gd name="connsiteY145" fmla="*/ 2621280 h 3126377"/>
                <a:gd name="connsiteX146" fmla="*/ 17417 w 5277394"/>
                <a:gd name="connsiteY146" fmla="*/ 2551612 h 3126377"/>
                <a:gd name="connsiteX147" fmla="*/ 8708 w 5277394"/>
                <a:gd name="connsiteY147" fmla="*/ 2516777 h 3126377"/>
                <a:gd name="connsiteX148" fmla="*/ 0 w 5277394"/>
                <a:gd name="connsiteY148" fmla="*/ 2464526 h 3126377"/>
                <a:gd name="connsiteX149" fmla="*/ 8708 w 5277394"/>
                <a:gd name="connsiteY149" fmla="*/ 2072640 h 3126377"/>
                <a:gd name="connsiteX150" fmla="*/ 26125 w 5277394"/>
                <a:gd name="connsiteY150" fmla="*/ 1959429 h 3126377"/>
                <a:gd name="connsiteX151" fmla="*/ 43542 w 5277394"/>
                <a:gd name="connsiteY151" fmla="*/ 1933303 h 3126377"/>
                <a:gd name="connsiteX152" fmla="*/ 60960 w 5277394"/>
                <a:gd name="connsiteY152" fmla="*/ 1898469 h 3126377"/>
                <a:gd name="connsiteX153" fmla="*/ 69668 w 5277394"/>
                <a:gd name="connsiteY153" fmla="*/ 1872343 h 3126377"/>
                <a:gd name="connsiteX154" fmla="*/ 121920 w 5277394"/>
                <a:gd name="connsiteY154" fmla="*/ 1820092 h 3126377"/>
                <a:gd name="connsiteX155" fmla="*/ 156754 w 5277394"/>
                <a:gd name="connsiteY155" fmla="*/ 1767840 h 3126377"/>
                <a:gd name="connsiteX156" fmla="*/ 165462 w 5277394"/>
                <a:gd name="connsiteY156" fmla="*/ 1741715 h 3126377"/>
                <a:gd name="connsiteX157" fmla="*/ 148045 w 5277394"/>
                <a:gd name="connsiteY157" fmla="*/ 1689463 h 3126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5277394" h="3126377">
                  <a:moveTo>
                    <a:pt x="148045" y="1689463"/>
                  </a:moveTo>
                  <a:lnTo>
                    <a:pt x="148045" y="1689463"/>
                  </a:lnTo>
                  <a:cubicBezTo>
                    <a:pt x="133531" y="1657532"/>
                    <a:pt x="116628" y="1626582"/>
                    <a:pt x="104502" y="1593669"/>
                  </a:cubicBezTo>
                  <a:cubicBezTo>
                    <a:pt x="96227" y="1571207"/>
                    <a:pt x="87085" y="1524000"/>
                    <a:pt x="87085" y="1524000"/>
                  </a:cubicBezTo>
                  <a:cubicBezTo>
                    <a:pt x="89988" y="1457234"/>
                    <a:pt x="89920" y="1390273"/>
                    <a:pt x="95794" y="1323703"/>
                  </a:cubicBezTo>
                  <a:cubicBezTo>
                    <a:pt x="104999" y="1219383"/>
                    <a:pt x="109451" y="1253303"/>
                    <a:pt x="130628" y="1175657"/>
                  </a:cubicBezTo>
                  <a:cubicBezTo>
                    <a:pt x="134523" y="1161377"/>
                    <a:pt x="135747" y="1146475"/>
                    <a:pt x="139337" y="1132115"/>
                  </a:cubicBezTo>
                  <a:cubicBezTo>
                    <a:pt x="141563" y="1123209"/>
                    <a:pt x="145981" y="1114934"/>
                    <a:pt x="148045" y="1105989"/>
                  </a:cubicBezTo>
                  <a:cubicBezTo>
                    <a:pt x="154701" y="1077144"/>
                    <a:pt x="156100" y="1046987"/>
                    <a:pt x="165462" y="1018903"/>
                  </a:cubicBezTo>
                  <a:cubicBezTo>
                    <a:pt x="168365" y="1010194"/>
                    <a:pt x="170066" y="1000988"/>
                    <a:pt x="174171" y="992777"/>
                  </a:cubicBezTo>
                  <a:cubicBezTo>
                    <a:pt x="178852" y="983416"/>
                    <a:pt x="186203" y="975627"/>
                    <a:pt x="191588" y="966652"/>
                  </a:cubicBezTo>
                  <a:cubicBezTo>
                    <a:pt x="203629" y="946584"/>
                    <a:pt x="213001" y="924865"/>
                    <a:pt x="226422" y="905692"/>
                  </a:cubicBezTo>
                  <a:cubicBezTo>
                    <a:pt x="233485" y="895602"/>
                    <a:pt x="244987" y="889288"/>
                    <a:pt x="252548" y="879566"/>
                  </a:cubicBezTo>
                  <a:cubicBezTo>
                    <a:pt x="321479" y="790941"/>
                    <a:pt x="260992" y="853705"/>
                    <a:pt x="304800" y="809897"/>
                  </a:cubicBezTo>
                  <a:cubicBezTo>
                    <a:pt x="325506" y="747777"/>
                    <a:pt x="296145" y="822881"/>
                    <a:pt x="339634" y="757646"/>
                  </a:cubicBezTo>
                  <a:cubicBezTo>
                    <a:pt x="344726" y="750008"/>
                    <a:pt x="343884" y="739544"/>
                    <a:pt x="348342" y="731520"/>
                  </a:cubicBezTo>
                  <a:cubicBezTo>
                    <a:pt x="358508" y="713221"/>
                    <a:pt x="371565" y="696686"/>
                    <a:pt x="383177" y="679269"/>
                  </a:cubicBezTo>
                  <a:lnTo>
                    <a:pt x="400594" y="653143"/>
                  </a:lnTo>
                  <a:cubicBezTo>
                    <a:pt x="406400" y="644434"/>
                    <a:pt x="414701" y="636946"/>
                    <a:pt x="418011" y="627017"/>
                  </a:cubicBezTo>
                  <a:cubicBezTo>
                    <a:pt x="433316" y="581105"/>
                    <a:pt x="416605" y="618256"/>
                    <a:pt x="452845" y="574766"/>
                  </a:cubicBezTo>
                  <a:cubicBezTo>
                    <a:pt x="459545" y="566725"/>
                    <a:pt x="464106" y="557105"/>
                    <a:pt x="470262" y="548640"/>
                  </a:cubicBezTo>
                  <a:cubicBezTo>
                    <a:pt x="487336" y="525164"/>
                    <a:pt x="505097" y="502195"/>
                    <a:pt x="522514" y="478972"/>
                  </a:cubicBezTo>
                  <a:cubicBezTo>
                    <a:pt x="541667" y="453435"/>
                    <a:pt x="550145" y="443472"/>
                    <a:pt x="566057" y="418012"/>
                  </a:cubicBezTo>
                  <a:cubicBezTo>
                    <a:pt x="586880" y="384696"/>
                    <a:pt x="599450" y="352691"/>
                    <a:pt x="635725" y="330926"/>
                  </a:cubicBezTo>
                  <a:cubicBezTo>
                    <a:pt x="650239" y="322217"/>
                    <a:pt x="665184" y="314189"/>
                    <a:pt x="679268" y="304800"/>
                  </a:cubicBezTo>
                  <a:cubicBezTo>
                    <a:pt x="691093" y="296916"/>
                    <a:pt x="724656" y="269043"/>
                    <a:pt x="740228" y="261257"/>
                  </a:cubicBezTo>
                  <a:cubicBezTo>
                    <a:pt x="754210" y="254266"/>
                    <a:pt x="768941" y="248783"/>
                    <a:pt x="783771" y="243840"/>
                  </a:cubicBezTo>
                  <a:cubicBezTo>
                    <a:pt x="816924" y="232789"/>
                    <a:pt x="815370" y="239006"/>
                    <a:pt x="844731" y="226423"/>
                  </a:cubicBezTo>
                  <a:cubicBezTo>
                    <a:pt x="885373" y="209005"/>
                    <a:pt x="882259" y="201501"/>
                    <a:pt x="931817" y="191589"/>
                  </a:cubicBezTo>
                  <a:cubicBezTo>
                    <a:pt x="946331" y="188686"/>
                    <a:pt x="961182" y="187133"/>
                    <a:pt x="975360" y="182880"/>
                  </a:cubicBezTo>
                  <a:cubicBezTo>
                    <a:pt x="990333" y="178388"/>
                    <a:pt x="1004072" y="170406"/>
                    <a:pt x="1018902" y="165463"/>
                  </a:cubicBezTo>
                  <a:cubicBezTo>
                    <a:pt x="1030257" y="161678"/>
                    <a:pt x="1042229" y="160043"/>
                    <a:pt x="1053737" y="156755"/>
                  </a:cubicBezTo>
                  <a:cubicBezTo>
                    <a:pt x="1080296" y="149167"/>
                    <a:pt x="1085196" y="143876"/>
                    <a:pt x="1114697" y="139337"/>
                  </a:cubicBezTo>
                  <a:cubicBezTo>
                    <a:pt x="1140678" y="135340"/>
                    <a:pt x="1166948" y="133532"/>
                    <a:pt x="1193074" y="130629"/>
                  </a:cubicBezTo>
                  <a:cubicBezTo>
                    <a:pt x="1278027" y="109390"/>
                    <a:pt x="1171949" y="135323"/>
                    <a:pt x="1271451" y="113212"/>
                  </a:cubicBezTo>
                  <a:cubicBezTo>
                    <a:pt x="1283135" y="110616"/>
                    <a:pt x="1294549" y="106850"/>
                    <a:pt x="1306285" y="104503"/>
                  </a:cubicBezTo>
                  <a:cubicBezTo>
                    <a:pt x="1331198" y="99521"/>
                    <a:pt x="1376379" y="94095"/>
                    <a:pt x="1402080" y="87086"/>
                  </a:cubicBezTo>
                  <a:cubicBezTo>
                    <a:pt x="1508213" y="58140"/>
                    <a:pt x="1394642" y="76301"/>
                    <a:pt x="1532708" y="60960"/>
                  </a:cubicBezTo>
                  <a:cubicBezTo>
                    <a:pt x="1592512" y="46010"/>
                    <a:pt x="1606655" y="41205"/>
                    <a:pt x="1689462" y="34835"/>
                  </a:cubicBezTo>
                  <a:lnTo>
                    <a:pt x="1802674" y="26126"/>
                  </a:lnTo>
                  <a:cubicBezTo>
                    <a:pt x="1825972" y="23907"/>
                    <a:pt x="1849174" y="20727"/>
                    <a:pt x="1872342" y="17417"/>
                  </a:cubicBezTo>
                  <a:cubicBezTo>
                    <a:pt x="1889822" y="14920"/>
                    <a:pt x="1907024" y="10466"/>
                    <a:pt x="1924594" y="8709"/>
                  </a:cubicBezTo>
                  <a:cubicBezTo>
                    <a:pt x="1965135" y="4655"/>
                    <a:pt x="2005874" y="2903"/>
                    <a:pt x="2046514" y="0"/>
                  </a:cubicBezTo>
                  <a:lnTo>
                    <a:pt x="3518262" y="8709"/>
                  </a:lnTo>
                  <a:cubicBezTo>
                    <a:pt x="3547434" y="9035"/>
                    <a:pt x="3576222" y="15753"/>
                    <a:pt x="3605348" y="17417"/>
                  </a:cubicBezTo>
                  <a:cubicBezTo>
                    <a:pt x="3677859" y="21560"/>
                    <a:pt x="3750491" y="23223"/>
                    <a:pt x="3823062" y="26126"/>
                  </a:cubicBezTo>
                  <a:cubicBezTo>
                    <a:pt x="3843382" y="31932"/>
                    <a:pt x="3863251" y="39648"/>
                    <a:pt x="3884022" y="43543"/>
                  </a:cubicBezTo>
                  <a:cubicBezTo>
                    <a:pt x="3909859" y="48387"/>
                    <a:pt x="3936344" y="48778"/>
                    <a:pt x="3962400" y="52252"/>
                  </a:cubicBezTo>
                  <a:cubicBezTo>
                    <a:pt x="3979902" y="54586"/>
                    <a:pt x="3997337" y="57497"/>
                    <a:pt x="4014651" y="60960"/>
                  </a:cubicBezTo>
                  <a:cubicBezTo>
                    <a:pt x="4026387" y="63307"/>
                    <a:pt x="4037782" y="67161"/>
                    <a:pt x="4049485" y="69669"/>
                  </a:cubicBezTo>
                  <a:cubicBezTo>
                    <a:pt x="4078431" y="75872"/>
                    <a:pt x="4107418" y="81941"/>
                    <a:pt x="4136571" y="87086"/>
                  </a:cubicBezTo>
                  <a:cubicBezTo>
                    <a:pt x="4156785" y="90653"/>
                    <a:pt x="4177256" y="92594"/>
                    <a:pt x="4197531" y="95795"/>
                  </a:cubicBezTo>
                  <a:cubicBezTo>
                    <a:pt x="4232414" y="101303"/>
                    <a:pt x="4267343" y="106604"/>
                    <a:pt x="4302034" y="113212"/>
                  </a:cubicBezTo>
                  <a:cubicBezTo>
                    <a:pt x="4328324" y="118220"/>
                    <a:pt x="4354447" y="124138"/>
                    <a:pt x="4380411" y="130629"/>
                  </a:cubicBezTo>
                  <a:cubicBezTo>
                    <a:pt x="4400913" y="135754"/>
                    <a:pt x="4420707" y="143618"/>
                    <a:pt x="4441371" y="148046"/>
                  </a:cubicBezTo>
                  <a:cubicBezTo>
                    <a:pt x="4461442" y="152347"/>
                    <a:pt x="4482011" y="153852"/>
                    <a:pt x="4502331" y="156755"/>
                  </a:cubicBezTo>
                  <a:cubicBezTo>
                    <a:pt x="4519748" y="162561"/>
                    <a:pt x="4536870" y="169342"/>
                    <a:pt x="4554582" y="174172"/>
                  </a:cubicBezTo>
                  <a:cubicBezTo>
                    <a:pt x="4689968" y="211094"/>
                    <a:pt x="4492495" y="147669"/>
                    <a:pt x="4650377" y="200297"/>
                  </a:cubicBezTo>
                  <a:cubicBezTo>
                    <a:pt x="4659085" y="203200"/>
                    <a:pt x="4668292" y="204901"/>
                    <a:pt x="4676502" y="209006"/>
                  </a:cubicBezTo>
                  <a:cubicBezTo>
                    <a:pt x="4799247" y="270377"/>
                    <a:pt x="4610263" y="177093"/>
                    <a:pt x="4754880" y="243840"/>
                  </a:cubicBezTo>
                  <a:cubicBezTo>
                    <a:pt x="4778454" y="254721"/>
                    <a:pt x="4801325" y="267064"/>
                    <a:pt x="4824548" y="278675"/>
                  </a:cubicBezTo>
                  <a:lnTo>
                    <a:pt x="4876800" y="304800"/>
                  </a:lnTo>
                  <a:cubicBezTo>
                    <a:pt x="4894217" y="313508"/>
                    <a:pt x="4913845" y="318761"/>
                    <a:pt x="4929051" y="330926"/>
                  </a:cubicBezTo>
                  <a:cubicBezTo>
                    <a:pt x="4943565" y="342537"/>
                    <a:pt x="4957128" y="355450"/>
                    <a:pt x="4972594" y="365760"/>
                  </a:cubicBezTo>
                  <a:cubicBezTo>
                    <a:pt x="4983396" y="372961"/>
                    <a:pt x="4996864" y="375631"/>
                    <a:pt x="5007428" y="383177"/>
                  </a:cubicBezTo>
                  <a:cubicBezTo>
                    <a:pt x="5017450" y="390335"/>
                    <a:pt x="5024285" y="401193"/>
                    <a:pt x="5033554" y="409303"/>
                  </a:cubicBezTo>
                  <a:cubicBezTo>
                    <a:pt x="5047542" y="421543"/>
                    <a:pt x="5062065" y="433204"/>
                    <a:pt x="5077097" y="444137"/>
                  </a:cubicBezTo>
                  <a:cubicBezTo>
                    <a:pt x="5094026" y="456449"/>
                    <a:pt x="5116271" y="462626"/>
                    <a:pt x="5129348" y="478972"/>
                  </a:cubicBezTo>
                  <a:cubicBezTo>
                    <a:pt x="5157693" y="514403"/>
                    <a:pt x="5208091" y="575498"/>
                    <a:pt x="5225142" y="609600"/>
                  </a:cubicBezTo>
                  <a:cubicBezTo>
                    <a:pt x="5240626" y="640567"/>
                    <a:pt x="5242725" y="640659"/>
                    <a:pt x="5251268" y="670560"/>
                  </a:cubicBezTo>
                  <a:cubicBezTo>
                    <a:pt x="5254556" y="682069"/>
                    <a:pt x="5257469" y="693692"/>
                    <a:pt x="5259977" y="705395"/>
                  </a:cubicBezTo>
                  <a:cubicBezTo>
                    <a:pt x="5266180" y="734341"/>
                    <a:pt x="5277394" y="792480"/>
                    <a:pt x="5277394" y="792480"/>
                  </a:cubicBezTo>
                  <a:cubicBezTo>
                    <a:pt x="5274491" y="836023"/>
                    <a:pt x="5275859" y="880063"/>
                    <a:pt x="5268685" y="923109"/>
                  </a:cubicBezTo>
                  <a:cubicBezTo>
                    <a:pt x="5266964" y="933433"/>
                    <a:pt x="5257969" y="941194"/>
                    <a:pt x="5251268" y="949235"/>
                  </a:cubicBezTo>
                  <a:cubicBezTo>
                    <a:pt x="5240237" y="962473"/>
                    <a:pt x="5205110" y="995254"/>
                    <a:pt x="5190308" y="1001486"/>
                  </a:cubicBezTo>
                  <a:cubicBezTo>
                    <a:pt x="5190218" y="1001524"/>
                    <a:pt x="5075374" y="1039797"/>
                    <a:pt x="5033554" y="1053737"/>
                  </a:cubicBezTo>
                  <a:lnTo>
                    <a:pt x="5007428" y="1062446"/>
                  </a:lnTo>
                  <a:cubicBezTo>
                    <a:pt x="4998719" y="1065349"/>
                    <a:pt x="4988940" y="1066063"/>
                    <a:pt x="4981302" y="1071155"/>
                  </a:cubicBezTo>
                  <a:cubicBezTo>
                    <a:pt x="4963885" y="1082766"/>
                    <a:pt x="4947774" y="1096628"/>
                    <a:pt x="4929051" y="1105989"/>
                  </a:cubicBezTo>
                  <a:cubicBezTo>
                    <a:pt x="4918346" y="1111341"/>
                    <a:pt x="4905725" y="1111409"/>
                    <a:pt x="4894217" y="1114697"/>
                  </a:cubicBezTo>
                  <a:cubicBezTo>
                    <a:pt x="4885390" y="1117219"/>
                    <a:pt x="4876800" y="1120503"/>
                    <a:pt x="4868091" y="1123406"/>
                  </a:cubicBezTo>
                  <a:cubicBezTo>
                    <a:pt x="4841965" y="1143726"/>
                    <a:pt x="4819317" y="1169564"/>
                    <a:pt x="4789714" y="1184366"/>
                  </a:cubicBezTo>
                  <a:cubicBezTo>
                    <a:pt x="4778103" y="1190172"/>
                    <a:pt x="4765889" y="1194903"/>
                    <a:pt x="4754880" y="1201783"/>
                  </a:cubicBezTo>
                  <a:cubicBezTo>
                    <a:pt x="4742572" y="1209476"/>
                    <a:pt x="4731856" y="1219473"/>
                    <a:pt x="4720045" y="1227909"/>
                  </a:cubicBezTo>
                  <a:cubicBezTo>
                    <a:pt x="4711528" y="1233992"/>
                    <a:pt x="4702437" y="1239243"/>
                    <a:pt x="4693920" y="1245326"/>
                  </a:cubicBezTo>
                  <a:cubicBezTo>
                    <a:pt x="4675237" y="1258671"/>
                    <a:pt x="4653477" y="1277145"/>
                    <a:pt x="4632960" y="1288869"/>
                  </a:cubicBezTo>
                  <a:cubicBezTo>
                    <a:pt x="4621688" y="1295310"/>
                    <a:pt x="4609737" y="1300480"/>
                    <a:pt x="4598125" y="1306286"/>
                  </a:cubicBezTo>
                  <a:cubicBezTo>
                    <a:pt x="4561146" y="1343265"/>
                    <a:pt x="4538602" y="1370364"/>
                    <a:pt x="4484914" y="1393372"/>
                  </a:cubicBezTo>
                  <a:cubicBezTo>
                    <a:pt x="4464594" y="1402080"/>
                    <a:pt x="4443419" y="1409016"/>
                    <a:pt x="4423954" y="1419497"/>
                  </a:cubicBezTo>
                  <a:cubicBezTo>
                    <a:pt x="4405523" y="1429421"/>
                    <a:pt x="4389119" y="1442720"/>
                    <a:pt x="4371702" y="1454332"/>
                  </a:cubicBezTo>
                  <a:lnTo>
                    <a:pt x="4345577" y="1471749"/>
                  </a:lnTo>
                  <a:cubicBezTo>
                    <a:pt x="4333965" y="1489166"/>
                    <a:pt x="4317361" y="1504141"/>
                    <a:pt x="4310742" y="1524000"/>
                  </a:cubicBezTo>
                  <a:cubicBezTo>
                    <a:pt x="4307839" y="1532709"/>
                    <a:pt x="4304260" y="1541220"/>
                    <a:pt x="4302034" y="1550126"/>
                  </a:cubicBezTo>
                  <a:cubicBezTo>
                    <a:pt x="4298444" y="1564486"/>
                    <a:pt x="4297578" y="1579491"/>
                    <a:pt x="4293325" y="1593669"/>
                  </a:cubicBezTo>
                  <a:cubicBezTo>
                    <a:pt x="4288833" y="1608642"/>
                    <a:pt x="4281714" y="1622698"/>
                    <a:pt x="4275908" y="1637212"/>
                  </a:cubicBezTo>
                  <a:cubicBezTo>
                    <a:pt x="4269921" y="1667151"/>
                    <a:pt x="4266692" y="1686886"/>
                    <a:pt x="4258491" y="1715589"/>
                  </a:cubicBezTo>
                  <a:cubicBezTo>
                    <a:pt x="4255969" y="1724416"/>
                    <a:pt x="4252008" y="1732809"/>
                    <a:pt x="4249782" y="1741715"/>
                  </a:cubicBezTo>
                  <a:lnTo>
                    <a:pt x="4232365" y="1811383"/>
                  </a:lnTo>
                  <a:cubicBezTo>
                    <a:pt x="4229462" y="1866537"/>
                    <a:pt x="4228442" y="1921823"/>
                    <a:pt x="4223657" y="1976846"/>
                  </a:cubicBezTo>
                  <a:cubicBezTo>
                    <a:pt x="4222620" y="1988770"/>
                    <a:pt x="4216530" y="1999816"/>
                    <a:pt x="4214948" y="2011680"/>
                  </a:cubicBezTo>
                  <a:cubicBezTo>
                    <a:pt x="4210710" y="2043462"/>
                    <a:pt x="4211812" y="2075900"/>
                    <a:pt x="4206240" y="2107475"/>
                  </a:cubicBezTo>
                  <a:cubicBezTo>
                    <a:pt x="4203049" y="2125555"/>
                    <a:pt x="4194098" y="2142141"/>
                    <a:pt x="4188822" y="2159726"/>
                  </a:cubicBezTo>
                  <a:cubicBezTo>
                    <a:pt x="4185383" y="2171190"/>
                    <a:pt x="4182461" y="2182824"/>
                    <a:pt x="4180114" y="2194560"/>
                  </a:cubicBezTo>
                  <a:cubicBezTo>
                    <a:pt x="4158629" y="2301988"/>
                    <a:pt x="4185941" y="2185723"/>
                    <a:pt x="4162697" y="2325189"/>
                  </a:cubicBezTo>
                  <a:cubicBezTo>
                    <a:pt x="4161188" y="2334244"/>
                    <a:pt x="4156626" y="2342522"/>
                    <a:pt x="4153988" y="2351315"/>
                  </a:cubicBezTo>
                  <a:cubicBezTo>
                    <a:pt x="4147915" y="2371557"/>
                    <a:pt x="4142377" y="2391955"/>
                    <a:pt x="4136571" y="2412275"/>
                  </a:cubicBezTo>
                  <a:cubicBezTo>
                    <a:pt x="4133668" y="2441303"/>
                    <a:pt x="4132298" y="2470526"/>
                    <a:pt x="4127862" y="2499360"/>
                  </a:cubicBezTo>
                  <a:cubicBezTo>
                    <a:pt x="4124705" y="2519881"/>
                    <a:pt x="4109604" y="2542619"/>
                    <a:pt x="4101737" y="2560320"/>
                  </a:cubicBezTo>
                  <a:cubicBezTo>
                    <a:pt x="4073332" y="2624232"/>
                    <a:pt x="4097746" y="2583725"/>
                    <a:pt x="4066902" y="2629989"/>
                  </a:cubicBezTo>
                  <a:cubicBezTo>
                    <a:pt x="4063999" y="2641600"/>
                    <a:pt x="4062909" y="2653822"/>
                    <a:pt x="4058194" y="2664823"/>
                  </a:cubicBezTo>
                  <a:cubicBezTo>
                    <a:pt x="4054071" y="2674443"/>
                    <a:pt x="4046933" y="2682484"/>
                    <a:pt x="4040777" y="2690949"/>
                  </a:cubicBezTo>
                  <a:cubicBezTo>
                    <a:pt x="4023703" y="2714425"/>
                    <a:pt x="4009051" y="2740091"/>
                    <a:pt x="3988525" y="2760617"/>
                  </a:cubicBezTo>
                  <a:cubicBezTo>
                    <a:pt x="3974011" y="2775131"/>
                    <a:pt x="3956368" y="2787081"/>
                    <a:pt x="3944982" y="2804160"/>
                  </a:cubicBezTo>
                  <a:cubicBezTo>
                    <a:pt x="3939176" y="2812869"/>
                    <a:pt x="3934966" y="2822885"/>
                    <a:pt x="3927565" y="2830286"/>
                  </a:cubicBezTo>
                  <a:cubicBezTo>
                    <a:pt x="3923618" y="2834233"/>
                    <a:pt x="3876496" y="2868883"/>
                    <a:pt x="3866605" y="2873829"/>
                  </a:cubicBezTo>
                  <a:cubicBezTo>
                    <a:pt x="3858395" y="2877934"/>
                    <a:pt x="3849188" y="2879634"/>
                    <a:pt x="3840480" y="2882537"/>
                  </a:cubicBezTo>
                  <a:cubicBezTo>
                    <a:pt x="3831771" y="2888343"/>
                    <a:pt x="3823919" y="2895704"/>
                    <a:pt x="3814354" y="2899955"/>
                  </a:cubicBezTo>
                  <a:cubicBezTo>
                    <a:pt x="3787094" y="2912071"/>
                    <a:pt x="3756219" y="2918843"/>
                    <a:pt x="3727268" y="2926080"/>
                  </a:cubicBezTo>
                  <a:cubicBezTo>
                    <a:pt x="3669052" y="2964890"/>
                    <a:pt x="3736603" y="2924087"/>
                    <a:pt x="3666308" y="2952206"/>
                  </a:cubicBezTo>
                  <a:cubicBezTo>
                    <a:pt x="3648228" y="2959438"/>
                    <a:pt x="3632032" y="2970842"/>
                    <a:pt x="3614057" y="2978332"/>
                  </a:cubicBezTo>
                  <a:cubicBezTo>
                    <a:pt x="3597110" y="2985393"/>
                    <a:pt x="3579222" y="2989943"/>
                    <a:pt x="3561805" y="2995749"/>
                  </a:cubicBezTo>
                  <a:cubicBezTo>
                    <a:pt x="3544388" y="3001555"/>
                    <a:pt x="3527663" y="3010148"/>
                    <a:pt x="3509554" y="3013166"/>
                  </a:cubicBezTo>
                  <a:lnTo>
                    <a:pt x="3457302" y="3021875"/>
                  </a:lnTo>
                  <a:cubicBezTo>
                    <a:pt x="3445691" y="3027681"/>
                    <a:pt x="3434902" y="3035562"/>
                    <a:pt x="3422468" y="3039292"/>
                  </a:cubicBezTo>
                  <a:cubicBezTo>
                    <a:pt x="3405555" y="3044366"/>
                    <a:pt x="3387589" y="3044841"/>
                    <a:pt x="3370217" y="3048000"/>
                  </a:cubicBezTo>
                  <a:cubicBezTo>
                    <a:pt x="3355654" y="3050648"/>
                    <a:pt x="3340852" y="3052456"/>
                    <a:pt x="3326674" y="3056709"/>
                  </a:cubicBezTo>
                  <a:cubicBezTo>
                    <a:pt x="3311701" y="3061201"/>
                    <a:pt x="3297768" y="3068637"/>
                    <a:pt x="3283131" y="3074126"/>
                  </a:cubicBezTo>
                  <a:cubicBezTo>
                    <a:pt x="3261966" y="3082063"/>
                    <a:pt x="3244638" y="3086550"/>
                    <a:pt x="3222171" y="3091543"/>
                  </a:cubicBezTo>
                  <a:cubicBezTo>
                    <a:pt x="3207722" y="3094754"/>
                    <a:pt x="3193077" y="3097041"/>
                    <a:pt x="3178628" y="3100252"/>
                  </a:cubicBezTo>
                  <a:cubicBezTo>
                    <a:pt x="3166944" y="3102848"/>
                    <a:pt x="3155689" y="3107638"/>
                    <a:pt x="3143794" y="3108960"/>
                  </a:cubicBezTo>
                  <a:cubicBezTo>
                    <a:pt x="3103300" y="3113459"/>
                    <a:pt x="3062610" y="3116862"/>
                    <a:pt x="3021874" y="3117669"/>
                  </a:cubicBezTo>
                  <a:lnTo>
                    <a:pt x="2264228" y="3126377"/>
                  </a:lnTo>
                  <a:lnTo>
                    <a:pt x="1149531" y="3117669"/>
                  </a:lnTo>
                  <a:cubicBezTo>
                    <a:pt x="1045093" y="3116267"/>
                    <a:pt x="947987" y="3107136"/>
                    <a:pt x="844731" y="3100252"/>
                  </a:cubicBezTo>
                  <a:lnTo>
                    <a:pt x="705394" y="3091543"/>
                  </a:lnTo>
                  <a:cubicBezTo>
                    <a:pt x="580697" y="3049980"/>
                    <a:pt x="712193" y="3091013"/>
                    <a:pt x="374468" y="3074126"/>
                  </a:cubicBezTo>
                  <a:cubicBezTo>
                    <a:pt x="359685" y="3073387"/>
                    <a:pt x="345439" y="3068320"/>
                    <a:pt x="330925" y="3065417"/>
                  </a:cubicBezTo>
                  <a:cubicBezTo>
                    <a:pt x="319314" y="3059611"/>
                    <a:pt x="308023" y="3053114"/>
                    <a:pt x="296091" y="3048000"/>
                  </a:cubicBezTo>
                  <a:cubicBezTo>
                    <a:pt x="287654" y="3044384"/>
                    <a:pt x="277989" y="3043750"/>
                    <a:pt x="269965" y="3039292"/>
                  </a:cubicBezTo>
                  <a:cubicBezTo>
                    <a:pt x="235949" y="3020394"/>
                    <a:pt x="186943" y="2984428"/>
                    <a:pt x="165462" y="2952206"/>
                  </a:cubicBezTo>
                  <a:lnTo>
                    <a:pt x="130628" y="2899955"/>
                  </a:lnTo>
                  <a:cubicBezTo>
                    <a:pt x="127725" y="2891246"/>
                    <a:pt x="124442" y="2882655"/>
                    <a:pt x="121920" y="2873829"/>
                  </a:cubicBezTo>
                  <a:cubicBezTo>
                    <a:pt x="118632" y="2862321"/>
                    <a:pt x="118564" y="2849700"/>
                    <a:pt x="113211" y="2838995"/>
                  </a:cubicBezTo>
                  <a:cubicBezTo>
                    <a:pt x="56060" y="2724695"/>
                    <a:pt x="115788" y="2889752"/>
                    <a:pt x="69668" y="2760617"/>
                  </a:cubicBezTo>
                  <a:cubicBezTo>
                    <a:pt x="60406" y="2734682"/>
                    <a:pt x="50221" y="2708957"/>
                    <a:pt x="43542" y="2682240"/>
                  </a:cubicBezTo>
                  <a:cubicBezTo>
                    <a:pt x="32608" y="2638500"/>
                    <a:pt x="38619" y="2658760"/>
                    <a:pt x="26125" y="2621280"/>
                  </a:cubicBezTo>
                  <a:cubicBezTo>
                    <a:pt x="23222" y="2598057"/>
                    <a:pt x="21264" y="2574697"/>
                    <a:pt x="17417" y="2551612"/>
                  </a:cubicBezTo>
                  <a:cubicBezTo>
                    <a:pt x="15449" y="2539806"/>
                    <a:pt x="11055" y="2528514"/>
                    <a:pt x="8708" y="2516777"/>
                  </a:cubicBezTo>
                  <a:cubicBezTo>
                    <a:pt x="5245" y="2499463"/>
                    <a:pt x="2903" y="2481943"/>
                    <a:pt x="0" y="2464526"/>
                  </a:cubicBezTo>
                  <a:cubicBezTo>
                    <a:pt x="2903" y="2333897"/>
                    <a:pt x="3872" y="2203211"/>
                    <a:pt x="8708" y="2072640"/>
                  </a:cubicBezTo>
                  <a:cubicBezTo>
                    <a:pt x="9180" y="2059888"/>
                    <a:pt x="15394" y="1984469"/>
                    <a:pt x="26125" y="1959429"/>
                  </a:cubicBezTo>
                  <a:cubicBezTo>
                    <a:pt x="30248" y="1949809"/>
                    <a:pt x="38349" y="1942390"/>
                    <a:pt x="43542" y="1933303"/>
                  </a:cubicBezTo>
                  <a:cubicBezTo>
                    <a:pt x="49983" y="1922032"/>
                    <a:pt x="55846" y="1910401"/>
                    <a:pt x="60960" y="1898469"/>
                  </a:cubicBezTo>
                  <a:cubicBezTo>
                    <a:pt x="64576" y="1890032"/>
                    <a:pt x="64032" y="1879589"/>
                    <a:pt x="69668" y="1872343"/>
                  </a:cubicBezTo>
                  <a:cubicBezTo>
                    <a:pt x="84790" y="1852900"/>
                    <a:pt x="108257" y="1840587"/>
                    <a:pt x="121920" y="1820092"/>
                  </a:cubicBezTo>
                  <a:lnTo>
                    <a:pt x="156754" y="1767840"/>
                  </a:lnTo>
                  <a:cubicBezTo>
                    <a:pt x="159657" y="1759132"/>
                    <a:pt x="165462" y="1750894"/>
                    <a:pt x="165462" y="1741715"/>
                  </a:cubicBezTo>
                  <a:cubicBezTo>
                    <a:pt x="165462" y="1732535"/>
                    <a:pt x="150948" y="1698172"/>
                    <a:pt x="148045" y="1689463"/>
                  </a:cubicBezTo>
                  <a:close/>
                </a:path>
              </a:pathLst>
            </a:cu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8826B0-2ED7-4FBF-A0A0-8118708F1BFB}"/>
                </a:ext>
              </a:extLst>
            </p:cNvPr>
            <p:cNvSpPr/>
            <p:nvPr/>
          </p:nvSpPr>
          <p:spPr>
            <a:xfrm>
              <a:off x="657971" y="4389241"/>
              <a:ext cx="2228195" cy="4779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B0F0"/>
                  </a:solidFill>
                  <a:cs typeface="+mn-ea"/>
                  <a:sym typeface="+mn-lt"/>
                </a:rPr>
                <a:t>Faster R-CNN 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4C00B2-56B4-4E19-B449-0485189C4616}"/>
                </a:ext>
              </a:extLst>
            </p:cNvPr>
            <p:cNvSpPr/>
            <p:nvPr/>
          </p:nvSpPr>
          <p:spPr>
            <a:xfrm>
              <a:off x="5843451" y="3492137"/>
              <a:ext cx="2778035" cy="1654629"/>
            </a:xfrm>
            <a:custGeom>
              <a:avLst/>
              <a:gdLst>
                <a:gd name="connsiteX0" fmla="*/ 0 w 3013166"/>
                <a:gd name="connsiteY0" fmla="*/ 949234 h 1654629"/>
                <a:gd name="connsiteX1" fmla="*/ 0 w 3013166"/>
                <a:gd name="connsiteY1" fmla="*/ 949234 h 1654629"/>
                <a:gd name="connsiteX2" fmla="*/ 17418 w 3013166"/>
                <a:gd name="connsiteY2" fmla="*/ 827314 h 1654629"/>
                <a:gd name="connsiteX3" fmla="*/ 26126 w 3013166"/>
                <a:gd name="connsiteY3" fmla="*/ 792480 h 1654629"/>
                <a:gd name="connsiteX4" fmla="*/ 69669 w 3013166"/>
                <a:gd name="connsiteY4" fmla="*/ 731520 h 1654629"/>
                <a:gd name="connsiteX5" fmla="*/ 87086 w 3013166"/>
                <a:gd name="connsiteY5" fmla="*/ 696686 h 1654629"/>
                <a:gd name="connsiteX6" fmla="*/ 95795 w 3013166"/>
                <a:gd name="connsiteY6" fmla="*/ 670560 h 1654629"/>
                <a:gd name="connsiteX7" fmla="*/ 121920 w 3013166"/>
                <a:gd name="connsiteY7" fmla="*/ 644434 h 1654629"/>
                <a:gd name="connsiteX8" fmla="*/ 139338 w 3013166"/>
                <a:gd name="connsiteY8" fmla="*/ 618309 h 1654629"/>
                <a:gd name="connsiteX9" fmla="*/ 165463 w 3013166"/>
                <a:gd name="connsiteY9" fmla="*/ 583474 h 1654629"/>
                <a:gd name="connsiteX10" fmla="*/ 200298 w 3013166"/>
                <a:gd name="connsiteY10" fmla="*/ 531223 h 1654629"/>
                <a:gd name="connsiteX11" fmla="*/ 252549 w 3013166"/>
                <a:gd name="connsiteY11" fmla="*/ 461554 h 1654629"/>
                <a:gd name="connsiteX12" fmla="*/ 261258 w 3013166"/>
                <a:gd name="connsiteY12" fmla="*/ 435429 h 1654629"/>
                <a:gd name="connsiteX13" fmla="*/ 304800 w 3013166"/>
                <a:gd name="connsiteY13" fmla="*/ 374469 h 1654629"/>
                <a:gd name="connsiteX14" fmla="*/ 365760 w 3013166"/>
                <a:gd name="connsiteY14" fmla="*/ 304800 h 1654629"/>
                <a:gd name="connsiteX15" fmla="*/ 374469 w 3013166"/>
                <a:gd name="connsiteY15" fmla="*/ 278674 h 1654629"/>
                <a:gd name="connsiteX16" fmla="*/ 426720 w 3013166"/>
                <a:gd name="connsiteY16" fmla="*/ 235132 h 1654629"/>
                <a:gd name="connsiteX17" fmla="*/ 470263 w 3013166"/>
                <a:gd name="connsiteY17" fmla="*/ 209006 h 1654629"/>
                <a:gd name="connsiteX18" fmla="*/ 522515 w 3013166"/>
                <a:gd name="connsiteY18" fmla="*/ 156754 h 1654629"/>
                <a:gd name="connsiteX19" fmla="*/ 574766 w 3013166"/>
                <a:gd name="connsiteY19" fmla="*/ 139337 h 1654629"/>
                <a:gd name="connsiteX20" fmla="*/ 627018 w 3013166"/>
                <a:gd name="connsiteY20" fmla="*/ 104503 h 1654629"/>
                <a:gd name="connsiteX21" fmla="*/ 687978 w 3013166"/>
                <a:gd name="connsiteY21" fmla="*/ 87086 h 1654629"/>
                <a:gd name="connsiteX22" fmla="*/ 722812 w 3013166"/>
                <a:gd name="connsiteY22" fmla="*/ 78377 h 1654629"/>
                <a:gd name="connsiteX23" fmla="*/ 748938 w 3013166"/>
                <a:gd name="connsiteY23" fmla="*/ 69669 h 1654629"/>
                <a:gd name="connsiteX24" fmla="*/ 818606 w 3013166"/>
                <a:gd name="connsiteY24" fmla="*/ 52252 h 1654629"/>
                <a:gd name="connsiteX25" fmla="*/ 844732 w 3013166"/>
                <a:gd name="connsiteY25" fmla="*/ 43543 h 1654629"/>
                <a:gd name="connsiteX26" fmla="*/ 914400 w 3013166"/>
                <a:gd name="connsiteY26" fmla="*/ 34834 h 1654629"/>
                <a:gd name="connsiteX27" fmla="*/ 1219200 w 3013166"/>
                <a:gd name="connsiteY27" fmla="*/ 17417 h 1654629"/>
                <a:gd name="connsiteX28" fmla="*/ 1497875 w 3013166"/>
                <a:gd name="connsiteY28" fmla="*/ 0 h 1654629"/>
                <a:gd name="connsiteX29" fmla="*/ 2891246 w 3013166"/>
                <a:gd name="connsiteY29" fmla="*/ 8709 h 1654629"/>
                <a:gd name="connsiteX30" fmla="*/ 2934789 w 3013166"/>
                <a:gd name="connsiteY30" fmla="*/ 17417 h 1654629"/>
                <a:gd name="connsiteX31" fmla="*/ 2987040 w 3013166"/>
                <a:gd name="connsiteY31" fmla="*/ 78377 h 1654629"/>
                <a:gd name="connsiteX32" fmla="*/ 2995749 w 3013166"/>
                <a:gd name="connsiteY32" fmla="*/ 104503 h 1654629"/>
                <a:gd name="connsiteX33" fmla="*/ 3013166 w 3013166"/>
                <a:gd name="connsiteY33" fmla="*/ 191589 h 1654629"/>
                <a:gd name="connsiteX34" fmla="*/ 2995749 w 3013166"/>
                <a:gd name="connsiteY34" fmla="*/ 444137 h 1654629"/>
                <a:gd name="connsiteX35" fmla="*/ 2969623 w 3013166"/>
                <a:gd name="connsiteY35" fmla="*/ 531223 h 1654629"/>
                <a:gd name="connsiteX36" fmla="*/ 2960915 w 3013166"/>
                <a:gd name="connsiteY36" fmla="*/ 583474 h 1654629"/>
                <a:gd name="connsiteX37" fmla="*/ 2952206 w 3013166"/>
                <a:gd name="connsiteY37" fmla="*/ 609600 h 1654629"/>
                <a:gd name="connsiteX38" fmla="*/ 2934789 w 3013166"/>
                <a:gd name="connsiteY38" fmla="*/ 722812 h 1654629"/>
                <a:gd name="connsiteX39" fmla="*/ 2917372 w 3013166"/>
                <a:gd name="connsiteY39" fmla="*/ 853440 h 1654629"/>
                <a:gd name="connsiteX40" fmla="*/ 2908663 w 3013166"/>
                <a:gd name="connsiteY40" fmla="*/ 896983 h 1654629"/>
                <a:gd name="connsiteX41" fmla="*/ 2856412 w 3013166"/>
                <a:gd name="connsiteY41" fmla="*/ 1018903 h 1654629"/>
                <a:gd name="connsiteX42" fmla="*/ 2838995 w 3013166"/>
                <a:gd name="connsiteY42" fmla="*/ 1062446 h 1654629"/>
                <a:gd name="connsiteX43" fmla="*/ 2812869 w 3013166"/>
                <a:gd name="connsiteY43" fmla="*/ 1105989 h 1654629"/>
                <a:gd name="connsiteX44" fmla="*/ 2795452 w 3013166"/>
                <a:gd name="connsiteY44" fmla="*/ 1132114 h 1654629"/>
                <a:gd name="connsiteX45" fmla="*/ 2786743 w 3013166"/>
                <a:gd name="connsiteY45" fmla="*/ 1158240 h 1654629"/>
                <a:gd name="connsiteX46" fmla="*/ 2743200 w 3013166"/>
                <a:gd name="connsiteY46" fmla="*/ 1245326 h 1654629"/>
                <a:gd name="connsiteX47" fmla="*/ 2682240 w 3013166"/>
                <a:gd name="connsiteY47" fmla="*/ 1375954 h 1654629"/>
                <a:gd name="connsiteX48" fmla="*/ 2664823 w 3013166"/>
                <a:gd name="connsiteY48" fmla="*/ 1410789 h 1654629"/>
                <a:gd name="connsiteX49" fmla="*/ 2603863 w 3013166"/>
                <a:gd name="connsiteY49" fmla="*/ 1471749 h 1654629"/>
                <a:gd name="connsiteX50" fmla="*/ 2577738 w 3013166"/>
                <a:gd name="connsiteY50" fmla="*/ 1489166 h 1654629"/>
                <a:gd name="connsiteX51" fmla="*/ 2534195 w 3013166"/>
                <a:gd name="connsiteY51" fmla="*/ 1532709 h 1654629"/>
                <a:gd name="connsiteX52" fmla="*/ 2473235 w 3013166"/>
                <a:gd name="connsiteY52" fmla="*/ 1550126 h 1654629"/>
                <a:gd name="connsiteX53" fmla="*/ 2377440 w 3013166"/>
                <a:gd name="connsiteY53" fmla="*/ 1576252 h 1654629"/>
                <a:gd name="connsiteX54" fmla="*/ 2246812 w 3013166"/>
                <a:gd name="connsiteY54" fmla="*/ 1593669 h 1654629"/>
                <a:gd name="connsiteX55" fmla="*/ 2011680 w 3013166"/>
                <a:gd name="connsiteY55" fmla="*/ 1611086 h 1654629"/>
                <a:gd name="connsiteX56" fmla="*/ 1915886 w 3013166"/>
                <a:gd name="connsiteY56" fmla="*/ 1619794 h 1654629"/>
                <a:gd name="connsiteX57" fmla="*/ 1846218 w 3013166"/>
                <a:gd name="connsiteY57" fmla="*/ 1628503 h 1654629"/>
                <a:gd name="connsiteX58" fmla="*/ 1715589 w 3013166"/>
                <a:gd name="connsiteY58" fmla="*/ 1637212 h 1654629"/>
                <a:gd name="connsiteX59" fmla="*/ 1619795 w 3013166"/>
                <a:gd name="connsiteY59" fmla="*/ 1645920 h 1654629"/>
                <a:gd name="connsiteX60" fmla="*/ 1332412 w 3013166"/>
                <a:gd name="connsiteY60" fmla="*/ 1654629 h 1654629"/>
                <a:gd name="connsiteX61" fmla="*/ 984069 w 3013166"/>
                <a:gd name="connsiteY61" fmla="*/ 1645920 h 1654629"/>
                <a:gd name="connsiteX62" fmla="*/ 879566 w 3013166"/>
                <a:gd name="connsiteY62" fmla="*/ 1619794 h 1654629"/>
                <a:gd name="connsiteX63" fmla="*/ 792480 w 3013166"/>
                <a:gd name="connsiteY63" fmla="*/ 1611086 h 1654629"/>
                <a:gd name="connsiteX64" fmla="*/ 670560 w 3013166"/>
                <a:gd name="connsiteY64" fmla="*/ 1584960 h 1654629"/>
                <a:gd name="connsiteX65" fmla="*/ 627018 w 3013166"/>
                <a:gd name="connsiteY65" fmla="*/ 1576252 h 1654629"/>
                <a:gd name="connsiteX66" fmla="*/ 574766 w 3013166"/>
                <a:gd name="connsiteY66" fmla="*/ 1550126 h 1654629"/>
                <a:gd name="connsiteX67" fmla="*/ 505098 w 3013166"/>
                <a:gd name="connsiteY67" fmla="*/ 1515292 h 1654629"/>
                <a:gd name="connsiteX68" fmla="*/ 400595 w 3013166"/>
                <a:gd name="connsiteY68" fmla="*/ 1489166 h 1654629"/>
                <a:gd name="connsiteX69" fmla="*/ 365760 w 3013166"/>
                <a:gd name="connsiteY69" fmla="*/ 1471749 h 1654629"/>
                <a:gd name="connsiteX70" fmla="*/ 339635 w 3013166"/>
                <a:gd name="connsiteY70" fmla="*/ 1454332 h 1654629"/>
                <a:gd name="connsiteX71" fmla="*/ 313509 w 3013166"/>
                <a:gd name="connsiteY71" fmla="*/ 1445623 h 1654629"/>
                <a:gd name="connsiteX72" fmla="*/ 182880 w 3013166"/>
                <a:gd name="connsiteY72" fmla="*/ 1384663 h 1654629"/>
                <a:gd name="connsiteX73" fmla="*/ 148046 w 3013166"/>
                <a:gd name="connsiteY73" fmla="*/ 1332412 h 1654629"/>
                <a:gd name="connsiteX74" fmla="*/ 139338 w 3013166"/>
                <a:gd name="connsiteY74" fmla="*/ 1306286 h 1654629"/>
                <a:gd name="connsiteX75" fmla="*/ 104503 w 3013166"/>
                <a:gd name="connsiteY75" fmla="*/ 1254034 h 1654629"/>
                <a:gd name="connsiteX76" fmla="*/ 78378 w 3013166"/>
                <a:gd name="connsiteY76" fmla="*/ 1175657 h 1654629"/>
                <a:gd name="connsiteX77" fmla="*/ 69669 w 3013166"/>
                <a:gd name="connsiteY77" fmla="*/ 1149532 h 1654629"/>
                <a:gd name="connsiteX78" fmla="*/ 60960 w 3013166"/>
                <a:gd name="connsiteY78" fmla="*/ 1123406 h 1654629"/>
                <a:gd name="connsiteX79" fmla="*/ 52252 w 3013166"/>
                <a:gd name="connsiteY79" fmla="*/ 1027612 h 1654629"/>
                <a:gd name="connsiteX80" fmla="*/ 34835 w 3013166"/>
                <a:gd name="connsiteY80" fmla="*/ 1001486 h 1654629"/>
                <a:gd name="connsiteX81" fmla="*/ 0 w 3013166"/>
                <a:gd name="connsiteY81" fmla="*/ 949234 h 165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013166" h="1654629">
                  <a:moveTo>
                    <a:pt x="0" y="949234"/>
                  </a:moveTo>
                  <a:lnTo>
                    <a:pt x="0" y="949234"/>
                  </a:lnTo>
                  <a:cubicBezTo>
                    <a:pt x="5806" y="908594"/>
                    <a:pt x="10669" y="867808"/>
                    <a:pt x="17418" y="827314"/>
                  </a:cubicBezTo>
                  <a:cubicBezTo>
                    <a:pt x="19386" y="815508"/>
                    <a:pt x="21411" y="803481"/>
                    <a:pt x="26126" y="792480"/>
                  </a:cubicBezTo>
                  <a:cubicBezTo>
                    <a:pt x="31152" y="780752"/>
                    <a:pt x="65611" y="738013"/>
                    <a:pt x="69669" y="731520"/>
                  </a:cubicBezTo>
                  <a:cubicBezTo>
                    <a:pt x="76549" y="720511"/>
                    <a:pt x="81972" y="708618"/>
                    <a:pt x="87086" y="696686"/>
                  </a:cubicBezTo>
                  <a:cubicBezTo>
                    <a:pt x="90702" y="688248"/>
                    <a:pt x="90703" y="678198"/>
                    <a:pt x="95795" y="670560"/>
                  </a:cubicBezTo>
                  <a:cubicBezTo>
                    <a:pt x="102626" y="660313"/>
                    <a:pt x="114036" y="653895"/>
                    <a:pt x="121920" y="644434"/>
                  </a:cubicBezTo>
                  <a:cubicBezTo>
                    <a:pt x="128620" y="636394"/>
                    <a:pt x="133255" y="626826"/>
                    <a:pt x="139338" y="618309"/>
                  </a:cubicBezTo>
                  <a:cubicBezTo>
                    <a:pt x="147774" y="606498"/>
                    <a:pt x="157140" y="595365"/>
                    <a:pt x="165463" y="583474"/>
                  </a:cubicBezTo>
                  <a:cubicBezTo>
                    <a:pt x="177467" y="566325"/>
                    <a:pt x="187738" y="547969"/>
                    <a:pt x="200298" y="531223"/>
                  </a:cubicBezTo>
                  <a:lnTo>
                    <a:pt x="252549" y="461554"/>
                  </a:lnTo>
                  <a:cubicBezTo>
                    <a:pt x="255452" y="452846"/>
                    <a:pt x="257153" y="443639"/>
                    <a:pt x="261258" y="435429"/>
                  </a:cubicBezTo>
                  <a:cubicBezTo>
                    <a:pt x="268337" y="421272"/>
                    <a:pt x="297896" y="384332"/>
                    <a:pt x="304800" y="374469"/>
                  </a:cubicBezTo>
                  <a:cubicBezTo>
                    <a:pt x="349250" y="310969"/>
                    <a:pt x="320313" y="335098"/>
                    <a:pt x="365760" y="304800"/>
                  </a:cubicBezTo>
                  <a:cubicBezTo>
                    <a:pt x="368663" y="296091"/>
                    <a:pt x="369377" y="286312"/>
                    <a:pt x="374469" y="278674"/>
                  </a:cubicBezTo>
                  <a:cubicBezTo>
                    <a:pt x="392199" y="252079"/>
                    <a:pt x="403772" y="253491"/>
                    <a:pt x="426720" y="235132"/>
                  </a:cubicBezTo>
                  <a:cubicBezTo>
                    <a:pt x="460874" y="207808"/>
                    <a:pt x="424895" y="224128"/>
                    <a:pt x="470263" y="209006"/>
                  </a:cubicBezTo>
                  <a:cubicBezTo>
                    <a:pt x="487680" y="191589"/>
                    <a:pt x="499147" y="164543"/>
                    <a:pt x="522515" y="156754"/>
                  </a:cubicBezTo>
                  <a:cubicBezTo>
                    <a:pt x="539932" y="150948"/>
                    <a:pt x="559490" y="149521"/>
                    <a:pt x="574766" y="139337"/>
                  </a:cubicBezTo>
                  <a:cubicBezTo>
                    <a:pt x="592183" y="127726"/>
                    <a:pt x="606710" y="109580"/>
                    <a:pt x="627018" y="104503"/>
                  </a:cubicBezTo>
                  <a:cubicBezTo>
                    <a:pt x="735914" y="77277"/>
                    <a:pt x="600524" y="112073"/>
                    <a:pt x="687978" y="87086"/>
                  </a:cubicBezTo>
                  <a:cubicBezTo>
                    <a:pt x="699486" y="83798"/>
                    <a:pt x="711304" y="81665"/>
                    <a:pt x="722812" y="78377"/>
                  </a:cubicBezTo>
                  <a:cubicBezTo>
                    <a:pt x="731638" y="75855"/>
                    <a:pt x="740082" y="72084"/>
                    <a:pt x="748938" y="69669"/>
                  </a:cubicBezTo>
                  <a:cubicBezTo>
                    <a:pt x="772032" y="63371"/>
                    <a:pt x="795897" y="59822"/>
                    <a:pt x="818606" y="52252"/>
                  </a:cubicBezTo>
                  <a:cubicBezTo>
                    <a:pt x="827315" y="49349"/>
                    <a:pt x="835700" y="45185"/>
                    <a:pt x="844732" y="43543"/>
                  </a:cubicBezTo>
                  <a:cubicBezTo>
                    <a:pt x="867758" y="39356"/>
                    <a:pt x="891202" y="37927"/>
                    <a:pt x="914400" y="34834"/>
                  </a:cubicBezTo>
                  <a:cubicBezTo>
                    <a:pt x="1069664" y="14132"/>
                    <a:pt x="900207" y="28810"/>
                    <a:pt x="1219200" y="17417"/>
                  </a:cubicBezTo>
                  <a:cubicBezTo>
                    <a:pt x="1324106" y="6927"/>
                    <a:pt x="1377487" y="0"/>
                    <a:pt x="1497875" y="0"/>
                  </a:cubicBezTo>
                  <a:lnTo>
                    <a:pt x="2891246" y="8709"/>
                  </a:lnTo>
                  <a:cubicBezTo>
                    <a:pt x="2905760" y="11612"/>
                    <a:pt x="2921263" y="11405"/>
                    <a:pt x="2934789" y="17417"/>
                  </a:cubicBezTo>
                  <a:cubicBezTo>
                    <a:pt x="2967976" y="32167"/>
                    <a:pt x="2973894" y="47703"/>
                    <a:pt x="2987040" y="78377"/>
                  </a:cubicBezTo>
                  <a:cubicBezTo>
                    <a:pt x="2990656" y="86815"/>
                    <a:pt x="2993227" y="95676"/>
                    <a:pt x="2995749" y="104503"/>
                  </a:cubicBezTo>
                  <a:cubicBezTo>
                    <a:pt x="3006143" y="140882"/>
                    <a:pt x="3006322" y="150525"/>
                    <a:pt x="3013166" y="191589"/>
                  </a:cubicBezTo>
                  <a:cubicBezTo>
                    <a:pt x="3008551" y="293129"/>
                    <a:pt x="3011886" y="355388"/>
                    <a:pt x="2995749" y="444137"/>
                  </a:cubicBezTo>
                  <a:cubicBezTo>
                    <a:pt x="2990484" y="473091"/>
                    <a:pt x="2978712" y="503957"/>
                    <a:pt x="2969623" y="531223"/>
                  </a:cubicBezTo>
                  <a:cubicBezTo>
                    <a:pt x="2966720" y="548640"/>
                    <a:pt x="2964745" y="566237"/>
                    <a:pt x="2960915" y="583474"/>
                  </a:cubicBezTo>
                  <a:cubicBezTo>
                    <a:pt x="2958924" y="592435"/>
                    <a:pt x="2954197" y="600639"/>
                    <a:pt x="2952206" y="609600"/>
                  </a:cubicBezTo>
                  <a:cubicBezTo>
                    <a:pt x="2948437" y="626559"/>
                    <a:pt x="2936331" y="708935"/>
                    <a:pt x="2934789" y="722812"/>
                  </a:cubicBezTo>
                  <a:cubicBezTo>
                    <a:pt x="2915739" y="894256"/>
                    <a:pt x="2937312" y="763711"/>
                    <a:pt x="2917372" y="853440"/>
                  </a:cubicBezTo>
                  <a:cubicBezTo>
                    <a:pt x="2914161" y="867889"/>
                    <a:pt x="2913344" y="882941"/>
                    <a:pt x="2908663" y="896983"/>
                  </a:cubicBezTo>
                  <a:cubicBezTo>
                    <a:pt x="2870235" y="1012267"/>
                    <a:pt x="2887301" y="949401"/>
                    <a:pt x="2856412" y="1018903"/>
                  </a:cubicBezTo>
                  <a:cubicBezTo>
                    <a:pt x="2850063" y="1033188"/>
                    <a:pt x="2845986" y="1048464"/>
                    <a:pt x="2838995" y="1062446"/>
                  </a:cubicBezTo>
                  <a:cubicBezTo>
                    <a:pt x="2831425" y="1077586"/>
                    <a:pt x="2821840" y="1091635"/>
                    <a:pt x="2812869" y="1105989"/>
                  </a:cubicBezTo>
                  <a:cubicBezTo>
                    <a:pt x="2807322" y="1114864"/>
                    <a:pt x="2800133" y="1122753"/>
                    <a:pt x="2795452" y="1132114"/>
                  </a:cubicBezTo>
                  <a:cubicBezTo>
                    <a:pt x="2791347" y="1140325"/>
                    <a:pt x="2790590" y="1149905"/>
                    <a:pt x="2786743" y="1158240"/>
                  </a:cubicBezTo>
                  <a:cubicBezTo>
                    <a:pt x="2773142" y="1187708"/>
                    <a:pt x="2755253" y="1215192"/>
                    <a:pt x="2743200" y="1245326"/>
                  </a:cubicBezTo>
                  <a:cubicBezTo>
                    <a:pt x="2713729" y="1319005"/>
                    <a:pt x="2732776" y="1274881"/>
                    <a:pt x="2682240" y="1375954"/>
                  </a:cubicBezTo>
                  <a:cubicBezTo>
                    <a:pt x="2676434" y="1387566"/>
                    <a:pt x="2674003" y="1401609"/>
                    <a:pt x="2664823" y="1410789"/>
                  </a:cubicBezTo>
                  <a:cubicBezTo>
                    <a:pt x="2644503" y="1431109"/>
                    <a:pt x="2627773" y="1455808"/>
                    <a:pt x="2603863" y="1471749"/>
                  </a:cubicBezTo>
                  <a:cubicBezTo>
                    <a:pt x="2595155" y="1477555"/>
                    <a:pt x="2585615" y="1482274"/>
                    <a:pt x="2577738" y="1489166"/>
                  </a:cubicBezTo>
                  <a:cubicBezTo>
                    <a:pt x="2562290" y="1502683"/>
                    <a:pt x="2553668" y="1526218"/>
                    <a:pt x="2534195" y="1532709"/>
                  </a:cubicBezTo>
                  <a:cubicBezTo>
                    <a:pt x="2471554" y="1553588"/>
                    <a:pt x="2549780" y="1528256"/>
                    <a:pt x="2473235" y="1550126"/>
                  </a:cubicBezTo>
                  <a:cubicBezTo>
                    <a:pt x="2430732" y="1562270"/>
                    <a:pt x="2439502" y="1567387"/>
                    <a:pt x="2377440" y="1576252"/>
                  </a:cubicBezTo>
                  <a:cubicBezTo>
                    <a:pt x="2339400" y="1581686"/>
                    <a:pt x="2284300" y="1589920"/>
                    <a:pt x="2246812" y="1593669"/>
                  </a:cubicBezTo>
                  <a:cubicBezTo>
                    <a:pt x="2146837" y="1603666"/>
                    <a:pt x="2117240" y="1602966"/>
                    <a:pt x="2011680" y="1611086"/>
                  </a:cubicBezTo>
                  <a:cubicBezTo>
                    <a:pt x="1979711" y="1613545"/>
                    <a:pt x="1947773" y="1616438"/>
                    <a:pt x="1915886" y="1619794"/>
                  </a:cubicBezTo>
                  <a:cubicBezTo>
                    <a:pt x="1892611" y="1622244"/>
                    <a:pt x="1869533" y="1626475"/>
                    <a:pt x="1846218" y="1628503"/>
                  </a:cubicBezTo>
                  <a:cubicBezTo>
                    <a:pt x="1802742" y="1632284"/>
                    <a:pt x="1759100" y="1633865"/>
                    <a:pt x="1715589" y="1637212"/>
                  </a:cubicBezTo>
                  <a:cubicBezTo>
                    <a:pt x="1683620" y="1639671"/>
                    <a:pt x="1651825" y="1644464"/>
                    <a:pt x="1619795" y="1645920"/>
                  </a:cubicBezTo>
                  <a:cubicBezTo>
                    <a:pt x="1524056" y="1650272"/>
                    <a:pt x="1428206" y="1651726"/>
                    <a:pt x="1332412" y="1654629"/>
                  </a:cubicBezTo>
                  <a:lnTo>
                    <a:pt x="984069" y="1645920"/>
                  </a:lnTo>
                  <a:cubicBezTo>
                    <a:pt x="793048" y="1637615"/>
                    <a:pt x="1074028" y="1639239"/>
                    <a:pt x="879566" y="1619794"/>
                  </a:cubicBezTo>
                  <a:cubicBezTo>
                    <a:pt x="850537" y="1616891"/>
                    <a:pt x="821428" y="1614704"/>
                    <a:pt x="792480" y="1611086"/>
                  </a:cubicBezTo>
                  <a:cubicBezTo>
                    <a:pt x="716085" y="1601537"/>
                    <a:pt x="758081" y="1602463"/>
                    <a:pt x="670560" y="1584960"/>
                  </a:cubicBezTo>
                  <a:cubicBezTo>
                    <a:pt x="656046" y="1582057"/>
                    <a:pt x="641377" y="1579842"/>
                    <a:pt x="627018" y="1576252"/>
                  </a:cubicBezTo>
                  <a:cubicBezTo>
                    <a:pt x="588986" y="1566744"/>
                    <a:pt x="610784" y="1569772"/>
                    <a:pt x="574766" y="1550126"/>
                  </a:cubicBezTo>
                  <a:cubicBezTo>
                    <a:pt x="551973" y="1537693"/>
                    <a:pt x="529729" y="1523503"/>
                    <a:pt x="505098" y="1515292"/>
                  </a:cubicBezTo>
                  <a:cubicBezTo>
                    <a:pt x="436095" y="1492290"/>
                    <a:pt x="470956" y="1500892"/>
                    <a:pt x="400595" y="1489166"/>
                  </a:cubicBezTo>
                  <a:cubicBezTo>
                    <a:pt x="388983" y="1483360"/>
                    <a:pt x="377032" y="1478190"/>
                    <a:pt x="365760" y="1471749"/>
                  </a:cubicBezTo>
                  <a:cubicBezTo>
                    <a:pt x="356673" y="1466556"/>
                    <a:pt x="348996" y="1459013"/>
                    <a:pt x="339635" y="1454332"/>
                  </a:cubicBezTo>
                  <a:cubicBezTo>
                    <a:pt x="331424" y="1450227"/>
                    <a:pt x="321898" y="1449351"/>
                    <a:pt x="313509" y="1445623"/>
                  </a:cubicBezTo>
                  <a:cubicBezTo>
                    <a:pt x="269599" y="1426108"/>
                    <a:pt x="226423" y="1404983"/>
                    <a:pt x="182880" y="1384663"/>
                  </a:cubicBezTo>
                  <a:cubicBezTo>
                    <a:pt x="171269" y="1367246"/>
                    <a:pt x="154665" y="1352271"/>
                    <a:pt x="148046" y="1332412"/>
                  </a:cubicBezTo>
                  <a:cubicBezTo>
                    <a:pt x="145143" y="1323703"/>
                    <a:pt x="143796" y="1314310"/>
                    <a:pt x="139338" y="1306286"/>
                  </a:cubicBezTo>
                  <a:cubicBezTo>
                    <a:pt x="129172" y="1287987"/>
                    <a:pt x="104503" y="1254034"/>
                    <a:pt x="104503" y="1254034"/>
                  </a:cubicBezTo>
                  <a:lnTo>
                    <a:pt x="78378" y="1175657"/>
                  </a:lnTo>
                  <a:lnTo>
                    <a:pt x="69669" y="1149532"/>
                  </a:lnTo>
                  <a:lnTo>
                    <a:pt x="60960" y="1123406"/>
                  </a:lnTo>
                  <a:cubicBezTo>
                    <a:pt x="58057" y="1091475"/>
                    <a:pt x="58970" y="1058963"/>
                    <a:pt x="52252" y="1027612"/>
                  </a:cubicBezTo>
                  <a:cubicBezTo>
                    <a:pt x="50059" y="1017378"/>
                    <a:pt x="42236" y="1008887"/>
                    <a:pt x="34835" y="1001486"/>
                  </a:cubicBezTo>
                  <a:cubicBezTo>
                    <a:pt x="6294" y="972945"/>
                    <a:pt x="5806" y="957943"/>
                    <a:pt x="0" y="949234"/>
                  </a:cubicBezTo>
                  <a:close/>
                </a:path>
              </a:pathLst>
            </a:cu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1EDFFC-ACCC-446C-A21A-22F0AB26E65A}"/>
                </a:ext>
              </a:extLst>
            </p:cNvPr>
            <p:cNvSpPr/>
            <p:nvPr/>
          </p:nvSpPr>
          <p:spPr>
            <a:xfrm>
              <a:off x="8260456" y="4939066"/>
              <a:ext cx="842268" cy="4779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7030A0"/>
                  </a:solidFill>
                  <a:cs typeface="+mn-ea"/>
                  <a:sym typeface="+mn-lt"/>
                </a:rPr>
                <a:t>FCN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772BE2-062D-47F4-A67E-9672F8091C46}"/>
                </a:ext>
              </a:extLst>
            </p:cNvPr>
            <p:cNvSpPr/>
            <p:nvPr/>
          </p:nvSpPr>
          <p:spPr>
            <a:xfrm>
              <a:off x="5107577" y="3808329"/>
              <a:ext cx="775063" cy="41666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C3EB049-7488-4333-BB83-5DA45F08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49" y="2149854"/>
            <a:ext cx="2594191" cy="377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55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C2F5-CB03-485B-9A45-B6F2E9B3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R-CNN: Mask Branch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6A1694-A065-4E56-8F0F-1695390A89A7}"/>
              </a:ext>
            </a:extLst>
          </p:cNvPr>
          <p:cNvGrpSpPr/>
          <p:nvPr/>
        </p:nvGrpSpPr>
        <p:grpSpPr>
          <a:xfrm>
            <a:off x="2821577" y="2258731"/>
            <a:ext cx="6548846" cy="3500897"/>
            <a:chOff x="3335383" y="2676066"/>
            <a:chExt cx="6548846" cy="35008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C0B374-8197-484D-979E-42293329A9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54" t="6663" r="6093" b="4579"/>
            <a:stretch/>
          </p:blipFill>
          <p:spPr>
            <a:xfrm>
              <a:off x="3335383" y="2676066"/>
              <a:ext cx="6548846" cy="3500897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2252318-21AC-42E1-9D7C-C41E2D797015}"/>
                </a:ext>
              </a:extLst>
            </p:cNvPr>
            <p:cNvSpPr/>
            <p:nvPr/>
          </p:nvSpPr>
          <p:spPr>
            <a:xfrm>
              <a:off x="6357257" y="3798196"/>
              <a:ext cx="2778035" cy="1654629"/>
            </a:xfrm>
            <a:custGeom>
              <a:avLst/>
              <a:gdLst>
                <a:gd name="connsiteX0" fmla="*/ 0 w 3013166"/>
                <a:gd name="connsiteY0" fmla="*/ 949234 h 1654629"/>
                <a:gd name="connsiteX1" fmla="*/ 0 w 3013166"/>
                <a:gd name="connsiteY1" fmla="*/ 949234 h 1654629"/>
                <a:gd name="connsiteX2" fmla="*/ 17418 w 3013166"/>
                <a:gd name="connsiteY2" fmla="*/ 827314 h 1654629"/>
                <a:gd name="connsiteX3" fmla="*/ 26126 w 3013166"/>
                <a:gd name="connsiteY3" fmla="*/ 792480 h 1654629"/>
                <a:gd name="connsiteX4" fmla="*/ 69669 w 3013166"/>
                <a:gd name="connsiteY4" fmla="*/ 731520 h 1654629"/>
                <a:gd name="connsiteX5" fmla="*/ 87086 w 3013166"/>
                <a:gd name="connsiteY5" fmla="*/ 696686 h 1654629"/>
                <a:gd name="connsiteX6" fmla="*/ 95795 w 3013166"/>
                <a:gd name="connsiteY6" fmla="*/ 670560 h 1654629"/>
                <a:gd name="connsiteX7" fmla="*/ 121920 w 3013166"/>
                <a:gd name="connsiteY7" fmla="*/ 644434 h 1654629"/>
                <a:gd name="connsiteX8" fmla="*/ 139338 w 3013166"/>
                <a:gd name="connsiteY8" fmla="*/ 618309 h 1654629"/>
                <a:gd name="connsiteX9" fmla="*/ 165463 w 3013166"/>
                <a:gd name="connsiteY9" fmla="*/ 583474 h 1654629"/>
                <a:gd name="connsiteX10" fmla="*/ 200298 w 3013166"/>
                <a:gd name="connsiteY10" fmla="*/ 531223 h 1654629"/>
                <a:gd name="connsiteX11" fmla="*/ 252549 w 3013166"/>
                <a:gd name="connsiteY11" fmla="*/ 461554 h 1654629"/>
                <a:gd name="connsiteX12" fmla="*/ 261258 w 3013166"/>
                <a:gd name="connsiteY12" fmla="*/ 435429 h 1654629"/>
                <a:gd name="connsiteX13" fmla="*/ 304800 w 3013166"/>
                <a:gd name="connsiteY13" fmla="*/ 374469 h 1654629"/>
                <a:gd name="connsiteX14" fmla="*/ 365760 w 3013166"/>
                <a:gd name="connsiteY14" fmla="*/ 304800 h 1654629"/>
                <a:gd name="connsiteX15" fmla="*/ 374469 w 3013166"/>
                <a:gd name="connsiteY15" fmla="*/ 278674 h 1654629"/>
                <a:gd name="connsiteX16" fmla="*/ 426720 w 3013166"/>
                <a:gd name="connsiteY16" fmla="*/ 235132 h 1654629"/>
                <a:gd name="connsiteX17" fmla="*/ 470263 w 3013166"/>
                <a:gd name="connsiteY17" fmla="*/ 209006 h 1654629"/>
                <a:gd name="connsiteX18" fmla="*/ 522515 w 3013166"/>
                <a:gd name="connsiteY18" fmla="*/ 156754 h 1654629"/>
                <a:gd name="connsiteX19" fmla="*/ 574766 w 3013166"/>
                <a:gd name="connsiteY19" fmla="*/ 139337 h 1654629"/>
                <a:gd name="connsiteX20" fmla="*/ 627018 w 3013166"/>
                <a:gd name="connsiteY20" fmla="*/ 104503 h 1654629"/>
                <a:gd name="connsiteX21" fmla="*/ 687978 w 3013166"/>
                <a:gd name="connsiteY21" fmla="*/ 87086 h 1654629"/>
                <a:gd name="connsiteX22" fmla="*/ 722812 w 3013166"/>
                <a:gd name="connsiteY22" fmla="*/ 78377 h 1654629"/>
                <a:gd name="connsiteX23" fmla="*/ 748938 w 3013166"/>
                <a:gd name="connsiteY23" fmla="*/ 69669 h 1654629"/>
                <a:gd name="connsiteX24" fmla="*/ 818606 w 3013166"/>
                <a:gd name="connsiteY24" fmla="*/ 52252 h 1654629"/>
                <a:gd name="connsiteX25" fmla="*/ 844732 w 3013166"/>
                <a:gd name="connsiteY25" fmla="*/ 43543 h 1654629"/>
                <a:gd name="connsiteX26" fmla="*/ 914400 w 3013166"/>
                <a:gd name="connsiteY26" fmla="*/ 34834 h 1654629"/>
                <a:gd name="connsiteX27" fmla="*/ 1219200 w 3013166"/>
                <a:gd name="connsiteY27" fmla="*/ 17417 h 1654629"/>
                <a:gd name="connsiteX28" fmla="*/ 1497875 w 3013166"/>
                <a:gd name="connsiteY28" fmla="*/ 0 h 1654629"/>
                <a:gd name="connsiteX29" fmla="*/ 2891246 w 3013166"/>
                <a:gd name="connsiteY29" fmla="*/ 8709 h 1654629"/>
                <a:gd name="connsiteX30" fmla="*/ 2934789 w 3013166"/>
                <a:gd name="connsiteY30" fmla="*/ 17417 h 1654629"/>
                <a:gd name="connsiteX31" fmla="*/ 2987040 w 3013166"/>
                <a:gd name="connsiteY31" fmla="*/ 78377 h 1654629"/>
                <a:gd name="connsiteX32" fmla="*/ 2995749 w 3013166"/>
                <a:gd name="connsiteY32" fmla="*/ 104503 h 1654629"/>
                <a:gd name="connsiteX33" fmla="*/ 3013166 w 3013166"/>
                <a:gd name="connsiteY33" fmla="*/ 191589 h 1654629"/>
                <a:gd name="connsiteX34" fmla="*/ 2995749 w 3013166"/>
                <a:gd name="connsiteY34" fmla="*/ 444137 h 1654629"/>
                <a:gd name="connsiteX35" fmla="*/ 2969623 w 3013166"/>
                <a:gd name="connsiteY35" fmla="*/ 531223 h 1654629"/>
                <a:gd name="connsiteX36" fmla="*/ 2960915 w 3013166"/>
                <a:gd name="connsiteY36" fmla="*/ 583474 h 1654629"/>
                <a:gd name="connsiteX37" fmla="*/ 2952206 w 3013166"/>
                <a:gd name="connsiteY37" fmla="*/ 609600 h 1654629"/>
                <a:gd name="connsiteX38" fmla="*/ 2934789 w 3013166"/>
                <a:gd name="connsiteY38" fmla="*/ 722812 h 1654629"/>
                <a:gd name="connsiteX39" fmla="*/ 2917372 w 3013166"/>
                <a:gd name="connsiteY39" fmla="*/ 853440 h 1654629"/>
                <a:gd name="connsiteX40" fmla="*/ 2908663 w 3013166"/>
                <a:gd name="connsiteY40" fmla="*/ 896983 h 1654629"/>
                <a:gd name="connsiteX41" fmla="*/ 2856412 w 3013166"/>
                <a:gd name="connsiteY41" fmla="*/ 1018903 h 1654629"/>
                <a:gd name="connsiteX42" fmla="*/ 2838995 w 3013166"/>
                <a:gd name="connsiteY42" fmla="*/ 1062446 h 1654629"/>
                <a:gd name="connsiteX43" fmla="*/ 2812869 w 3013166"/>
                <a:gd name="connsiteY43" fmla="*/ 1105989 h 1654629"/>
                <a:gd name="connsiteX44" fmla="*/ 2795452 w 3013166"/>
                <a:gd name="connsiteY44" fmla="*/ 1132114 h 1654629"/>
                <a:gd name="connsiteX45" fmla="*/ 2786743 w 3013166"/>
                <a:gd name="connsiteY45" fmla="*/ 1158240 h 1654629"/>
                <a:gd name="connsiteX46" fmla="*/ 2743200 w 3013166"/>
                <a:gd name="connsiteY46" fmla="*/ 1245326 h 1654629"/>
                <a:gd name="connsiteX47" fmla="*/ 2682240 w 3013166"/>
                <a:gd name="connsiteY47" fmla="*/ 1375954 h 1654629"/>
                <a:gd name="connsiteX48" fmla="*/ 2664823 w 3013166"/>
                <a:gd name="connsiteY48" fmla="*/ 1410789 h 1654629"/>
                <a:gd name="connsiteX49" fmla="*/ 2603863 w 3013166"/>
                <a:gd name="connsiteY49" fmla="*/ 1471749 h 1654629"/>
                <a:gd name="connsiteX50" fmla="*/ 2577738 w 3013166"/>
                <a:gd name="connsiteY50" fmla="*/ 1489166 h 1654629"/>
                <a:gd name="connsiteX51" fmla="*/ 2534195 w 3013166"/>
                <a:gd name="connsiteY51" fmla="*/ 1532709 h 1654629"/>
                <a:gd name="connsiteX52" fmla="*/ 2473235 w 3013166"/>
                <a:gd name="connsiteY52" fmla="*/ 1550126 h 1654629"/>
                <a:gd name="connsiteX53" fmla="*/ 2377440 w 3013166"/>
                <a:gd name="connsiteY53" fmla="*/ 1576252 h 1654629"/>
                <a:gd name="connsiteX54" fmla="*/ 2246812 w 3013166"/>
                <a:gd name="connsiteY54" fmla="*/ 1593669 h 1654629"/>
                <a:gd name="connsiteX55" fmla="*/ 2011680 w 3013166"/>
                <a:gd name="connsiteY55" fmla="*/ 1611086 h 1654629"/>
                <a:gd name="connsiteX56" fmla="*/ 1915886 w 3013166"/>
                <a:gd name="connsiteY56" fmla="*/ 1619794 h 1654629"/>
                <a:gd name="connsiteX57" fmla="*/ 1846218 w 3013166"/>
                <a:gd name="connsiteY57" fmla="*/ 1628503 h 1654629"/>
                <a:gd name="connsiteX58" fmla="*/ 1715589 w 3013166"/>
                <a:gd name="connsiteY58" fmla="*/ 1637212 h 1654629"/>
                <a:gd name="connsiteX59" fmla="*/ 1619795 w 3013166"/>
                <a:gd name="connsiteY59" fmla="*/ 1645920 h 1654629"/>
                <a:gd name="connsiteX60" fmla="*/ 1332412 w 3013166"/>
                <a:gd name="connsiteY60" fmla="*/ 1654629 h 1654629"/>
                <a:gd name="connsiteX61" fmla="*/ 984069 w 3013166"/>
                <a:gd name="connsiteY61" fmla="*/ 1645920 h 1654629"/>
                <a:gd name="connsiteX62" fmla="*/ 879566 w 3013166"/>
                <a:gd name="connsiteY62" fmla="*/ 1619794 h 1654629"/>
                <a:gd name="connsiteX63" fmla="*/ 792480 w 3013166"/>
                <a:gd name="connsiteY63" fmla="*/ 1611086 h 1654629"/>
                <a:gd name="connsiteX64" fmla="*/ 670560 w 3013166"/>
                <a:gd name="connsiteY64" fmla="*/ 1584960 h 1654629"/>
                <a:gd name="connsiteX65" fmla="*/ 627018 w 3013166"/>
                <a:gd name="connsiteY65" fmla="*/ 1576252 h 1654629"/>
                <a:gd name="connsiteX66" fmla="*/ 574766 w 3013166"/>
                <a:gd name="connsiteY66" fmla="*/ 1550126 h 1654629"/>
                <a:gd name="connsiteX67" fmla="*/ 505098 w 3013166"/>
                <a:gd name="connsiteY67" fmla="*/ 1515292 h 1654629"/>
                <a:gd name="connsiteX68" fmla="*/ 400595 w 3013166"/>
                <a:gd name="connsiteY68" fmla="*/ 1489166 h 1654629"/>
                <a:gd name="connsiteX69" fmla="*/ 365760 w 3013166"/>
                <a:gd name="connsiteY69" fmla="*/ 1471749 h 1654629"/>
                <a:gd name="connsiteX70" fmla="*/ 339635 w 3013166"/>
                <a:gd name="connsiteY70" fmla="*/ 1454332 h 1654629"/>
                <a:gd name="connsiteX71" fmla="*/ 313509 w 3013166"/>
                <a:gd name="connsiteY71" fmla="*/ 1445623 h 1654629"/>
                <a:gd name="connsiteX72" fmla="*/ 182880 w 3013166"/>
                <a:gd name="connsiteY72" fmla="*/ 1384663 h 1654629"/>
                <a:gd name="connsiteX73" fmla="*/ 148046 w 3013166"/>
                <a:gd name="connsiteY73" fmla="*/ 1332412 h 1654629"/>
                <a:gd name="connsiteX74" fmla="*/ 139338 w 3013166"/>
                <a:gd name="connsiteY74" fmla="*/ 1306286 h 1654629"/>
                <a:gd name="connsiteX75" fmla="*/ 104503 w 3013166"/>
                <a:gd name="connsiteY75" fmla="*/ 1254034 h 1654629"/>
                <a:gd name="connsiteX76" fmla="*/ 78378 w 3013166"/>
                <a:gd name="connsiteY76" fmla="*/ 1175657 h 1654629"/>
                <a:gd name="connsiteX77" fmla="*/ 69669 w 3013166"/>
                <a:gd name="connsiteY77" fmla="*/ 1149532 h 1654629"/>
                <a:gd name="connsiteX78" fmla="*/ 60960 w 3013166"/>
                <a:gd name="connsiteY78" fmla="*/ 1123406 h 1654629"/>
                <a:gd name="connsiteX79" fmla="*/ 52252 w 3013166"/>
                <a:gd name="connsiteY79" fmla="*/ 1027612 h 1654629"/>
                <a:gd name="connsiteX80" fmla="*/ 34835 w 3013166"/>
                <a:gd name="connsiteY80" fmla="*/ 1001486 h 1654629"/>
                <a:gd name="connsiteX81" fmla="*/ 0 w 3013166"/>
                <a:gd name="connsiteY81" fmla="*/ 949234 h 165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013166" h="1654629">
                  <a:moveTo>
                    <a:pt x="0" y="949234"/>
                  </a:moveTo>
                  <a:lnTo>
                    <a:pt x="0" y="949234"/>
                  </a:lnTo>
                  <a:cubicBezTo>
                    <a:pt x="5806" y="908594"/>
                    <a:pt x="10669" y="867808"/>
                    <a:pt x="17418" y="827314"/>
                  </a:cubicBezTo>
                  <a:cubicBezTo>
                    <a:pt x="19386" y="815508"/>
                    <a:pt x="21411" y="803481"/>
                    <a:pt x="26126" y="792480"/>
                  </a:cubicBezTo>
                  <a:cubicBezTo>
                    <a:pt x="31152" y="780752"/>
                    <a:pt x="65611" y="738013"/>
                    <a:pt x="69669" y="731520"/>
                  </a:cubicBezTo>
                  <a:cubicBezTo>
                    <a:pt x="76549" y="720511"/>
                    <a:pt x="81972" y="708618"/>
                    <a:pt x="87086" y="696686"/>
                  </a:cubicBezTo>
                  <a:cubicBezTo>
                    <a:pt x="90702" y="688248"/>
                    <a:pt x="90703" y="678198"/>
                    <a:pt x="95795" y="670560"/>
                  </a:cubicBezTo>
                  <a:cubicBezTo>
                    <a:pt x="102626" y="660313"/>
                    <a:pt x="114036" y="653895"/>
                    <a:pt x="121920" y="644434"/>
                  </a:cubicBezTo>
                  <a:cubicBezTo>
                    <a:pt x="128620" y="636394"/>
                    <a:pt x="133255" y="626826"/>
                    <a:pt x="139338" y="618309"/>
                  </a:cubicBezTo>
                  <a:cubicBezTo>
                    <a:pt x="147774" y="606498"/>
                    <a:pt x="157140" y="595365"/>
                    <a:pt x="165463" y="583474"/>
                  </a:cubicBezTo>
                  <a:cubicBezTo>
                    <a:pt x="177467" y="566325"/>
                    <a:pt x="187738" y="547969"/>
                    <a:pt x="200298" y="531223"/>
                  </a:cubicBezTo>
                  <a:lnTo>
                    <a:pt x="252549" y="461554"/>
                  </a:lnTo>
                  <a:cubicBezTo>
                    <a:pt x="255452" y="452846"/>
                    <a:pt x="257153" y="443639"/>
                    <a:pt x="261258" y="435429"/>
                  </a:cubicBezTo>
                  <a:cubicBezTo>
                    <a:pt x="268337" y="421272"/>
                    <a:pt x="297896" y="384332"/>
                    <a:pt x="304800" y="374469"/>
                  </a:cubicBezTo>
                  <a:cubicBezTo>
                    <a:pt x="349250" y="310969"/>
                    <a:pt x="320313" y="335098"/>
                    <a:pt x="365760" y="304800"/>
                  </a:cubicBezTo>
                  <a:cubicBezTo>
                    <a:pt x="368663" y="296091"/>
                    <a:pt x="369377" y="286312"/>
                    <a:pt x="374469" y="278674"/>
                  </a:cubicBezTo>
                  <a:cubicBezTo>
                    <a:pt x="392199" y="252079"/>
                    <a:pt x="403772" y="253491"/>
                    <a:pt x="426720" y="235132"/>
                  </a:cubicBezTo>
                  <a:cubicBezTo>
                    <a:pt x="460874" y="207808"/>
                    <a:pt x="424895" y="224128"/>
                    <a:pt x="470263" y="209006"/>
                  </a:cubicBezTo>
                  <a:cubicBezTo>
                    <a:pt x="487680" y="191589"/>
                    <a:pt x="499147" y="164543"/>
                    <a:pt x="522515" y="156754"/>
                  </a:cubicBezTo>
                  <a:cubicBezTo>
                    <a:pt x="539932" y="150948"/>
                    <a:pt x="559490" y="149521"/>
                    <a:pt x="574766" y="139337"/>
                  </a:cubicBezTo>
                  <a:cubicBezTo>
                    <a:pt x="592183" y="127726"/>
                    <a:pt x="606710" y="109580"/>
                    <a:pt x="627018" y="104503"/>
                  </a:cubicBezTo>
                  <a:cubicBezTo>
                    <a:pt x="735914" y="77277"/>
                    <a:pt x="600524" y="112073"/>
                    <a:pt x="687978" y="87086"/>
                  </a:cubicBezTo>
                  <a:cubicBezTo>
                    <a:pt x="699486" y="83798"/>
                    <a:pt x="711304" y="81665"/>
                    <a:pt x="722812" y="78377"/>
                  </a:cubicBezTo>
                  <a:cubicBezTo>
                    <a:pt x="731638" y="75855"/>
                    <a:pt x="740082" y="72084"/>
                    <a:pt x="748938" y="69669"/>
                  </a:cubicBezTo>
                  <a:cubicBezTo>
                    <a:pt x="772032" y="63371"/>
                    <a:pt x="795897" y="59822"/>
                    <a:pt x="818606" y="52252"/>
                  </a:cubicBezTo>
                  <a:cubicBezTo>
                    <a:pt x="827315" y="49349"/>
                    <a:pt x="835700" y="45185"/>
                    <a:pt x="844732" y="43543"/>
                  </a:cubicBezTo>
                  <a:cubicBezTo>
                    <a:pt x="867758" y="39356"/>
                    <a:pt x="891202" y="37927"/>
                    <a:pt x="914400" y="34834"/>
                  </a:cubicBezTo>
                  <a:cubicBezTo>
                    <a:pt x="1069664" y="14132"/>
                    <a:pt x="900207" y="28810"/>
                    <a:pt x="1219200" y="17417"/>
                  </a:cubicBezTo>
                  <a:cubicBezTo>
                    <a:pt x="1324106" y="6927"/>
                    <a:pt x="1377487" y="0"/>
                    <a:pt x="1497875" y="0"/>
                  </a:cubicBezTo>
                  <a:lnTo>
                    <a:pt x="2891246" y="8709"/>
                  </a:lnTo>
                  <a:cubicBezTo>
                    <a:pt x="2905760" y="11612"/>
                    <a:pt x="2921263" y="11405"/>
                    <a:pt x="2934789" y="17417"/>
                  </a:cubicBezTo>
                  <a:cubicBezTo>
                    <a:pt x="2967976" y="32167"/>
                    <a:pt x="2973894" y="47703"/>
                    <a:pt x="2987040" y="78377"/>
                  </a:cubicBezTo>
                  <a:cubicBezTo>
                    <a:pt x="2990656" y="86815"/>
                    <a:pt x="2993227" y="95676"/>
                    <a:pt x="2995749" y="104503"/>
                  </a:cubicBezTo>
                  <a:cubicBezTo>
                    <a:pt x="3006143" y="140882"/>
                    <a:pt x="3006322" y="150525"/>
                    <a:pt x="3013166" y="191589"/>
                  </a:cubicBezTo>
                  <a:cubicBezTo>
                    <a:pt x="3008551" y="293129"/>
                    <a:pt x="3011886" y="355388"/>
                    <a:pt x="2995749" y="444137"/>
                  </a:cubicBezTo>
                  <a:cubicBezTo>
                    <a:pt x="2990484" y="473091"/>
                    <a:pt x="2978712" y="503957"/>
                    <a:pt x="2969623" y="531223"/>
                  </a:cubicBezTo>
                  <a:cubicBezTo>
                    <a:pt x="2966720" y="548640"/>
                    <a:pt x="2964745" y="566237"/>
                    <a:pt x="2960915" y="583474"/>
                  </a:cubicBezTo>
                  <a:cubicBezTo>
                    <a:pt x="2958924" y="592435"/>
                    <a:pt x="2954197" y="600639"/>
                    <a:pt x="2952206" y="609600"/>
                  </a:cubicBezTo>
                  <a:cubicBezTo>
                    <a:pt x="2948437" y="626559"/>
                    <a:pt x="2936331" y="708935"/>
                    <a:pt x="2934789" y="722812"/>
                  </a:cubicBezTo>
                  <a:cubicBezTo>
                    <a:pt x="2915739" y="894256"/>
                    <a:pt x="2937312" y="763711"/>
                    <a:pt x="2917372" y="853440"/>
                  </a:cubicBezTo>
                  <a:cubicBezTo>
                    <a:pt x="2914161" y="867889"/>
                    <a:pt x="2913344" y="882941"/>
                    <a:pt x="2908663" y="896983"/>
                  </a:cubicBezTo>
                  <a:cubicBezTo>
                    <a:pt x="2870235" y="1012267"/>
                    <a:pt x="2887301" y="949401"/>
                    <a:pt x="2856412" y="1018903"/>
                  </a:cubicBezTo>
                  <a:cubicBezTo>
                    <a:pt x="2850063" y="1033188"/>
                    <a:pt x="2845986" y="1048464"/>
                    <a:pt x="2838995" y="1062446"/>
                  </a:cubicBezTo>
                  <a:cubicBezTo>
                    <a:pt x="2831425" y="1077586"/>
                    <a:pt x="2821840" y="1091635"/>
                    <a:pt x="2812869" y="1105989"/>
                  </a:cubicBezTo>
                  <a:cubicBezTo>
                    <a:pt x="2807322" y="1114864"/>
                    <a:pt x="2800133" y="1122753"/>
                    <a:pt x="2795452" y="1132114"/>
                  </a:cubicBezTo>
                  <a:cubicBezTo>
                    <a:pt x="2791347" y="1140325"/>
                    <a:pt x="2790590" y="1149905"/>
                    <a:pt x="2786743" y="1158240"/>
                  </a:cubicBezTo>
                  <a:cubicBezTo>
                    <a:pt x="2773142" y="1187708"/>
                    <a:pt x="2755253" y="1215192"/>
                    <a:pt x="2743200" y="1245326"/>
                  </a:cubicBezTo>
                  <a:cubicBezTo>
                    <a:pt x="2713729" y="1319005"/>
                    <a:pt x="2732776" y="1274881"/>
                    <a:pt x="2682240" y="1375954"/>
                  </a:cubicBezTo>
                  <a:cubicBezTo>
                    <a:pt x="2676434" y="1387566"/>
                    <a:pt x="2674003" y="1401609"/>
                    <a:pt x="2664823" y="1410789"/>
                  </a:cubicBezTo>
                  <a:cubicBezTo>
                    <a:pt x="2644503" y="1431109"/>
                    <a:pt x="2627773" y="1455808"/>
                    <a:pt x="2603863" y="1471749"/>
                  </a:cubicBezTo>
                  <a:cubicBezTo>
                    <a:pt x="2595155" y="1477555"/>
                    <a:pt x="2585615" y="1482274"/>
                    <a:pt x="2577738" y="1489166"/>
                  </a:cubicBezTo>
                  <a:cubicBezTo>
                    <a:pt x="2562290" y="1502683"/>
                    <a:pt x="2553668" y="1526218"/>
                    <a:pt x="2534195" y="1532709"/>
                  </a:cubicBezTo>
                  <a:cubicBezTo>
                    <a:pt x="2471554" y="1553588"/>
                    <a:pt x="2549780" y="1528256"/>
                    <a:pt x="2473235" y="1550126"/>
                  </a:cubicBezTo>
                  <a:cubicBezTo>
                    <a:pt x="2430732" y="1562270"/>
                    <a:pt x="2439502" y="1567387"/>
                    <a:pt x="2377440" y="1576252"/>
                  </a:cubicBezTo>
                  <a:cubicBezTo>
                    <a:pt x="2339400" y="1581686"/>
                    <a:pt x="2284300" y="1589920"/>
                    <a:pt x="2246812" y="1593669"/>
                  </a:cubicBezTo>
                  <a:cubicBezTo>
                    <a:pt x="2146837" y="1603666"/>
                    <a:pt x="2117240" y="1602966"/>
                    <a:pt x="2011680" y="1611086"/>
                  </a:cubicBezTo>
                  <a:cubicBezTo>
                    <a:pt x="1979711" y="1613545"/>
                    <a:pt x="1947773" y="1616438"/>
                    <a:pt x="1915886" y="1619794"/>
                  </a:cubicBezTo>
                  <a:cubicBezTo>
                    <a:pt x="1892611" y="1622244"/>
                    <a:pt x="1869533" y="1626475"/>
                    <a:pt x="1846218" y="1628503"/>
                  </a:cubicBezTo>
                  <a:cubicBezTo>
                    <a:pt x="1802742" y="1632284"/>
                    <a:pt x="1759100" y="1633865"/>
                    <a:pt x="1715589" y="1637212"/>
                  </a:cubicBezTo>
                  <a:cubicBezTo>
                    <a:pt x="1683620" y="1639671"/>
                    <a:pt x="1651825" y="1644464"/>
                    <a:pt x="1619795" y="1645920"/>
                  </a:cubicBezTo>
                  <a:cubicBezTo>
                    <a:pt x="1524056" y="1650272"/>
                    <a:pt x="1428206" y="1651726"/>
                    <a:pt x="1332412" y="1654629"/>
                  </a:cubicBezTo>
                  <a:lnTo>
                    <a:pt x="984069" y="1645920"/>
                  </a:lnTo>
                  <a:cubicBezTo>
                    <a:pt x="793048" y="1637615"/>
                    <a:pt x="1074028" y="1639239"/>
                    <a:pt x="879566" y="1619794"/>
                  </a:cubicBezTo>
                  <a:cubicBezTo>
                    <a:pt x="850537" y="1616891"/>
                    <a:pt x="821428" y="1614704"/>
                    <a:pt x="792480" y="1611086"/>
                  </a:cubicBezTo>
                  <a:cubicBezTo>
                    <a:pt x="716085" y="1601537"/>
                    <a:pt x="758081" y="1602463"/>
                    <a:pt x="670560" y="1584960"/>
                  </a:cubicBezTo>
                  <a:cubicBezTo>
                    <a:pt x="656046" y="1582057"/>
                    <a:pt x="641377" y="1579842"/>
                    <a:pt x="627018" y="1576252"/>
                  </a:cubicBezTo>
                  <a:cubicBezTo>
                    <a:pt x="588986" y="1566744"/>
                    <a:pt x="610784" y="1569772"/>
                    <a:pt x="574766" y="1550126"/>
                  </a:cubicBezTo>
                  <a:cubicBezTo>
                    <a:pt x="551973" y="1537693"/>
                    <a:pt x="529729" y="1523503"/>
                    <a:pt x="505098" y="1515292"/>
                  </a:cubicBezTo>
                  <a:cubicBezTo>
                    <a:pt x="436095" y="1492290"/>
                    <a:pt x="470956" y="1500892"/>
                    <a:pt x="400595" y="1489166"/>
                  </a:cubicBezTo>
                  <a:cubicBezTo>
                    <a:pt x="388983" y="1483360"/>
                    <a:pt x="377032" y="1478190"/>
                    <a:pt x="365760" y="1471749"/>
                  </a:cubicBezTo>
                  <a:cubicBezTo>
                    <a:pt x="356673" y="1466556"/>
                    <a:pt x="348996" y="1459013"/>
                    <a:pt x="339635" y="1454332"/>
                  </a:cubicBezTo>
                  <a:cubicBezTo>
                    <a:pt x="331424" y="1450227"/>
                    <a:pt x="321898" y="1449351"/>
                    <a:pt x="313509" y="1445623"/>
                  </a:cubicBezTo>
                  <a:cubicBezTo>
                    <a:pt x="269599" y="1426108"/>
                    <a:pt x="226423" y="1404983"/>
                    <a:pt x="182880" y="1384663"/>
                  </a:cubicBezTo>
                  <a:cubicBezTo>
                    <a:pt x="171269" y="1367246"/>
                    <a:pt x="154665" y="1352271"/>
                    <a:pt x="148046" y="1332412"/>
                  </a:cubicBezTo>
                  <a:cubicBezTo>
                    <a:pt x="145143" y="1323703"/>
                    <a:pt x="143796" y="1314310"/>
                    <a:pt x="139338" y="1306286"/>
                  </a:cubicBezTo>
                  <a:cubicBezTo>
                    <a:pt x="129172" y="1287987"/>
                    <a:pt x="104503" y="1254034"/>
                    <a:pt x="104503" y="1254034"/>
                  </a:cubicBezTo>
                  <a:lnTo>
                    <a:pt x="78378" y="1175657"/>
                  </a:lnTo>
                  <a:lnTo>
                    <a:pt x="69669" y="1149532"/>
                  </a:lnTo>
                  <a:lnTo>
                    <a:pt x="60960" y="1123406"/>
                  </a:lnTo>
                  <a:cubicBezTo>
                    <a:pt x="58057" y="1091475"/>
                    <a:pt x="58970" y="1058963"/>
                    <a:pt x="52252" y="1027612"/>
                  </a:cubicBezTo>
                  <a:cubicBezTo>
                    <a:pt x="50059" y="1017378"/>
                    <a:pt x="42236" y="1008887"/>
                    <a:pt x="34835" y="1001486"/>
                  </a:cubicBezTo>
                  <a:cubicBezTo>
                    <a:pt x="6294" y="972945"/>
                    <a:pt x="5806" y="957943"/>
                    <a:pt x="0" y="949234"/>
                  </a:cubicBezTo>
                  <a:close/>
                </a:path>
              </a:pathLst>
            </a:custGeom>
            <a:noFill/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A7A2B4-DA3F-4493-BB00-9695B8391B3D}"/>
                </a:ext>
              </a:extLst>
            </p:cNvPr>
            <p:cNvSpPr/>
            <p:nvPr/>
          </p:nvSpPr>
          <p:spPr>
            <a:xfrm>
              <a:off x="8774262" y="5245125"/>
              <a:ext cx="81785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7030A0"/>
                  </a:solidFill>
                  <a:cs typeface="+mn-ea"/>
                  <a:sym typeface="+mn-lt"/>
                </a:rPr>
                <a:t>FCN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981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5610-6E95-494C-A9A9-67AF7509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Network Architecture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E4CE-7AFA-44F4-8B63-53824FC1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骨干网络：</a:t>
            </a:r>
            <a:r>
              <a:rPr lang="en-US" altLang="zh-CN" dirty="0">
                <a:cs typeface="+mn-ea"/>
                <a:sym typeface="+mn-lt"/>
              </a:rPr>
              <a:t>ResNet + FPN</a:t>
            </a:r>
          </a:p>
          <a:p>
            <a:r>
              <a:rPr lang="en-US" altLang="zh-CN" dirty="0">
                <a:cs typeface="+mn-ea"/>
                <a:sym typeface="+mn-lt"/>
              </a:rPr>
              <a:t>Mask Head</a:t>
            </a:r>
            <a:r>
              <a:rPr lang="zh-CN" altLang="en-US" dirty="0">
                <a:cs typeface="+mn-ea"/>
                <a:sym typeface="+mn-lt"/>
              </a:rPr>
              <a:t>结构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65EA8-5508-47C4-8E10-9EC7892433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77"/>
          <a:stretch/>
        </p:blipFill>
        <p:spPr>
          <a:xfrm>
            <a:off x="1600208" y="3048000"/>
            <a:ext cx="8991583" cy="28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40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F826-76CD-4C58-8189-E6F5D10E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Mask Head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459DE4-DE2C-4DD5-9DDA-12259CE542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96840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cs typeface="+mn-ea"/>
                    <a:sym typeface="+mn-lt"/>
                  </a:rPr>
                  <a:t>K</a:t>
                </a:r>
                <a:r>
                  <a:rPr lang="zh-CN" altLang="en-US" dirty="0">
                    <a:cs typeface="+mn-ea"/>
                    <a:sym typeface="+mn-lt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分割图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采用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Sigmoid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得到概率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Multi-class vs Multi-label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459DE4-DE2C-4DD5-9DDA-12259CE54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96840" cy="4351338"/>
              </a:xfrm>
              <a:blipFill>
                <a:blip r:embed="rId2"/>
                <a:stretch>
                  <a:fillRect l="-2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4E233BC-33AC-4172-9FD3-EEBC9A28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051" y="2701252"/>
            <a:ext cx="5425440" cy="222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41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3F10-DD93-426A-B3FA-9C6AC0A8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Mask R-CNN: </a:t>
            </a:r>
            <a:r>
              <a:rPr lang="en-US" altLang="zh-CN" dirty="0"/>
              <a:t>Result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B908-897F-454C-A5DE-360270271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Achieve SOTA results with a simple extension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D38FE-B599-4AE4-8741-1CB54C1E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24" y="2584269"/>
            <a:ext cx="11380952" cy="3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52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71DF-B46C-403B-844D-4EACD938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Mask R-CNN: </a:t>
            </a:r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660FA-8C36-4041-8594-732CD252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726" y="2793129"/>
            <a:ext cx="5685714" cy="20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B4D3D-EFD8-4DD6-8B44-2CEBDFA5D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867" y="1690688"/>
            <a:ext cx="4180952" cy="201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BBD1B-5594-448A-A40D-74125D1C3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295" y="4016938"/>
            <a:ext cx="3809524" cy="1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60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0776-33C2-4723-9C48-90320B25D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Mask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DFE46-2492-4E56-AB49-8C5BE12AC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18" y="1436337"/>
            <a:ext cx="9152964" cy="511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76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9513-6818-4967-87F0-6F014F3E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Pooling &amp; RoI Align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B8AD7094-0FAD-4FFB-AD69-961DB85C0ED2}"/>
              </a:ext>
            </a:extLst>
          </p:cNvPr>
          <p:cNvSpPr/>
          <p:nvPr/>
        </p:nvSpPr>
        <p:spPr>
          <a:xfrm>
            <a:off x="372534" y="2063242"/>
            <a:ext cx="1721357" cy="12390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54E19C45-52F6-488B-8144-7726B988A144}"/>
              </a:ext>
            </a:extLst>
          </p:cNvPr>
          <p:cNvSpPr/>
          <p:nvPr/>
        </p:nvSpPr>
        <p:spPr>
          <a:xfrm>
            <a:off x="2419177" y="5612807"/>
            <a:ext cx="1447038" cy="1043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77304F0-803F-44F1-9FF4-C4BD1D11E5C0}"/>
              </a:ext>
            </a:extLst>
          </p:cNvPr>
          <p:cNvGrpSpPr/>
          <p:nvPr/>
        </p:nvGrpSpPr>
        <p:grpSpPr>
          <a:xfrm>
            <a:off x="6115696" y="1690688"/>
            <a:ext cx="5238104" cy="1298409"/>
            <a:chOff x="6115696" y="1354411"/>
            <a:chExt cx="5238104" cy="1298409"/>
          </a:xfrm>
        </p:grpSpPr>
        <p:sp>
          <p:nvSpPr>
            <p:cNvPr id="19" name="object 24">
              <a:extLst>
                <a:ext uri="{FF2B5EF4-FFF2-40B4-BE49-F238E27FC236}">
                  <a16:creationId xmlns:a16="http://schemas.microsoft.com/office/drawing/2014/main" id="{892431D9-12D3-4D71-B8D2-BEFE3A4F0903}"/>
                </a:ext>
              </a:extLst>
            </p:cNvPr>
            <p:cNvSpPr txBox="1"/>
            <p:nvPr/>
          </p:nvSpPr>
          <p:spPr>
            <a:xfrm>
              <a:off x="6115696" y="1354411"/>
              <a:ext cx="5238104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0" indent="-342900">
                <a:lnSpc>
                  <a:spcPct val="100000"/>
                </a:lnSpc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sz="2400" spc="-10" dirty="0">
                  <a:solidFill>
                    <a:srgbClr val="00B050"/>
                  </a:solidFill>
                  <a:cs typeface="+mn-ea"/>
                  <a:sym typeface="+mn-lt"/>
                </a:rPr>
                <a:t>1</a:t>
              </a:r>
              <a:r>
                <a:rPr sz="2400" spc="-15" baseline="25462" dirty="0">
                  <a:solidFill>
                    <a:srgbClr val="00B050"/>
                  </a:solidFill>
                  <a:cs typeface="+mn-ea"/>
                  <a:sym typeface="+mn-lt"/>
                </a:rPr>
                <a:t>st</a:t>
              </a:r>
              <a:r>
                <a:rPr sz="2400" spc="135" baseline="25462" dirty="0">
                  <a:solidFill>
                    <a:srgbClr val="00B050"/>
                  </a:solidFill>
                  <a:cs typeface="+mn-ea"/>
                  <a:sym typeface="+mn-lt"/>
                </a:rPr>
                <a:t> </a:t>
              </a:r>
              <a:r>
                <a:rPr sz="2400" spc="-10" dirty="0">
                  <a:solidFill>
                    <a:srgbClr val="00B050"/>
                  </a:solidFill>
                  <a:cs typeface="+mn-ea"/>
                  <a:sym typeface="+mn-lt"/>
                </a:rPr>
                <a:t>Stage:</a:t>
              </a:r>
              <a:r>
                <a:rPr lang="en-US" altLang="zh-CN" sz="2400" spc="-10" dirty="0">
                  <a:solidFill>
                    <a:srgbClr val="00B050"/>
                  </a:solidFill>
                  <a:cs typeface="+mn-ea"/>
                  <a:sym typeface="+mn-lt"/>
                </a:rPr>
                <a:t> </a:t>
              </a:r>
              <a:r>
                <a:rPr lang="zh-CN" altLang="en-US" sz="2400" spc="-10" dirty="0">
                  <a:cs typeface="+mn-ea"/>
                  <a:sym typeface="+mn-lt"/>
                </a:rPr>
                <a:t>计算可能包含物体的</a:t>
              </a:r>
              <a:r>
                <a:rPr lang="en-US" altLang="zh-CN" sz="2400" spc="-10" dirty="0">
                  <a:cs typeface="+mn-ea"/>
                  <a:sym typeface="+mn-lt"/>
                </a:rPr>
                <a:t>RoI</a:t>
              </a:r>
              <a:endParaRPr sz="2400" dirty="0">
                <a:cs typeface="+mn-ea"/>
                <a:sym typeface="+mn-lt"/>
              </a:endParaRPr>
            </a:p>
          </p:txBody>
        </p:sp>
        <p:sp>
          <p:nvSpPr>
            <p:cNvPr id="38" name="object 24">
              <a:extLst>
                <a:ext uri="{FF2B5EF4-FFF2-40B4-BE49-F238E27FC236}">
                  <a16:creationId xmlns:a16="http://schemas.microsoft.com/office/drawing/2014/main" id="{411C4C80-9A38-4E50-992D-E075EBA8389F}"/>
                </a:ext>
              </a:extLst>
            </p:cNvPr>
            <p:cNvSpPr txBox="1"/>
            <p:nvPr/>
          </p:nvSpPr>
          <p:spPr>
            <a:xfrm>
              <a:off x="6115696" y="1901332"/>
              <a:ext cx="5238104" cy="75148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0" indent="-342900">
                <a:lnSpc>
                  <a:spcPct val="100000"/>
                </a:lnSpc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en-US" altLang="zh-CN" sz="2400" spc="-10" dirty="0">
                  <a:solidFill>
                    <a:srgbClr val="0070C0"/>
                  </a:solidFill>
                  <a:cs typeface="+mn-ea"/>
                  <a:sym typeface="+mn-lt"/>
                </a:rPr>
                <a:t>2</a:t>
              </a:r>
              <a:r>
                <a:rPr lang="en-US" altLang="zh-CN" sz="2400" spc="-15" baseline="25462" dirty="0">
                  <a:solidFill>
                    <a:srgbClr val="0070C0"/>
                  </a:solidFill>
                  <a:cs typeface="+mn-ea"/>
                  <a:sym typeface="+mn-lt"/>
                </a:rPr>
                <a:t>nd</a:t>
              </a:r>
              <a:r>
                <a:rPr sz="2400" spc="135" baseline="25462" dirty="0">
                  <a:solidFill>
                    <a:srgbClr val="0070C0"/>
                  </a:solidFill>
                  <a:cs typeface="+mn-ea"/>
                  <a:sym typeface="+mn-lt"/>
                </a:rPr>
                <a:t> </a:t>
              </a:r>
              <a:r>
                <a:rPr sz="2400" spc="-10" dirty="0">
                  <a:solidFill>
                    <a:srgbClr val="0070C0"/>
                  </a:solidFill>
                  <a:cs typeface="+mn-ea"/>
                  <a:sym typeface="+mn-lt"/>
                </a:rPr>
                <a:t>Stage:</a:t>
              </a:r>
              <a:r>
                <a:rPr lang="en-US" altLang="zh-CN" sz="2400" spc="-10" dirty="0">
                  <a:solidFill>
                    <a:srgbClr val="0070C0"/>
                  </a:solidFill>
                  <a:cs typeface="+mn-ea"/>
                  <a:sym typeface="+mn-lt"/>
                </a:rPr>
                <a:t> </a:t>
              </a:r>
              <a:r>
                <a:rPr lang="zh-CN" altLang="en-US" sz="2400" spc="-10" dirty="0">
                  <a:cs typeface="+mn-ea"/>
                  <a:sym typeface="+mn-lt"/>
                </a:rPr>
                <a:t>提取</a:t>
              </a:r>
              <a:r>
                <a:rPr lang="en-US" altLang="zh-CN" sz="2400" spc="-10" dirty="0" err="1">
                  <a:cs typeface="+mn-ea"/>
                  <a:sym typeface="+mn-lt"/>
                </a:rPr>
                <a:t>RoIs</a:t>
              </a:r>
              <a:r>
                <a:rPr lang="zh-CN" altLang="en-US" sz="2400" spc="-10" dirty="0">
                  <a:cs typeface="+mn-ea"/>
                  <a:sym typeface="+mn-lt"/>
                </a:rPr>
                <a:t>对应的特征，并用用于后续的计算</a:t>
              </a:r>
              <a:endParaRPr sz="2400" dirty="0">
                <a:cs typeface="+mn-ea"/>
                <a:sym typeface="+mn-lt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ED87374-9D25-41F0-BCBE-5B311E76C589}"/>
              </a:ext>
            </a:extLst>
          </p:cNvPr>
          <p:cNvGrpSpPr/>
          <p:nvPr/>
        </p:nvGrpSpPr>
        <p:grpSpPr>
          <a:xfrm>
            <a:off x="1958420" y="1649021"/>
            <a:ext cx="10057067" cy="4865385"/>
            <a:chOff x="2093891" y="1649021"/>
            <a:chExt cx="10057067" cy="4865385"/>
          </a:xfrm>
        </p:grpSpPr>
        <p:sp>
          <p:nvSpPr>
            <p:cNvPr id="21" name="object 3">
              <a:extLst>
                <a:ext uri="{FF2B5EF4-FFF2-40B4-BE49-F238E27FC236}">
                  <a16:creationId xmlns:a16="http://schemas.microsoft.com/office/drawing/2014/main" id="{AE4E1383-C9EB-481C-A654-3000C9AB8EA7}"/>
                </a:ext>
              </a:extLst>
            </p:cNvPr>
            <p:cNvSpPr/>
            <p:nvPr/>
          </p:nvSpPr>
          <p:spPr>
            <a:xfrm>
              <a:off x="4708850" y="5072549"/>
              <a:ext cx="1149350" cy="562610"/>
            </a:xfrm>
            <a:custGeom>
              <a:avLst/>
              <a:gdLst/>
              <a:ahLst/>
              <a:cxnLst/>
              <a:rect l="l" t="t" r="r" b="b"/>
              <a:pathLst>
                <a:path w="1149350" h="562610">
                  <a:moveTo>
                    <a:pt x="1053486" y="68357"/>
                  </a:moveTo>
                  <a:lnTo>
                    <a:pt x="1037274" y="34161"/>
                  </a:lnTo>
                  <a:lnTo>
                    <a:pt x="0" y="528065"/>
                  </a:lnTo>
                  <a:lnTo>
                    <a:pt x="16763" y="562355"/>
                  </a:lnTo>
                  <a:lnTo>
                    <a:pt x="1053486" y="68357"/>
                  </a:lnTo>
                  <a:close/>
                </a:path>
                <a:path w="1149350" h="562610">
                  <a:moveTo>
                    <a:pt x="1149095" y="2285"/>
                  </a:moveTo>
                  <a:lnTo>
                    <a:pt x="1021079" y="0"/>
                  </a:lnTo>
                  <a:lnTo>
                    <a:pt x="1037274" y="34161"/>
                  </a:lnTo>
                  <a:lnTo>
                    <a:pt x="1054608" y="25907"/>
                  </a:lnTo>
                  <a:lnTo>
                    <a:pt x="1070610" y="60197"/>
                  </a:lnTo>
                  <a:lnTo>
                    <a:pt x="1070610" y="101902"/>
                  </a:lnTo>
                  <a:lnTo>
                    <a:pt x="1149095" y="2285"/>
                  </a:lnTo>
                  <a:close/>
                </a:path>
                <a:path w="1149350" h="562610">
                  <a:moveTo>
                    <a:pt x="1070610" y="60197"/>
                  </a:moveTo>
                  <a:lnTo>
                    <a:pt x="1054608" y="25907"/>
                  </a:lnTo>
                  <a:lnTo>
                    <a:pt x="1037274" y="34161"/>
                  </a:lnTo>
                  <a:lnTo>
                    <a:pt x="1053486" y="68357"/>
                  </a:lnTo>
                  <a:lnTo>
                    <a:pt x="1070610" y="60197"/>
                  </a:lnTo>
                  <a:close/>
                </a:path>
                <a:path w="1149350" h="562610">
                  <a:moveTo>
                    <a:pt x="1070610" y="101902"/>
                  </a:moveTo>
                  <a:lnTo>
                    <a:pt x="1070610" y="60197"/>
                  </a:lnTo>
                  <a:lnTo>
                    <a:pt x="1053486" y="68357"/>
                  </a:lnTo>
                  <a:lnTo>
                    <a:pt x="1069848" y="102869"/>
                  </a:lnTo>
                  <a:lnTo>
                    <a:pt x="1070610" y="101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2" name="object 4">
              <a:extLst>
                <a:ext uri="{FF2B5EF4-FFF2-40B4-BE49-F238E27FC236}">
                  <a16:creationId xmlns:a16="http://schemas.microsoft.com/office/drawing/2014/main" id="{DD2E7036-F00F-49B1-85E4-FB6C5B582CD6}"/>
                </a:ext>
              </a:extLst>
            </p:cNvPr>
            <p:cNvSpPr/>
            <p:nvPr/>
          </p:nvSpPr>
          <p:spPr>
            <a:xfrm>
              <a:off x="4770572" y="3134782"/>
              <a:ext cx="1087755" cy="790575"/>
            </a:xfrm>
            <a:custGeom>
              <a:avLst/>
              <a:gdLst/>
              <a:ahLst/>
              <a:cxnLst/>
              <a:rect l="l" t="t" r="r" b="b"/>
              <a:pathLst>
                <a:path w="1087754" h="790575">
                  <a:moveTo>
                    <a:pt x="1005335" y="707991"/>
                  </a:moveTo>
                  <a:lnTo>
                    <a:pt x="22098" y="0"/>
                  </a:lnTo>
                  <a:lnTo>
                    <a:pt x="0" y="31242"/>
                  </a:lnTo>
                  <a:lnTo>
                    <a:pt x="983049" y="738887"/>
                  </a:lnTo>
                  <a:lnTo>
                    <a:pt x="1005335" y="707991"/>
                  </a:lnTo>
                  <a:close/>
                </a:path>
                <a:path w="1087754" h="790575">
                  <a:moveTo>
                    <a:pt x="1021080" y="779411"/>
                  </a:moveTo>
                  <a:lnTo>
                    <a:pt x="1021080" y="719327"/>
                  </a:lnTo>
                  <a:lnTo>
                    <a:pt x="998220" y="749807"/>
                  </a:lnTo>
                  <a:lnTo>
                    <a:pt x="983049" y="738887"/>
                  </a:lnTo>
                  <a:lnTo>
                    <a:pt x="960882" y="769619"/>
                  </a:lnTo>
                  <a:lnTo>
                    <a:pt x="1021080" y="779411"/>
                  </a:lnTo>
                  <a:close/>
                </a:path>
                <a:path w="1087754" h="790575">
                  <a:moveTo>
                    <a:pt x="1021080" y="719327"/>
                  </a:moveTo>
                  <a:lnTo>
                    <a:pt x="1005335" y="707991"/>
                  </a:lnTo>
                  <a:lnTo>
                    <a:pt x="983049" y="738887"/>
                  </a:lnTo>
                  <a:lnTo>
                    <a:pt x="998220" y="749807"/>
                  </a:lnTo>
                  <a:lnTo>
                    <a:pt x="1021080" y="719327"/>
                  </a:lnTo>
                  <a:close/>
                </a:path>
                <a:path w="1087754" h="790575">
                  <a:moveTo>
                    <a:pt x="1087374" y="790193"/>
                  </a:moveTo>
                  <a:lnTo>
                    <a:pt x="1027938" y="676655"/>
                  </a:lnTo>
                  <a:lnTo>
                    <a:pt x="1005335" y="707991"/>
                  </a:lnTo>
                  <a:lnTo>
                    <a:pt x="1021080" y="719327"/>
                  </a:lnTo>
                  <a:lnTo>
                    <a:pt x="1021080" y="779411"/>
                  </a:lnTo>
                  <a:lnTo>
                    <a:pt x="1087374" y="7901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93BA22-3448-44A4-A00B-ED2090CB63A1}"/>
                </a:ext>
              </a:extLst>
            </p:cNvPr>
            <p:cNvGrpSpPr/>
            <p:nvPr/>
          </p:nvGrpSpPr>
          <p:grpSpPr>
            <a:xfrm>
              <a:off x="2093891" y="1649021"/>
              <a:ext cx="10057067" cy="4865385"/>
              <a:chOff x="2093891" y="1649021"/>
              <a:chExt cx="10057067" cy="4865385"/>
            </a:xfrm>
          </p:grpSpPr>
          <p:sp>
            <p:nvSpPr>
              <p:cNvPr id="27" name="object 2">
                <a:extLst>
                  <a:ext uri="{FF2B5EF4-FFF2-40B4-BE49-F238E27FC236}">
                    <a16:creationId xmlns:a16="http://schemas.microsoft.com/office/drawing/2014/main" id="{0364D6C3-B28D-4A47-B27E-81BB1BDCAE8D}"/>
                  </a:ext>
                </a:extLst>
              </p:cNvPr>
              <p:cNvSpPr/>
              <p:nvPr/>
            </p:nvSpPr>
            <p:spPr>
              <a:xfrm>
                <a:off x="5204857" y="3980375"/>
                <a:ext cx="5107536" cy="104664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0AADBC7C-A527-496E-8500-AA8ED526559E}"/>
                  </a:ext>
                </a:extLst>
              </p:cNvPr>
              <p:cNvSpPr/>
              <p:nvPr/>
            </p:nvSpPr>
            <p:spPr>
              <a:xfrm>
                <a:off x="2554964" y="1649021"/>
                <a:ext cx="1421891" cy="2008039"/>
              </a:xfrm>
              <a:prstGeom prst="rect">
                <a:avLst/>
              </a:prstGeom>
              <a:blipFill>
                <a:blip r:embed="rId6" cstate="print"/>
                <a:stretch>
                  <a:fillRect b="-5152"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D0570CB4-DA80-4C51-B338-6F4C5D29EB24}"/>
                  </a:ext>
                </a:extLst>
              </p:cNvPr>
              <p:cNvSpPr txBox="1"/>
              <p:nvPr/>
            </p:nvSpPr>
            <p:spPr>
              <a:xfrm>
                <a:off x="4128867" y="2020188"/>
                <a:ext cx="546303" cy="1282065"/>
              </a:xfrm>
              <a:prstGeom prst="rect">
                <a:avLst/>
              </a:prstGeom>
            </p:spPr>
            <p:txBody>
              <a:bodyPr vert="vert" wrap="square" lIns="0" tIns="0" rIns="0" bIns="0" rtlCol="0">
                <a:spAutoFit/>
              </a:bodyPr>
              <a:lstStyle/>
              <a:p>
                <a:pPr marL="12700">
                  <a:lnSpc>
                    <a:spcPts val="2065"/>
                  </a:lnSpc>
                </a:pPr>
                <a:r>
                  <a:rPr sz="1800" spc="-5" dirty="0">
                    <a:cs typeface="+mn-ea"/>
                    <a:sym typeface="+mn-lt"/>
                  </a:rPr>
                  <a:t>convolutional</a:t>
                </a:r>
                <a:endParaRPr sz="1800" dirty="0">
                  <a:cs typeface="+mn-ea"/>
                  <a:sym typeface="+mn-lt"/>
                </a:endParaRPr>
              </a:p>
              <a:p>
                <a:pPr marL="97790">
                  <a:lnSpc>
                    <a:spcPct val="100000"/>
                  </a:lnSpc>
                </a:pPr>
                <a:r>
                  <a:rPr sz="1800" spc="-5" dirty="0">
                    <a:cs typeface="+mn-ea"/>
                    <a:sym typeface="+mn-lt"/>
                  </a:rPr>
                  <a:t>feature</a:t>
                </a:r>
                <a:r>
                  <a:rPr sz="1800" spc="-100" dirty="0">
                    <a:cs typeface="+mn-ea"/>
                    <a:sym typeface="+mn-lt"/>
                  </a:rPr>
                  <a:t> </a:t>
                </a:r>
                <a:r>
                  <a:rPr sz="1800" dirty="0">
                    <a:cs typeface="+mn-ea"/>
                    <a:sym typeface="+mn-lt"/>
                  </a:rPr>
                  <a:t>map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3A915A7-45B1-4FB4-91F8-42AB4115651A}"/>
                  </a:ext>
                </a:extLst>
              </p:cNvPr>
              <p:cNvGrpSpPr/>
              <p:nvPr/>
            </p:nvGrpSpPr>
            <p:grpSpPr>
              <a:xfrm>
                <a:off x="2093891" y="4071281"/>
                <a:ext cx="2423922" cy="1222247"/>
                <a:chOff x="2093891" y="4071281"/>
                <a:chExt cx="2423922" cy="1222247"/>
              </a:xfrm>
            </p:grpSpPr>
            <p:sp>
              <p:nvSpPr>
                <p:cNvPr id="12" name="object 19">
                  <a:extLst>
                    <a:ext uri="{FF2B5EF4-FFF2-40B4-BE49-F238E27FC236}">
                      <a16:creationId xmlns:a16="http://schemas.microsoft.com/office/drawing/2014/main" id="{9BC68E02-4854-455C-AEC7-976A67CFEE22}"/>
                    </a:ext>
                  </a:extLst>
                </p:cNvPr>
                <p:cNvSpPr/>
                <p:nvPr/>
              </p:nvSpPr>
              <p:spPr>
                <a:xfrm>
                  <a:off x="2093891" y="4071281"/>
                  <a:ext cx="2423922" cy="1222247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object 20">
                  <a:extLst>
                    <a:ext uri="{FF2B5EF4-FFF2-40B4-BE49-F238E27FC236}">
                      <a16:creationId xmlns:a16="http://schemas.microsoft.com/office/drawing/2014/main" id="{67F8B806-E5F1-43BA-A68E-2A61E1E5CB23}"/>
                    </a:ext>
                  </a:extLst>
                </p:cNvPr>
                <p:cNvSpPr/>
                <p:nvPr/>
              </p:nvSpPr>
              <p:spPr>
                <a:xfrm>
                  <a:off x="2292773" y="4315883"/>
                  <a:ext cx="1946275" cy="74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275" h="746125">
                      <a:moveTo>
                        <a:pt x="1946147" y="745998"/>
                      </a:moveTo>
                      <a:lnTo>
                        <a:pt x="1946147" y="0"/>
                      </a:lnTo>
                      <a:lnTo>
                        <a:pt x="0" y="0"/>
                      </a:lnTo>
                      <a:lnTo>
                        <a:pt x="0" y="745998"/>
                      </a:lnTo>
                      <a:lnTo>
                        <a:pt x="19050" y="745998"/>
                      </a:lnTo>
                      <a:lnTo>
                        <a:pt x="19050" y="38100"/>
                      </a:lnTo>
                      <a:lnTo>
                        <a:pt x="38100" y="19050"/>
                      </a:lnTo>
                      <a:lnTo>
                        <a:pt x="38100" y="38100"/>
                      </a:lnTo>
                      <a:lnTo>
                        <a:pt x="1908047" y="38100"/>
                      </a:lnTo>
                      <a:lnTo>
                        <a:pt x="1908047" y="19050"/>
                      </a:lnTo>
                      <a:lnTo>
                        <a:pt x="1927097" y="38100"/>
                      </a:lnTo>
                      <a:lnTo>
                        <a:pt x="1927097" y="745998"/>
                      </a:lnTo>
                      <a:lnTo>
                        <a:pt x="1946147" y="745998"/>
                      </a:lnTo>
                      <a:close/>
                    </a:path>
                    <a:path w="1946275" h="746125">
                      <a:moveTo>
                        <a:pt x="38100" y="38100"/>
                      </a:moveTo>
                      <a:lnTo>
                        <a:pt x="38100" y="19050"/>
                      </a:lnTo>
                      <a:lnTo>
                        <a:pt x="19050" y="38100"/>
                      </a:lnTo>
                      <a:lnTo>
                        <a:pt x="38100" y="38100"/>
                      </a:lnTo>
                      <a:close/>
                    </a:path>
                    <a:path w="1946275" h="746125">
                      <a:moveTo>
                        <a:pt x="38100" y="707898"/>
                      </a:moveTo>
                      <a:lnTo>
                        <a:pt x="38100" y="38100"/>
                      </a:lnTo>
                      <a:lnTo>
                        <a:pt x="19050" y="38100"/>
                      </a:lnTo>
                      <a:lnTo>
                        <a:pt x="19050" y="707898"/>
                      </a:lnTo>
                      <a:lnTo>
                        <a:pt x="38100" y="707898"/>
                      </a:lnTo>
                      <a:close/>
                    </a:path>
                    <a:path w="1946275" h="746125">
                      <a:moveTo>
                        <a:pt x="1927097" y="707898"/>
                      </a:moveTo>
                      <a:lnTo>
                        <a:pt x="19050" y="707898"/>
                      </a:lnTo>
                      <a:lnTo>
                        <a:pt x="38100" y="726948"/>
                      </a:lnTo>
                      <a:lnTo>
                        <a:pt x="38100" y="745998"/>
                      </a:lnTo>
                      <a:lnTo>
                        <a:pt x="1908047" y="745998"/>
                      </a:lnTo>
                      <a:lnTo>
                        <a:pt x="1908047" y="726948"/>
                      </a:lnTo>
                      <a:lnTo>
                        <a:pt x="1927097" y="707898"/>
                      </a:lnTo>
                      <a:close/>
                    </a:path>
                    <a:path w="1946275" h="746125">
                      <a:moveTo>
                        <a:pt x="38100" y="745998"/>
                      </a:moveTo>
                      <a:lnTo>
                        <a:pt x="38100" y="726948"/>
                      </a:lnTo>
                      <a:lnTo>
                        <a:pt x="19050" y="707898"/>
                      </a:lnTo>
                      <a:lnTo>
                        <a:pt x="19050" y="745998"/>
                      </a:lnTo>
                      <a:lnTo>
                        <a:pt x="38100" y="745998"/>
                      </a:lnTo>
                      <a:close/>
                    </a:path>
                    <a:path w="1946275" h="746125">
                      <a:moveTo>
                        <a:pt x="1927097" y="38100"/>
                      </a:moveTo>
                      <a:lnTo>
                        <a:pt x="1908047" y="19050"/>
                      </a:lnTo>
                      <a:lnTo>
                        <a:pt x="1908047" y="38100"/>
                      </a:lnTo>
                      <a:lnTo>
                        <a:pt x="1927097" y="38100"/>
                      </a:lnTo>
                      <a:close/>
                    </a:path>
                    <a:path w="1946275" h="746125">
                      <a:moveTo>
                        <a:pt x="1927097" y="707898"/>
                      </a:moveTo>
                      <a:lnTo>
                        <a:pt x="1927097" y="38100"/>
                      </a:lnTo>
                      <a:lnTo>
                        <a:pt x="1908047" y="38100"/>
                      </a:lnTo>
                      <a:lnTo>
                        <a:pt x="1908047" y="707898"/>
                      </a:lnTo>
                      <a:lnTo>
                        <a:pt x="1927097" y="707898"/>
                      </a:lnTo>
                      <a:close/>
                    </a:path>
                    <a:path w="1946275" h="746125">
                      <a:moveTo>
                        <a:pt x="1927097" y="745998"/>
                      </a:moveTo>
                      <a:lnTo>
                        <a:pt x="1927097" y="707898"/>
                      </a:lnTo>
                      <a:lnTo>
                        <a:pt x="1908047" y="726948"/>
                      </a:lnTo>
                      <a:lnTo>
                        <a:pt x="1908047" y="745998"/>
                      </a:lnTo>
                      <a:lnTo>
                        <a:pt x="1927097" y="7459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object 22">
                  <a:extLst>
                    <a:ext uri="{FF2B5EF4-FFF2-40B4-BE49-F238E27FC236}">
                      <a16:creationId xmlns:a16="http://schemas.microsoft.com/office/drawing/2014/main" id="{714FA956-1A6B-4380-836A-1165B3552146}"/>
                    </a:ext>
                  </a:extLst>
                </p:cNvPr>
                <p:cNvSpPr txBox="1"/>
                <p:nvPr/>
              </p:nvSpPr>
              <p:spPr>
                <a:xfrm>
                  <a:off x="2427694" y="4362978"/>
                  <a:ext cx="1711325" cy="63500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80010" marR="5080" indent="-67945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sz="2000" spc="-5" dirty="0">
                      <a:cs typeface="+mn-ea"/>
                      <a:sym typeface="+mn-lt"/>
                    </a:rPr>
                    <a:t>Region</a:t>
                  </a:r>
                  <a:r>
                    <a:rPr sz="2000" spc="-50" dirty="0">
                      <a:cs typeface="+mn-ea"/>
                      <a:sym typeface="+mn-lt"/>
                    </a:rPr>
                    <a:t> </a:t>
                  </a:r>
                  <a:r>
                    <a:rPr sz="2000" spc="-5" dirty="0">
                      <a:cs typeface="+mn-ea"/>
                      <a:sym typeface="+mn-lt"/>
                    </a:rPr>
                    <a:t>Proposal  </a:t>
                  </a:r>
                  <a:r>
                    <a:rPr sz="2000" spc="-10" dirty="0">
                      <a:cs typeface="+mn-ea"/>
                      <a:sym typeface="+mn-lt"/>
                    </a:rPr>
                    <a:t>Network</a:t>
                  </a:r>
                  <a:r>
                    <a:rPr sz="2000" spc="-50" dirty="0">
                      <a:cs typeface="+mn-ea"/>
                      <a:sym typeface="+mn-lt"/>
                    </a:rPr>
                    <a:t> </a:t>
                  </a:r>
                  <a:r>
                    <a:rPr sz="2000" spc="-5" dirty="0">
                      <a:cs typeface="+mn-ea"/>
                      <a:sym typeface="+mn-lt"/>
                    </a:rPr>
                    <a:t>(RPN)</a:t>
                  </a:r>
                  <a:endParaRPr sz="20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CABE6A12-E9CD-4C7B-864A-02CC93037A99}"/>
                  </a:ext>
                </a:extLst>
              </p:cNvPr>
              <p:cNvSpPr/>
              <p:nvPr/>
            </p:nvSpPr>
            <p:spPr>
              <a:xfrm>
                <a:off x="3242923" y="3563284"/>
                <a:ext cx="121285" cy="2018664"/>
              </a:xfrm>
              <a:custGeom>
                <a:avLst/>
                <a:gdLst/>
                <a:ahLst/>
                <a:cxnLst/>
                <a:rect l="l" t="t" r="r" b="b"/>
                <a:pathLst>
                  <a:path w="121285" h="2018664">
                    <a:moveTo>
                      <a:pt x="114300" y="1904238"/>
                    </a:moveTo>
                    <a:lnTo>
                      <a:pt x="76200" y="1904238"/>
                    </a:lnTo>
                    <a:lnTo>
                      <a:pt x="76200" y="1581150"/>
                    </a:lnTo>
                    <a:lnTo>
                      <a:pt x="38100" y="1581150"/>
                    </a:lnTo>
                    <a:lnTo>
                      <a:pt x="38100" y="1904238"/>
                    </a:lnTo>
                    <a:lnTo>
                      <a:pt x="0" y="1904238"/>
                    </a:lnTo>
                    <a:lnTo>
                      <a:pt x="38100" y="1980438"/>
                    </a:lnTo>
                    <a:lnTo>
                      <a:pt x="57150" y="2018538"/>
                    </a:lnTo>
                    <a:lnTo>
                      <a:pt x="76200" y="1980438"/>
                    </a:lnTo>
                    <a:lnTo>
                      <a:pt x="114300" y="1904238"/>
                    </a:lnTo>
                    <a:close/>
                  </a:path>
                  <a:path w="121285" h="2018664">
                    <a:moveTo>
                      <a:pt x="121158" y="454152"/>
                    </a:moveTo>
                    <a:lnTo>
                      <a:pt x="83058" y="454152"/>
                    </a:lnTo>
                    <a:lnTo>
                      <a:pt x="83058" y="0"/>
                    </a:lnTo>
                    <a:lnTo>
                      <a:pt x="44958" y="0"/>
                    </a:lnTo>
                    <a:lnTo>
                      <a:pt x="44958" y="454152"/>
                    </a:lnTo>
                    <a:lnTo>
                      <a:pt x="6858" y="454152"/>
                    </a:lnTo>
                    <a:lnTo>
                      <a:pt x="44958" y="530352"/>
                    </a:lnTo>
                    <a:lnTo>
                      <a:pt x="64008" y="568452"/>
                    </a:lnTo>
                    <a:lnTo>
                      <a:pt x="83058" y="530352"/>
                    </a:lnTo>
                    <a:lnTo>
                      <a:pt x="121158" y="4541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object 24">
                <a:extLst>
                  <a:ext uri="{FF2B5EF4-FFF2-40B4-BE49-F238E27FC236}">
                    <a16:creationId xmlns:a16="http://schemas.microsoft.com/office/drawing/2014/main" id="{6101B7FF-5369-432D-BFE5-F66F2A569C5A}"/>
                  </a:ext>
                </a:extLst>
              </p:cNvPr>
              <p:cNvSpPr txBox="1"/>
              <p:nvPr/>
            </p:nvSpPr>
            <p:spPr>
              <a:xfrm>
                <a:off x="2169266" y="3714310"/>
                <a:ext cx="922019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spc="-10" dirty="0">
                    <a:solidFill>
                      <a:srgbClr val="00B050"/>
                    </a:solidFill>
                    <a:cs typeface="+mn-ea"/>
                    <a:sym typeface="+mn-lt"/>
                  </a:rPr>
                  <a:t>1</a:t>
                </a:r>
                <a:r>
                  <a:rPr sz="1800" spc="-15" baseline="25462" dirty="0">
                    <a:solidFill>
                      <a:srgbClr val="00B050"/>
                    </a:solidFill>
                    <a:cs typeface="+mn-ea"/>
                    <a:sym typeface="+mn-lt"/>
                  </a:rPr>
                  <a:t>st</a:t>
                </a:r>
                <a:r>
                  <a:rPr sz="1800" spc="135" baseline="25462" dirty="0">
                    <a:solidFill>
                      <a:srgbClr val="00B050"/>
                    </a:solidFill>
                    <a:cs typeface="+mn-ea"/>
                    <a:sym typeface="+mn-lt"/>
                  </a:rPr>
                  <a:t> </a:t>
                </a:r>
                <a:r>
                  <a:rPr sz="1800" spc="-10" dirty="0">
                    <a:solidFill>
                      <a:srgbClr val="00B050"/>
                    </a:solidFill>
                    <a:cs typeface="+mn-ea"/>
                    <a:sym typeface="+mn-lt"/>
                  </a:rPr>
                  <a:t>Stage: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20" name="object 17">
                <a:extLst>
                  <a:ext uri="{FF2B5EF4-FFF2-40B4-BE49-F238E27FC236}">
                    <a16:creationId xmlns:a16="http://schemas.microsoft.com/office/drawing/2014/main" id="{2D7C0DCE-2079-416D-B6F1-E0FA9C06821E}"/>
                  </a:ext>
                </a:extLst>
              </p:cNvPr>
              <p:cNvSpPr txBox="1"/>
              <p:nvPr/>
            </p:nvSpPr>
            <p:spPr>
              <a:xfrm>
                <a:off x="4150168" y="5940366"/>
                <a:ext cx="901700" cy="57404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indent="15875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spc="-5" dirty="0">
                    <a:cs typeface="+mn-ea"/>
                    <a:sym typeface="+mn-lt"/>
                  </a:rPr>
                  <a:t>object  proposals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A62F7071-1C6B-4925-9C18-F38392044793}"/>
                  </a:ext>
                </a:extLst>
              </p:cNvPr>
              <p:cNvSpPr txBox="1"/>
              <p:nvPr/>
            </p:nvSpPr>
            <p:spPr>
              <a:xfrm>
                <a:off x="5888414" y="3463458"/>
                <a:ext cx="90995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spc="-5" dirty="0">
                    <a:solidFill>
                      <a:srgbClr val="0070C0"/>
                    </a:solidFill>
                    <a:cs typeface="+mn-ea"/>
                    <a:sym typeface="+mn-lt"/>
                  </a:rPr>
                  <a:t>2</a:t>
                </a:r>
                <a:r>
                  <a:rPr sz="1800" spc="-7" baseline="25462" dirty="0">
                    <a:solidFill>
                      <a:srgbClr val="0070C0"/>
                    </a:solidFill>
                    <a:cs typeface="+mn-ea"/>
                    <a:sym typeface="+mn-lt"/>
                  </a:rPr>
                  <a:t>nd</a:t>
                </a:r>
                <a:r>
                  <a:rPr sz="1800" spc="112" baseline="25462" dirty="0">
                    <a:solidFill>
                      <a:srgbClr val="0070C0"/>
                    </a:solidFill>
                    <a:cs typeface="+mn-ea"/>
                    <a:sym typeface="+mn-lt"/>
                  </a:rPr>
                  <a:t> </a:t>
                </a:r>
                <a:r>
                  <a:rPr sz="1800" spc="-10" dirty="0">
                    <a:solidFill>
                      <a:srgbClr val="0070C0"/>
                    </a:solidFill>
                    <a:cs typeface="+mn-ea"/>
                    <a:sym typeface="+mn-lt"/>
                  </a:rPr>
                  <a:t>Stage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24" name="object 25">
                <a:extLst>
                  <a:ext uri="{FF2B5EF4-FFF2-40B4-BE49-F238E27FC236}">
                    <a16:creationId xmlns:a16="http://schemas.microsoft.com/office/drawing/2014/main" id="{19C11A30-844C-4CAE-A8F1-49742C9E82D3}"/>
                  </a:ext>
                </a:extLst>
              </p:cNvPr>
              <p:cNvSpPr txBox="1"/>
              <p:nvPr/>
            </p:nvSpPr>
            <p:spPr>
              <a:xfrm>
                <a:off x="5666845" y="5293528"/>
                <a:ext cx="1677035" cy="738663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marL="389255" indent="-342900">
                  <a:lnSpc>
                    <a:spcPct val="10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tabLst>
                    <a:tab pos="389890" algn="l"/>
                    <a:tab pos="390525" algn="l"/>
                  </a:tabLst>
                </a:pPr>
                <a:r>
                  <a:rPr lang="en-US" sz="2000" spc="-170" dirty="0">
                    <a:solidFill>
                      <a:srgbClr val="FF0000"/>
                    </a:solidFill>
                    <a:cs typeface="+mn-ea"/>
                    <a:sym typeface="+mn-lt"/>
                  </a:rPr>
                  <a:t>RoI Pooling</a:t>
                </a:r>
              </a:p>
              <a:p>
                <a:pPr marL="389255" indent="-342900">
                  <a:lnSpc>
                    <a:spcPct val="100000"/>
                  </a:lnSpc>
                  <a:spcBef>
                    <a:spcPts val="459"/>
                  </a:spcBef>
                  <a:buFont typeface="Arial" panose="020B0604020202020204" pitchFamily="34" charset="0"/>
                  <a:buChar char="•"/>
                  <a:tabLst>
                    <a:tab pos="389890" algn="l"/>
                    <a:tab pos="390525" algn="l"/>
                  </a:tabLst>
                </a:pPr>
                <a:r>
                  <a:rPr lang="en-US" sz="2000" spc="-170" dirty="0">
                    <a:solidFill>
                      <a:srgbClr val="FF0000"/>
                    </a:solidFill>
                    <a:cs typeface="+mn-ea"/>
                    <a:sym typeface="+mn-lt"/>
                  </a:rPr>
                  <a:t>RoI Align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F89E47A-4BDC-4F4C-8B56-34629EB04E5A}"/>
                  </a:ext>
                </a:extLst>
              </p:cNvPr>
              <p:cNvGrpSpPr/>
              <p:nvPr/>
            </p:nvGrpSpPr>
            <p:grpSpPr>
              <a:xfrm>
                <a:off x="5422923" y="4113616"/>
                <a:ext cx="1931670" cy="746125"/>
                <a:chOff x="5566862" y="4113616"/>
                <a:chExt cx="1931670" cy="746125"/>
              </a:xfrm>
            </p:grpSpPr>
            <p:sp>
              <p:nvSpPr>
                <p:cNvPr id="25" name="object 27">
                  <a:extLst>
                    <a:ext uri="{FF2B5EF4-FFF2-40B4-BE49-F238E27FC236}">
                      <a16:creationId xmlns:a16="http://schemas.microsoft.com/office/drawing/2014/main" id="{2B38FC41-9547-4D23-A16D-3DAC1651E544}"/>
                    </a:ext>
                  </a:extLst>
                </p:cNvPr>
                <p:cNvSpPr/>
                <p:nvPr/>
              </p:nvSpPr>
              <p:spPr>
                <a:xfrm>
                  <a:off x="5566862" y="4113616"/>
                  <a:ext cx="1931670" cy="74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1670" h="746125">
                      <a:moveTo>
                        <a:pt x="1931669" y="745998"/>
                      </a:moveTo>
                      <a:lnTo>
                        <a:pt x="1931669" y="0"/>
                      </a:lnTo>
                      <a:lnTo>
                        <a:pt x="0" y="0"/>
                      </a:lnTo>
                      <a:lnTo>
                        <a:pt x="0" y="745998"/>
                      </a:lnTo>
                      <a:lnTo>
                        <a:pt x="19050" y="745998"/>
                      </a:lnTo>
                      <a:lnTo>
                        <a:pt x="19050" y="38100"/>
                      </a:lnTo>
                      <a:lnTo>
                        <a:pt x="38099" y="19050"/>
                      </a:lnTo>
                      <a:lnTo>
                        <a:pt x="38099" y="38100"/>
                      </a:lnTo>
                      <a:lnTo>
                        <a:pt x="1893569" y="38100"/>
                      </a:lnTo>
                      <a:lnTo>
                        <a:pt x="1893569" y="19050"/>
                      </a:lnTo>
                      <a:lnTo>
                        <a:pt x="1912607" y="38100"/>
                      </a:lnTo>
                      <a:lnTo>
                        <a:pt x="1912607" y="745998"/>
                      </a:lnTo>
                      <a:lnTo>
                        <a:pt x="1931669" y="745998"/>
                      </a:lnTo>
                      <a:close/>
                    </a:path>
                    <a:path w="1931670" h="746125">
                      <a:moveTo>
                        <a:pt x="38099" y="38100"/>
                      </a:moveTo>
                      <a:lnTo>
                        <a:pt x="38099" y="19050"/>
                      </a:lnTo>
                      <a:lnTo>
                        <a:pt x="19050" y="38100"/>
                      </a:lnTo>
                      <a:lnTo>
                        <a:pt x="38099" y="38100"/>
                      </a:lnTo>
                      <a:close/>
                    </a:path>
                    <a:path w="1931670" h="746125">
                      <a:moveTo>
                        <a:pt x="38099" y="707898"/>
                      </a:moveTo>
                      <a:lnTo>
                        <a:pt x="38099" y="38100"/>
                      </a:lnTo>
                      <a:lnTo>
                        <a:pt x="19050" y="38100"/>
                      </a:lnTo>
                      <a:lnTo>
                        <a:pt x="19050" y="707898"/>
                      </a:lnTo>
                      <a:lnTo>
                        <a:pt x="38099" y="707898"/>
                      </a:lnTo>
                      <a:close/>
                    </a:path>
                    <a:path w="1931670" h="746125">
                      <a:moveTo>
                        <a:pt x="1912607" y="707898"/>
                      </a:moveTo>
                      <a:lnTo>
                        <a:pt x="19050" y="707898"/>
                      </a:lnTo>
                      <a:lnTo>
                        <a:pt x="38099" y="726948"/>
                      </a:lnTo>
                      <a:lnTo>
                        <a:pt x="38099" y="745998"/>
                      </a:lnTo>
                      <a:lnTo>
                        <a:pt x="1893569" y="745998"/>
                      </a:lnTo>
                      <a:lnTo>
                        <a:pt x="1893569" y="726948"/>
                      </a:lnTo>
                      <a:lnTo>
                        <a:pt x="1912607" y="707898"/>
                      </a:lnTo>
                      <a:close/>
                    </a:path>
                    <a:path w="1931670" h="746125">
                      <a:moveTo>
                        <a:pt x="38099" y="745998"/>
                      </a:moveTo>
                      <a:lnTo>
                        <a:pt x="38099" y="726948"/>
                      </a:lnTo>
                      <a:lnTo>
                        <a:pt x="19050" y="707898"/>
                      </a:lnTo>
                      <a:lnTo>
                        <a:pt x="19050" y="745998"/>
                      </a:lnTo>
                      <a:lnTo>
                        <a:pt x="38099" y="745998"/>
                      </a:lnTo>
                      <a:close/>
                    </a:path>
                    <a:path w="1931670" h="746125">
                      <a:moveTo>
                        <a:pt x="1912607" y="38100"/>
                      </a:moveTo>
                      <a:lnTo>
                        <a:pt x="1893569" y="19050"/>
                      </a:lnTo>
                      <a:lnTo>
                        <a:pt x="1893569" y="38100"/>
                      </a:lnTo>
                      <a:lnTo>
                        <a:pt x="1912607" y="38100"/>
                      </a:lnTo>
                      <a:close/>
                    </a:path>
                    <a:path w="1931670" h="746125">
                      <a:moveTo>
                        <a:pt x="1912607" y="707898"/>
                      </a:moveTo>
                      <a:lnTo>
                        <a:pt x="1912607" y="38100"/>
                      </a:lnTo>
                      <a:lnTo>
                        <a:pt x="1893569" y="38100"/>
                      </a:lnTo>
                      <a:lnTo>
                        <a:pt x="1893569" y="707898"/>
                      </a:lnTo>
                      <a:lnTo>
                        <a:pt x="1912607" y="707898"/>
                      </a:lnTo>
                      <a:close/>
                    </a:path>
                    <a:path w="1931670" h="746125">
                      <a:moveTo>
                        <a:pt x="1912607" y="745998"/>
                      </a:moveTo>
                      <a:lnTo>
                        <a:pt x="1912607" y="707898"/>
                      </a:lnTo>
                      <a:lnTo>
                        <a:pt x="1893569" y="726948"/>
                      </a:lnTo>
                      <a:lnTo>
                        <a:pt x="1893569" y="745998"/>
                      </a:lnTo>
                      <a:lnTo>
                        <a:pt x="1912607" y="7459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22">
                  <a:extLst>
                    <a:ext uri="{FF2B5EF4-FFF2-40B4-BE49-F238E27FC236}">
                      <a16:creationId xmlns:a16="http://schemas.microsoft.com/office/drawing/2014/main" id="{478C248F-255C-4549-B246-1D407FB5C163}"/>
                    </a:ext>
                  </a:extLst>
                </p:cNvPr>
                <p:cNvSpPr txBox="1"/>
                <p:nvPr/>
              </p:nvSpPr>
              <p:spPr>
                <a:xfrm>
                  <a:off x="5692246" y="4172033"/>
                  <a:ext cx="1711325" cy="64056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80010" marR="5080" indent="-67945" algn="ctr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lang="en-US" sz="2000" spc="-5" dirty="0">
                      <a:cs typeface="+mn-ea"/>
                      <a:sym typeface="+mn-lt"/>
                    </a:rPr>
                    <a:t>RoI </a:t>
                  </a:r>
                  <a:r>
                    <a:rPr lang="en-US" altLang="zh-CN" sz="2000" spc="-5" dirty="0">
                      <a:cs typeface="+mn-ea"/>
                      <a:sym typeface="+mn-lt"/>
                    </a:rPr>
                    <a:t>feature</a:t>
                  </a:r>
                </a:p>
                <a:p>
                  <a:pPr marL="80010" marR="5080" indent="-67945" algn="ctr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lang="en-US" sz="2000" spc="-5" dirty="0">
                      <a:cs typeface="+mn-ea"/>
                      <a:sym typeface="+mn-lt"/>
                    </a:rPr>
                    <a:t>extraction</a:t>
                  </a:r>
                  <a:endParaRPr sz="2000" dirty="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E3736AB-3D5F-4EBB-B0BC-B81DE62C70F8}"/>
                  </a:ext>
                </a:extLst>
              </p:cNvPr>
              <p:cNvGrpSpPr/>
              <p:nvPr/>
            </p:nvGrpSpPr>
            <p:grpSpPr>
              <a:xfrm>
                <a:off x="8045731" y="4108643"/>
                <a:ext cx="1860550" cy="746125"/>
                <a:chOff x="8282807" y="4083242"/>
                <a:chExt cx="1860550" cy="746125"/>
              </a:xfrm>
            </p:grpSpPr>
            <p:sp>
              <p:nvSpPr>
                <p:cNvPr id="28" name="object 5">
                  <a:extLst>
                    <a:ext uri="{FF2B5EF4-FFF2-40B4-BE49-F238E27FC236}">
                      <a16:creationId xmlns:a16="http://schemas.microsoft.com/office/drawing/2014/main" id="{C73A33B9-DAA9-4F10-9AFA-76756DB3AFB7}"/>
                    </a:ext>
                  </a:extLst>
                </p:cNvPr>
                <p:cNvSpPr/>
                <p:nvPr/>
              </p:nvSpPr>
              <p:spPr>
                <a:xfrm>
                  <a:off x="8282807" y="4083242"/>
                  <a:ext cx="1860550" cy="74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0550" h="746125">
                      <a:moveTo>
                        <a:pt x="1860042" y="745998"/>
                      </a:moveTo>
                      <a:lnTo>
                        <a:pt x="1860042" y="0"/>
                      </a:lnTo>
                      <a:lnTo>
                        <a:pt x="0" y="0"/>
                      </a:lnTo>
                      <a:lnTo>
                        <a:pt x="0" y="745998"/>
                      </a:lnTo>
                      <a:lnTo>
                        <a:pt x="19050" y="745998"/>
                      </a:lnTo>
                      <a:lnTo>
                        <a:pt x="19050" y="38100"/>
                      </a:lnTo>
                      <a:lnTo>
                        <a:pt x="38100" y="19050"/>
                      </a:lnTo>
                      <a:lnTo>
                        <a:pt x="38100" y="38100"/>
                      </a:lnTo>
                      <a:lnTo>
                        <a:pt x="1821929" y="38100"/>
                      </a:lnTo>
                      <a:lnTo>
                        <a:pt x="1821929" y="19050"/>
                      </a:lnTo>
                      <a:lnTo>
                        <a:pt x="1840979" y="38100"/>
                      </a:lnTo>
                      <a:lnTo>
                        <a:pt x="1840979" y="745998"/>
                      </a:lnTo>
                      <a:lnTo>
                        <a:pt x="1860042" y="745998"/>
                      </a:lnTo>
                      <a:close/>
                    </a:path>
                    <a:path w="1860550" h="746125">
                      <a:moveTo>
                        <a:pt x="38100" y="38100"/>
                      </a:moveTo>
                      <a:lnTo>
                        <a:pt x="38100" y="19050"/>
                      </a:lnTo>
                      <a:lnTo>
                        <a:pt x="19050" y="38100"/>
                      </a:lnTo>
                      <a:lnTo>
                        <a:pt x="38100" y="38100"/>
                      </a:lnTo>
                      <a:close/>
                    </a:path>
                    <a:path w="1860550" h="746125">
                      <a:moveTo>
                        <a:pt x="38100" y="707898"/>
                      </a:moveTo>
                      <a:lnTo>
                        <a:pt x="38100" y="38100"/>
                      </a:lnTo>
                      <a:lnTo>
                        <a:pt x="19050" y="38100"/>
                      </a:lnTo>
                      <a:lnTo>
                        <a:pt x="19050" y="707898"/>
                      </a:lnTo>
                      <a:lnTo>
                        <a:pt x="38100" y="707898"/>
                      </a:lnTo>
                      <a:close/>
                    </a:path>
                    <a:path w="1860550" h="746125">
                      <a:moveTo>
                        <a:pt x="1840979" y="707898"/>
                      </a:moveTo>
                      <a:lnTo>
                        <a:pt x="19050" y="707898"/>
                      </a:lnTo>
                      <a:lnTo>
                        <a:pt x="38100" y="726948"/>
                      </a:lnTo>
                      <a:lnTo>
                        <a:pt x="38100" y="745998"/>
                      </a:lnTo>
                      <a:lnTo>
                        <a:pt x="1821929" y="745998"/>
                      </a:lnTo>
                      <a:lnTo>
                        <a:pt x="1821929" y="726948"/>
                      </a:lnTo>
                      <a:lnTo>
                        <a:pt x="1840979" y="707898"/>
                      </a:lnTo>
                      <a:close/>
                    </a:path>
                    <a:path w="1860550" h="746125">
                      <a:moveTo>
                        <a:pt x="38100" y="745998"/>
                      </a:moveTo>
                      <a:lnTo>
                        <a:pt x="38100" y="726948"/>
                      </a:lnTo>
                      <a:lnTo>
                        <a:pt x="19050" y="707898"/>
                      </a:lnTo>
                      <a:lnTo>
                        <a:pt x="19050" y="745998"/>
                      </a:lnTo>
                      <a:lnTo>
                        <a:pt x="38100" y="745998"/>
                      </a:lnTo>
                      <a:close/>
                    </a:path>
                    <a:path w="1860550" h="746125">
                      <a:moveTo>
                        <a:pt x="1840979" y="38100"/>
                      </a:moveTo>
                      <a:lnTo>
                        <a:pt x="1821929" y="19050"/>
                      </a:lnTo>
                      <a:lnTo>
                        <a:pt x="1821929" y="38100"/>
                      </a:lnTo>
                      <a:lnTo>
                        <a:pt x="1840979" y="38100"/>
                      </a:lnTo>
                      <a:close/>
                    </a:path>
                    <a:path w="1860550" h="746125">
                      <a:moveTo>
                        <a:pt x="1840979" y="707898"/>
                      </a:moveTo>
                      <a:lnTo>
                        <a:pt x="1840979" y="38100"/>
                      </a:lnTo>
                      <a:lnTo>
                        <a:pt x="1821929" y="38100"/>
                      </a:lnTo>
                      <a:lnTo>
                        <a:pt x="1821929" y="707898"/>
                      </a:lnTo>
                      <a:lnTo>
                        <a:pt x="1840979" y="707898"/>
                      </a:lnTo>
                      <a:close/>
                    </a:path>
                    <a:path w="1860550" h="746125">
                      <a:moveTo>
                        <a:pt x="1840979" y="745998"/>
                      </a:moveTo>
                      <a:lnTo>
                        <a:pt x="1840979" y="707898"/>
                      </a:lnTo>
                      <a:lnTo>
                        <a:pt x="1821929" y="726948"/>
                      </a:lnTo>
                      <a:lnTo>
                        <a:pt x="1821929" y="745998"/>
                      </a:lnTo>
                      <a:lnTo>
                        <a:pt x="1840979" y="7459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object 6">
                  <a:extLst>
                    <a:ext uri="{FF2B5EF4-FFF2-40B4-BE49-F238E27FC236}">
                      <a16:creationId xmlns:a16="http://schemas.microsoft.com/office/drawing/2014/main" id="{28DBCDB7-397D-41D1-A310-76A003EC8AE1}"/>
                    </a:ext>
                  </a:extLst>
                </p:cNvPr>
                <p:cNvSpPr txBox="1"/>
                <p:nvPr/>
              </p:nvSpPr>
              <p:spPr>
                <a:xfrm>
                  <a:off x="8359428" y="4138770"/>
                  <a:ext cx="1724660" cy="63500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346075" marR="5080" indent="-334010">
                    <a:lnSpc>
                      <a:spcPct val="100000"/>
                    </a:lnSpc>
                    <a:spcBef>
                      <a:spcPts val="95"/>
                    </a:spcBef>
                  </a:pPr>
                  <a:r>
                    <a:rPr sz="2000" spc="-5" dirty="0">
                      <a:cs typeface="+mn-ea"/>
                      <a:sym typeface="+mn-lt"/>
                    </a:rPr>
                    <a:t>object</a:t>
                  </a:r>
                  <a:r>
                    <a:rPr sz="2000" spc="-55" dirty="0">
                      <a:cs typeface="+mn-ea"/>
                      <a:sym typeface="+mn-lt"/>
                    </a:rPr>
                    <a:t> </a:t>
                  </a:r>
                  <a:r>
                    <a:rPr sz="2000" spc="-5" dirty="0">
                      <a:cs typeface="+mn-ea"/>
                      <a:sym typeface="+mn-lt"/>
                    </a:rPr>
                    <a:t>parameter  prediction</a:t>
                  </a:r>
                  <a:endParaRPr sz="20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0" name="object 7">
                <a:extLst>
                  <a:ext uri="{FF2B5EF4-FFF2-40B4-BE49-F238E27FC236}">
                    <a16:creationId xmlns:a16="http://schemas.microsoft.com/office/drawing/2014/main" id="{35963E04-9483-46B1-9CFA-AAD44231EECC}"/>
                  </a:ext>
                </a:extLst>
              </p:cNvPr>
              <p:cNvSpPr/>
              <p:nvPr/>
            </p:nvSpPr>
            <p:spPr>
              <a:xfrm>
                <a:off x="7455350" y="4406641"/>
                <a:ext cx="510879" cy="99328"/>
              </a:xfrm>
              <a:custGeom>
                <a:avLst/>
                <a:gdLst/>
                <a:ahLst/>
                <a:cxnLst/>
                <a:rect l="l" t="t" r="r" b="b"/>
                <a:pathLst>
                  <a:path w="532129" h="114300">
                    <a:moveTo>
                      <a:pt x="436626" y="76200"/>
                    </a:moveTo>
                    <a:lnTo>
                      <a:pt x="436626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436626" y="76200"/>
                    </a:lnTo>
                    <a:close/>
                  </a:path>
                  <a:path w="532129" h="114300">
                    <a:moveTo>
                      <a:pt x="531876" y="57150"/>
                    </a:moveTo>
                    <a:lnTo>
                      <a:pt x="417576" y="0"/>
                    </a:lnTo>
                    <a:lnTo>
                      <a:pt x="417576" y="38100"/>
                    </a:lnTo>
                    <a:lnTo>
                      <a:pt x="436626" y="38100"/>
                    </a:lnTo>
                    <a:lnTo>
                      <a:pt x="436626" y="104775"/>
                    </a:lnTo>
                    <a:lnTo>
                      <a:pt x="531876" y="57150"/>
                    </a:lnTo>
                    <a:close/>
                  </a:path>
                  <a:path w="532129" h="114300">
                    <a:moveTo>
                      <a:pt x="436626" y="104775"/>
                    </a:moveTo>
                    <a:lnTo>
                      <a:pt x="436626" y="76200"/>
                    </a:lnTo>
                    <a:lnTo>
                      <a:pt x="417576" y="76200"/>
                    </a:lnTo>
                    <a:lnTo>
                      <a:pt x="417576" y="114300"/>
                    </a:lnTo>
                    <a:lnTo>
                      <a:pt x="436626" y="1047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object 28">
                <a:extLst>
                  <a:ext uri="{FF2B5EF4-FFF2-40B4-BE49-F238E27FC236}">
                    <a16:creationId xmlns:a16="http://schemas.microsoft.com/office/drawing/2014/main" id="{D9E0F4C7-B3A4-4A6D-884B-AFA03FB4D914}"/>
                  </a:ext>
                </a:extLst>
              </p:cNvPr>
              <p:cNvSpPr/>
              <p:nvPr/>
            </p:nvSpPr>
            <p:spPr>
              <a:xfrm>
                <a:off x="9974944" y="4401070"/>
                <a:ext cx="57975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9754" h="114300">
                    <a:moveTo>
                      <a:pt x="483870" y="76200"/>
                    </a:moveTo>
                    <a:lnTo>
                      <a:pt x="483870" y="38100"/>
                    </a:lnTo>
                    <a:lnTo>
                      <a:pt x="0" y="38100"/>
                    </a:lnTo>
                    <a:lnTo>
                      <a:pt x="0" y="76200"/>
                    </a:lnTo>
                    <a:lnTo>
                      <a:pt x="483870" y="76200"/>
                    </a:lnTo>
                    <a:close/>
                  </a:path>
                  <a:path w="579754" h="114300">
                    <a:moveTo>
                      <a:pt x="579132" y="57150"/>
                    </a:moveTo>
                    <a:lnTo>
                      <a:pt x="464832" y="0"/>
                    </a:lnTo>
                    <a:lnTo>
                      <a:pt x="464832" y="38100"/>
                    </a:lnTo>
                    <a:lnTo>
                      <a:pt x="483870" y="38100"/>
                    </a:lnTo>
                    <a:lnTo>
                      <a:pt x="483870" y="104781"/>
                    </a:lnTo>
                    <a:lnTo>
                      <a:pt x="579132" y="57150"/>
                    </a:lnTo>
                    <a:close/>
                  </a:path>
                  <a:path w="579754" h="114300">
                    <a:moveTo>
                      <a:pt x="483870" y="104781"/>
                    </a:moveTo>
                    <a:lnTo>
                      <a:pt x="483870" y="76200"/>
                    </a:lnTo>
                    <a:lnTo>
                      <a:pt x="464832" y="76200"/>
                    </a:lnTo>
                    <a:lnTo>
                      <a:pt x="464832" y="114300"/>
                    </a:lnTo>
                    <a:lnTo>
                      <a:pt x="483870" y="10478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bject 29">
                <a:extLst>
                  <a:ext uri="{FF2B5EF4-FFF2-40B4-BE49-F238E27FC236}">
                    <a16:creationId xmlns:a16="http://schemas.microsoft.com/office/drawing/2014/main" id="{4674CF26-17B4-4DD4-87FD-67DCB7E34BBE}"/>
                  </a:ext>
                </a:extLst>
              </p:cNvPr>
              <p:cNvSpPr txBox="1"/>
              <p:nvPr/>
            </p:nvSpPr>
            <p:spPr>
              <a:xfrm>
                <a:off x="10576158" y="4032125"/>
                <a:ext cx="1574800" cy="86946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indent="-28575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297815" algn="l"/>
                    <a:tab pos="298450" algn="l"/>
                  </a:tabLst>
                </a:pPr>
                <a:r>
                  <a:rPr sz="1800" spc="-5" dirty="0">
                    <a:cs typeface="+mn-ea"/>
                    <a:sym typeface="+mn-lt"/>
                  </a:rPr>
                  <a:t>object</a:t>
                </a:r>
                <a:r>
                  <a:rPr sz="1800" spc="-25" dirty="0">
                    <a:cs typeface="+mn-ea"/>
                    <a:sym typeface="+mn-lt"/>
                  </a:rPr>
                  <a:t> </a:t>
                </a:r>
                <a:r>
                  <a:rPr sz="1800" dirty="0">
                    <a:cs typeface="+mn-ea"/>
                    <a:sym typeface="+mn-lt"/>
                  </a:rPr>
                  <a:t>class</a:t>
                </a:r>
                <a:endParaRPr lang="en-US" altLang="zh-CN" sz="1800" dirty="0">
                  <a:cs typeface="+mn-ea"/>
                  <a:sym typeface="+mn-lt"/>
                </a:endParaRPr>
              </a:p>
              <a:p>
                <a:pPr marL="298450" indent="-28575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297815" algn="l"/>
                    <a:tab pos="298450" algn="l"/>
                  </a:tabLst>
                </a:pPr>
                <a:r>
                  <a:rPr sz="1800" spc="-5" dirty="0">
                    <a:cs typeface="+mn-ea"/>
                    <a:sym typeface="+mn-lt"/>
                  </a:rPr>
                  <a:t>bounding</a:t>
                </a:r>
                <a:r>
                  <a:rPr sz="1800" spc="-80" dirty="0">
                    <a:cs typeface="+mn-ea"/>
                    <a:sym typeface="+mn-lt"/>
                  </a:rPr>
                  <a:t> </a:t>
                </a:r>
                <a:r>
                  <a:rPr sz="1800" spc="-5" dirty="0">
                    <a:cs typeface="+mn-ea"/>
                    <a:sym typeface="+mn-lt"/>
                  </a:rPr>
                  <a:t>box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298450" indent="-28575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  <a:tabLst>
                    <a:tab pos="297815" algn="l"/>
                    <a:tab pos="298450" algn="l"/>
                  </a:tabLst>
                </a:pPr>
                <a:r>
                  <a:rPr sz="1800" spc="-5" dirty="0">
                    <a:cs typeface="+mn-ea"/>
                    <a:sym typeface="+mn-lt"/>
                  </a:rPr>
                  <a:t>object</a:t>
                </a:r>
                <a:r>
                  <a:rPr sz="1800" spc="-30" dirty="0">
                    <a:cs typeface="+mn-ea"/>
                    <a:sym typeface="+mn-lt"/>
                  </a:rPr>
                  <a:t> </a:t>
                </a:r>
                <a:r>
                  <a:rPr sz="1800" dirty="0">
                    <a:cs typeface="+mn-ea"/>
                    <a:sym typeface="+mn-lt"/>
                  </a:rPr>
                  <a:t>mask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AF7F7CA-2872-4BE8-A4D2-A0E654701DEB}"/>
                  </a:ext>
                </a:extLst>
              </p:cNvPr>
              <p:cNvGrpSpPr/>
              <p:nvPr/>
            </p:nvGrpSpPr>
            <p:grpSpPr>
              <a:xfrm>
                <a:off x="8304507" y="5087831"/>
                <a:ext cx="1358265" cy="1139555"/>
                <a:chOff x="8225568" y="5092844"/>
                <a:chExt cx="1358265" cy="1139555"/>
              </a:xfrm>
            </p:grpSpPr>
            <p:sp>
              <p:nvSpPr>
                <p:cNvPr id="34" name="object 14">
                  <a:extLst>
                    <a:ext uri="{FF2B5EF4-FFF2-40B4-BE49-F238E27FC236}">
                      <a16:creationId xmlns:a16="http://schemas.microsoft.com/office/drawing/2014/main" id="{411840E9-1237-4903-B0CC-C48376FE145D}"/>
                    </a:ext>
                  </a:extLst>
                </p:cNvPr>
                <p:cNvSpPr/>
                <p:nvPr/>
              </p:nvSpPr>
              <p:spPr>
                <a:xfrm>
                  <a:off x="8330768" y="5092844"/>
                  <a:ext cx="1147864" cy="565515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object 15">
                  <a:extLst>
                    <a:ext uri="{FF2B5EF4-FFF2-40B4-BE49-F238E27FC236}">
                      <a16:creationId xmlns:a16="http://schemas.microsoft.com/office/drawing/2014/main" id="{B090066D-F234-46EE-9603-7B276E13CF48}"/>
                    </a:ext>
                  </a:extLst>
                </p:cNvPr>
                <p:cNvSpPr txBox="1"/>
                <p:nvPr/>
              </p:nvSpPr>
              <p:spPr>
                <a:xfrm>
                  <a:off x="8225568" y="5658359"/>
                  <a:ext cx="1358265" cy="57404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06680" marR="5080" indent="-94615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spc="-5" dirty="0">
                      <a:cs typeface="+mn-ea"/>
                      <a:sym typeface="+mn-lt"/>
                    </a:rPr>
                    <a:t>fixed size</a:t>
                  </a:r>
                  <a:r>
                    <a:rPr sz="1800" spc="-90" dirty="0">
                      <a:cs typeface="+mn-ea"/>
                      <a:sym typeface="+mn-lt"/>
                    </a:rPr>
                    <a:t> </a:t>
                  </a:r>
                  <a:r>
                    <a:rPr sz="1800" dirty="0">
                      <a:cs typeface="+mn-ea"/>
                      <a:sym typeface="+mn-lt"/>
                    </a:rPr>
                    <a:t>map  for each</a:t>
                  </a:r>
                  <a:r>
                    <a:rPr sz="1800" spc="-55" dirty="0">
                      <a:cs typeface="+mn-ea"/>
                      <a:sym typeface="+mn-lt"/>
                    </a:rPr>
                    <a:t> </a:t>
                  </a:r>
                  <a:r>
                    <a:rPr sz="1800" dirty="0">
                      <a:cs typeface="+mn-ea"/>
                      <a:sym typeface="+mn-lt"/>
                    </a:rPr>
                    <a:t>RoI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EBE332A-62F1-4D13-8240-B2963316F36C}"/>
                      </a:ext>
                    </a:extLst>
                  </p:cNvPr>
                  <p:cNvSpPr txBox="1"/>
                  <p:nvPr/>
                </p:nvSpPr>
                <p:spPr>
                  <a:xfrm>
                    <a:off x="8349138" y="3489139"/>
                    <a:ext cx="1269002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dirty="0">
                      <a:solidFill>
                        <a:srgbClr val="7030A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EBE332A-62F1-4D13-8240-B2963316F3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9138" y="3489139"/>
                    <a:ext cx="126900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785" r="-7177" b="-3606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24124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3403-F1CC-4501-AF25-91198048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Feature Extraction: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input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5B1C-D169-4192-87C9-5C339C477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Feature Map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利用</a:t>
            </a:r>
            <a:r>
              <a:rPr lang="en-US" altLang="zh-CN" dirty="0">
                <a:cs typeface="+mn-ea"/>
                <a:sym typeface="+mn-lt"/>
              </a:rPr>
              <a:t>CNN</a:t>
            </a:r>
            <a:r>
              <a:rPr lang="zh-CN" altLang="en-US" dirty="0">
                <a:cs typeface="+mn-ea"/>
                <a:sym typeface="+mn-lt"/>
              </a:rPr>
              <a:t>计算输入图像的特征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E320543-E194-4E83-8CEC-40AA3B842200}"/>
              </a:ext>
            </a:extLst>
          </p:cNvPr>
          <p:cNvGrpSpPr/>
          <p:nvPr/>
        </p:nvGrpSpPr>
        <p:grpSpPr>
          <a:xfrm>
            <a:off x="1873252" y="2916363"/>
            <a:ext cx="2466848" cy="1750378"/>
            <a:chOff x="1288173" y="3881563"/>
            <a:chExt cx="2466848" cy="1750378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4DDD44B8-E211-406D-BB75-01621F1B09D5}"/>
                </a:ext>
              </a:extLst>
            </p:cNvPr>
            <p:cNvSpPr/>
            <p:nvPr/>
          </p:nvSpPr>
          <p:spPr>
            <a:xfrm>
              <a:off x="1917839" y="4305300"/>
              <a:ext cx="1837182" cy="13266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DF89AD08-EE0C-4CA5-8134-6941E69CCEC7}"/>
                </a:ext>
              </a:extLst>
            </p:cNvPr>
            <p:cNvSpPr/>
            <p:nvPr/>
          </p:nvSpPr>
          <p:spPr>
            <a:xfrm>
              <a:off x="1920887" y="4138421"/>
              <a:ext cx="1828800" cy="85725"/>
            </a:xfrm>
            <a:custGeom>
              <a:avLst/>
              <a:gdLst/>
              <a:ahLst/>
              <a:cxnLst/>
              <a:rect l="l" t="t" r="r" b="b"/>
              <a:pathLst>
                <a:path w="1828800" h="85725">
                  <a:moveTo>
                    <a:pt x="76961" y="0"/>
                  </a:moveTo>
                  <a:lnTo>
                    <a:pt x="0" y="38099"/>
                  </a:lnTo>
                  <a:lnTo>
                    <a:pt x="64007" y="70103"/>
                  </a:lnTo>
                  <a:lnTo>
                    <a:pt x="64007" y="35051"/>
                  </a:lnTo>
                  <a:lnTo>
                    <a:pt x="76610" y="35119"/>
                  </a:lnTo>
                  <a:lnTo>
                    <a:pt x="76961" y="0"/>
                  </a:lnTo>
                  <a:close/>
                </a:path>
                <a:path w="1828800" h="85725">
                  <a:moveTo>
                    <a:pt x="76610" y="35119"/>
                  </a:moveTo>
                  <a:lnTo>
                    <a:pt x="64007" y="35051"/>
                  </a:lnTo>
                  <a:lnTo>
                    <a:pt x="64007" y="41147"/>
                  </a:lnTo>
                  <a:lnTo>
                    <a:pt x="76549" y="41215"/>
                  </a:lnTo>
                  <a:lnTo>
                    <a:pt x="76610" y="35119"/>
                  </a:lnTo>
                  <a:close/>
                </a:path>
                <a:path w="1828800" h="85725">
                  <a:moveTo>
                    <a:pt x="76549" y="41215"/>
                  </a:moveTo>
                  <a:lnTo>
                    <a:pt x="64007" y="41147"/>
                  </a:lnTo>
                  <a:lnTo>
                    <a:pt x="64007" y="70103"/>
                  </a:lnTo>
                  <a:lnTo>
                    <a:pt x="76199" y="76199"/>
                  </a:lnTo>
                  <a:lnTo>
                    <a:pt x="76549" y="41215"/>
                  </a:lnTo>
                  <a:close/>
                </a:path>
                <a:path w="1828800" h="85725">
                  <a:moveTo>
                    <a:pt x="1753012" y="44128"/>
                  </a:moveTo>
                  <a:lnTo>
                    <a:pt x="76610" y="35119"/>
                  </a:lnTo>
                  <a:lnTo>
                    <a:pt x="76549" y="41215"/>
                  </a:lnTo>
                  <a:lnTo>
                    <a:pt x="1752951" y="50224"/>
                  </a:lnTo>
                  <a:lnTo>
                    <a:pt x="1753012" y="44128"/>
                  </a:lnTo>
                  <a:close/>
                </a:path>
                <a:path w="1828800" h="85725">
                  <a:moveTo>
                    <a:pt x="1765553" y="78866"/>
                  </a:moveTo>
                  <a:lnTo>
                    <a:pt x="1765553" y="50291"/>
                  </a:lnTo>
                  <a:lnTo>
                    <a:pt x="1752951" y="50224"/>
                  </a:lnTo>
                  <a:lnTo>
                    <a:pt x="1752600" y="85343"/>
                  </a:lnTo>
                  <a:lnTo>
                    <a:pt x="1765553" y="78866"/>
                  </a:lnTo>
                  <a:close/>
                </a:path>
                <a:path w="1828800" h="85725">
                  <a:moveTo>
                    <a:pt x="1765553" y="50291"/>
                  </a:moveTo>
                  <a:lnTo>
                    <a:pt x="1765553" y="44195"/>
                  </a:lnTo>
                  <a:lnTo>
                    <a:pt x="1753012" y="44128"/>
                  </a:lnTo>
                  <a:lnTo>
                    <a:pt x="1752951" y="50224"/>
                  </a:lnTo>
                  <a:lnTo>
                    <a:pt x="1765553" y="50291"/>
                  </a:lnTo>
                  <a:close/>
                </a:path>
                <a:path w="1828800" h="85725">
                  <a:moveTo>
                    <a:pt x="1828800" y="47243"/>
                  </a:moveTo>
                  <a:lnTo>
                    <a:pt x="1753362" y="9143"/>
                  </a:lnTo>
                  <a:lnTo>
                    <a:pt x="1753012" y="44128"/>
                  </a:lnTo>
                  <a:lnTo>
                    <a:pt x="1765553" y="44195"/>
                  </a:lnTo>
                  <a:lnTo>
                    <a:pt x="1765553" y="78866"/>
                  </a:lnTo>
                  <a:lnTo>
                    <a:pt x="1828800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519A0C03-78D4-4CB9-8878-AD074D6B4A9F}"/>
                </a:ext>
              </a:extLst>
            </p:cNvPr>
            <p:cNvSpPr txBox="1"/>
            <p:nvPr/>
          </p:nvSpPr>
          <p:spPr>
            <a:xfrm>
              <a:off x="2651137" y="3881563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806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AD76268F-3CEC-49C3-8121-6BBE7C4D5696}"/>
                </a:ext>
              </a:extLst>
            </p:cNvPr>
            <p:cNvSpPr/>
            <p:nvPr/>
          </p:nvSpPr>
          <p:spPr>
            <a:xfrm>
              <a:off x="1656473" y="4316729"/>
              <a:ext cx="85090" cy="1254760"/>
            </a:xfrm>
            <a:custGeom>
              <a:avLst/>
              <a:gdLst/>
              <a:ahLst/>
              <a:cxnLst/>
              <a:rect l="l" t="t" r="r" b="b"/>
              <a:pathLst>
                <a:path w="85089" h="1254760">
                  <a:moveTo>
                    <a:pt x="76200" y="76200"/>
                  </a:moveTo>
                  <a:lnTo>
                    <a:pt x="37338" y="0"/>
                  </a:lnTo>
                  <a:lnTo>
                    <a:pt x="0" y="76962"/>
                  </a:lnTo>
                  <a:lnTo>
                    <a:pt x="34290" y="76619"/>
                  </a:lnTo>
                  <a:lnTo>
                    <a:pt x="34290" y="64008"/>
                  </a:lnTo>
                  <a:lnTo>
                    <a:pt x="41148" y="64008"/>
                  </a:lnTo>
                  <a:lnTo>
                    <a:pt x="41249" y="76549"/>
                  </a:lnTo>
                  <a:lnTo>
                    <a:pt x="76200" y="76200"/>
                  </a:lnTo>
                  <a:close/>
                </a:path>
                <a:path w="85089" h="1254760">
                  <a:moveTo>
                    <a:pt x="50292" y="1247969"/>
                  </a:moveTo>
                  <a:lnTo>
                    <a:pt x="50292" y="1190244"/>
                  </a:lnTo>
                  <a:lnTo>
                    <a:pt x="43434" y="1190244"/>
                  </a:lnTo>
                  <a:lnTo>
                    <a:pt x="43332" y="1177702"/>
                  </a:lnTo>
                  <a:lnTo>
                    <a:pt x="8382" y="1178052"/>
                  </a:lnTo>
                  <a:lnTo>
                    <a:pt x="47244" y="1254252"/>
                  </a:lnTo>
                  <a:lnTo>
                    <a:pt x="50292" y="1247969"/>
                  </a:lnTo>
                  <a:close/>
                </a:path>
                <a:path w="85089" h="1254760">
                  <a:moveTo>
                    <a:pt x="41249" y="76549"/>
                  </a:moveTo>
                  <a:lnTo>
                    <a:pt x="41148" y="64008"/>
                  </a:lnTo>
                  <a:lnTo>
                    <a:pt x="34290" y="64008"/>
                  </a:lnTo>
                  <a:lnTo>
                    <a:pt x="34392" y="76618"/>
                  </a:lnTo>
                  <a:lnTo>
                    <a:pt x="41249" y="76549"/>
                  </a:lnTo>
                  <a:close/>
                </a:path>
                <a:path w="85089" h="1254760">
                  <a:moveTo>
                    <a:pt x="34392" y="76618"/>
                  </a:moveTo>
                  <a:lnTo>
                    <a:pt x="34290" y="64008"/>
                  </a:lnTo>
                  <a:lnTo>
                    <a:pt x="34290" y="76619"/>
                  </a:lnTo>
                  <a:close/>
                </a:path>
                <a:path w="85089" h="1254760">
                  <a:moveTo>
                    <a:pt x="50189" y="1177633"/>
                  </a:moveTo>
                  <a:lnTo>
                    <a:pt x="41249" y="76549"/>
                  </a:lnTo>
                  <a:lnTo>
                    <a:pt x="34392" y="76618"/>
                  </a:lnTo>
                  <a:lnTo>
                    <a:pt x="43332" y="1177702"/>
                  </a:lnTo>
                  <a:lnTo>
                    <a:pt x="50189" y="1177633"/>
                  </a:lnTo>
                  <a:close/>
                </a:path>
                <a:path w="85089" h="1254760">
                  <a:moveTo>
                    <a:pt x="50292" y="1190244"/>
                  </a:moveTo>
                  <a:lnTo>
                    <a:pt x="50189" y="1177633"/>
                  </a:lnTo>
                  <a:lnTo>
                    <a:pt x="43332" y="1177702"/>
                  </a:lnTo>
                  <a:lnTo>
                    <a:pt x="43434" y="1190244"/>
                  </a:lnTo>
                  <a:lnTo>
                    <a:pt x="50292" y="1190244"/>
                  </a:lnTo>
                  <a:close/>
                </a:path>
                <a:path w="85089" h="1254760">
                  <a:moveTo>
                    <a:pt x="84582" y="1177290"/>
                  </a:moveTo>
                  <a:lnTo>
                    <a:pt x="50189" y="1177633"/>
                  </a:lnTo>
                  <a:lnTo>
                    <a:pt x="50292" y="1247969"/>
                  </a:lnTo>
                  <a:lnTo>
                    <a:pt x="84582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E815C357-9D12-45CD-85D9-783EC1B8EAC3}"/>
                </a:ext>
              </a:extLst>
            </p:cNvPr>
            <p:cNvSpPr txBox="1"/>
            <p:nvPr/>
          </p:nvSpPr>
          <p:spPr>
            <a:xfrm>
              <a:off x="1288173" y="4818760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605</a:t>
              </a:r>
              <a:endParaRPr sz="1800" dirty="0">
                <a:cs typeface="+mn-ea"/>
                <a:sym typeface="+mn-lt"/>
              </a:endParaRPr>
            </a:p>
          </p:txBody>
        </p:sp>
      </p:grpSp>
      <p:sp>
        <p:nvSpPr>
          <p:cNvPr id="22" name="object 9">
            <a:extLst>
              <a:ext uri="{FF2B5EF4-FFF2-40B4-BE49-F238E27FC236}">
                <a16:creationId xmlns:a16="http://schemas.microsoft.com/office/drawing/2014/main" id="{C2BA9B1B-92B4-42A8-B50E-039692C2D950}"/>
              </a:ext>
            </a:extLst>
          </p:cNvPr>
          <p:cNvSpPr/>
          <p:nvPr/>
        </p:nvSpPr>
        <p:spPr>
          <a:xfrm>
            <a:off x="6595461" y="3969523"/>
            <a:ext cx="650830" cy="114300"/>
          </a:xfrm>
          <a:custGeom>
            <a:avLst/>
            <a:gdLst/>
            <a:ahLst/>
            <a:cxnLst/>
            <a:rect l="l" t="t" r="r" b="b"/>
            <a:pathLst>
              <a:path w="505460" h="114300">
                <a:moveTo>
                  <a:pt x="391673" y="37816"/>
                </a:moveTo>
                <a:lnTo>
                  <a:pt x="762" y="32004"/>
                </a:lnTo>
                <a:lnTo>
                  <a:pt x="0" y="70104"/>
                </a:lnTo>
                <a:lnTo>
                  <a:pt x="390911" y="75916"/>
                </a:lnTo>
                <a:lnTo>
                  <a:pt x="391673" y="37816"/>
                </a:lnTo>
                <a:close/>
              </a:path>
              <a:path w="505460" h="114300">
                <a:moveTo>
                  <a:pt x="410718" y="104353"/>
                </a:moveTo>
                <a:lnTo>
                  <a:pt x="410718" y="38100"/>
                </a:lnTo>
                <a:lnTo>
                  <a:pt x="409956" y="76200"/>
                </a:lnTo>
                <a:lnTo>
                  <a:pt x="390911" y="75916"/>
                </a:lnTo>
                <a:lnTo>
                  <a:pt x="390144" y="114300"/>
                </a:lnTo>
                <a:lnTo>
                  <a:pt x="410718" y="104353"/>
                </a:lnTo>
                <a:close/>
              </a:path>
              <a:path w="505460" h="114300">
                <a:moveTo>
                  <a:pt x="410718" y="38100"/>
                </a:moveTo>
                <a:lnTo>
                  <a:pt x="391673" y="37816"/>
                </a:lnTo>
                <a:lnTo>
                  <a:pt x="390911" y="75916"/>
                </a:lnTo>
                <a:lnTo>
                  <a:pt x="409956" y="76200"/>
                </a:lnTo>
                <a:lnTo>
                  <a:pt x="410718" y="38100"/>
                </a:lnTo>
                <a:close/>
              </a:path>
              <a:path w="505460" h="114300">
                <a:moveTo>
                  <a:pt x="505206" y="58674"/>
                </a:moveTo>
                <a:lnTo>
                  <a:pt x="392430" y="0"/>
                </a:lnTo>
                <a:lnTo>
                  <a:pt x="391673" y="37816"/>
                </a:lnTo>
                <a:lnTo>
                  <a:pt x="410718" y="38100"/>
                </a:lnTo>
                <a:lnTo>
                  <a:pt x="410718" y="104353"/>
                </a:lnTo>
                <a:lnTo>
                  <a:pt x="505206" y="58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6085E654-8285-40BA-ADB5-3EE947E94307}"/>
              </a:ext>
            </a:extLst>
          </p:cNvPr>
          <p:cNvSpPr/>
          <p:nvPr/>
        </p:nvSpPr>
        <p:spPr>
          <a:xfrm>
            <a:off x="4486419" y="3981715"/>
            <a:ext cx="765890" cy="102108"/>
          </a:xfrm>
          <a:custGeom>
            <a:avLst/>
            <a:gdLst/>
            <a:ahLst/>
            <a:cxnLst/>
            <a:rect l="l" t="t" r="r" b="b"/>
            <a:pathLst>
              <a:path w="505460" h="114300">
                <a:moveTo>
                  <a:pt x="391164" y="37772"/>
                </a:moveTo>
                <a:lnTo>
                  <a:pt x="762" y="31241"/>
                </a:lnTo>
                <a:lnTo>
                  <a:pt x="0" y="69341"/>
                </a:lnTo>
                <a:lnTo>
                  <a:pt x="390656" y="75877"/>
                </a:lnTo>
                <a:lnTo>
                  <a:pt x="391164" y="37772"/>
                </a:lnTo>
                <a:close/>
              </a:path>
              <a:path w="505460" h="114300">
                <a:moveTo>
                  <a:pt x="410718" y="104353"/>
                </a:moveTo>
                <a:lnTo>
                  <a:pt x="410718" y="38099"/>
                </a:lnTo>
                <a:lnTo>
                  <a:pt x="409956" y="76199"/>
                </a:lnTo>
                <a:lnTo>
                  <a:pt x="390656" y="75877"/>
                </a:lnTo>
                <a:lnTo>
                  <a:pt x="390144" y="114299"/>
                </a:lnTo>
                <a:lnTo>
                  <a:pt x="410718" y="104353"/>
                </a:lnTo>
                <a:close/>
              </a:path>
              <a:path w="505460" h="114300">
                <a:moveTo>
                  <a:pt x="410718" y="38099"/>
                </a:moveTo>
                <a:lnTo>
                  <a:pt x="391164" y="37772"/>
                </a:lnTo>
                <a:lnTo>
                  <a:pt x="390656" y="75877"/>
                </a:lnTo>
                <a:lnTo>
                  <a:pt x="409956" y="76199"/>
                </a:lnTo>
                <a:lnTo>
                  <a:pt x="410718" y="38099"/>
                </a:lnTo>
                <a:close/>
              </a:path>
              <a:path w="505460" h="114300">
                <a:moveTo>
                  <a:pt x="505206" y="58673"/>
                </a:moveTo>
                <a:lnTo>
                  <a:pt x="391668" y="0"/>
                </a:lnTo>
                <a:lnTo>
                  <a:pt x="391164" y="37772"/>
                </a:lnTo>
                <a:lnTo>
                  <a:pt x="410718" y="38099"/>
                </a:lnTo>
                <a:lnTo>
                  <a:pt x="410718" y="104353"/>
                </a:lnTo>
                <a:lnTo>
                  <a:pt x="505206" y="586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pSp>
        <p:nvGrpSpPr>
          <p:cNvPr id="24" name="object 18">
            <a:extLst>
              <a:ext uri="{FF2B5EF4-FFF2-40B4-BE49-F238E27FC236}">
                <a16:creationId xmlns:a16="http://schemas.microsoft.com/office/drawing/2014/main" id="{54EDC5FA-4CE8-4C92-955E-BB3F98F0CC5B}"/>
              </a:ext>
            </a:extLst>
          </p:cNvPr>
          <p:cNvGrpSpPr/>
          <p:nvPr/>
        </p:nvGrpSpPr>
        <p:grpSpPr>
          <a:xfrm>
            <a:off x="5400645" y="3630434"/>
            <a:ext cx="1039494" cy="777240"/>
            <a:chOff x="4620653" y="4549140"/>
            <a:chExt cx="1039494" cy="777240"/>
          </a:xfrm>
        </p:grpSpPr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708F9395-1644-43FA-9663-B7ADC26FA38F}"/>
                </a:ext>
              </a:extLst>
            </p:cNvPr>
            <p:cNvSpPr/>
            <p:nvPr/>
          </p:nvSpPr>
          <p:spPr>
            <a:xfrm>
              <a:off x="4635131" y="4565904"/>
              <a:ext cx="1011555" cy="744220"/>
            </a:xfrm>
            <a:custGeom>
              <a:avLst/>
              <a:gdLst/>
              <a:ahLst/>
              <a:cxnLst/>
              <a:rect l="l" t="t" r="r" b="b"/>
              <a:pathLst>
                <a:path w="1011554" h="744220">
                  <a:moveTo>
                    <a:pt x="1011174" y="595122"/>
                  </a:moveTo>
                  <a:lnTo>
                    <a:pt x="1011174" y="148589"/>
                  </a:lnTo>
                  <a:lnTo>
                    <a:pt x="0" y="0"/>
                  </a:lnTo>
                  <a:lnTo>
                    <a:pt x="0" y="743712"/>
                  </a:lnTo>
                  <a:lnTo>
                    <a:pt x="1011174" y="5951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cs typeface="+mn-ea"/>
                <a:sym typeface="+mn-lt"/>
              </a:endParaRPr>
            </a:p>
          </p:txBody>
        </p:sp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57AB8075-3E49-44E2-8AD7-DDAA0EA3FCDE}"/>
                </a:ext>
              </a:extLst>
            </p:cNvPr>
            <p:cNvSpPr/>
            <p:nvPr/>
          </p:nvSpPr>
          <p:spPr>
            <a:xfrm>
              <a:off x="4620653" y="4549140"/>
              <a:ext cx="1039494" cy="777240"/>
            </a:xfrm>
            <a:custGeom>
              <a:avLst/>
              <a:gdLst/>
              <a:ahLst/>
              <a:cxnLst/>
              <a:rect l="l" t="t" r="r" b="b"/>
              <a:pathLst>
                <a:path w="1039495" h="777239">
                  <a:moveTo>
                    <a:pt x="1039368" y="624077"/>
                  </a:moveTo>
                  <a:lnTo>
                    <a:pt x="1039368" y="153161"/>
                  </a:lnTo>
                  <a:lnTo>
                    <a:pt x="0" y="0"/>
                  </a:lnTo>
                  <a:lnTo>
                    <a:pt x="0" y="777239"/>
                  </a:lnTo>
                  <a:lnTo>
                    <a:pt x="12191" y="775443"/>
                  </a:lnTo>
                  <a:lnTo>
                    <a:pt x="12191" y="30479"/>
                  </a:lnTo>
                  <a:lnTo>
                    <a:pt x="28193" y="16763"/>
                  </a:lnTo>
                  <a:lnTo>
                    <a:pt x="28193" y="32843"/>
                  </a:lnTo>
                  <a:lnTo>
                    <a:pt x="1011174" y="178031"/>
                  </a:lnTo>
                  <a:lnTo>
                    <a:pt x="1011174" y="165353"/>
                  </a:lnTo>
                  <a:lnTo>
                    <a:pt x="1023366" y="179831"/>
                  </a:lnTo>
                  <a:lnTo>
                    <a:pt x="1023366" y="626436"/>
                  </a:lnTo>
                  <a:lnTo>
                    <a:pt x="1039368" y="624077"/>
                  </a:lnTo>
                  <a:close/>
                </a:path>
                <a:path w="1039495" h="777239">
                  <a:moveTo>
                    <a:pt x="28193" y="32843"/>
                  </a:moveTo>
                  <a:lnTo>
                    <a:pt x="28193" y="16763"/>
                  </a:lnTo>
                  <a:lnTo>
                    <a:pt x="12191" y="30479"/>
                  </a:lnTo>
                  <a:lnTo>
                    <a:pt x="28193" y="32843"/>
                  </a:lnTo>
                  <a:close/>
                </a:path>
                <a:path w="1039495" h="777239">
                  <a:moveTo>
                    <a:pt x="28193" y="743646"/>
                  </a:moveTo>
                  <a:lnTo>
                    <a:pt x="28193" y="32843"/>
                  </a:lnTo>
                  <a:lnTo>
                    <a:pt x="12191" y="30479"/>
                  </a:lnTo>
                  <a:lnTo>
                    <a:pt x="12191" y="745997"/>
                  </a:lnTo>
                  <a:lnTo>
                    <a:pt x="28193" y="743646"/>
                  </a:lnTo>
                  <a:close/>
                </a:path>
                <a:path w="1039495" h="777239">
                  <a:moveTo>
                    <a:pt x="1023366" y="597407"/>
                  </a:moveTo>
                  <a:lnTo>
                    <a:pt x="12191" y="745997"/>
                  </a:lnTo>
                  <a:lnTo>
                    <a:pt x="28193" y="760475"/>
                  </a:lnTo>
                  <a:lnTo>
                    <a:pt x="28194" y="773085"/>
                  </a:lnTo>
                  <a:lnTo>
                    <a:pt x="1011174" y="628232"/>
                  </a:lnTo>
                  <a:lnTo>
                    <a:pt x="1011174" y="611885"/>
                  </a:lnTo>
                  <a:lnTo>
                    <a:pt x="1023366" y="597407"/>
                  </a:lnTo>
                  <a:close/>
                </a:path>
                <a:path w="1039495" h="777239">
                  <a:moveTo>
                    <a:pt x="28194" y="773085"/>
                  </a:moveTo>
                  <a:lnTo>
                    <a:pt x="28193" y="760475"/>
                  </a:lnTo>
                  <a:lnTo>
                    <a:pt x="12191" y="745997"/>
                  </a:lnTo>
                  <a:lnTo>
                    <a:pt x="12191" y="775443"/>
                  </a:lnTo>
                  <a:lnTo>
                    <a:pt x="28194" y="773085"/>
                  </a:lnTo>
                  <a:close/>
                </a:path>
                <a:path w="1039495" h="777239">
                  <a:moveTo>
                    <a:pt x="1023366" y="179831"/>
                  </a:moveTo>
                  <a:lnTo>
                    <a:pt x="1011174" y="165353"/>
                  </a:lnTo>
                  <a:lnTo>
                    <a:pt x="1011174" y="178031"/>
                  </a:lnTo>
                  <a:lnTo>
                    <a:pt x="1023366" y="179831"/>
                  </a:lnTo>
                  <a:close/>
                </a:path>
                <a:path w="1039495" h="777239">
                  <a:moveTo>
                    <a:pt x="1023366" y="597407"/>
                  </a:moveTo>
                  <a:lnTo>
                    <a:pt x="1023366" y="179831"/>
                  </a:lnTo>
                  <a:lnTo>
                    <a:pt x="1011174" y="178031"/>
                  </a:lnTo>
                  <a:lnTo>
                    <a:pt x="1011174" y="599199"/>
                  </a:lnTo>
                  <a:lnTo>
                    <a:pt x="1023366" y="597407"/>
                  </a:lnTo>
                  <a:close/>
                </a:path>
                <a:path w="1039495" h="777239">
                  <a:moveTo>
                    <a:pt x="1023366" y="626436"/>
                  </a:moveTo>
                  <a:lnTo>
                    <a:pt x="1023366" y="597407"/>
                  </a:lnTo>
                  <a:lnTo>
                    <a:pt x="1011174" y="611885"/>
                  </a:lnTo>
                  <a:lnTo>
                    <a:pt x="1011174" y="628232"/>
                  </a:lnTo>
                  <a:lnTo>
                    <a:pt x="1023366" y="626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  <p:sp>
        <p:nvSpPr>
          <p:cNvPr id="39" name="object 13">
            <a:extLst>
              <a:ext uri="{FF2B5EF4-FFF2-40B4-BE49-F238E27FC236}">
                <a16:creationId xmlns:a16="http://schemas.microsoft.com/office/drawing/2014/main" id="{375AF931-FF56-4D4C-B6BD-3059130D560D}"/>
              </a:ext>
            </a:extLst>
          </p:cNvPr>
          <p:cNvSpPr txBox="1"/>
          <p:nvPr/>
        </p:nvSpPr>
        <p:spPr>
          <a:xfrm>
            <a:off x="5465747" y="3867414"/>
            <a:ext cx="91494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cs typeface="+mn-ea"/>
                <a:sym typeface="+mn-lt"/>
              </a:rPr>
              <a:t>VGG-16</a:t>
            </a:r>
            <a:endParaRPr sz="1800" dirty="0">
              <a:cs typeface="+mn-ea"/>
              <a:sym typeface="+mn-lt"/>
            </a:endParaRPr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A5422F40-CF57-472F-8CB1-6543F7D4512D}"/>
              </a:ext>
            </a:extLst>
          </p:cNvPr>
          <p:cNvSpPr txBox="1"/>
          <p:nvPr/>
        </p:nvSpPr>
        <p:spPr>
          <a:xfrm>
            <a:off x="5170987" y="4575429"/>
            <a:ext cx="17213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dirty="0">
                <a:cs typeface="+mn-ea"/>
                <a:sym typeface="+mn-lt"/>
              </a:rPr>
              <a:t>convolution</a:t>
            </a: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dirty="0">
                <a:cs typeface="+mn-ea"/>
                <a:sym typeface="+mn-lt"/>
              </a:rPr>
              <a:t>max</a:t>
            </a:r>
            <a:r>
              <a:rPr sz="2000" spc="-80" dirty="0">
                <a:cs typeface="+mn-ea"/>
                <a:sym typeface="+mn-lt"/>
              </a:rPr>
              <a:t> </a:t>
            </a:r>
            <a:r>
              <a:rPr sz="2000" spc="-5" dirty="0">
                <a:cs typeface="+mn-ea"/>
                <a:sym typeface="+mn-lt"/>
              </a:rPr>
              <a:t>pooling</a:t>
            </a:r>
            <a:endParaRPr sz="2000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22">
                <a:extLst>
                  <a:ext uri="{FF2B5EF4-FFF2-40B4-BE49-F238E27FC236}">
                    <a16:creationId xmlns:a16="http://schemas.microsoft.com/office/drawing/2014/main" id="{7DF627BB-9FAE-49B6-8441-0D1A1C299E16}"/>
                  </a:ext>
                </a:extLst>
              </p:cNvPr>
              <p:cNvSpPr txBox="1"/>
              <p:nvPr/>
            </p:nvSpPr>
            <p:spPr>
              <a:xfrm>
                <a:off x="4982554" y="3001885"/>
                <a:ext cx="2151236" cy="45743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000" spc="-5" dirty="0">
                    <a:cs typeface="+mn-ea"/>
                    <a:sym typeface="+mn-lt"/>
                  </a:rPr>
                  <a:t>scaling factor</a:t>
                </a:r>
                <a:r>
                  <a:rPr lang="en-US" altLang="zh-CN" sz="2000" spc="-5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1" spc="-5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𝒔</m:t>
                    </m:r>
                    <m:r>
                      <a:rPr lang="en-US" altLang="zh-CN" sz="2000" b="0" i="1" spc="-5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f>
                      <m:fPr>
                        <m:ctrlPr>
                          <a:rPr lang="en-US" altLang="zh-CN" sz="2000" b="0" i="1" spc="-5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2000" b="0" i="1" spc="-5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pc="-5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32</m:t>
                        </m:r>
                      </m:den>
                    </m:f>
                  </m:oMath>
                </a14:m>
                <a:endParaRPr sz="2000" baseline="4487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2" name="object 22">
                <a:extLst>
                  <a:ext uri="{FF2B5EF4-FFF2-40B4-BE49-F238E27FC236}">
                    <a16:creationId xmlns:a16="http://schemas.microsoft.com/office/drawing/2014/main" id="{7DF627BB-9FAE-49B6-8441-0D1A1C299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554" y="3001885"/>
                <a:ext cx="2151236" cy="457433"/>
              </a:xfrm>
              <a:prstGeom prst="rect">
                <a:avLst/>
              </a:prstGeom>
              <a:blipFill>
                <a:blip r:embed="rId3"/>
                <a:stretch>
                  <a:fillRect l="-5382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bject 16">
            <a:extLst>
              <a:ext uri="{FF2B5EF4-FFF2-40B4-BE49-F238E27FC236}">
                <a16:creationId xmlns:a16="http://schemas.microsoft.com/office/drawing/2014/main" id="{46A5D5AC-0066-4E61-BDE4-69A4698F415E}"/>
              </a:ext>
            </a:extLst>
          </p:cNvPr>
          <p:cNvSpPr txBox="1"/>
          <p:nvPr/>
        </p:nvSpPr>
        <p:spPr>
          <a:xfrm>
            <a:off x="131857" y="6258117"/>
            <a:ext cx="49358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cs typeface="+mn-ea"/>
                <a:sym typeface="+mn-lt"/>
              </a:rPr>
              <a:t>K. Simonyan et. al. </a:t>
            </a:r>
            <a:r>
              <a:rPr sz="1600" spc="-35" dirty="0">
                <a:cs typeface="+mn-ea"/>
                <a:sym typeface="+mn-lt"/>
              </a:rPr>
              <a:t>“Very </a:t>
            </a:r>
            <a:r>
              <a:rPr sz="1600" dirty="0">
                <a:cs typeface="+mn-ea"/>
                <a:sym typeface="+mn-lt"/>
              </a:rPr>
              <a:t>Deep</a:t>
            </a:r>
            <a:r>
              <a:rPr sz="1600" spc="-25" dirty="0">
                <a:cs typeface="+mn-ea"/>
                <a:sym typeface="+mn-lt"/>
              </a:rPr>
              <a:t> </a:t>
            </a:r>
            <a:r>
              <a:rPr sz="1600" dirty="0">
                <a:cs typeface="+mn-ea"/>
                <a:sym typeface="+mn-lt"/>
              </a:rPr>
              <a:t>Convolutional</a:t>
            </a:r>
          </a:p>
          <a:p>
            <a:pPr marL="12700">
              <a:lnSpc>
                <a:spcPct val="100000"/>
              </a:lnSpc>
            </a:pPr>
            <a:r>
              <a:rPr sz="1600" dirty="0">
                <a:cs typeface="+mn-ea"/>
                <a:sym typeface="+mn-lt"/>
              </a:rPr>
              <a:t>Networks for </a:t>
            </a:r>
            <a:r>
              <a:rPr sz="1600" spc="-5" dirty="0">
                <a:cs typeface="+mn-ea"/>
                <a:sym typeface="+mn-lt"/>
              </a:rPr>
              <a:t>Large-Scale </a:t>
            </a:r>
            <a:r>
              <a:rPr sz="1600" dirty="0">
                <a:cs typeface="+mn-ea"/>
                <a:sym typeface="+mn-lt"/>
              </a:rPr>
              <a:t>Image Recognition,” </a:t>
            </a:r>
            <a:r>
              <a:rPr sz="1600" i="1" spc="-5" dirty="0">
                <a:cs typeface="+mn-ea"/>
                <a:sym typeface="+mn-lt"/>
              </a:rPr>
              <a:t>ICLR</a:t>
            </a:r>
            <a:r>
              <a:rPr sz="1600" spc="-5" dirty="0">
                <a:cs typeface="+mn-ea"/>
                <a:sym typeface="+mn-lt"/>
              </a:rPr>
              <a:t>,</a:t>
            </a:r>
            <a:r>
              <a:rPr sz="1600" spc="-50" dirty="0">
                <a:cs typeface="+mn-ea"/>
                <a:sym typeface="+mn-lt"/>
              </a:rPr>
              <a:t> </a:t>
            </a:r>
            <a:r>
              <a:rPr sz="1600" dirty="0">
                <a:cs typeface="+mn-ea"/>
                <a:sym typeface="+mn-lt"/>
              </a:rPr>
              <a:t>2015.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5497BF58-C02A-4BEB-B1F7-D27738E14465}"/>
              </a:ext>
            </a:extLst>
          </p:cNvPr>
          <p:cNvCxnSpPr>
            <a:cxnSpLocks/>
            <a:endCxn id="43" idx="0"/>
          </p:cNvCxnSpPr>
          <p:nvPr/>
        </p:nvCxnSpPr>
        <p:spPr>
          <a:xfrm rot="10800000" flipV="1">
            <a:off x="2599785" y="4267151"/>
            <a:ext cx="2815338" cy="1990966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AF5F82D-2CF6-44D0-B538-538339EFC145}"/>
                  </a:ext>
                </a:extLst>
              </p:cNvPr>
              <p:cNvSpPr txBox="1"/>
              <p:nvPr/>
            </p:nvSpPr>
            <p:spPr>
              <a:xfrm>
                <a:off x="9664169" y="2940617"/>
                <a:ext cx="1175194" cy="527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806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32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=25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AF5F82D-2CF6-44D0-B538-538339EFC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169" y="2940617"/>
                <a:ext cx="1175194" cy="527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bject 6">
            <a:extLst>
              <a:ext uri="{FF2B5EF4-FFF2-40B4-BE49-F238E27FC236}">
                <a16:creationId xmlns:a16="http://schemas.microsoft.com/office/drawing/2014/main" id="{CA31B144-C23E-4CBD-9E97-C7F4171B5775}"/>
              </a:ext>
            </a:extLst>
          </p:cNvPr>
          <p:cNvSpPr txBox="1"/>
          <p:nvPr/>
        </p:nvSpPr>
        <p:spPr>
          <a:xfrm>
            <a:off x="7927712" y="4553188"/>
            <a:ext cx="144488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130" marR="5080" indent="-393065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cs typeface="+mn-ea"/>
                <a:sym typeface="+mn-lt"/>
              </a:rPr>
              <a:t>conv.</a:t>
            </a:r>
            <a:r>
              <a:rPr sz="2000" spc="-95" dirty="0">
                <a:cs typeface="+mn-ea"/>
                <a:sym typeface="+mn-lt"/>
              </a:rPr>
              <a:t> </a:t>
            </a:r>
            <a:r>
              <a:rPr sz="2000" dirty="0">
                <a:cs typeface="+mn-ea"/>
                <a:sym typeface="+mn-lt"/>
              </a:rPr>
              <a:t>feature  </a:t>
            </a:r>
            <a:r>
              <a:rPr sz="2000" spc="-5" dirty="0">
                <a:cs typeface="+mn-ea"/>
                <a:sym typeface="+mn-lt"/>
              </a:rPr>
              <a:t>map</a:t>
            </a:r>
            <a:endParaRPr sz="2000" dirty="0">
              <a:cs typeface="+mn-ea"/>
              <a:sym typeface="+mn-lt"/>
            </a:endParaRPr>
          </a:p>
        </p:txBody>
      </p:sp>
      <p:sp>
        <p:nvSpPr>
          <p:cNvPr id="47" name="object 17">
            <a:extLst>
              <a:ext uri="{FF2B5EF4-FFF2-40B4-BE49-F238E27FC236}">
                <a16:creationId xmlns:a16="http://schemas.microsoft.com/office/drawing/2014/main" id="{AF80F99F-20E4-4A36-8C32-029F4E61CD81}"/>
              </a:ext>
            </a:extLst>
          </p:cNvPr>
          <p:cNvSpPr/>
          <p:nvPr/>
        </p:nvSpPr>
        <p:spPr>
          <a:xfrm>
            <a:off x="7824589" y="3314685"/>
            <a:ext cx="1721357" cy="12893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9F48F9-968E-4EF9-ACF5-B2404F0923A2}"/>
                  </a:ext>
                </a:extLst>
              </p:cNvPr>
              <p:cNvSpPr txBox="1"/>
              <p:nvPr/>
            </p:nvSpPr>
            <p:spPr>
              <a:xfrm>
                <a:off x="9689082" y="4024738"/>
                <a:ext cx="1177502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605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32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=18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9F48F9-968E-4EF9-ACF5-B2404F092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082" y="4024738"/>
                <a:ext cx="1177502" cy="616259"/>
              </a:xfrm>
              <a:prstGeom prst="rect">
                <a:avLst/>
              </a:prstGeom>
              <a:blipFill>
                <a:blip r:embed="rId6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23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3403-F1CC-4501-AF25-91198048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Feature Extraction: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input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5B1C-D169-4192-87C9-5C339C47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cs typeface="+mn-ea"/>
                <a:sym typeface="+mn-lt"/>
              </a:rPr>
              <a:t>RoI List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利用</a:t>
            </a:r>
            <a:r>
              <a:rPr lang="en-US" altLang="zh-CN" dirty="0">
                <a:cs typeface="+mn-ea"/>
                <a:sym typeface="+mn-lt"/>
              </a:rPr>
              <a:t>RPN</a:t>
            </a:r>
            <a:r>
              <a:rPr lang="zh-CN" altLang="en-US" dirty="0">
                <a:cs typeface="+mn-ea"/>
                <a:sym typeface="+mn-lt"/>
              </a:rPr>
              <a:t>计算</a:t>
            </a:r>
            <a:r>
              <a:rPr lang="en-US" altLang="zh-CN" dirty="0" err="1">
                <a:cs typeface="+mn-ea"/>
                <a:sym typeface="+mn-lt"/>
              </a:rPr>
              <a:t>RoIs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D7F18-1396-4A2F-8BF6-C124565A5931}"/>
              </a:ext>
            </a:extLst>
          </p:cNvPr>
          <p:cNvSpPr/>
          <p:nvPr/>
        </p:nvSpPr>
        <p:spPr>
          <a:xfrm>
            <a:off x="0" y="6213400"/>
            <a:ext cx="5825067" cy="64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marR="699770">
              <a:lnSpc>
                <a:spcPct val="116599"/>
              </a:lnSpc>
              <a:spcBef>
                <a:spcPts val="60"/>
              </a:spcBef>
            </a:pPr>
            <a:r>
              <a:rPr lang="en-US" altLang="zh-CN" sz="1600" spc="-5" dirty="0">
                <a:cs typeface="+mn-ea"/>
                <a:sym typeface="+mn-lt"/>
              </a:rPr>
              <a:t>Ren, </a:t>
            </a:r>
            <a:r>
              <a:rPr lang="en-US" altLang="zh-CN" sz="1600" i="1" spc="-5" dirty="0">
                <a:cs typeface="+mn-ea"/>
                <a:sym typeface="+mn-lt"/>
              </a:rPr>
              <a:t>et. al.</a:t>
            </a:r>
            <a:r>
              <a:rPr lang="en-US" altLang="zh-CN" sz="1600" spc="-5" dirty="0">
                <a:cs typeface="+mn-ea"/>
                <a:sym typeface="+mn-lt"/>
              </a:rPr>
              <a:t>, “Faster R-CNN: </a:t>
            </a:r>
            <a:r>
              <a:rPr lang="en-US" altLang="zh-CN" sz="1600" spc="-25" dirty="0">
                <a:cs typeface="+mn-ea"/>
                <a:sym typeface="+mn-lt"/>
              </a:rPr>
              <a:t>Towards </a:t>
            </a:r>
            <a:r>
              <a:rPr lang="en-US" altLang="zh-CN" sz="1600" spc="-10" dirty="0">
                <a:cs typeface="+mn-ea"/>
                <a:sym typeface="+mn-lt"/>
              </a:rPr>
              <a:t>Real-Time  </a:t>
            </a:r>
            <a:r>
              <a:rPr lang="en-US" altLang="zh-CN" sz="1600" spc="-5" dirty="0">
                <a:cs typeface="+mn-ea"/>
                <a:sym typeface="+mn-lt"/>
              </a:rPr>
              <a:t>Object Detection with Region Proposal Networks,” </a:t>
            </a:r>
            <a:r>
              <a:rPr lang="en-US" altLang="zh-CN" sz="1600" i="1" spc="-10" dirty="0">
                <a:cs typeface="+mn-ea"/>
                <a:sym typeface="+mn-lt"/>
              </a:rPr>
              <a:t>NeurIPS</a:t>
            </a:r>
            <a:r>
              <a:rPr lang="en-US" altLang="zh-CN" sz="1600" spc="-55" dirty="0">
                <a:cs typeface="+mn-ea"/>
                <a:sym typeface="+mn-lt"/>
              </a:rPr>
              <a:t>,</a:t>
            </a:r>
            <a:r>
              <a:rPr lang="en-US" altLang="zh-CN" sz="1600" spc="15" dirty="0">
                <a:cs typeface="+mn-ea"/>
                <a:sym typeface="+mn-lt"/>
              </a:rPr>
              <a:t> </a:t>
            </a:r>
            <a:r>
              <a:rPr lang="en-US" altLang="zh-CN" sz="1600" spc="-5" dirty="0">
                <a:cs typeface="+mn-ea"/>
                <a:sym typeface="+mn-lt"/>
              </a:rPr>
              <a:t>2015.</a:t>
            </a:r>
            <a:endParaRPr lang="en-US" altLang="zh-CN" sz="1600" dirty="0">
              <a:cs typeface="+mn-ea"/>
              <a:sym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C5B9F7-159C-4E3D-AD76-9BE2A452BEF9}"/>
              </a:ext>
            </a:extLst>
          </p:cNvPr>
          <p:cNvGrpSpPr/>
          <p:nvPr/>
        </p:nvGrpSpPr>
        <p:grpSpPr>
          <a:xfrm>
            <a:off x="2503797" y="2874198"/>
            <a:ext cx="6642539" cy="1326641"/>
            <a:chOff x="2121108" y="3678173"/>
            <a:chExt cx="6642539" cy="1326641"/>
          </a:xfrm>
        </p:grpSpPr>
        <p:grpSp>
          <p:nvGrpSpPr>
            <p:cNvPr id="9" name="object 5">
              <a:extLst>
                <a:ext uri="{FF2B5EF4-FFF2-40B4-BE49-F238E27FC236}">
                  <a16:creationId xmlns:a16="http://schemas.microsoft.com/office/drawing/2014/main" id="{71F9CF77-E2AE-4FDE-9F33-AAA4CFC5866D}"/>
                </a:ext>
              </a:extLst>
            </p:cNvPr>
            <p:cNvGrpSpPr/>
            <p:nvPr/>
          </p:nvGrpSpPr>
          <p:grpSpPr>
            <a:xfrm>
              <a:off x="2121108" y="3711369"/>
              <a:ext cx="4097654" cy="1160145"/>
              <a:chOff x="2121108" y="3711369"/>
              <a:chExt cx="4097654" cy="1160145"/>
            </a:xfrm>
          </p:grpSpPr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B666F974-624F-4896-9CD6-5CA9340DA60C}"/>
                  </a:ext>
                </a:extLst>
              </p:cNvPr>
              <p:cNvSpPr/>
              <p:nvPr/>
            </p:nvSpPr>
            <p:spPr>
              <a:xfrm>
                <a:off x="2121108" y="3711369"/>
                <a:ext cx="1575771" cy="1160000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2E51B23B-F933-4588-B25A-ECD2D44F805F}"/>
                  </a:ext>
                </a:extLst>
              </p:cNvPr>
              <p:cNvSpPr/>
              <p:nvPr/>
            </p:nvSpPr>
            <p:spPr>
              <a:xfrm>
                <a:off x="4272419" y="3878580"/>
                <a:ext cx="1946275" cy="746125"/>
              </a:xfrm>
              <a:custGeom>
                <a:avLst/>
                <a:gdLst/>
                <a:ahLst/>
                <a:cxnLst/>
                <a:rect l="l" t="t" r="r" b="b"/>
                <a:pathLst>
                  <a:path w="1946275" h="746125">
                    <a:moveTo>
                      <a:pt x="1946148" y="745998"/>
                    </a:moveTo>
                    <a:lnTo>
                      <a:pt x="1946148" y="0"/>
                    </a:lnTo>
                    <a:lnTo>
                      <a:pt x="0" y="0"/>
                    </a:lnTo>
                    <a:lnTo>
                      <a:pt x="0" y="745998"/>
                    </a:lnTo>
                    <a:lnTo>
                      <a:pt x="19050" y="745998"/>
                    </a:lnTo>
                    <a:lnTo>
                      <a:pt x="19050" y="38100"/>
                    </a:lnTo>
                    <a:lnTo>
                      <a:pt x="38100" y="19050"/>
                    </a:lnTo>
                    <a:lnTo>
                      <a:pt x="38100" y="38100"/>
                    </a:lnTo>
                    <a:lnTo>
                      <a:pt x="1908048" y="38100"/>
                    </a:lnTo>
                    <a:lnTo>
                      <a:pt x="1908048" y="19050"/>
                    </a:lnTo>
                    <a:lnTo>
                      <a:pt x="1927098" y="38100"/>
                    </a:lnTo>
                    <a:lnTo>
                      <a:pt x="1927098" y="745998"/>
                    </a:lnTo>
                    <a:lnTo>
                      <a:pt x="1946148" y="745998"/>
                    </a:lnTo>
                    <a:close/>
                  </a:path>
                  <a:path w="1946275" h="746125">
                    <a:moveTo>
                      <a:pt x="38100" y="38100"/>
                    </a:moveTo>
                    <a:lnTo>
                      <a:pt x="38100" y="19050"/>
                    </a:lnTo>
                    <a:lnTo>
                      <a:pt x="19050" y="38100"/>
                    </a:lnTo>
                    <a:lnTo>
                      <a:pt x="38100" y="38100"/>
                    </a:lnTo>
                    <a:close/>
                  </a:path>
                  <a:path w="1946275" h="746125">
                    <a:moveTo>
                      <a:pt x="38100" y="707898"/>
                    </a:moveTo>
                    <a:lnTo>
                      <a:pt x="38100" y="38100"/>
                    </a:lnTo>
                    <a:lnTo>
                      <a:pt x="19050" y="38100"/>
                    </a:lnTo>
                    <a:lnTo>
                      <a:pt x="19050" y="707898"/>
                    </a:lnTo>
                    <a:lnTo>
                      <a:pt x="38100" y="707898"/>
                    </a:lnTo>
                    <a:close/>
                  </a:path>
                  <a:path w="1946275" h="746125">
                    <a:moveTo>
                      <a:pt x="1927098" y="707898"/>
                    </a:moveTo>
                    <a:lnTo>
                      <a:pt x="19050" y="707898"/>
                    </a:lnTo>
                    <a:lnTo>
                      <a:pt x="38100" y="726948"/>
                    </a:lnTo>
                    <a:lnTo>
                      <a:pt x="38100" y="745998"/>
                    </a:lnTo>
                    <a:lnTo>
                      <a:pt x="1908048" y="745998"/>
                    </a:lnTo>
                    <a:lnTo>
                      <a:pt x="1908048" y="726948"/>
                    </a:lnTo>
                    <a:lnTo>
                      <a:pt x="1927098" y="707898"/>
                    </a:lnTo>
                    <a:close/>
                  </a:path>
                  <a:path w="1946275" h="746125">
                    <a:moveTo>
                      <a:pt x="38100" y="745998"/>
                    </a:moveTo>
                    <a:lnTo>
                      <a:pt x="38100" y="726948"/>
                    </a:lnTo>
                    <a:lnTo>
                      <a:pt x="19050" y="707898"/>
                    </a:lnTo>
                    <a:lnTo>
                      <a:pt x="19050" y="745998"/>
                    </a:lnTo>
                    <a:lnTo>
                      <a:pt x="38100" y="745998"/>
                    </a:lnTo>
                    <a:close/>
                  </a:path>
                  <a:path w="1946275" h="746125">
                    <a:moveTo>
                      <a:pt x="1927098" y="38100"/>
                    </a:moveTo>
                    <a:lnTo>
                      <a:pt x="1908048" y="19050"/>
                    </a:lnTo>
                    <a:lnTo>
                      <a:pt x="1908048" y="38100"/>
                    </a:lnTo>
                    <a:lnTo>
                      <a:pt x="1927098" y="38100"/>
                    </a:lnTo>
                    <a:close/>
                  </a:path>
                  <a:path w="1946275" h="746125">
                    <a:moveTo>
                      <a:pt x="1927098" y="707898"/>
                    </a:moveTo>
                    <a:lnTo>
                      <a:pt x="1927098" y="38100"/>
                    </a:lnTo>
                    <a:lnTo>
                      <a:pt x="1908048" y="38100"/>
                    </a:lnTo>
                    <a:lnTo>
                      <a:pt x="1908048" y="707898"/>
                    </a:lnTo>
                    <a:lnTo>
                      <a:pt x="1927098" y="707898"/>
                    </a:lnTo>
                    <a:close/>
                  </a:path>
                  <a:path w="1946275" h="746125">
                    <a:moveTo>
                      <a:pt x="1927098" y="745998"/>
                    </a:moveTo>
                    <a:lnTo>
                      <a:pt x="1927098" y="707898"/>
                    </a:lnTo>
                    <a:lnTo>
                      <a:pt x="1908048" y="726948"/>
                    </a:lnTo>
                    <a:lnTo>
                      <a:pt x="1908048" y="745998"/>
                    </a:lnTo>
                    <a:lnTo>
                      <a:pt x="1927098" y="74599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9B5F9C28-D900-4596-B749-62D5C28B291F}"/>
                </a:ext>
              </a:extLst>
            </p:cNvPr>
            <p:cNvSpPr txBox="1"/>
            <p:nvPr/>
          </p:nvSpPr>
          <p:spPr>
            <a:xfrm>
              <a:off x="4384675" y="3922267"/>
              <a:ext cx="1711325" cy="6350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80010" marR="5080" indent="-67945">
                <a:lnSpc>
                  <a:spcPct val="100000"/>
                </a:lnSpc>
                <a:spcBef>
                  <a:spcPts val="95"/>
                </a:spcBef>
              </a:pPr>
              <a:r>
                <a:rPr sz="2000" spc="-5" dirty="0">
                  <a:cs typeface="+mn-ea"/>
                  <a:sym typeface="+mn-lt"/>
                </a:rPr>
                <a:t>Region</a:t>
              </a:r>
              <a:r>
                <a:rPr sz="2000" spc="-50" dirty="0">
                  <a:cs typeface="+mn-ea"/>
                  <a:sym typeface="+mn-lt"/>
                </a:rPr>
                <a:t> </a:t>
              </a:r>
              <a:r>
                <a:rPr sz="2000" spc="-5" dirty="0">
                  <a:cs typeface="+mn-ea"/>
                  <a:sym typeface="+mn-lt"/>
                </a:rPr>
                <a:t>Proposal  </a:t>
              </a:r>
              <a:r>
                <a:rPr sz="2000" spc="-10" dirty="0">
                  <a:cs typeface="+mn-ea"/>
                  <a:sym typeface="+mn-lt"/>
                </a:rPr>
                <a:t>Network</a:t>
              </a:r>
              <a:r>
                <a:rPr sz="2000" spc="-50" dirty="0">
                  <a:cs typeface="+mn-ea"/>
                  <a:sym typeface="+mn-lt"/>
                </a:rPr>
                <a:t> </a:t>
              </a:r>
              <a:r>
                <a:rPr sz="2000" spc="-5" dirty="0">
                  <a:cs typeface="+mn-ea"/>
                  <a:sym typeface="+mn-lt"/>
                </a:rPr>
                <a:t>(RPN)</a:t>
              </a:r>
              <a:endParaRPr sz="2000" dirty="0">
                <a:cs typeface="+mn-ea"/>
                <a:sym typeface="+mn-lt"/>
              </a:endParaRPr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66E32583-403C-459F-8E72-13CD39AE9C28}"/>
                </a:ext>
              </a:extLst>
            </p:cNvPr>
            <p:cNvSpPr/>
            <p:nvPr/>
          </p:nvSpPr>
          <p:spPr>
            <a:xfrm>
              <a:off x="3739781" y="4184141"/>
              <a:ext cx="505459" cy="114300"/>
            </a:xfrm>
            <a:custGeom>
              <a:avLst/>
              <a:gdLst/>
              <a:ahLst/>
              <a:cxnLst/>
              <a:rect l="l" t="t" r="r" b="b"/>
              <a:pathLst>
                <a:path w="505460" h="114300">
                  <a:moveTo>
                    <a:pt x="391154" y="38547"/>
                  </a:moveTo>
                  <a:lnTo>
                    <a:pt x="0" y="32003"/>
                  </a:lnTo>
                  <a:lnTo>
                    <a:pt x="0" y="70103"/>
                  </a:lnTo>
                  <a:lnTo>
                    <a:pt x="390645" y="76651"/>
                  </a:lnTo>
                  <a:lnTo>
                    <a:pt x="391154" y="38547"/>
                  </a:lnTo>
                  <a:close/>
                </a:path>
                <a:path w="505460" h="114300">
                  <a:moveTo>
                    <a:pt x="409956" y="104853"/>
                  </a:moveTo>
                  <a:lnTo>
                    <a:pt x="409956" y="38861"/>
                  </a:lnTo>
                  <a:lnTo>
                    <a:pt x="409194" y="76961"/>
                  </a:lnTo>
                  <a:lnTo>
                    <a:pt x="390645" y="76651"/>
                  </a:lnTo>
                  <a:lnTo>
                    <a:pt x="390144" y="114299"/>
                  </a:lnTo>
                  <a:lnTo>
                    <a:pt x="409956" y="104853"/>
                  </a:lnTo>
                  <a:close/>
                </a:path>
                <a:path w="505460" h="114300">
                  <a:moveTo>
                    <a:pt x="409956" y="38861"/>
                  </a:moveTo>
                  <a:lnTo>
                    <a:pt x="391154" y="38547"/>
                  </a:lnTo>
                  <a:lnTo>
                    <a:pt x="390645" y="76651"/>
                  </a:lnTo>
                  <a:lnTo>
                    <a:pt x="409194" y="76961"/>
                  </a:lnTo>
                  <a:lnTo>
                    <a:pt x="409956" y="38861"/>
                  </a:lnTo>
                  <a:close/>
                </a:path>
                <a:path w="505460" h="114300">
                  <a:moveTo>
                    <a:pt x="505206" y="59435"/>
                  </a:moveTo>
                  <a:lnTo>
                    <a:pt x="391668" y="0"/>
                  </a:lnTo>
                  <a:lnTo>
                    <a:pt x="391154" y="38547"/>
                  </a:lnTo>
                  <a:lnTo>
                    <a:pt x="409956" y="38861"/>
                  </a:lnTo>
                  <a:lnTo>
                    <a:pt x="409956" y="104853"/>
                  </a:lnTo>
                  <a:lnTo>
                    <a:pt x="505206" y="594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D430E2FE-779F-40E6-BCB3-27D1D9D5ED26}"/>
                </a:ext>
              </a:extLst>
            </p:cNvPr>
            <p:cNvSpPr/>
            <p:nvPr/>
          </p:nvSpPr>
          <p:spPr>
            <a:xfrm>
              <a:off x="6336665" y="4200905"/>
              <a:ext cx="505459" cy="114300"/>
            </a:xfrm>
            <a:custGeom>
              <a:avLst/>
              <a:gdLst/>
              <a:ahLst/>
              <a:cxnLst/>
              <a:rect l="l" t="t" r="r" b="b"/>
              <a:pathLst>
                <a:path w="505459" h="114300">
                  <a:moveTo>
                    <a:pt x="391163" y="37820"/>
                  </a:moveTo>
                  <a:lnTo>
                    <a:pt x="762" y="32003"/>
                  </a:lnTo>
                  <a:lnTo>
                    <a:pt x="0" y="70103"/>
                  </a:lnTo>
                  <a:lnTo>
                    <a:pt x="390655" y="75913"/>
                  </a:lnTo>
                  <a:lnTo>
                    <a:pt x="391163" y="37820"/>
                  </a:lnTo>
                  <a:close/>
                </a:path>
                <a:path w="505459" h="114300">
                  <a:moveTo>
                    <a:pt x="409956" y="104722"/>
                  </a:moveTo>
                  <a:lnTo>
                    <a:pt x="409956" y="76199"/>
                  </a:lnTo>
                  <a:lnTo>
                    <a:pt x="390655" y="75913"/>
                  </a:lnTo>
                  <a:lnTo>
                    <a:pt x="390144" y="114299"/>
                  </a:lnTo>
                  <a:lnTo>
                    <a:pt x="409956" y="104722"/>
                  </a:lnTo>
                  <a:close/>
                </a:path>
                <a:path w="505459" h="114300">
                  <a:moveTo>
                    <a:pt x="409956" y="76199"/>
                  </a:moveTo>
                  <a:lnTo>
                    <a:pt x="409956" y="38099"/>
                  </a:lnTo>
                  <a:lnTo>
                    <a:pt x="391163" y="37820"/>
                  </a:lnTo>
                  <a:lnTo>
                    <a:pt x="390655" y="75913"/>
                  </a:lnTo>
                  <a:lnTo>
                    <a:pt x="409956" y="76199"/>
                  </a:lnTo>
                  <a:close/>
                </a:path>
                <a:path w="505459" h="114300">
                  <a:moveTo>
                    <a:pt x="505206" y="58673"/>
                  </a:moveTo>
                  <a:lnTo>
                    <a:pt x="391668" y="0"/>
                  </a:lnTo>
                  <a:lnTo>
                    <a:pt x="391163" y="37820"/>
                  </a:lnTo>
                  <a:lnTo>
                    <a:pt x="409956" y="38099"/>
                  </a:lnTo>
                  <a:lnTo>
                    <a:pt x="409956" y="104722"/>
                  </a:lnTo>
                  <a:lnTo>
                    <a:pt x="505206" y="586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EBEC7FD5-F602-4BE5-B8FF-CC16B3A4A441}"/>
                </a:ext>
              </a:extLst>
            </p:cNvPr>
            <p:cNvSpPr/>
            <p:nvPr/>
          </p:nvSpPr>
          <p:spPr>
            <a:xfrm>
              <a:off x="6908927" y="3678173"/>
              <a:ext cx="1854720" cy="13266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CB1801-AD56-43B7-97A1-C63ABBE9E741}"/>
              </a:ext>
            </a:extLst>
          </p:cNvPr>
          <p:cNvGrpSpPr/>
          <p:nvPr/>
        </p:nvGrpSpPr>
        <p:grpSpPr>
          <a:xfrm>
            <a:off x="6902660" y="4590220"/>
            <a:ext cx="3787607" cy="1331134"/>
            <a:chOff x="7189191" y="4462417"/>
            <a:chExt cx="3787607" cy="1331134"/>
          </a:xfrm>
        </p:grpSpPr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CF0AE881-00A3-4607-B88D-6C80FF3EFDBD}"/>
                </a:ext>
              </a:extLst>
            </p:cNvPr>
            <p:cNvSpPr txBox="1"/>
            <p:nvPr/>
          </p:nvSpPr>
          <p:spPr>
            <a:xfrm>
              <a:off x="7189191" y="4831749"/>
              <a:ext cx="3787607" cy="96180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cs typeface="+mn-ea"/>
                  <a:sym typeface="+mn-lt"/>
                </a:rPr>
                <a:t>1</a:t>
              </a:r>
              <a:r>
                <a:rPr lang="en-US" altLang="zh-CN" sz="2000" baseline="30000" dirty="0">
                  <a:solidFill>
                    <a:srgbClr val="FF0000"/>
                  </a:solidFill>
                  <a:cs typeface="+mn-ea"/>
                  <a:sym typeface="+mn-lt"/>
                </a:rPr>
                <a:t>st</a:t>
              </a:r>
              <a:r>
                <a:rPr lang="en-US" altLang="zh-CN" sz="2000" dirty="0">
                  <a:solidFill>
                    <a:srgbClr val="FF0000"/>
                  </a:solidFill>
                  <a:cs typeface="+mn-ea"/>
                  <a:sym typeface="+mn-lt"/>
                </a:rPr>
                <a:t>  RoI: (224, 89),   (439, 426)</a:t>
              </a:r>
            </a:p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dirty="0">
                  <a:solidFill>
                    <a:srgbClr val="00B050"/>
                  </a:solidFill>
                  <a:cs typeface="+mn-ea"/>
                  <a:sym typeface="+mn-lt"/>
                </a:rPr>
                <a:t>2</a:t>
              </a:r>
              <a:r>
                <a:rPr lang="en-US" altLang="zh-CN" sz="2000" baseline="30000" dirty="0">
                  <a:solidFill>
                    <a:srgbClr val="00B050"/>
                  </a:solidFill>
                  <a:cs typeface="+mn-ea"/>
                  <a:sym typeface="+mn-lt"/>
                </a:rPr>
                <a:t>nd</a:t>
              </a:r>
              <a:r>
                <a:rPr lang="en-US" altLang="zh-CN" sz="2000" dirty="0">
                  <a:solidFill>
                    <a:srgbClr val="00B050"/>
                  </a:solidFill>
                  <a:cs typeface="+mn-ea"/>
                  <a:sym typeface="+mn-lt"/>
                </a:rPr>
                <a:t> RoI: (537, 217), (732, 383)</a:t>
              </a:r>
            </a:p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dirty="0">
                  <a:solidFill>
                    <a:srgbClr val="00B0F0"/>
                  </a:solidFill>
                  <a:cs typeface="+mn-ea"/>
                  <a:sym typeface="+mn-lt"/>
                </a:rPr>
                <a:t>3</a:t>
              </a:r>
              <a:r>
                <a:rPr lang="en-US" altLang="zh-CN" sz="2000" baseline="30000" dirty="0">
                  <a:solidFill>
                    <a:srgbClr val="00B0F0"/>
                  </a:solidFill>
                  <a:cs typeface="+mn-ea"/>
                  <a:sym typeface="+mn-lt"/>
                </a:rPr>
                <a:t>rd</a:t>
              </a:r>
              <a:r>
                <a:rPr lang="en-US" altLang="zh-CN" sz="2000" dirty="0">
                  <a:solidFill>
                    <a:srgbClr val="00B0F0"/>
                  </a:solidFill>
                  <a:cs typeface="+mn-ea"/>
                  <a:sym typeface="+mn-lt"/>
                </a:rPr>
                <a:t>  RoI: (134, 312), (355, 489)</a:t>
              </a:r>
              <a:endParaRPr sz="2000" dirty="0">
                <a:solidFill>
                  <a:srgbClr val="00B0F0"/>
                </a:solidFill>
                <a:cs typeface="+mn-ea"/>
                <a:sym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AE9086-072C-4EAF-BC4A-D28ADA44BE16}"/>
                </a:ext>
              </a:extLst>
            </p:cNvPr>
            <p:cNvSpPr/>
            <p:nvPr/>
          </p:nvSpPr>
          <p:spPr>
            <a:xfrm>
              <a:off x="8128626" y="4473505"/>
              <a:ext cx="9059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Top left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7298E5-4C3F-4195-B12F-4B190F3D4EB3}"/>
                </a:ext>
              </a:extLst>
            </p:cNvPr>
            <p:cNvSpPr/>
            <p:nvPr/>
          </p:nvSpPr>
          <p:spPr>
            <a:xfrm>
              <a:off x="9170046" y="4462417"/>
              <a:ext cx="13708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cs typeface="+mn-ea"/>
                  <a:sym typeface="+mn-lt"/>
                </a:rPr>
                <a:t>Bottom right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336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DD57-E047-480E-8CCC-0F4F1388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Feature Extraction: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output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E3214-17DD-4211-9A60-CB075072D4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将每一个</a:t>
                </a:r>
                <a:r>
                  <a:rPr lang="en-US" altLang="zh-CN" dirty="0">
                    <a:cs typeface="+mn-ea"/>
                    <a:sym typeface="+mn-lt"/>
                  </a:rPr>
                  <a:t>RoI</a:t>
                </a:r>
                <a:r>
                  <a:rPr lang="zh-CN" altLang="en-US" dirty="0">
                    <a:cs typeface="+mn-ea"/>
                    <a:sym typeface="+mn-lt"/>
                  </a:rPr>
                  <a:t>对应的转换成固定大小</a:t>
                </a:r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: (Faster R-CNN</a:t>
                </a:r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7*7)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: </a:t>
                </a:r>
                <a:r>
                  <a:rPr lang="zh-CN" altLang="en-US" dirty="0">
                    <a:cs typeface="+mn-ea"/>
                    <a:sym typeface="+mn-lt"/>
                  </a:rPr>
                  <a:t>特征通道数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E3214-17DD-4211-9A60-CB075072D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9">
            <a:extLst>
              <a:ext uri="{FF2B5EF4-FFF2-40B4-BE49-F238E27FC236}">
                <a16:creationId xmlns:a16="http://schemas.microsoft.com/office/drawing/2014/main" id="{078429FB-1ADE-4A14-91CD-FB38DD857A60}"/>
              </a:ext>
            </a:extLst>
          </p:cNvPr>
          <p:cNvSpPr/>
          <p:nvPr/>
        </p:nvSpPr>
        <p:spPr>
          <a:xfrm>
            <a:off x="2939072" y="3856553"/>
            <a:ext cx="1264295" cy="939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BAEF5F06-0A66-45B7-9325-6DFCF32E2C10}"/>
              </a:ext>
            </a:extLst>
          </p:cNvPr>
          <p:cNvSpPr/>
          <p:nvPr/>
        </p:nvSpPr>
        <p:spPr>
          <a:xfrm>
            <a:off x="4812931" y="4558962"/>
            <a:ext cx="1931670" cy="746125"/>
          </a:xfrm>
          <a:custGeom>
            <a:avLst/>
            <a:gdLst/>
            <a:ahLst/>
            <a:cxnLst/>
            <a:rect l="l" t="t" r="r" b="b"/>
            <a:pathLst>
              <a:path w="1931670" h="746125">
                <a:moveTo>
                  <a:pt x="1931670" y="745998"/>
                </a:moveTo>
                <a:lnTo>
                  <a:pt x="1931670" y="0"/>
                </a:lnTo>
                <a:lnTo>
                  <a:pt x="0" y="0"/>
                </a:lnTo>
                <a:lnTo>
                  <a:pt x="0" y="745998"/>
                </a:lnTo>
                <a:lnTo>
                  <a:pt x="19050" y="745998"/>
                </a:ln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lnTo>
                  <a:pt x="1893570" y="38100"/>
                </a:lnTo>
                <a:lnTo>
                  <a:pt x="1893570" y="19050"/>
                </a:lnTo>
                <a:lnTo>
                  <a:pt x="1912620" y="38100"/>
                </a:lnTo>
                <a:lnTo>
                  <a:pt x="1912620" y="745998"/>
                </a:lnTo>
                <a:lnTo>
                  <a:pt x="1931670" y="745998"/>
                </a:lnTo>
                <a:close/>
              </a:path>
              <a:path w="1931670" h="746125">
                <a:moveTo>
                  <a:pt x="38100" y="38100"/>
                </a:move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close/>
              </a:path>
              <a:path w="1931670" h="746125">
                <a:moveTo>
                  <a:pt x="38100" y="707898"/>
                </a:moveTo>
                <a:lnTo>
                  <a:pt x="38100" y="38100"/>
                </a:lnTo>
                <a:lnTo>
                  <a:pt x="19050" y="38100"/>
                </a:lnTo>
                <a:lnTo>
                  <a:pt x="19050" y="707898"/>
                </a:lnTo>
                <a:lnTo>
                  <a:pt x="38100" y="707898"/>
                </a:lnTo>
                <a:close/>
              </a:path>
              <a:path w="1931670" h="746125">
                <a:moveTo>
                  <a:pt x="1912620" y="707898"/>
                </a:moveTo>
                <a:lnTo>
                  <a:pt x="19050" y="707898"/>
                </a:lnTo>
                <a:lnTo>
                  <a:pt x="38100" y="726948"/>
                </a:lnTo>
                <a:lnTo>
                  <a:pt x="38100" y="745998"/>
                </a:lnTo>
                <a:lnTo>
                  <a:pt x="1893570" y="745998"/>
                </a:lnTo>
                <a:lnTo>
                  <a:pt x="1893570" y="726948"/>
                </a:lnTo>
                <a:lnTo>
                  <a:pt x="1912620" y="707898"/>
                </a:lnTo>
                <a:close/>
              </a:path>
              <a:path w="1931670" h="746125">
                <a:moveTo>
                  <a:pt x="38100" y="745998"/>
                </a:moveTo>
                <a:lnTo>
                  <a:pt x="38100" y="726948"/>
                </a:lnTo>
                <a:lnTo>
                  <a:pt x="19050" y="707898"/>
                </a:lnTo>
                <a:lnTo>
                  <a:pt x="19050" y="745998"/>
                </a:lnTo>
                <a:lnTo>
                  <a:pt x="38100" y="745998"/>
                </a:lnTo>
                <a:close/>
              </a:path>
              <a:path w="1931670" h="746125">
                <a:moveTo>
                  <a:pt x="1912620" y="38100"/>
                </a:moveTo>
                <a:lnTo>
                  <a:pt x="1893570" y="19050"/>
                </a:lnTo>
                <a:lnTo>
                  <a:pt x="1893570" y="38100"/>
                </a:lnTo>
                <a:lnTo>
                  <a:pt x="1912620" y="38100"/>
                </a:lnTo>
                <a:close/>
              </a:path>
              <a:path w="1931670" h="746125">
                <a:moveTo>
                  <a:pt x="1912620" y="707898"/>
                </a:moveTo>
                <a:lnTo>
                  <a:pt x="1912620" y="38100"/>
                </a:lnTo>
                <a:lnTo>
                  <a:pt x="1893570" y="38100"/>
                </a:lnTo>
                <a:lnTo>
                  <a:pt x="1893570" y="707898"/>
                </a:lnTo>
                <a:lnTo>
                  <a:pt x="1912620" y="707898"/>
                </a:lnTo>
                <a:close/>
              </a:path>
              <a:path w="1931670" h="746125">
                <a:moveTo>
                  <a:pt x="1912620" y="745998"/>
                </a:moveTo>
                <a:lnTo>
                  <a:pt x="1912620" y="707898"/>
                </a:lnTo>
                <a:lnTo>
                  <a:pt x="1893570" y="726948"/>
                </a:lnTo>
                <a:lnTo>
                  <a:pt x="1893570" y="745998"/>
                </a:lnTo>
                <a:lnTo>
                  <a:pt x="1912620" y="745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F5499542-B8B3-4145-8887-D5AAE4ADEF37}"/>
              </a:ext>
            </a:extLst>
          </p:cNvPr>
          <p:cNvSpPr txBox="1"/>
          <p:nvPr/>
        </p:nvSpPr>
        <p:spPr>
          <a:xfrm>
            <a:off x="5234559" y="4618651"/>
            <a:ext cx="1176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cs typeface="+mn-ea"/>
                <a:sym typeface="+mn-lt"/>
              </a:rPr>
              <a:t>RoI</a:t>
            </a:r>
            <a:r>
              <a:rPr sz="2000" spc="-60" dirty="0">
                <a:cs typeface="+mn-ea"/>
                <a:sym typeface="+mn-lt"/>
              </a:rPr>
              <a:t> </a:t>
            </a:r>
            <a:r>
              <a:rPr sz="2000" spc="-5" dirty="0">
                <a:cs typeface="+mn-ea"/>
                <a:sym typeface="+mn-lt"/>
              </a:rPr>
              <a:t>feature  extraction</a:t>
            </a:r>
            <a:endParaRPr sz="2000">
              <a:cs typeface="+mn-ea"/>
              <a:sym typeface="+mn-lt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421172ED-EB36-479E-968A-FEA1F82B002A}"/>
              </a:ext>
            </a:extLst>
          </p:cNvPr>
          <p:cNvSpPr/>
          <p:nvPr/>
        </p:nvSpPr>
        <p:spPr>
          <a:xfrm>
            <a:off x="4301629" y="4571154"/>
            <a:ext cx="457200" cy="210820"/>
          </a:xfrm>
          <a:custGeom>
            <a:avLst/>
            <a:gdLst/>
            <a:ahLst/>
            <a:cxnLst/>
            <a:rect l="l" t="t" r="r" b="b"/>
            <a:pathLst>
              <a:path w="457200" h="210820">
                <a:moveTo>
                  <a:pt x="358815" y="139909"/>
                </a:moveTo>
                <a:lnTo>
                  <a:pt x="14477" y="0"/>
                </a:lnTo>
                <a:lnTo>
                  <a:pt x="0" y="35052"/>
                </a:lnTo>
                <a:lnTo>
                  <a:pt x="344427" y="174998"/>
                </a:lnTo>
                <a:lnTo>
                  <a:pt x="358815" y="139909"/>
                </a:lnTo>
                <a:close/>
              </a:path>
              <a:path w="457200" h="210820">
                <a:moveTo>
                  <a:pt x="376427" y="206693"/>
                </a:moveTo>
                <a:lnTo>
                  <a:pt x="376427" y="147065"/>
                </a:lnTo>
                <a:lnTo>
                  <a:pt x="361949" y="182117"/>
                </a:lnTo>
                <a:lnTo>
                  <a:pt x="344427" y="174998"/>
                </a:lnTo>
                <a:lnTo>
                  <a:pt x="329945" y="210311"/>
                </a:lnTo>
                <a:lnTo>
                  <a:pt x="376427" y="206693"/>
                </a:lnTo>
                <a:close/>
              </a:path>
              <a:path w="457200" h="210820">
                <a:moveTo>
                  <a:pt x="376427" y="147065"/>
                </a:moveTo>
                <a:lnTo>
                  <a:pt x="358815" y="139909"/>
                </a:lnTo>
                <a:lnTo>
                  <a:pt x="344427" y="174998"/>
                </a:lnTo>
                <a:lnTo>
                  <a:pt x="361949" y="182117"/>
                </a:lnTo>
                <a:lnTo>
                  <a:pt x="376427" y="147065"/>
                </a:lnTo>
                <a:close/>
              </a:path>
              <a:path w="457200" h="210820">
                <a:moveTo>
                  <a:pt x="457199" y="200405"/>
                </a:moveTo>
                <a:lnTo>
                  <a:pt x="373379" y="104393"/>
                </a:lnTo>
                <a:lnTo>
                  <a:pt x="358815" y="139909"/>
                </a:lnTo>
                <a:lnTo>
                  <a:pt x="376427" y="147065"/>
                </a:lnTo>
                <a:lnTo>
                  <a:pt x="376427" y="206693"/>
                </a:lnTo>
                <a:lnTo>
                  <a:pt x="457199" y="200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DBC9E1AF-CBB0-4088-9ED4-7A01A8F41979}"/>
              </a:ext>
            </a:extLst>
          </p:cNvPr>
          <p:cNvSpPr/>
          <p:nvPr/>
        </p:nvSpPr>
        <p:spPr>
          <a:xfrm>
            <a:off x="4333633" y="5071787"/>
            <a:ext cx="386715" cy="291465"/>
          </a:xfrm>
          <a:custGeom>
            <a:avLst/>
            <a:gdLst/>
            <a:ahLst/>
            <a:cxnLst/>
            <a:rect l="l" t="t" r="r" b="b"/>
            <a:pathLst>
              <a:path w="386714" h="291464">
                <a:moveTo>
                  <a:pt x="305256" y="83078"/>
                </a:moveTo>
                <a:lnTo>
                  <a:pt x="282681" y="52388"/>
                </a:lnTo>
                <a:lnTo>
                  <a:pt x="0" y="260604"/>
                </a:lnTo>
                <a:lnTo>
                  <a:pt x="22860" y="291084"/>
                </a:lnTo>
                <a:lnTo>
                  <a:pt x="305256" y="83078"/>
                </a:lnTo>
                <a:close/>
              </a:path>
              <a:path w="386714" h="291464">
                <a:moveTo>
                  <a:pt x="386334" y="0"/>
                </a:moveTo>
                <a:lnTo>
                  <a:pt x="259842" y="21336"/>
                </a:lnTo>
                <a:lnTo>
                  <a:pt x="282681" y="52388"/>
                </a:lnTo>
                <a:lnTo>
                  <a:pt x="297942" y="41148"/>
                </a:lnTo>
                <a:lnTo>
                  <a:pt x="320802" y="71628"/>
                </a:lnTo>
                <a:lnTo>
                  <a:pt x="320802" y="104214"/>
                </a:lnTo>
                <a:lnTo>
                  <a:pt x="327660" y="113538"/>
                </a:lnTo>
                <a:lnTo>
                  <a:pt x="386334" y="0"/>
                </a:lnTo>
                <a:close/>
              </a:path>
              <a:path w="386714" h="291464">
                <a:moveTo>
                  <a:pt x="320802" y="71628"/>
                </a:moveTo>
                <a:lnTo>
                  <a:pt x="297942" y="41148"/>
                </a:lnTo>
                <a:lnTo>
                  <a:pt x="282681" y="52388"/>
                </a:lnTo>
                <a:lnTo>
                  <a:pt x="305256" y="83078"/>
                </a:lnTo>
                <a:lnTo>
                  <a:pt x="320802" y="71628"/>
                </a:lnTo>
                <a:close/>
              </a:path>
              <a:path w="386714" h="291464">
                <a:moveTo>
                  <a:pt x="320802" y="104214"/>
                </a:moveTo>
                <a:lnTo>
                  <a:pt x="320802" y="71628"/>
                </a:lnTo>
                <a:lnTo>
                  <a:pt x="305256" y="83078"/>
                </a:lnTo>
                <a:lnTo>
                  <a:pt x="320802" y="104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F5217C38-6D7A-4C67-B6E7-C5D6B6D8829E}"/>
              </a:ext>
            </a:extLst>
          </p:cNvPr>
          <p:cNvSpPr/>
          <p:nvPr/>
        </p:nvSpPr>
        <p:spPr>
          <a:xfrm>
            <a:off x="6779653" y="4868334"/>
            <a:ext cx="505459" cy="114300"/>
          </a:xfrm>
          <a:custGeom>
            <a:avLst/>
            <a:gdLst/>
            <a:ahLst/>
            <a:cxnLst/>
            <a:rect l="l" t="t" r="r" b="b"/>
            <a:pathLst>
              <a:path w="505460" h="114300">
                <a:moveTo>
                  <a:pt x="391164" y="37785"/>
                </a:moveTo>
                <a:lnTo>
                  <a:pt x="762" y="31241"/>
                </a:lnTo>
                <a:lnTo>
                  <a:pt x="0" y="69341"/>
                </a:lnTo>
                <a:lnTo>
                  <a:pt x="390656" y="75889"/>
                </a:lnTo>
                <a:lnTo>
                  <a:pt x="391164" y="37785"/>
                </a:lnTo>
                <a:close/>
              </a:path>
              <a:path w="505460" h="114300">
                <a:moveTo>
                  <a:pt x="409956" y="104722"/>
                </a:moveTo>
                <a:lnTo>
                  <a:pt x="409956" y="38099"/>
                </a:lnTo>
                <a:lnTo>
                  <a:pt x="409194" y="76199"/>
                </a:lnTo>
                <a:lnTo>
                  <a:pt x="390656" y="75889"/>
                </a:lnTo>
                <a:lnTo>
                  <a:pt x="390144" y="114299"/>
                </a:lnTo>
                <a:lnTo>
                  <a:pt x="409956" y="104722"/>
                </a:lnTo>
                <a:close/>
              </a:path>
              <a:path w="505460" h="114300">
                <a:moveTo>
                  <a:pt x="409956" y="38099"/>
                </a:moveTo>
                <a:lnTo>
                  <a:pt x="391164" y="37785"/>
                </a:lnTo>
                <a:lnTo>
                  <a:pt x="390656" y="75889"/>
                </a:lnTo>
                <a:lnTo>
                  <a:pt x="409194" y="76199"/>
                </a:lnTo>
                <a:lnTo>
                  <a:pt x="409956" y="38099"/>
                </a:lnTo>
                <a:close/>
              </a:path>
              <a:path w="505460" h="114300">
                <a:moveTo>
                  <a:pt x="505206" y="58673"/>
                </a:moveTo>
                <a:lnTo>
                  <a:pt x="391668" y="0"/>
                </a:lnTo>
                <a:lnTo>
                  <a:pt x="391164" y="37785"/>
                </a:lnTo>
                <a:lnTo>
                  <a:pt x="409956" y="38099"/>
                </a:lnTo>
                <a:lnTo>
                  <a:pt x="409956" y="104722"/>
                </a:lnTo>
                <a:lnTo>
                  <a:pt x="505206" y="586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59589CED-B6C9-4189-92B8-4FE05B435AA8}"/>
              </a:ext>
            </a:extLst>
          </p:cNvPr>
          <p:cNvSpPr/>
          <p:nvPr/>
        </p:nvSpPr>
        <p:spPr>
          <a:xfrm>
            <a:off x="7377976" y="4504846"/>
            <a:ext cx="2448551" cy="7656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ACCD2651-D3FE-43B3-A8A9-92BE8D73F312}"/>
              </a:ext>
            </a:extLst>
          </p:cNvPr>
          <p:cNvSpPr/>
          <p:nvPr/>
        </p:nvSpPr>
        <p:spPr>
          <a:xfrm>
            <a:off x="2635897" y="4953678"/>
            <a:ext cx="1571244" cy="1135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25">
            <a:extLst>
              <a:ext uri="{FF2B5EF4-FFF2-40B4-BE49-F238E27FC236}">
                <a16:creationId xmlns:a16="http://schemas.microsoft.com/office/drawing/2014/main" id="{2B13D02C-76A2-442A-8071-8D66AAB9FADA}"/>
              </a:ext>
            </a:extLst>
          </p:cNvPr>
          <p:cNvSpPr txBox="1"/>
          <p:nvPr/>
        </p:nvSpPr>
        <p:spPr>
          <a:xfrm>
            <a:off x="4846840" y="5345770"/>
            <a:ext cx="1677035" cy="73866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9255" indent="-342900">
              <a:lnSpc>
                <a:spcPct val="10000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389890" algn="l"/>
                <a:tab pos="390525" algn="l"/>
              </a:tabLst>
            </a:pPr>
            <a:r>
              <a:rPr lang="en-US" sz="2000" spc="-170" dirty="0">
                <a:solidFill>
                  <a:srgbClr val="FF0000"/>
                </a:solidFill>
                <a:cs typeface="+mn-ea"/>
                <a:sym typeface="+mn-lt"/>
              </a:rPr>
              <a:t>RoI Pooling</a:t>
            </a:r>
          </a:p>
          <a:p>
            <a:pPr marL="389255" indent="-342900">
              <a:lnSpc>
                <a:spcPct val="10000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389890" algn="l"/>
                <a:tab pos="390525" algn="l"/>
              </a:tabLst>
            </a:pPr>
            <a:r>
              <a:rPr lang="en-US" sz="2000" spc="-170" dirty="0">
                <a:solidFill>
                  <a:srgbClr val="FF0000"/>
                </a:solidFill>
                <a:cs typeface="+mn-ea"/>
                <a:sym typeface="+mn-lt"/>
              </a:rPr>
              <a:t>RoI Align</a:t>
            </a:r>
          </a:p>
        </p:txBody>
      </p:sp>
    </p:spTree>
    <p:extLst>
      <p:ext uri="{BB962C8B-B14F-4D97-AF65-F5344CB8AC3E}">
        <p14:creationId xmlns:p14="http://schemas.microsoft.com/office/powerpoint/2010/main" val="2468334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Pooling - Steps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1 (RoI mapping): 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将</a:t>
            </a:r>
            <a:r>
              <a:rPr lang="en-US" altLang="zh-CN" dirty="0">
                <a:cs typeface="+mn-ea"/>
                <a:sym typeface="+mn-lt"/>
              </a:rPr>
              <a:t>RoI Bounding Box </a:t>
            </a:r>
            <a:r>
              <a:rPr lang="zh-CN" altLang="en-US" dirty="0">
                <a:cs typeface="+mn-ea"/>
                <a:sym typeface="+mn-lt"/>
              </a:rPr>
              <a:t>的坐标从图像坐标映射到</a:t>
            </a:r>
            <a:r>
              <a:rPr lang="en-US" altLang="zh-CN" dirty="0">
                <a:cs typeface="+mn-ea"/>
                <a:sym typeface="+mn-lt"/>
              </a:rPr>
              <a:t>Conv</a:t>
            </a:r>
            <a:r>
              <a:rPr lang="zh-CN" altLang="en-US" dirty="0">
                <a:cs typeface="+mn-ea"/>
                <a:sym typeface="+mn-lt"/>
              </a:rPr>
              <a:t>层特征图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2 (RoI division): </a:t>
            </a:r>
            <a:r>
              <a:rPr lang="zh-CN" altLang="en-US" dirty="0">
                <a:cs typeface="+mn-ea"/>
                <a:sym typeface="+mn-lt"/>
              </a:rPr>
              <a:t>将映射后的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区域划分到网格 </a:t>
            </a:r>
            <a:r>
              <a:rPr lang="en-US" altLang="zh-CN" dirty="0">
                <a:cs typeface="+mn-ea"/>
                <a:sym typeface="+mn-lt"/>
              </a:rPr>
              <a:t>(grid)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3 (max pooling): </a:t>
            </a:r>
            <a:r>
              <a:rPr lang="zh-CN" altLang="en-US" dirty="0">
                <a:cs typeface="+mn-ea"/>
                <a:sym typeface="+mn-lt"/>
              </a:rPr>
              <a:t>对每一个网格内的特征提取最大值</a:t>
            </a:r>
          </a:p>
        </p:txBody>
      </p:sp>
    </p:spTree>
    <p:extLst>
      <p:ext uri="{BB962C8B-B14F-4D97-AF65-F5344CB8AC3E}">
        <p14:creationId xmlns:p14="http://schemas.microsoft.com/office/powerpoint/2010/main" val="1929920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mapping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的坐标乘与特征大小的缩放系数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s</a:t>
            </a:r>
            <a:r>
              <a:rPr lang="zh-CN" altLang="en-US" dirty="0">
                <a:cs typeface="+mn-ea"/>
                <a:sym typeface="+mn-lt"/>
              </a:rPr>
              <a:t>映射得到在特征图上对应的坐标位置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通过向上取整进行坐标量化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1B2302-BF49-465B-8921-BEA92C4A495C}"/>
              </a:ext>
            </a:extLst>
          </p:cNvPr>
          <p:cNvGrpSpPr/>
          <p:nvPr/>
        </p:nvGrpSpPr>
        <p:grpSpPr>
          <a:xfrm>
            <a:off x="1137631" y="3675520"/>
            <a:ext cx="3111389" cy="2640417"/>
            <a:chOff x="1762326" y="3483073"/>
            <a:chExt cx="3111389" cy="2640417"/>
          </a:xfrm>
        </p:grpSpPr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813ED9AF-1A21-4C4E-BC74-7E2A7E5047FE}"/>
                </a:ext>
              </a:extLst>
            </p:cNvPr>
            <p:cNvSpPr/>
            <p:nvPr/>
          </p:nvSpPr>
          <p:spPr>
            <a:xfrm>
              <a:off x="2522899" y="4113021"/>
              <a:ext cx="1828800" cy="85725"/>
            </a:xfrm>
            <a:custGeom>
              <a:avLst/>
              <a:gdLst/>
              <a:ahLst/>
              <a:cxnLst/>
              <a:rect l="l" t="t" r="r" b="b"/>
              <a:pathLst>
                <a:path w="1828800" h="85725">
                  <a:moveTo>
                    <a:pt x="76961" y="0"/>
                  </a:moveTo>
                  <a:lnTo>
                    <a:pt x="0" y="38099"/>
                  </a:lnTo>
                  <a:lnTo>
                    <a:pt x="64007" y="70103"/>
                  </a:lnTo>
                  <a:lnTo>
                    <a:pt x="64007" y="35051"/>
                  </a:lnTo>
                  <a:lnTo>
                    <a:pt x="76610" y="35119"/>
                  </a:lnTo>
                  <a:lnTo>
                    <a:pt x="76961" y="0"/>
                  </a:lnTo>
                  <a:close/>
                </a:path>
                <a:path w="1828800" h="85725">
                  <a:moveTo>
                    <a:pt x="76610" y="35119"/>
                  </a:moveTo>
                  <a:lnTo>
                    <a:pt x="64007" y="35051"/>
                  </a:lnTo>
                  <a:lnTo>
                    <a:pt x="64007" y="41147"/>
                  </a:lnTo>
                  <a:lnTo>
                    <a:pt x="76549" y="41215"/>
                  </a:lnTo>
                  <a:lnTo>
                    <a:pt x="76610" y="35119"/>
                  </a:lnTo>
                  <a:close/>
                </a:path>
                <a:path w="1828800" h="85725">
                  <a:moveTo>
                    <a:pt x="76549" y="41215"/>
                  </a:moveTo>
                  <a:lnTo>
                    <a:pt x="64007" y="41147"/>
                  </a:lnTo>
                  <a:lnTo>
                    <a:pt x="64007" y="70103"/>
                  </a:lnTo>
                  <a:lnTo>
                    <a:pt x="76199" y="76199"/>
                  </a:lnTo>
                  <a:lnTo>
                    <a:pt x="76549" y="41215"/>
                  </a:lnTo>
                  <a:close/>
                </a:path>
                <a:path w="1828800" h="85725">
                  <a:moveTo>
                    <a:pt x="1753012" y="44128"/>
                  </a:moveTo>
                  <a:lnTo>
                    <a:pt x="76610" y="35119"/>
                  </a:lnTo>
                  <a:lnTo>
                    <a:pt x="76549" y="41215"/>
                  </a:lnTo>
                  <a:lnTo>
                    <a:pt x="1752951" y="50224"/>
                  </a:lnTo>
                  <a:lnTo>
                    <a:pt x="1753012" y="44128"/>
                  </a:lnTo>
                  <a:close/>
                </a:path>
                <a:path w="1828800" h="85725">
                  <a:moveTo>
                    <a:pt x="1765553" y="78866"/>
                  </a:moveTo>
                  <a:lnTo>
                    <a:pt x="1765553" y="50291"/>
                  </a:lnTo>
                  <a:lnTo>
                    <a:pt x="1752951" y="50224"/>
                  </a:lnTo>
                  <a:lnTo>
                    <a:pt x="1752600" y="85343"/>
                  </a:lnTo>
                  <a:lnTo>
                    <a:pt x="1765553" y="78866"/>
                  </a:lnTo>
                  <a:close/>
                </a:path>
                <a:path w="1828800" h="85725">
                  <a:moveTo>
                    <a:pt x="1765553" y="50291"/>
                  </a:moveTo>
                  <a:lnTo>
                    <a:pt x="1765553" y="44195"/>
                  </a:lnTo>
                  <a:lnTo>
                    <a:pt x="1753012" y="44128"/>
                  </a:lnTo>
                  <a:lnTo>
                    <a:pt x="1752951" y="50224"/>
                  </a:lnTo>
                  <a:lnTo>
                    <a:pt x="1765553" y="50291"/>
                  </a:lnTo>
                  <a:close/>
                </a:path>
                <a:path w="1828800" h="85725">
                  <a:moveTo>
                    <a:pt x="1828800" y="47243"/>
                  </a:moveTo>
                  <a:lnTo>
                    <a:pt x="1753362" y="9143"/>
                  </a:lnTo>
                  <a:lnTo>
                    <a:pt x="1753012" y="44128"/>
                  </a:lnTo>
                  <a:lnTo>
                    <a:pt x="1765553" y="44195"/>
                  </a:lnTo>
                  <a:lnTo>
                    <a:pt x="1765553" y="78866"/>
                  </a:lnTo>
                  <a:lnTo>
                    <a:pt x="1828800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D357F97F-08D8-48CE-BDDA-B06B250BCB02}"/>
                </a:ext>
              </a:extLst>
            </p:cNvPr>
            <p:cNvSpPr txBox="1"/>
            <p:nvPr/>
          </p:nvSpPr>
          <p:spPr>
            <a:xfrm>
              <a:off x="3253149" y="3856163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806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7" name="object 14">
              <a:extLst>
                <a:ext uri="{FF2B5EF4-FFF2-40B4-BE49-F238E27FC236}">
                  <a16:creationId xmlns:a16="http://schemas.microsoft.com/office/drawing/2014/main" id="{574A4B87-F283-45CE-B2FB-C3E968DFD09E}"/>
                </a:ext>
              </a:extLst>
            </p:cNvPr>
            <p:cNvSpPr/>
            <p:nvPr/>
          </p:nvSpPr>
          <p:spPr>
            <a:xfrm>
              <a:off x="2258485" y="4333683"/>
              <a:ext cx="85090" cy="1254760"/>
            </a:xfrm>
            <a:custGeom>
              <a:avLst/>
              <a:gdLst/>
              <a:ahLst/>
              <a:cxnLst/>
              <a:rect l="l" t="t" r="r" b="b"/>
              <a:pathLst>
                <a:path w="85089" h="1254760">
                  <a:moveTo>
                    <a:pt x="76200" y="76200"/>
                  </a:moveTo>
                  <a:lnTo>
                    <a:pt x="37338" y="0"/>
                  </a:lnTo>
                  <a:lnTo>
                    <a:pt x="0" y="76962"/>
                  </a:lnTo>
                  <a:lnTo>
                    <a:pt x="34290" y="76619"/>
                  </a:lnTo>
                  <a:lnTo>
                    <a:pt x="34290" y="64008"/>
                  </a:lnTo>
                  <a:lnTo>
                    <a:pt x="41148" y="64008"/>
                  </a:lnTo>
                  <a:lnTo>
                    <a:pt x="41249" y="76549"/>
                  </a:lnTo>
                  <a:lnTo>
                    <a:pt x="76200" y="76200"/>
                  </a:lnTo>
                  <a:close/>
                </a:path>
                <a:path w="85089" h="1254760">
                  <a:moveTo>
                    <a:pt x="50292" y="1247969"/>
                  </a:moveTo>
                  <a:lnTo>
                    <a:pt x="50292" y="1190244"/>
                  </a:lnTo>
                  <a:lnTo>
                    <a:pt x="43434" y="1190244"/>
                  </a:lnTo>
                  <a:lnTo>
                    <a:pt x="43332" y="1177702"/>
                  </a:lnTo>
                  <a:lnTo>
                    <a:pt x="8382" y="1178052"/>
                  </a:lnTo>
                  <a:lnTo>
                    <a:pt x="47244" y="1254252"/>
                  </a:lnTo>
                  <a:lnTo>
                    <a:pt x="50292" y="1247969"/>
                  </a:lnTo>
                  <a:close/>
                </a:path>
                <a:path w="85089" h="1254760">
                  <a:moveTo>
                    <a:pt x="41249" y="76549"/>
                  </a:moveTo>
                  <a:lnTo>
                    <a:pt x="41148" y="64008"/>
                  </a:lnTo>
                  <a:lnTo>
                    <a:pt x="34290" y="64008"/>
                  </a:lnTo>
                  <a:lnTo>
                    <a:pt x="34392" y="76618"/>
                  </a:lnTo>
                  <a:lnTo>
                    <a:pt x="41249" y="76549"/>
                  </a:lnTo>
                  <a:close/>
                </a:path>
                <a:path w="85089" h="1254760">
                  <a:moveTo>
                    <a:pt x="34392" y="76618"/>
                  </a:moveTo>
                  <a:lnTo>
                    <a:pt x="34290" y="64008"/>
                  </a:lnTo>
                  <a:lnTo>
                    <a:pt x="34290" y="76619"/>
                  </a:lnTo>
                  <a:close/>
                </a:path>
                <a:path w="85089" h="1254760">
                  <a:moveTo>
                    <a:pt x="50189" y="1177633"/>
                  </a:moveTo>
                  <a:lnTo>
                    <a:pt x="41249" y="76549"/>
                  </a:lnTo>
                  <a:lnTo>
                    <a:pt x="34392" y="76618"/>
                  </a:lnTo>
                  <a:lnTo>
                    <a:pt x="43332" y="1177702"/>
                  </a:lnTo>
                  <a:lnTo>
                    <a:pt x="50189" y="1177633"/>
                  </a:lnTo>
                  <a:close/>
                </a:path>
                <a:path w="85089" h="1254760">
                  <a:moveTo>
                    <a:pt x="50292" y="1190244"/>
                  </a:moveTo>
                  <a:lnTo>
                    <a:pt x="50189" y="1177633"/>
                  </a:lnTo>
                  <a:lnTo>
                    <a:pt x="43332" y="1177702"/>
                  </a:lnTo>
                  <a:lnTo>
                    <a:pt x="43434" y="1190244"/>
                  </a:lnTo>
                  <a:lnTo>
                    <a:pt x="50292" y="1190244"/>
                  </a:lnTo>
                  <a:close/>
                </a:path>
                <a:path w="85089" h="1254760">
                  <a:moveTo>
                    <a:pt x="84582" y="1177290"/>
                  </a:moveTo>
                  <a:lnTo>
                    <a:pt x="50189" y="1177633"/>
                  </a:lnTo>
                  <a:lnTo>
                    <a:pt x="50292" y="1247969"/>
                  </a:lnTo>
                  <a:lnTo>
                    <a:pt x="84582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object 15">
              <a:extLst>
                <a:ext uri="{FF2B5EF4-FFF2-40B4-BE49-F238E27FC236}">
                  <a16:creationId xmlns:a16="http://schemas.microsoft.com/office/drawing/2014/main" id="{CA10948C-5B02-4056-B3B9-66487A8A3776}"/>
                </a:ext>
              </a:extLst>
            </p:cNvPr>
            <p:cNvSpPr txBox="1"/>
            <p:nvPr/>
          </p:nvSpPr>
          <p:spPr>
            <a:xfrm>
              <a:off x="1890185" y="4793360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605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7BC35AD7-C7A1-4DBC-BB62-2B23D283AE78}"/>
                </a:ext>
              </a:extLst>
            </p:cNvPr>
            <p:cNvSpPr/>
            <p:nvPr/>
          </p:nvSpPr>
          <p:spPr>
            <a:xfrm>
              <a:off x="2522899" y="4333683"/>
              <a:ext cx="1828800" cy="12547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E4F59E-C4C3-473B-A5DD-4EDC24DA32FA}"/>
                </a:ext>
              </a:extLst>
            </p:cNvPr>
            <p:cNvSpPr/>
            <p:nvPr/>
          </p:nvSpPr>
          <p:spPr>
            <a:xfrm>
              <a:off x="1762326" y="3483073"/>
              <a:ext cx="1162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(224, 89)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05BD7-2A11-414B-A7EF-A11DA7774E93}"/>
                </a:ext>
              </a:extLst>
            </p:cNvPr>
            <p:cNvSpPr/>
            <p:nvPr/>
          </p:nvSpPr>
          <p:spPr>
            <a:xfrm>
              <a:off x="3621449" y="5723380"/>
              <a:ext cx="12522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(439, 426)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F955E4-E8A5-4B0B-89AF-8C8467799B72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542097" y="5236143"/>
              <a:ext cx="705485" cy="48723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39B8503-5C90-46C2-B65F-E3711770D243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2343575" y="3883183"/>
              <a:ext cx="760573" cy="63628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0DAF66-AD53-4E59-9970-B13B6EB3F6EC}"/>
                  </a:ext>
                </a:extLst>
              </p:cNvPr>
              <p:cNvSpPr txBox="1"/>
              <p:nvPr/>
            </p:nvSpPr>
            <p:spPr>
              <a:xfrm>
                <a:off x="4746202" y="4114835"/>
                <a:ext cx="5844357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224×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89×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7.0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2.8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=(7, 2)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0DAF66-AD53-4E59-9970-B13B6EB3F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02" y="4114835"/>
                <a:ext cx="5844357" cy="552715"/>
              </a:xfrm>
              <a:prstGeom prst="rect">
                <a:avLst/>
              </a:prstGeom>
              <a:blipFill>
                <a:blip r:embed="rId3"/>
                <a:stretch>
                  <a:fillRect r="-2296" b="-16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EA26D2-0231-4FC2-A89B-1EFB98FA061F}"/>
                  </a:ext>
                </a:extLst>
              </p:cNvPr>
              <p:cNvSpPr txBox="1"/>
              <p:nvPr/>
            </p:nvSpPr>
            <p:spPr>
              <a:xfrm>
                <a:off x="4746202" y="5143809"/>
                <a:ext cx="6661888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439×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426×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13.7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13.3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=(13, 13)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EA26D2-0231-4FC2-A89B-1EFB98FA0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02" y="5143809"/>
                <a:ext cx="6661888" cy="552715"/>
              </a:xfrm>
              <a:prstGeom prst="rect">
                <a:avLst/>
              </a:prstGeom>
              <a:blipFill>
                <a:blip r:embed="rId4"/>
                <a:stretch>
                  <a:fillRect t="-1111" r="-192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313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mapping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的坐标乘与特征大小的缩放系数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s</a:t>
            </a:r>
            <a:r>
              <a:rPr lang="zh-CN" altLang="en-US" dirty="0">
                <a:cs typeface="+mn-ea"/>
                <a:sym typeface="+mn-lt"/>
              </a:rPr>
              <a:t>映射得到在特征图上对应的坐标位置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通过向上取整进行坐标量化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5275DB-865B-4AA8-A199-2DD28E1879CC}"/>
              </a:ext>
            </a:extLst>
          </p:cNvPr>
          <p:cNvGrpSpPr/>
          <p:nvPr/>
        </p:nvGrpSpPr>
        <p:grpSpPr>
          <a:xfrm>
            <a:off x="2079042" y="3770001"/>
            <a:ext cx="3111389" cy="2640417"/>
            <a:chOff x="1762326" y="3483073"/>
            <a:chExt cx="3111389" cy="2640417"/>
          </a:xfrm>
        </p:grpSpPr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3678B47B-7B60-4FF7-A18E-F2A9404C918E}"/>
                </a:ext>
              </a:extLst>
            </p:cNvPr>
            <p:cNvSpPr/>
            <p:nvPr/>
          </p:nvSpPr>
          <p:spPr>
            <a:xfrm>
              <a:off x="2522899" y="4113021"/>
              <a:ext cx="1828800" cy="85725"/>
            </a:xfrm>
            <a:custGeom>
              <a:avLst/>
              <a:gdLst/>
              <a:ahLst/>
              <a:cxnLst/>
              <a:rect l="l" t="t" r="r" b="b"/>
              <a:pathLst>
                <a:path w="1828800" h="85725">
                  <a:moveTo>
                    <a:pt x="76961" y="0"/>
                  </a:moveTo>
                  <a:lnTo>
                    <a:pt x="0" y="38099"/>
                  </a:lnTo>
                  <a:lnTo>
                    <a:pt x="64007" y="70103"/>
                  </a:lnTo>
                  <a:lnTo>
                    <a:pt x="64007" y="35051"/>
                  </a:lnTo>
                  <a:lnTo>
                    <a:pt x="76610" y="35119"/>
                  </a:lnTo>
                  <a:lnTo>
                    <a:pt x="76961" y="0"/>
                  </a:lnTo>
                  <a:close/>
                </a:path>
                <a:path w="1828800" h="85725">
                  <a:moveTo>
                    <a:pt x="76610" y="35119"/>
                  </a:moveTo>
                  <a:lnTo>
                    <a:pt x="64007" y="35051"/>
                  </a:lnTo>
                  <a:lnTo>
                    <a:pt x="64007" y="41147"/>
                  </a:lnTo>
                  <a:lnTo>
                    <a:pt x="76549" y="41215"/>
                  </a:lnTo>
                  <a:lnTo>
                    <a:pt x="76610" y="35119"/>
                  </a:lnTo>
                  <a:close/>
                </a:path>
                <a:path w="1828800" h="85725">
                  <a:moveTo>
                    <a:pt x="76549" y="41215"/>
                  </a:moveTo>
                  <a:lnTo>
                    <a:pt x="64007" y="41147"/>
                  </a:lnTo>
                  <a:lnTo>
                    <a:pt x="64007" y="70103"/>
                  </a:lnTo>
                  <a:lnTo>
                    <a:pt x="76199" y="76199"/>
                  </a:lnTo>
                  <a:lnTo>
                    <a:pt x="76549" y="41215"/>
                  </a:lnTo>
                  <a:close/>
                </a:path>
                <a:path w="1828800" h="85725">
                  <a:moveTo>
                    <a:pt x="1753012" y="44128"/>
                  </a:moveTo>
                  <a:lnTo>
                    <a:pt x="76610" y="35119"/>
                  </a:lnTo>
                  <a:lnTo>
                    <a:pt x="76549" y="41215"/>
                  </a:lnTo>
                  <a:lnTo>
                    <a:pt x="1752951" y="50224"/>
                  </a:lnTo>
                  <a:lnTo>
                    <a:pt x="1753012" y="44128"/>
                  </a:lnTo>
                  <a:close/>
                </a:path>
                <a:path w="1828800" h="85725">
                  <a:moveTo>
                    <a:pt x="1765553" y="78866"/>
                  </a:moveTo>
                  <a:lnTo>
                    <a:pt x="1765553" y="50291"/>
                  </a:lnTo>
                  <a:lnTo>
                    <a:pt x="1752951" y="50224"/>
                  </a:lnTo>
                  <a:lnTo>
                    <a:pt x="1752600" y="85343"/>
                  </a:lnTo>
                  <a:lnTo>
                    <a:pt x="1765553" y="78866"/>
                  </a:lnTo>
                  <a:close/>
                </a:path>
                <a:path w="1828800" h="85725">
                  <a:moveTo>
                    <a:pt x="1765553" y="50291"/>
                  </a:moveTo>
                  <a:lnTo>
                    <a:pt x="1765553" y="44195"/>
                  </a:lnTo>
                  <a:lnTo>
                    <a:pt x="1753012" y="44128"/>
                  </a:lnTo>
                  <a:lnTo>
                    <a:pt x="1752951" y="50224"/>
                  </a:lnTo>
                  <a:lnTo>
                    <a:pt x="1765553" y="50291"/>
                  </a:lnTo>
                  <a:close/>
                </a:path>
                <a:path w="1828800" h="85725">
                  <a:moveTo>
                    <a:pt x="1828800" y="47243"/>
                  </a:moveTo>
                  <a:lnTo>
                    <a:pt x="1753362" y="9143"/>
                  </a:lnTo>
                  <a:lnTo>
                    <a:pt x="1753012" y="44128"/>
                  </a:lnTo>
                  <a:lnTo>
                    <a:pt x="1765553" y="44195"/>
                  </a:lnTo>
                  <a:lnTo>
                    <a:pt x="1765553" y="78866"/>
                  </a:lnTo>
                  <a:lnTo>
                    <a:pt x="1828800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823B06C6-35EE-4BC3-93CA-68934AB2F332}"/>
                </a:ext>
              </a:extLst>
            </p:cNvPr>
            <p:cNvSpPr txBox="1"/>
            <p:nvPr/>
          </p:nvSpPr>
          <p:spPr>
            <a:xfrm>
              <a:off x="3253149" y="3856163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806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8BE4CF4C-2EC7-4B98-AB02-662BE566E6DC}"/>
                </a:ext>
              </a:extLst>
            </p:cNvPr>
            <p:cNvSpPr/>
            <p:nvPr/>
          </p:nvSpPr>
          <p:spPr>
            <a:xfrm>
              <a:off x="2258485" y="4333683"/>
              <a:ext cx="85090" cy="1254760"/>
            </a:xfrm>
            <a:custGeom>
              <a:avLst/>
              <a:gdLst/>
              <a:ahLst/>
              <a:cxnLst/>
              <a:rect l="l" t="t" r="r" b="b"/>
              <a:pathLst>
                <a:path w="85089" h="1254760">
                  <a:moveTo>
                    <a:pt x="76200" y="76200"/>
                  </a:moveTo>
                  <a:lnTo>
                    <a:pt x="37338" y="0"/>
                  </a:lnTo>
                  <a:lnTo>
                    <a:pt x="0" y="76962"/>
                  </a:lnTo>
                  <a:lnTo>
                    <a:pt x="34290" y="76619"/>
                  </a:lnTo>
                  <a:lnTo>
                    <a:pt x="34290" y="64008"/>
                  </a:lnTo>
                  <a:lnTo>
                    <a:pt x="41148" y="64008"/>
                  </a:lnTo>
                  <a:lnTo>
                    <a:pt x="41249" y="76549"/>
                  </a:lnTo>
                  <a:lnTo>
                    <a:pt x="76200" y="76200"/>
                  </a:lnTo>
                  <a:close/>
                </a:path>
                <a:path w="85089" h="1254760">
                  <a:moveTo>
                    <a:pt x="50292" y="1247969"/>
                  </a:moveTo>
                  <a:lnTo>
                    <a:pt x="50292" y="1190244"/>
                  </a:lnTo>
                  <a:lnTo>
                    <a:pt x="43434" y="1190244"/>
                  </a:lnTo>
                  <a:lnTo>
                    <a:pt x="43332" y="1177702"/>
                  </a:lnTo>
                  <a:lnTo>
                    <a:pt x="8382" y="1178052"/>
                  </a:lnTo>
                  <a:lnTo>
                    <a:pt x="47244" y="1254252"/>
                  </a:lnTo>
                  <a:lnTo>
                    <a:pt x="50292" y="1247969"/>
                  </a:lnTo>
                  <a:close/>
                </a:path>
                <a:path w="85089" h="1254760">
                  <a:moveTo>
                    <a:pt x="41249" y="76549"/>
                  </a:moveTo>
                  <a:lnTo>
                    <a:pt x="41148" y="64008"/>
                  </a:lnTo>
                  <a:lnTo>
                    <a:pt x="34290" y="64008"/>
                  </a:lnTo>
                  <a:lnTo>
                    <a:pt x="34392" y="76618"/>
                  </a:lnTo>
                  <a:lnTo>
                    <a:pt x="41249" y="76549"/>
                  </a:lnTo>
                  <a:close/>
                </a:path>
                <a:path w="85089" h="1254760">
                  <a:moveTo>
                    <a:pt x="34392" y="76618"/>
                  </a:moveTo>
                  <a:lnTo>
                    <a:pt x="34290" y="64008"/>
                  </a:lnTo>
                  <a:lnTo>
                    <a:pt x="34290" y="76619"/>
                  </a:lnTo>
                  <a:close/>
                </a:path>
                <a:path w="85089" h="1254760">
                  <a:moveTo>
                    <a:pt x="50189" y="1177633"/>
                  </a:moveTo>
                  <a:lnTo>
                    <a:pt x="41249" y="76549"/>
                  </a:lnTo>
                  <a:lnTo>
                    <a:pt x="34392" y="76618"/>
                  </a:lnTo>
                  <a:lnTo>
                    <a:pt x="43332" y="1177702"/>
                  </a:lnTo>
                  <a:lnTo>
                    <a:pt x="50189" y="1177633"/>
                  </a:lnTo>
                  <a:close/>
                </a:path>
                <a:path w="85089" h="1254760">
                  <a:moveTo>
                    <a:pt x="50292" y="1190244"/>
                  </a:moveTo>
                  <a:lnTo>
                    <a:pt x="50189" y="1177633"/>
                  </a:lnTo>
                  <a:lnTo>
                    <a:pt x="43332" y="1177702"/>
                  </a:lnTo>
                  <a:lnTo>
                    <a:pt x="43434" y="1190244"/>
                  </a:lnTo>
                  <a:lnTo>
                    <a:pt x="50292" y="1190244"/>
                  </a:lnTo>
                  <a:close/>
                </a:path>
                <a:path w="85089" h="1254760">
                  <a:moveTo>
                    <a:pt x="84582" y="1177290"/>
                  </a:moveTo>
                  <a:lnTo>
                    <a:pt x="50189" y="1177633"/>
                  </a:lnTo>
                  <a:lnTo>
                    <a:pt x="50292" y="1247969"/>
                  </a:lnTo>
                  <a:lnTo>
                    <a:pt x="84582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15F23D29-686F-4207-ADD2-2E0332BE81B7}"/>
                </a:ext>
              </a:extLst>
            </p:cNvPr>
            <p:cNvSpPr txBox="1"/>
            <p:nvPr/>
          </p:nvSpPr>
          <p:spPr>
            <a:xfrm>
              <a:off x="1890185" y="4793360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605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238EF443-A53C-454E-AE24-7E37757C00ED}"/>
                </a:ext>
              </a:extLst>
            </p:cNvPr>
            <p:cNvSpPr/>
            <p:nvPr/>
          </p:nvSpPr>
          <p:spPr>
            <a:xfrm>
              <a:off x="2522899" y="4333683"/>
              <a:ext cx="1828800" cy="12547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05BA7C0-6DAA-4248-9664-A5D59332323E}"/>
                </a:ext>
              </a:extLst>
            </p:cNvPr>
            <p:cNvSpPr/>
            <p:nvPr/>
          </p:nvSpPr>
          <p:spPr>
            <a:xfrm>
              <a:off x="1762326" y="3483073"/>
              <a:ext cx="1162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(224, 89)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BA113F-EB42-4F71-B5CE-12950F85CD8C}"/>
                </a:ext>
              </a:extLst>
            </p:cNvPr>
            <p:cNvSpPr/>
            <p:nvPr/>
          </p:nvSpPr>
          <p:spPr>
            <a:xfrm>
              <a:off x="3621449" y="5723380"/>
              <a:ext cx="12522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(439, 426)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EE50C33-D110-4399-9CA2-B132AD0BF8BC}"/>
                </a:ext>
              </a:extLst>
            </p:cNvPr>
            <p:cNvCxnSpPr>
              <a:endCxn id="23" idx="0"/>
            </p:cNvCxnSpPr>
            <p:nvPr/>
          </p:nvCxnSpPr>
          <p:spPr>
            <a:xfrm>
              <a:off x="3542097" y="5236143"/>
              <a:ext cx="705485" cy="48723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BB4D176-D7A2-4246-A5EC-FB966282CBE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H="1" flipV="1">
              <a:off x="2343575" y="3883183"/>
              <a:ext cx="760573" cy="63628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42F221B-CFC4-4AF9-A9EA-118866984BCC}"/>
              </a:ext>
            </a:extLst>
          </p:cNvPr>
          <p:cNvGrpSpPr/>
          <p:nvPr/>
        </p:nvGrpSpPr>
        <p:grpSpPr>
          <a:xfrm>
            <a:off x="6298803" y="3689705"/>
            <a:ext cx="3836709" cy="2668203"/>
            <a:chOff x="6096000" y="3508760"/>
            <a:chExt cx="3836709" cy="26682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D89CDE-EC5A-426F-AC19-C09B8EC3AE0B}"/>
                </a:ext>
              </a:extLst>
            </p:cNvPr>
            <p:cNvGrpSpPr/>
            <p:nvPr/>
          </p:nvGrpSpPr>
          <p:grpSpPr>
            <a:xfrm>
              <a:off x="6096000" y="3508760"/>
              <a:ext cx="3836709" cy="2668203"/>
              <a:chOff x="6719337" y="3798041"/>
              <a:chExt cx="3836709" cy="2668203"/>
            </a:xfrm>
          </p:grpSpPr>
          <p:sp>
            <p:nvSpPr>
              <p:cNvPr id="31" name="object 33">
                <a:extLst>
                  <a:ext uri="{FF2B5EF4-FFF2-40B4-BE49-F238E27FC236}">
                    <a16:creationId xmlns:a16="http://schemas.microsoft.com/office/drawing/2014/main" id="{DE1C2CA3-D597-4B80-8B58-85BE02543D68}"/>
                  </a:ext>
                </a:extLst>
              </p:cNvPr>
              <p:cNvSpPr/>
              <p:nvPr/>
            </p:nvSpPr>
            <p:spPr>
              <a:xfrm>
                <a:off x="7244648" y="4391639"/>
                <a:ext cx="2112264" cy="1662683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bject 34">
                <a:extLst>
                  <a:ext uri="{FF2B5EF4-FFF2-40B4-BE49-F238E27FC236}">
                    <a16:creationId xmlns:a16="http://schemas.microsoft.com/office/drawing/2014/main" id="{30E2DE95-0FC1-44AD-8F78-780BF0D577CE}"/>
                  </a:ext>
                </a:extLst>
              </p:cNvPr>
              <p:cNvSpPr/>
              <p:nvPr/>
            </p:nvSpPr>
            <p:spPr>
              <a:xfrm>
                <a:off x="8783114" y="4398509"/>
                <a:ext cx="604520" cy="1337310"/>
              </a:xfrm>
              <a:custGeom>
                <a:avLst/>
                <a:gdLst/>
                <a:ahLst/>
                <a:cxnLst/>
                <a:rect l="l" t="t" r="r" b="b"/>
                <a:pathLst>
                  <a:path w="604520" h="1337310">
                    <a:moveTo>
                      <a:pt x="32766" y="679704"/>
                    </a:moveTo>
                    <a:lnTo>
                      <a:pt x="4572" y="675894"/>
                    </a:lnTo>
                    <a:lnTo>
                      <a:pt x="0" y="704088"/>
                    </a:lnTo>
                    <a:lnTo>
                      <a:pt x="28194" y="707898"/>
                    </a:lnTo>
                    <a:lnTo>
                      <a:pt x="32766" y="679704"/>
                    </a:lnTo>
                    <a:close/>
                  </a:path>
                  <a:path w="604520" h="1337310">
                    <a:moveTo>
                      <a:pt x="40386" y="623316"/>
                    </a:moveTo>
                    <a:lnTo>
                      <a:pt x="12192" y="619506"/>
                    </a:lnTo>
                    <a:lnTo>
                      <a:pt x="8382" y="647700"/>
                    </a:lnTo>
                    <a:lnTo>
                      <a:pt x="36576" y="651510"/>
                    </a:lnTo>
                    <a:lnTo>
                      <a:pt x="40386" y="623316"/>
                    </a:lnTo>
                    <a:close/>
                  </a:path>
                  <a:path w="604520" h="1337310">
                    <a:moveTo>
                      <a:pt x="48768" y="566928"/>
                    </a:moveTo>
                    <a:lnTo>
                      <a:pt x="19812" y="563118"/>
                    </a:lnTo>
                    <a:lnTo>
                      <a:pt x="16002" y="591312"/>
                    </a:lnTo>
                    <a:lnTo>
                      <a:pt x="44196" y="595122"/>
                    </a:lnTo>
                    <a:lnTo>
                      <a:pt x="48768" y="566928"/>
                    </a:lnTo>
                    <a:close/>
                  </a:path>
                  <a:path w="604520" h="1337310">
                    <a:moveTo>
                      <a:pt x="56388" y="510540"/>
                    </a:moveTo>
                    <a:lnTo>
                      <a:pt x="28194" y="505968"/>
                    </a:lnTo>
                    <a:lnTo>
                      <a:pt x="24384" y="534162"/>
                    </a:lnTo>
                    <a:lnTo>
                      <a:pt x="52578" y="538734"/>
                    </a:lnTo>
                    <a:lnTo>
                      <a:pt x="56388" y="510540"/>
                    </a:lnTo>
                    <a:close/>
                  </a:path>
                  <a:path w="604520" h="1337310">
                    <a:moveTo>
                      <a:pt x="64770" y="453390"/>
                    </a:moveTo>
                    <a:lnTo>
                      <a:pt x="35814" y="449580"/>
                    </a:lnTo>
                    <a:lnTo>
                      <a:pt x="32004" y="477774"/>
                    </a:lnTo>
                    <a:lnTo>
                      <a:pt x="60198" y="481584"/>
                    </a:lnTo>
                    <a:lnTo>
                      <a:pt x="64770" y="453390"/>
                    </a:lnTo>
                    <a:close/>
                  </a:path>
                  <a:path w="604520" h="1337310">
                    <a:moveTo>
                      <a:pt x="72390" y="397002"/>
                    </a:moveTo>
                    <a:lnTo>
                      <a:pt x="44196" y="393192"/>
                    </a:lnTo>
                    <a:lnTo>
                      <a:pt x="40386" y="421386"/>
                    </a:lnTo>
                    <a:lnTo>
                      <a:pt x="68580" y="425196"/>
                    </a:lnTo>
                    <a:lnTo>
                      <a:pt x="72390" y="397002"/>
                    </a:lnTo>
                    <a:close/>
                  </a:path>
                  <a:path w="604520" h="1337310">
                    <a:moveTo>
                      <a:pt x="80772" y="340614"/>
                    </a:moveTo>
                    <a:lnTo>
                      <a:pt x="51816" y="336804"/>
                    </a:lnTo>
                    <a:lnTo>
                      <a:pt x="48006" y="364998"/>
                    </a:lnTo>
                    <a:lnTo>
                      <a:pt x="76200" y="368808"/>
                    </a:lnTo>
                    <a:lnTo>
                      <a:pt x="80772" y="340614"/>
                    </a:lnTo>
                    <a:close/>
                  </a:path>
                  <a:path w="604520" h="1337310">
                    <a:moveTo>
                      <a:pt x="88392" y="284226"/>
                    </a:moveTo>
                    <a:lnTo>
                      <a:pt x="60198" y="279654"/>
                    </a:lnTo>
                    <a:lnTo>
                      <a:pt x="56388" y="307848"/>
                    </a:lnTo>
                    <a:lnTo>
                      <a:pt x="84582" y="312420"/>
                    </a:lnTo>
                    <a:lnTo>
                      <a:pt x="88392" y="284226"/>
                    </a:lnTo>
                    <a:close/>
                  </a:path>
                  <a:path w="604520" h="1337310">
                    <a:moveTo>
                      <a:pt x="96774" y="227076"/>
                    </a:moveTo>
                    <a:lnTo>
                      <a:pt x="67818" y="223266"/>
                    </a:lnTo>
                    <a:lnTo>
                      <a:pt x="64008" y="251460"/>
                    </a:lnTo>
                    <a:lnTo>
                      <a:pt x="92202" y="255270"/>
                    </a:lnTo>
                    <a:lnTo>
                      <a:pt x="96774" y="227076"/>
                    </a:lnTo>
                    <a:close/>
                  </a:path>
                  <a:path w="604520" h="1337310">
                    <a:moveTo>
                      <a:pt x="104394" y="170688"/>
                    </a:moveTo>
                    <a:lnTo>
                      <a:pt x="76200" y="166878"/>
                    </a:lnTo>
                    <a:lnTo>
                      <a:pt x="72390" y="195072"/>
                    </a:lnTo>
                    <a:lnTo>
                      <a:pt x="100584" y="198882"/>
                    </a:lnTo>
                    <a:lnTo>
                      <a:pt x="104394" y="170688"/>
                    </a:lnTo>
                    <a:close/>
                  </a:path>
                  <a:path w="604520" h="1337310">
                    <a:moveTo>
                      <a:pt x="112776" y="114300"/>
                    </a:moveTo>
                    <a:lnTo>
                      <a:pt x="83820" y="109728"/>
                    </a:lnTo>
                    <a:lnTo>
                      <a:pt x="80010" y="138684"/>
                    </a:lnTo>
                    <a:lnTo>
                      <a:pt x="108204" y="142494"/>
                    </a:lnTo>
                    <a:lnTo>
                      <a:pt x="112776" y="114300"/>
                    </a:lnTo>
                    <a:close/>
                  </a:path>
                  <a:path w="604520" h="1337310">
                    <a:moveTo>
                      <a:pt x="144780" y="91440"/>
                    </a:moveTo>
                    <a:lnTo>
                      <a:pt x="114300" y="0"/>
                    </a:lnTo>
                    <a:lnTo>
                      <a:pt x="59436" y="79248"/>
                    </a:lnTo>
                    <a:lnTo>
                      <a:pt x="88392" y="83375"/>
                    </a:lnTo>
                    <a:lnTo>
                      <a:pt x="118110" y="87630"/>
                    </a:lnTo>
                    <a:lnTo>
                      <a:pt x="144780" y="91440"/>
                    </a:lnTo>
                    <a:close/>
                  </a:path>
                  <a:path w="604520" h="1337310">
                    <a:moveTo>
                      <a:pt x="171450" y="915924"/>
                    </a:moveTo>
                    <a:lnTo>
                      <a:pt x="150876" y="896874"/>
                    </a:lnTo>
                    <a:lnTo>
                      <a:pt x="131064" y="917448"/>
                    </a:lnTo>
                    <a:lnTo>
                      <a:pt x="152400" y="937260"/>
                    </a:lnTo>
                    <a:lnTo>
                      <a:pt x="171450" y="915924"/>
                    </a:lnTo>
                    <a:close/>
                  </a:path>
                  <a:path w="604520" h="1337310">
                    <a:moveTo>
                      <a:pt x="213360" y="954786"/>
                    </a:moveTo>
                    <a:lnTo>
                      <a:pt x="192786" y="935736"/>
                    </a:lnTo>
                    <a:lnTo>
                      <a:pt x="172974" y="956310"/>
                    </a:lnTo>
                    <a:lnTo>
                      <a:pt x="194310" y="976122"/>
                    </a:lnTo>
                    <a:lnTo>
                      <a:pt x="213360" y="954786"/>
                    </a:lnTo>
                    <a:close/>
                  </a:path>
                  <a:path w="604520" h="1337310">
                    <a:moveTo>
                      <a:pt x="255270" y="993648"/>
                    </a:moveTo>
                    <a:lnTo>
                      <a:pt x="234696" y="974598"/>
                    </a:lnTo>
                    <a:lnTo>
                      <a:pt x="214884" y="995172"/>
                    </a:lnTo>
                    <a:lnTo>
                      <a:pt x="236220" y="1014984"/>
                    </a:lnTo>
                    <a:lnTo>
                      <a:pt x="255270" y="993648"/>
                    </a:lnTo>
                    <a:close/>
                  </a:path>
                  <a:path w="604520" h="1337310">
                    <a:moveTo>
                      <a:pt x="297180" y="1032510"/>
                    </a:moveTo>
                    <a:lnTo>
                      <a:pt x="276606" y="1013460"/>
                    </a:lnTo>
                    <a:lnTo>
                      <a:pt x="256794" y="1034034"/>
                    </a:lnTo>
                    <a:lnTo>
                      <a:pt x="278130" y="1053846"/>
                    </a:lnTo>
                    <a:lnTo>
                      <a:pt x="297180" y="1032510"/>
                    </a:lnTo>
                    <a:close/>
                  </a:path>
                  <a:path w="604520" h="1337310">
                    <a:moveTo>
                      <a:pt x="339090" y="1071372"/>
                    </a:moveTo>
                    <a:lnTo>
                      <a:pt x="318516" y="1052322"/>
                    </a:lnTo>
                    <a:lnTo>
                      <a:pt x="298704" y="1072896"/>
                    </a:lnTo>
                    <a:lnTo>
                      <a:pt x="320040" y="1092708"/>
                    </a:lnTo>
                    <a:lnTo>
                      <a:pt x="339090" y="1071372"/>
                    </a:lnTo>
                    <a:close/>
                  </a:path>
                  <a:path w="604520" h="1337310">
                    <a:moveTo>
                      <a:pt x="381000" y="1110234"/>
                    </a:moveTo>
                    <a:lnTo>
                      <a:pt x="360426" y="1091184"/>
                    </a:lnTo>
                    <a:lnTo>
                      <a:pt x="340614" y="1111758"/>
                    </a:lnTo>
                    <a:lnTo>
                      <a:pt x="361950" y="1131570"/>
                    </a:lnTo>
                    <a:lnTo>
                      <a:pt x="381000" y="1110234"/>
                    </a:lnTo>
                    <a:close/>
                  </a:path>
                  <a:path w="604520" h="1337310">
                    <a:moveTo>
                      <a:pt x="422910" y="1149096"/>
                    </a:moveTo>
                    <a:lnTo>
                      <a:pt x="402336" y="1130046"/>
                    </a:lnTo>
                    <a:lnTo>
                      <a:pt x="382524" y="1150620"/>
                    </a:lnTo>
                    <a:lnTo>
                      <a:pt x="403860" y="1170432"/>
                    </a:lnTo>
                    <a:lnTo>
                      <a:pt x="422910" y="1149096"/>
                    </a:lnTo>
                    <a:close/>
                  </a:path>
                  <a:path w="604520" h="1337310">
                    <a:moveTo>
                      <a:pt x="464820" y="1187958"/>
                    </a:moveTo>
                    <a:lnTo>
                      <a:pt x="444246" y="1168908"/>
                    </a:lnTo>
                    <a:lnTo>
                      <a:pt x="424434" y="1189482"/>
                    </a:lnTo>
                    <a:lnTo>
                      <a:pt x="445770" y="1209294"/>
                    </a:lnTo>
                    <a:lnTo>
                      <a:pt x="464820" y="1187958"/>
                    </a:lnTo>
                    <a:close/>
                  </a:path>
                  <a:path w="604520" h="1337310">
                    <a:moveTo>
                      <a:pt x="506730" y="1226820"/>
                    </a:moveTo>
                    <a:lnTo>
                      <a:pt x="486156" y="1207770"/>
                    </a:lnTo>
                    <a:lnTo>
                      <a:pt x="466344" y="1228344"/>
                    </a:lnTo>
                    <a:lnTo>
                      <a:pt x="487680" y="1248156"/>
                    </a:lnTo>
                    <a:lnTo>
                      <a:pt x="506730" y="1226820"/>
                    </a:lnTo>
                    <a:close/>
                  </a:path>
                  <a:path w="604520" h="1337310">
                    <a:moveTo>
                      <a:pt x="548640" y="1265682"/>
                    </a:moveTo>
                    <a:lnTo>
                      <a:pt x="528066" y="1246632"/>
                    </a:lnTo>
                    <a:lnTo>
                      <a:pt x="508254" y="1267206"/>
                    </a:lnTo>
                    <a:lnTo>
                      <a:pt x="529590" y="1287018"/>
                    </a:lnTo>
                    <a:lnTo>
                      <a:pt x="548640" y="1265682"/>
                    </a:lnTo>
                    <a:close/>
                  </a:path>
                  <a:path w="604520" h="1337310">
                    <a:moveTo>
                      <a:pt x="604266" y="1337310"/>
                    </a:moveTo>
                    <a:lnTo>
                      <a:pt x="570738" y="1247394"/>
                    </a:lnTo>
                    <a:lnTo>
                      <a:pt x="512064" y="1309878"/>
                    </a:lnTo>
                    <a:lnTo>
                      <a:pt x="604266" y="133731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object 35">
                <a:extLst>
                  <a:ext uri="{FF2B5EF4-FFF2-40B4-BE49-F238E27FC236}">
                    <a16:creationId xmlns:a16="http://schemas.microsoft.com/office/drawing/2014/main" id="{C719A80B-1FA0-48B3-93A3-C400E43D3584}"/>
                  </a:ext>
                </a:extLst>
              </p:cNvPr>
              <p:cNvSpPr/>
              <p:nvPr/>
            </p:nvSpPr>
            <p:spPr>
              <a:xfrm>
                <a:off x="7839008" y="3798041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2716529" y="1956053"/>
                    </a:moveTo>
                    <a:lnTo>
                      <a:pt x="2716529" y="0"/>
                    </a:lnTo>
                    <a:lnTo>
                      <a:pt x="0" y="0"/>
                    </a:lnTo>
                    <a:lnTo>
                      <a:pt x="0" y="1956054"/>
                    </a:lnTo>
                    <a:lnTo>
                      <a:pt x="2716529" y="1956053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object 36">
                <a:extLst>
                  <a:ext uri="{FF2B5EF4-FFF2-40B4-BE49-F238E27FC236}">
                    <a16:creationId xmlns:a16="http://schemas.microsoft.com/office/drawing/2014/main" id="{7BC53B47-B848-453B-9C17-BB17710AC89D}"/>
                  </a:ext>
                </a:extLst>
              </p:cNvPr>
              <p:cNvSpPr/>
              <p:nvPr/>
            </p:nvSpPr>
            <p:spPr>
              <a:xfrm>
                <a:off x="7839008" y="3798041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0" y="0"/>
                    </a:moveTo>
                    <a:lnTo>
                      <a:pt x="0" y="1956053"/>
                    </a:lnTo>
                    <a:lnTo>
                      <a:pt x="2716530" y="1956053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object 37">
                <a:extLst>
                  <a:ext uri="{FF2B5EF4-FFF2-40B4-BE49-F238E27FC236}">
                    <a16:creationId xmlns:a16="http://schemas.microsoft.com/office/drawing/2014/main" id="{CA061286-BD16-4C20-A381-8658C6D8C73F}"/>
                  </a:ext>
                </a:extLst>
              </p:cNvPr>
              <p:cNvSpPr/>
              <p:nvPr/>
            </p:nvSpPr>
            <p:spPr>
              <a:xfrm>
                <a:off x="7404668" y="4015211"/>
                <a:ext cx="2716530" cy="1957070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7070">
                    <a:moveTo>
                      <a:pt x="2716530" y="1956816"/>
                    </a:moveTo>
                    <a:lnTo>
                      <a:pt x="2716530" y="0"/>
                    </a:lnTo>
                    <a:lnTo>
                      <a:pt x="0" y="0"/>
                    </a:lnTo>
                    <a:lnTo>
                      <a:pt x="0" y="1956816"/>
                    </a:lnTo>
                    <a:lnTo>
                      <a:pt x="2716530" y="195681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object 38">
                <a:extLst>
                  <a:ext uri="{FF2B5EF4-FFF2-40B4-BE49-F238E27FC236}">
                    <a16:creationId xmlns:a16="http://schemas.microsoft.com/office/drawing/2014/main" id="{1C12696A-4D6B-44BC-B1E6-5048DF88B2B6}"/>
                  </a:ext>
                </a:extLst>
              </p:cNvPr>
              <p:cNvSpPr/>
              <p:nvPr/>
            </p:nvSpPr>
            <p:spPr>
              <a:xfrm>
                <a:off x="7404668" y="4015211"/>
                <a:ext cx="2716530" cy="1957070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7070">
                    <a:moveTo>
                      <a:pt x="0" y="0"/>
                    </a:moveTo>
                    <a:lnTo>
                      <a:pt x="0" y="1956815"/>
                    </a:lnTo>
                    <a:lnTo>
                      <a:pt x="2716530" y="1956815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3B8D3BDB-4D52-42E4-8C6F-5C3737327E61}"/>
                  </a:ext>
                </a:extLst>
              </p:cNvPr>
              <p:cNvSpPr/>
              <p:nvPr/>
            </p:nvSpPr>
            <p:spPr>
              <a:xfrm>
                <a:off x="7186736" y="4124177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2716529" y="1956054"/>
                    </a:moveTo>
                    <a:lnTo>
                      <a:pt x="2716529" y="0"/>
                    </a:lnTo>
                    <a:lnTo>
                      <a:pt x="0" y="0"/>
                    </a:lnTo>
                    <a:lnTo>
                      <a:pt x="0" y="1956054"/>
                    </a:lnTo>
                    <a:lnTo>
                      <a:pt x="2716529" y="1956054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object 40">
                <a:extLst>
                  <a:ext uri="{FF2B5EF4-FFF2-40B4-BE49-F238E27FC236}">
                    <a16:creationId xmlns:a16="http://schemas.microsoft.com/office/drawing/2014/main" id="{5BDED575-27DF-4106-B2A2-022386E1A5EC}"/>
                  </a:ext>
                </a:extLst>
              </p:cNvPr>
              <p:cNvSpPr/>
              <p:nvPr/>
            </p:nvSpPr>
            <p:spPr>
              <a:xfrm>
                <a:off x="7186736" y="4124177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0" y="0"/>
                    </a:moveTo>
                    <a:lnTo>
                      <a:pt x="0" y="1956054"/>
                    </a:lnTo>
                    <a:lnTo>
                      <a:pt x="2716530" y="1956054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object 41">
                <a:extLst>
                  <a:ext uri="{FF2B5EF4-FFF2-40B4-BE49-F238E27FC236}">
                    <a16:creationId xmlns:a16="http://schemas.microsoft.com/office/drawing/2014/main" id="{CFF2B971-7C7C-4A94-9B00-46415284252B}"/>
                  </a:ext>
                </a:extLst>
              </p:cNvPr>
              <p:cNvSpPr/>
              <p:nvPr/>
            </p:nvSpPr>
            <p:spPr>
              <a:xfrm>
                <a:off x="696956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bject 42">
                <a:extLst>
                  <a:ext uri="{FF2B5EF4-FFF2-40B4-BE49-F238E27FC236}">
                    <a16:creationId xmlns:a16="http://schemas.microsoft.com/office/drawing/2014/main" id="{E9EB2964-24EA-49A7-8759-4F2540010CFD}"/>
                  </a:ext>
                </a:extLst>
              </p:cNvPr>
              <p:cNvSpPr/>
              <p:nvPr/>
            </p:nvSpPr>
            <p:spPr>
              <a:xfrm>
                <a:off x="696956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object 43">
                <a:extLst>
                  <a:ext uri="{FF2B5EF4-FFF2-40B4-BE49-F238E27FC236}">
                    <a16:creationId xmlns:a16="http://schemas.microsoft.com/office/drawing/2014/main" id="{9DDB00A2-0380-4B6E-BC75-207B16BF1887}"/>
                  </a:ext>
                </a:extLst>
              </p:cNvPr>
              <p:cNvSpPr/>
              <p:nvPr/>
            </p:nvSpPr>
            <p:spPr>
              <a:xfrm>
                <a:off x="707853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object 44">
                <a:extLst>
                  <a:ext uri="{FF2B5EF4-FFF2-40B4-BE49-F238E27FC236}">
                    <a16:creationId xmlns:a16="http://schemas.microsoft.com/office/drawing/2014/main" id="{1749EFD2-3AC1-4210-B121-B1AA7D1735E8}"/>
                  </a:ext>
                </a:extLst>
              </p:cNvPr>
              <p:cNvSpPr/>
              <p:nvPr/>
            </p:nvSpPr>
            <p:spPr>
              <a:xfrm>
                <a:off x="707853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object 45">
                <a:extLst>
                  <a:ext uri="{FF2B5EF4-FFF2-40B4-BE49-F238E27FC236}">
                    <a16:creationId xmlns:a16="http://schemas.microsoft.com/office/drawing/2014/main" id="{DE53859C-BD63-4A57-A6F8-FE7479203A2C}"/>
                  </a:ext>
                </a:extLst>
              </p:cNvPr>
              <p:cNvSpPr/>
              <p:nvPr/>
            </p:nvSpPr>
            <p:spPr>
              <a:xfrm>
                <a:off x="718673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object 46">
                <a:extLst>
                  <a:ext uri="{FF2B5EF4-FFF2-40B4-BE49-F238E27FC236}">
                    <a16:creationId xmlns:a16="http://schemas.microsoft.com/office/drawing/2014/main" id="{F996EFAB-8F30-48AD-80AE-C22B58CD4997}"/>
                  </a:ext>
                </a:extLst>
              </p:cNvPr>
              <p:cNvSpPr/>
              <p:nvPr/>
            </p:nvSpPr>
            <p:spPr>
              <a:xfrm>
                <a:off x="718673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object 47">
                <a:extLst>
                  <a:ext uri="{FF2B5EF4-FFF2-40B4-BE49-F238E27FC236}">
                    <a16:creationId xmlns:a16="http://schemas.microsoft.com/office/drawing/2014/main" id="{3768DD67-5A72-4A38-A4EA-F0CB63FE9D80}"/>
                  </a:ext>
                </a:extLst>
              </p:cNvPr>
              <p:cNvSpPr/>
              <p:nvPr/>
            </p:nvSpPr>
            <p:spPr>
              <a:xfrm>
                <a:off x="729570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object 48">
                <a:extLst>
                  <a:ext uri="{FF2B5EF4-FFF2-40B4-BE49-F238E27FC236}">
                    <a16:creationId xmlns:a16="http://schemas.microsoft.com/office/drawing/2014/main" id="{8208C12D-DD59-4FF1-9A5A-FCC36DC75093}"/>
                  </a:ext>
                </a:extLst>
              </p:cNvPr>
              <p:cNvSpPr/>
              <p:nvPr/>
            </p:nvSpPr>
            <p:spPr>
              <a:xfrm>
                <a:off x="729570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object 49">
                <a:extLst>
                  <a:ext uri="{FF2B5EF4-FFF2-40B4-BE49-F238E27FC236}">
                    <a16:creationId xmlns:a16="http://schemas.microsoft.com/office/drawing/2014/main" id="{C7E24F69-6279-461E-8D65-0692D45F2CD8}"/>
                  </a:ext>
                </a:extLst>
              </p:cNvPr>
              <p:cNvSpPr/>
              <p:nvPr/>
            </p:nvSpPr>
            <p:spPr>
              <a:xfrm>
                <a:off x="740466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object 50">
                <a:extLst>
                  <a:ext uri="{FF2B5EF4-FFF2-40B4-BE49-F238E27FC236}">
                    <a16:creationId xmlns:a16="http://schemas.microsoft.com/office/drawing/2014/main" id="{35C66DC4-92FB-459E-831E-88991FD512DB}"/>
                  </a:ext>
                </a:extLst>
              </p:cNvPr>
              <p:cNvSpPr/>
              <p:nvPr/>
            </p:nvSpPr>
            <p:spPr>
              <a:xfrm>
                <a:off x="740466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06E209D6-350F-49C0-A145-CB809298CEF4}"/>
                  </a:ext>
                </a:extLst>
              </p:cNvPr>
              <p:cNvSpPr/>
              <p:nvPr/>
            </p:nvSpPr>
            <p:spPr>
              <a:xfrm>
                <a:off x="75128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bject 52">
                <a:extLst>
                  <a:ext uri="{FF2B5EF4-FFF2-40B4-BE49-F238E27FC236}">
                    <a16:creationId xmlns:a16="http://schemas.microsoft.com/office/drawing/2014/main" id="{F7481AF9-5412-40BD-A2F3-CBC60C84C294}"/>
                  </a:ext>
                </a:extLst>
              </p:cNvPr>
              <p:cNvSpPr/>
              <p:nvPr/>
            </p:nvSpPr>
            <p:spPr>
              <a:xfrm>
                <a:off x="75128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bject 53">
                <a:extLst>
                  <a:ext uri="{FF2B5EF4-FFF2-40B4-BE49-F238E27FC236}">
                    <a16:creationId xmlns:a16="http://schemas.microsoft.com/office/drawing/2014/main" id="{F11AEA7E-73F8-4A60-AF2B-F2CB4209A1A1}"/>
                  </a:ext>
                </a:extLst>
              </p:cNvPr>
              <p:cNvSpPr/>
              <p:nvPr/>
            </p:nvSpPr>
            <p:spPr>
              <a:xfrm>
                <a:off x="762183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bject 54">
                <a:extLst>
                  <a:ext uri="{FF2B5EF4-FFF2-40B4-BE49-F238E27FC236}">
                    <a16:creationId xmlns:a16="http://schemas.microsoft.com/office/drawing/2014/main" id="{50EF7C3B-B922-4C78-9DE8-227C2217D25D}"/>
                  </a:ext>
                </a:extLst>
              </p:cNvPr>
              <p:cNvSpPr/>
              <p:nvPr/>
            </p:nvSpPr>
            <p:spPr>
              <a:xfrm>
                <a:off x="762183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bject 55">
                <a:extLst>
                  <a:ext uri="{FF2B5EF4-FFF2-40B4-BE49-F238E27FC236}">
                    <a16:creationId xmlns:a16="http://schemas.microsoft.com/office/drawing/2014/main" id="{DB167FC6-3945-473D-ADC5-DAAF10D5EAEF}"/>
                  </a:ext>
                </a:extLst>
              </p:cNvPr>
              <p:cNvSpPr/>
              <p:nvPr/>
            </p:nvSpPr>
            <p:spPr>
              <a:xfrm>
                <a:off x="773004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bject 56">
                <a:extLst>
                  <a:ext uri="{FF2B5EF4-FFF2-40B4-BE49-F238E27FC236}">
                    <a16:creationId xmlns:a16="http://schemas.microsoft.com/office/drawing/2014/main" id="{E4BE8D0D-3001-442F-9D28-D6E0C6A67E00}"/>
                  </a:ext>
                </a:extLst>
              </p:cNvPr>
              <p:cNvSpPr/>
              <p:nvPr/>
            </p:nvSpPr>
            <p:spPr>
              <a:xfrm>
                <a:off x="773004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bject 57">
                <a:extLst>
                  <a:ext uri="{FF2B5EF4-FFF2-40B4-BE49-F238E27FC236}">
                    <a16:creationId xmlns:a16="http://schemas.microsoft.com/office/drawing/2014/main" id="{0CC7933D-660B-4ED8-83EF-517F5BC2A727}"/>
                  </a:ext>
                </a:extLst>
              </p:cNvPr>
              <p:cNvSpPr/>
              <p:nvPr/>
            </p:nvSpPr>
            <p:spPr>
              <a:xfrm>
                <a:off x="783900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bject 58">
                <a:extLst>
                  <a:ext uri="{FF2B5EF4-FFF2-40B4-BE49-F238E27FC236}">
                    <a16:creationId xmlns:a16="http://schemas.microsoft.com/office/drawing/2014/main" id="{EA23A53B-4502-4874-B2CB-AF7F52A14E6B}"/>
                  </a:ext>
                </a:extLst>
              </p:cNvPr>
              <p:cNvSpPr/>
              <p:nvPr/>
            </p:nvSpPr>
            <p:spPr>
              <a:xfrm>
                <a:off x="783900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bject 59">
                <a:extLst>
                  <a:ext uri="{FF2B5EF4-FFF2-40B4-BE49-F238E27FC236}">
                    <a16:creationId xmlns:a16="http://schemas.microsoft.com/office/drawing/2014/main" id="{D1F8E492-6205-4EE7-B4EB-52572F3CC7F3}"/>
                  </a:ext>
                </a:extLst>
              </p:cNvPr>
              <p:cNvSpPr/>
              <p:nvPr/>
            </p:nvSpPr>
            <p:spPr>
              <a:xfrm>
                <a:off x="79479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" name="object 60">
                <a:extLst>
                  <a:ext uri="{FF2B5EF4-FFF2-40B4-BE49-F238E27FC236}">
                    <a16:creationId xmlns:a16="http://schemas.microsoft.com/office/drawing/2014/main" id="{BA779609-12E1-4D33-8017-ED01E46DAC87}"/>
                  </a:ext>
                </a:extLst>
              </p:cNvPr>
              <p:cNvSpPr/>
              <p:nvPr/>
            </p:nvSpPr>
            <p:spPr>
              <a:xfrm>
                <a:off x="79479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bject 61">
                <a:extLst>
                  <a:ext uri="{FF2B5EF4-FFF2-40B4-BE49-F238E27FC236}">
                    <a16:creationId xmlns:a16="http://schemas.microsoft.com/office/drawing/2014/main" id="{03F0A24F-5BD8-4F59-AAE7-9164FFF05CED}"/>
                  </a:ext>
                </a:extLst>
              </p:cNvPr>
              <p:cNvSpPr/>
              <p:nvPr/>
            </p:nvSpPr>
            <p:spPr>
              <a:xfrm>
                <a:off x="80561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bject 62">
                <a:extLst>
                  <a:ext uri="{FF2B5EF4-FFF2-40B4-BE49-F238E27FC236}">
                    <a16:creationId xmlns:a16="http://schemas.microsoft.com/office/drawing/2014/main" id="{68D3BE8D-1909-4B0A-AEDB-7373A5FAAF39}"/>
                  </a:ext>
                </a:extLst>
              </p:cNvPr>
              <p:cNvSpPr/>
              <p:nvPr/>
            </p:nvSpPr>
            <p:spPr>
              <a:xfrm>
                <a:off x="80561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bject 63">
                <a:extLst>
                  <a:ext uri="{FF2B5EF4-FFF2-40B4-BE49-F238E27FC236}">
                    <a16:creationId xmlns:a16="http://schemas.microsoft.com/office/drawing/2014/main" id="{70B6AD57-A45C-4BBA-8428-3B631F0399B1}"/>
                  </a:ext>
                </a:extLst>
              </p:cNvPr>
              <p:cNvSpPr/>
              <p:nvPr/>
            </p:nvSpPr>
            <p:spPr>
              <a:xfrm>
                <a:off x="816514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bject 64">
                <a:extLst>
                  <a:ext uri="{FF2B5EF4-FFF2-40B4-BE49-F238E27FC236}">
                    <a16:creationId xmlns:a16="http://schemas.microsoft.com/office/drawing/2014/main" id="{C24CF4CB-C6EA-414C-A56F-2F672E2ACAAC}"/>
                  </a:ext>
                </a:extLst>
              </p:cNvPr>
              <p:cNvSpPr/>
              <p:nvPr/>
            </p:nvSpPr>
            <p:spPr>
              <a:xfrm>
                <a:off x="816514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bject 65">
                <a:extLst>
                  <a:ext uri="{FF2B5EF4-FFF2-40B4-BE49-F238E27FC236}">
                    <a16:creationId xmlns:a16="http://schemas.microsoft.com/office/drawing/2014/main" id="{C177F3D7-AF51-4DFB-9C2E-9040362F631B}"/>
                  </a:ext>
                </a:extLst>
              </p:cNvPr>
              <p:cNvSpPr/>
              <p:nvPr/>
            </p:nvSpPr>
            <p:spPr>
              <a:xfrm>
                <a:off x="82733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bject 66">
                <a:extLst>
                  <a:ext uri="{FF2B5EF4-FFF2-40B4-BE49-F238E27FC236}">
                    <a16:creationId xmlns:a16="http://schemas.microsoft.com/office/drawing/2014/main" id="{17EA11FF-8231-4F1B-A6DA-DCB3BC9DF781}"/>
                  </a:ext>
                </a:extLst>
              </p:cNvPr>
              <p:cNvSpPr/>
              <p:nvPr/>
            </p:nvSpPr>
            <p:spPr>
              <a:xfrm>
                <a:off x="82733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bject 67">
                <a:extLst>
                  <a:ext uri="{FF2B5EF4-FFF2-40B4-BE49-F238E27FC236}">
                    <a16:creationId xmlns:a16="http://schemas.microsoft.com/office/drawing/2014/main" id="{DB2FFDF0-CDF8-4E03-A09C-99C2D958C0EB}"/>
                  </a:ext>
                </a:extLst>
              </p:cNvPr>
              <p:cNvSpPr/>
              <p:nvPr/>
            </p:nvSpPr>
            <p:spPr>
              <a:xfrm>
                <a:off x="83823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bject 68">
                <a:extLst>
                  <a:ext uri="{FF2B5EF4-FFF2-40B4-BE49-F238E27FC236}">
                    <a16:creationId xmlns:a16="http://schemas.microsoft.com/office/drawing/2014/main" id="{0115ED64-73F6-4423-A54D-76088C43C226}"/>
                  </a:ext>
                </a:extLst>
              </p:cNvPr>
              <p:cNvSpPr/>
              <p:nvPr/>
            </p:nvSpPr>
            <p:spPr>
              <a:xfrm>
                <a:off x="83823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bject 69">
                <a:extLst>
                  <a:ext uri="{FF2B5EF4-FFF2-40B4-BE49-F238E27FC236}">
                    <a16:creationId xmlns:a16="http://schemas.microsoft.com/office/drawing/2014/main" id="{59C0F389-D9D1-4719-BFAE-5670C113844E}"/>
                  </a:ext>
                </a:extLst>
              </p:cNvPr>
              <p:cNvSpPr/>
              <p:nvPr/>
            </p:nvSpPr>
            <p:spPr>
              <a:xfrm>
                <a:off x="8491280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" name="object 70">
                <a:extLst>
                  <a:ext uri="{FF2B5EF4-FFF2-40B4-BE49-F238E27FC236}">
                    <a16:creationId xmlns:a16="http://schemas.microsoft.com/office/drawing/2014/main" id="{97E025CA-D5A6-461A-B648-31290686A58A}"/>
                  </a:ext>
                </a:extLst>
              </p:cNvPr>
              <p:cNvSpPr/>
              <p:nvPr/>
            </p:nvSpPr>
            <p:spPr>
              <a:xfrm>
                <a:off x="8491280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bject 71">
                <a:extLst>
                  <a:ext uri="{FF2B5EF4-FFF2-40B4-BE49-F238E27FC236}">
                    <a16:creationId xmlns:a16="http://schemas.microsoft.com/office/drawing/2014/main" id="{F1FFCC94-EED2-4972-8B72-BFD4F65902E6}"/>
                  </a:ext>
                </a:extLst>
              </p:cNvPr>
              <p:cNvSpPr/>
              <p:nvPr/>
            </p:nvSpPr>
            <p:spPr>
              <a:xfrm>
                <a:off x="85994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bject 72">
                <a:extLst>
                  <a:ext uri="{FF2B5EF4-FFF2-40B4-BE49-F238E27FC236}">
                    <a16:creationId xmlns:a16="http://schemas.microsoft.com/office/drawing/2014/main" id="{817F9FDF-1ECC-4DE3-8B5E-4EA1312C4831}"/>
                  </a:ext>
                </a:extLst>
              </p:cNvPr>
              <p:cNvSpPr/>
              <p:nvPr/>
            </p:nvSpPr>
            <p:spPr>
              <a:xfrm>
                <a:off x="85994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bject 73">
                <a:extLst>
                  <a:ext uri="{FF2B5EF4-FFF2-40B4-BE49-F238E27FC236}">
                    <a16:creationId xmlns:a16="http://schemas.microsoft.com/office/drawing/2014/main" id="{A614D537-C1B0-4ABA-9036-2978AC603CCB}"/>
                  </a:ext>
                </a:extLst>
              </p:cNvPr>
              <p:cNvSpPr/>
              <p:nvPr/>
            </p:nvSpPr>
            <p:spPr>
              <a:xfrm>
                <a:off x="8708437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bject 74">
                <a:extLst>
                  <a:ext uri="{FF2B5EF4-FFF2-40B4-BE49-F238E27FC236}">
                    <a16:creationId xmlns:a16="http://schemas.microsoft.com/office/drawing/2014/main" id="{953898AC-D42F-4810-8A1E-F363106C14DB}"/>
                  </a:ext>
                </a:extLst>
              </p:cNvPr>
              <p:cNvSpPr/>
              <p:nvPr/>
            </p:nvSpPr>
            <p:spPr>
              <a:xfrm>
                <a:off x="8708437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bject 75">
                <a:extLst>
                  <a:ext uri="{FF2B5EF4-FFF2-40B4-BE49-F238E27FC236}">
                    <a16:creationId xmlns:a16="http://schemas.microsoft.com/office/drawing/2014/main" id="{1B197E7C-7A71-4919-8A7D-B9CAC6DD5093}"/>
                  </a:ext>
                </a:extLst>
              </p:cNvPr>
              <p:cNvSpPr/>
              <p:nvPr/>
            </p:nvSpPr>
            <p:spPr>
              <a:xfrm>
                <a:off x="881665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bject 76">
                <a:extLst>
                  <a:ext uri="{FF2B5EF4-FFF2-40B4-BE49-F238E27FC236}">
                    <a16:creationId xmlns:a16="http://schemas.microsoft.com/office/drawing/2014/main" id="{48C3B61D-453C-4A38-8C94-6E28A458C7CF}"/>
                  </a:ext>
                </a:extLst>
              </p:cNvPr>
              <p:cNvSpPr/>
              <p:nvPr/>
            </p:nvSpPr>
            <p:spPr>
              <a:xfrm>
                <a:off x="881665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bject 77">
                <a:extLst>
                  <a:ext uri="{FF2B5EF4-FFF2-40B4-BE49-F238E27FC236}">
                    <a16:creationId xmlns:a16="http://schemas.microsoft.com/office/drawing/2014/main" id="{A4BDBFF8-DF36-41D9-AE88-B1B2A02F851B}"/>
                  </a:ext>
                </a:extLst>
              </p:cNvPr>
              <p:cNvSpPr/>
              <p:nvPr/>
            </p:nvSpPr>
            <p:spPr>
              <a:xfrm>
                <a:off x="8925620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bject 78">
                <a:extLst>
                  <a:ext uri="{FF2B5EF4-FFF2-40B4-BE49-F238E27FC236}">
                    <a16:creationId xmlns:a16="http://schemas.microsoft.com/office/drawing/2014/main" id="{7F5B0F48-C07D-4620-9B9D-7DCE69D3B475}"/>
                  </a:ext>
                </a:extLst>
              </p:cNvPr>
              <p:cNvSpPr/>
              <p:nvPr/>
            </p:nvSpPr>
            <p:spPr>
              <a:xfrm>
                <a:off x="8925620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bject 79">
                <a:extLst>
                  <a:ext uri="{FF2B5EF4-FFF2-40B4-BE49-F238E27FC236}">
                    <a16:creationId xmlns:a16="http://schemas.microsoft.com/office/drawing/2014/main" id="{FF91E0CB-2B49-4194-9884-7AF05689F642}"/>
                  </a:ext>
                </a:extLst>
              </p:cNvPr>
              <p:cNvSpPr/>
              <p:nvPr/>
            </p:nvSpPr>
            <p:spPr>
              <a:xfrm>
                <a:off x="90345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object 80">
                <a:extLst>
                  <a:ext uri="{FF2B5EF4-FFF2-40B4-BE49-F238E27FC236}">
                    <a16:creationId xmlns:a16="http://schemas.microsoft.com/office/drawing/2014/main" id="{EB627F70-3801-40E0-8372-97C955A5F08A}"/>
                  </a:ext>
                </a:extLst>
              </p:cNvPr>
              <p:cNvSpPr/>
              <p:nvPr/>
            </p:nvSpPr>
            <p:spPr>
              <a:xfrm>
                <a:off x="90345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bject 81">
                <a:extLst>
                  <a:ext uri="{FF2B5EF4-FFF2-40B4-BE49-F238E27FC236}">
                    <a16:creationId xmlns:a16="http://schemas.microsoft.com/office/drawing/2014/main" id="{85637FC5-6696-4F0D-99C1-02B53CB3D9F9}"/>
                  </a:ext>
                </a:extLst>
              </p:cNvPr>
              <p:cNvSpPr/>
              <p:nvPr/>
            </p:nvSpPr>
            <p:spPr>
              <a:xfrm>
                <a:off x="91427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bject 82">
                <a:extLst>
                  <a:ext uri="{FF2B5EF4-FFF2-40B4-BE49-F238E27FC236}">
                    <a16:creationId xmlns:a16="http://schemas.microsoft.com/office/drawing/2014/main" id="{C8F74CA0-1F41-4C13-A4DF-65F04B803BAF}"/>
                  </a:ext>
                </a:extLst>
              </p:cNvPr>
              <p:cNvSpPr/>
              <p:nvPr/>
            </p:nvSpPr>
            <p:spPr>
              <a:xfrm>
                <a:off x="91427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bject 83">
                <a:extLst>
                  <a:ext uri="{FF2B5EF4-FFF2-40B4-BE49-F238E27FC236}">
                    <a16:creationId xmlns:a16="http://schemas.microsoft.com/office/drawing/2014/main" id="{0A0636AA-A3EE-407C-B0A9-DBCB33D6C08C}"/>
                  </a:ext>
                </a:extLst>
              </p:cNvPr>
              <p:cNvSpPr/>
              <p:nvPr/>
            </p:nvSpPr>
            <p:spPr>
              <a:xfrm>
                <a:off x="9251756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bject 84">
                <a:extLst>
                  <a:ext uri="{FF2B5EF4-FFF2-40B4-BE49-F238E27FC236}">
                    <a16:creationId xmlns:a16="http://schemas.microsoft.com/office/drawing/2014/main" id="{B45280F1-A076-4266-99CB-AEDDD0E35E3A}"/>
                  </a:ext>
                </a:extLst>
              </p:cNvPr>
              <p:cNvSpPr/>
              <p:nvPr/>
            </p:nvSpPr>
            <p:spPr>
              <a:xfrm>
                <a:off x="9251756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bject 85">
                <a:extLst>
                  <a:ext uri="{FF2B5EF4-FFF2-40B4-BE49-F238E27FC236}">
                    <a16:creationId xmlns:a16="http://schemas.microsoft.com/office/drawing/2014/main" id="{CC87526D-5C3D-43BE-A70A-F4F79B1803D1}"/>
                  </a:ext>
                </a:extLst>
              </p:cNvPr>
              <p:cNvSpPr/>
              <p:nvPr/>
            </p:nvSpPr>
            <p:spPr>
              <a:xfrm>
                <a:off x="93599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bject 86">
                <a:extLst>
                  <a:ext uri="{FF2B5EF4-FFF2-40B4-BE49-F238E27FC236}">
                    <a16:creationId xmlns:a16="http://schemas.microsoft.com/office/drawing/2014/main" id="{40DB59BB-D4BF-43D1-942F-E80791D707B7}"/>
                  </a:ext>
                </a:extLst>
              </p:cNvPr>
              <p:cNvSpPr/>
              <p:nvPr/>
            </p:nvSpPr>
            <p:spPr>
              <a:xfrm>
                <a:off x="93599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bject 87">
                <a:extLst>
                  <a:ext uri="{FF2B5EF4-FFF2-40B4-BE49-F238E27FC236}">
                    <a16:creationId xmlns:a16="http://schemas.microsoft.com/office/drawing/2014/main" id="{DAAF30A5-C940-4BD3-8B71-830FF08EDCAB}"/>
                  </a:ext>
                </a:extLst>
              </p:cNvPr>
              <p:cNvSpPr/>
              <p:nvPr/>
            </p:nvSpPr>
            <p:spPr>
              <a:xfrm>
                <a:off x="94689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bject 88">
                <a:extLst>
                  <a:ext uri="{FF2B5EF4-FFF2-40B4-BE49-F238E27FC236}">
                    <a16:creationId xmlns:a16="http://schemas.microsoft.com/office/drawing/2014/main" id="{272C0005-C3D7-4699-A22A-AE9A80600A1A}"/>
                  </a:ext>
                </a:extLst>
              </p:cNvPr>
              <p:cNvSpPr/>
              <p:nvPr/>
            </p:nvSpPr>
            <p:spPr>
              <a:xfrm>
                <a:off x="94689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" name="object 89">
                <a:extLst>
                  <a:ext uri="{FF2B5EF4-FFF2-40B4-BE49-F238E27FC236}">
                    <a16:creationId xmlns:a16="http://schemas.microsoft.com/office/drawing/2014/main" id="{5EC9C005-F92C-48AD-A1DB-24160B6E18F1}"/>
                  </a:ext>
                </a:extLst>
              </p:cNvPr>
              <p:cNvSpPr/>
              <p:nvPr/>
            </p:nvSpPr>
            <p:spPr>
              <a:xfrm>
                <a:off x="957789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" name="object 90">
                <a:extLst>
                  <a:ext uri="{FF2B5EF4-FFF2-40B4-BE49-F238E27FC236}">
                    <a16:creationId xmlns:a16="http://schemas.microsoft.com/office/drawing/2014/main" id="{15F57AD2-E62A-47A2-89E1-92EFAD3D9A15}"/>
                  </a:ext>
                </a:extLst>
              </p:cNvPr>
              <p:cNvSpPr/>
              <p:nvPr/>
            </p:nvSpPr>
            <p:spPr>
              <a:xfrm>
                <a:off x="957789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" name="object 91">
                <a:extLst>
                  <a:ext uri="{FF2B5EF4-FFF2-40B4-BE49-F238E27FC236}">
                    <a16:creationId xmlns:a16="http://schemas.microsoft.com/office/drawing/2014/main" id="{B755AC66-10F0-498C-9AB0-A53CD4ED1C01}"/>
                  </a:ext>
                </a:extLst>
              </p:cNvPr>
              <p:cNvSpPr/>
              <p:nvPr/>
            </p:nvSpPr>
            <p:spPr>
              <a:xfrm>
                <a:off x="696956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" name="object 92">
                <a:extLst>
                  <a:ext uri="{FF2B5EF4-FFF2-40B4-BE49-F238E27FC236}">
                    <a16:creationId xmlns:a16="http://schemas.microsoft.com/office/drawing/2014/main" id="{181FF945-BE8E-4972-892B-5849E18B8B86}"/>
                  </a:ext>
                </a:extLst>
              </p:cNvPr>
              <p:cNvSpPr/>
              <p:nvPr/>
            </p:nvSpPr>
            <p:spPr>
              <a:xfrm>
                <a:off x="696956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" name="object 93">
                <a:extLst>
                  <a:ext uri="{FF2B5EF4-FFF2-40B4-BE49-F238E27FC236}">
                    <a16:creationId xmlns:a16="http://schemas.microsoft.com/office/drawing/2014/main" id="{E2017870-3459-44EE-AAEA-B9E770C18990}"/>
                  </a:ext>
                </a:extLst>
              </p:cNvPr>
              <p:cNvSpPr/>
              <p:nvPr/>
            </p:nvSpPr>
            <p:spPr>
              <a:xfrm>
                <a:off x="707853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" name="object 94">
                <a:extLst>
                  <a:ext uri="{FF2B5EF4-FFF2-40B4-BE49-F238E27FC236}">
                    <a16:creationId xmlns:a16="http://schemas.microsoft.com/office/drawing/2014/main" id="{9C515A83-252D-46AE-88ED-42A467E45EF2}"/>
                  </a:ext>
                </a:extLst>
              </p:cNvPr>
              <p:cNvSpPr/>
              <p:nvPr/>
            </p:nvSpPr>
            <p:spPr>
              <a:xfrm>
                <a:off x="707853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" name="object 95">
                <a:extLst>
                  <a:ext uri="{FF2B5EF4-FFF2-40B4-BE49-F238E27FC236}">
                    <a16:creationId xmlns:a16="http://schemas.microsoft.com/office/drawing/2014/main" id="{A6EB8CB6-4EC5-46D7-91B2-3E8EC18A1035}"/>
                  </a:ext>
                </a:extLst>
              </p:cNvPr>
              <p:cNvSpPr/>
              <p:nvPr/>
            </p:nvSpPr>
            <p:spPr>
              <a:xfrm>
                <a:off x="718673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" name="object 96">
                <a:extLst>
                  <a:ext uri="{FF2B5EF4-FFF2-40B4-BE49-F238E27FC236}">
                    <a16:creationId xmlns:a16="http://schemas.microsoft.com/office/drawing/2014/main" id="{8F3383E9-755F-41FD-B61E-9DE344328634}"/>
                  </a:ext>
                </a:extLst>
              </p:cNvPr>
              <p:cNvSpPr/>
              <p:nvPr/>
            </p:nvSpPr>
            <p:spPr>
              <a:xfrm>
                <a:off x="718673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" name="object 97">
                <a:extLst>
                  <a:ext uri="{FF2B5EF4-FFF2-40B4-BE49-F238E27FC236}">
                    <a16:creationId xmlns:a16="http://schemas.microsoft.com/office/drawing/2014/main" id="{C6D36B7B-BA74-48AD-9680-D58897E48DCF}"/>
                  </a:ext>
                </a:extLst>
              </p:cNvPr>
              <p:cNvSpPr/>
              <p:nvPr/>
            </p:nvSpPr>
            <p:spPr>
              <a:xfrm>
                <a:off x="729570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" name="object 98">
                <a:extLst>
                  <a:ext uri="{FF2B5EF4-FFF2-40B4-BE49-F238E27FC236}">
                    <a16:creationId xmlns:a16="http://schemas.microsoft.com/office/drawing/2014/main" id="{850E9F3C-8F98-4251-AE46-4F8DB678D48F}"/>
                  </a:ext>
                </a:extLst>
              </p:cNvPr>
              <p:cNvSpPr/>
              <p:nvPr/>
            </p:nvSpPr>
            <p:spPr>
              <a:xfrm>
                <a:off x="729570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" name="object 99">
                <a:extLst>
                  <a:ext uri="{FF2B5EF4-FFF2-40B4-BE49-F238E27FC236}">
                    <a16:creationId xmlns:a16="http://schemas.microsoft.com/office/drawing/2014/main" id="{8D066D24-BD8C-4578-B0C8-88055D0B6B4D}"/>
                  </a:ext>
                </a:extLst>
              </p:cNvPr>
              <p:cNvSpPr/>
              <p:nvPr/>
            </p:nvSpPr>
            <p:spPr>
              <a:xfrm>
                <a:off x="740466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" name="object 100">
                <a:extLst>
                  <a:ext uri="{FF2B5EF4-FFF2-40B4-BE49-F238E27FC236}">
                    <a16:creationId xmlns:a16="http://schemas.microsoft.com/office/drawing/2014/main" id="{70C8E1DF-222C-4946-9024-051B2A964C4B}"/>
                  </a:ext>
                </a:extLst>
              </p:cNvPr>
              <p:cNvSpPr/>
              <p:nvPr/>
            </p:nvSpPr>
            <p:spPr>
              <a:xfrm>
                <a:off x="740466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" name="object 101">
                <a:extLst>
                  <a:ext uri="{FF2B5EF4-FFF2-40B4-BE49-F238E27FC236}">
                    <a16:creationId xmlns:a16="http://schemas.microsoft.com/office/drawing/2014/main" id="{6979AB21-B46C-435F-8AC6-B10D942BA0B2}"/>
                  </a:ext>
                </a:extLst>
              </p:cNvPr>
              <p:cNvSpPr/>
              <p:nvPr/>
            </p:nvSpPr>
            <p:spPr>
              <a:xfrm>
                <a:off x="75128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" name="object 102">
                <a:extLst>
                  <a:ext uri="{FF2B5EF4-FFF2-40B4-BE49-F238E27FC236}">
                    <a16:creationId xmlns:a16="http://schemas.microsoft.com/office/drawing/2014/main" id="{F0607C83-EDE3-4C2D-9EFF-89C89F419846}"/>
                  </a:ext>
                </a:extLst>
              </p:cNvPr>
              <p:cNvSpPr/>
              <p:nvPr/>
            </p:nvSpPr>
            <p:spPr>
              <a:xfrm>
                <a:off x="75128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" name="object 103">
                <a:extLst>
                  <a:ext uri="{FF2B5EF4-FFF2-40B4-BE49-F238E27FC236}">
                    <a16:creationId xmlns:a16="http://schemas.microsoft.com/office/drawing/2014/main" id="{5EAF6A6B-763B-4DC6-A062-779BBB6E09FF}"/>
                  </a:ext>
                </a:extLst>
              </p:cNvPr>
              <p:cNvSpPr/>
              <p:nvPr/>
            </p:nvSpPr>
            <p:spPr>
              <a:xfrm>
                <a:off x="762183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" name="object 104">
                <a:extLst>
                  <a:ext uri="{FF2B5EF4-FFF2-40B4-BE49-F238E27FC236}">
                    <a16:creationId xmlns:a16="http://schemas.microsoft.com/office/drawing/2014/main" id="{2F319C5D-F1F3-45A4-8505-9BCC2CD37522}"/>
                  </a:ext>
                </a:extLst>
              </p:cNvPr>
              <p:cNvSpPr/>
              <p:nvPr/>
            </p:nvSpPr>
            <p:spPr>
              <a:xfrm>
                <a:off x="762183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" name="object 105">
                <a:extLst>
                  <a:ext uri="{FF2B5EF4-FFF2-40B4-BE49-F238E27FC236}">
                    <a16:creationId xmlns:a16="http://schemas.microsoft.com/office/drawing/2014/main" id="{0D776977-DADA-4CFF-8162-1C5D0575AA8C}"/>
                  </a:ext>
                </a:extLst>
              </p:cNvPr>
              <p:cNvSpPr/>
              <p:nvPr/>
            </p:nvSpPr>
            <p:spPr>
              <a:xfrm>
                <a:off x="773004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" name="object 106">
                <a:extLst>
                  <a:ext uri="{FF2B5EF4-FFF2-40B4-BE49-F238E27FC236}">
                    <a16:creationId xmlns:a16="http://schemas.microsoft.com/office/drawing/2014/main" id="{65AE50AF-4E3C-4FEE-8001-C2D8E83CB3CC}"/>
                  </a:ext>
                </a:extLst>
              </p:cNvPr>
              <p:cNvSpPr/>
              <p:nvPr/>
            </p:nvSpPr>
            <p:spPr>
              <a:xfrm>
                <a:off x="773004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" name="object 107">
                <a:extLst>
                  <a:ext uri="{FF2B5EF4-FFF2-40B4-BE49-F238E27FC236}">
                    <a16:creationId xmlns:a16="http://schemas.microsoft.com/office/drawing/2014/main" id="{96B01DAF-B06C-4697-8E36-08F2F11122E1}"/>
                  </a:ext>
                </a:extLst>
              </p:cNvPr>
              <p:cNvSpPr/>
              <p:nvPr/>
            </p:nvSpPr>
            <p:spPr>
              <a:xfrm>
                <a:off x="783900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" name="object 108">
                <a:extLst>
                  <a:ext uri="{FF2B5EF4-FFF2-40B4-BE49-F238E27FC236}">
                    <a16:creationId xmlns:a16="http://schemas.microsoft.com/office/drawing/2014/main" id="{B5C33D9A-501E-4619-B97A-32BB88320749}"/>
                  </a:ext>
                </a:extLst>
              </p:cNvPr>
              <p:cNvSpPr/>
              <p:nvPr/>
            </p:nvSpPr>
            <p:spPr>
              <a:xfrm>
                <a:off x="783900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" name="object 109">
                <a:extLst>
                  <a:ext uri="{FF2B5EF4-FFF2-40B4-BE49-F238E27FC236}">
                    <a16:creationId xmlns:a16="http://schemas.microsoft.com/office/drawing/2014/main" id="{8C1A833D-7050-4A03-8D6A-BEB49D58039A}"/>
                  </a:ext>
                </a:extLst>
              </p:cNvPr>
              <p:cNvSpPr/>
              <p:nvPr/>
            </p:nvSpPr>
            <p:spPr>
              <a:xfrm>
                <a:off x="79479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" name="object 110">
                <a:extLst>
                  <a:ext uri="{FF2B5EF4-FFF2-40B4-BE49-F238E27FC236}">
                    <a16:creationId xmlns:a16="http://schemas.microsoft.com/office/drawing/2014/main" id="{D76C0960-5D1F-45C5-ACDD-4C9E9671939D}"/>
                  </a:ext>
                </a:extLst>
              </p:cNvPr>
              <p:cNvSpPr/>
              <p:nvPr/>
            </p:nvSpPr>
            <p:spPr>
              <a:xfrm>
                <a:off x="79479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" name="object 111">
                <a:extLst>
                  <a:ext uri="{FF2B5EF4-FFF2-40B4-BE49-F238E27FC236}">
                    <a16:creationId xmlns:a16="http://schemas.microsoft.com/office/drawing/2014/main" id="{E19256DE-02A6-439E-849D-47FED457E7B1}"/>
                  </a:ext>
                </a:extLst>
              </p:cNvPr>
              <p:cNvSpPr/>
              <p:nvPr/>
            </p:nvSpPr>
            <p:spPr>
              <a:xfrm>
                <a:off x="80561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" name="object 112">
                <a:extLst>
                  <a:ext uri="{FF2B5EF4-FFF2-40B4-BE49-F238E27FC236}">
                    <a16:creationId xmlns:a16="http://schemas.microsoft.com/office/drawing/2014/main" id="{6DDB0005-3368-45E7-97AD-9EC1749529E4}"/>
                  </a:ext>
                </a:extLst>
              </p:cNvPr>
              <p:cNvSpPr/>
              <p:nvPr/>
            </p:nvSpPr>
            <p:spPr>
              <a:xfrm>
                <a:off x="80561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" name="object 113">
                <a:extLst>
                  <a:ext uri="{FF2B5EF4-FFF2-40B4-BE49-F238E27FC236}">
                    <a16:creationId xmlns:a16="http://schemas.microsoft.com/office/drawing/2014/main" id="{9968DEA5-3CF4-471C-B39E-53A43CCD4209}"/>
                  </a:ext>
                </a:extLst>
              </p:cNvPr>
              <p:cNvSpPr/>
              <p:nvPr/>
            </p:nvSpPr>
            <p:spPr>
              <a:xfrm>
                <a:off x="816514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" name="object 114">
                <a:extLst>
                  <a:ext uri="{FF2B5EF4-FFF2-40B4-BE49-F238E27FC236}">
                    <a16:creationId xmlns:a16="http://schemas.microsoft.com/office/drawing/2014/main" id="{8FDCAA72-83A6-439B-A1C1-F5876D26B69A}"/>
                  </a:ext>
                </a:extLst>
              </p:cNvPr>
              <p:cNvSpPr/>
              <p:nvPr/>
            </p:nvSpPr>
            <p:spPr>
              <a:xfrm>
                <a:off x="816514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" name="object 115">
                <a:extLst>
                  <a:ext uri="{FF2B5EF4-FFF2-40B4-BE49-F238E27FC236}">
                    <a16:creationId xmlns:a16="http://schemas.microsoft.com/office/drawing/2014/main" id="{88BD1F1D-9278-46BB-8E09-A20EDC04BF5C}"/>
                  </a:ext>
                </a:extLst>
              </p:cNvPr>
              <p:cNvSpPr/>
              <p:nvPr/>
            </p:nvSpPr>
            <p:spPr>
              <a:xfrm>
                <a:off x="82733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" name="object 116">
                <a:extLst>
                  <a:ext uri="{FF2B5EF4-FFF2-40B4-BE49-F238E27FC236}">
                    <a16:creationId xmlns:a16="http://schemas.microsoft.com/office/drawing/2014/main" id="{343767D4-C728-4776-9C72-80629E68E0D6}"/>
                  </a:ext>
                </a:extLst>
              </p:cNvPr>
              <p:cNvSpPr/>
              <p:nvPr/>
            </p:nvSpPr>
            <p:spPr>
              <a:xfrm>
                <a:off x="82733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" name="object 117">
                <a:extLst>
                  <a:ext uri="{FF2B5EF4-FFF2-40B4-BE49-F238E27FC236}">
                    <a16:creationId xmlns:a16="http://schemas.microsoft.com/office/drawing/2014/main" id="{71ACB9A7-3158-470A-A881-21E4FF1E883D}"/>
                  </a:ext>
                </a:extLst>
              </p:cNvPr>
              <p:cNvSpPr/>
              <p:nvPr/>
            </p:nvSpPr>
            <p:spPr>
              <a:xfrm>
                <a:off x="83823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" name="object 118">
                <a:extLst>
                  <a:ext uri="{FF2B5EF4-FFF2-40B4-BE49-F238E27FC236}">
                    <a16:creationId xmlns:a16="http://schemas.microsoft.com/office/drawing/2014/main" id="{FD6D69A2-CABD-4D8A-AD07-392C3DEFF66D}"/>
                  </a:ext>
                </a:extLst>
              </p:cNvPr>
              <p:cNvSpPr/>
              <p:nvPr/>
            </p:nvSpPr>
            <p:spPr>
              <a:xfrm>
                <a:off x="83823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" name="object 119">
                <a:extLst>
                  <a:ext uri="{FF2B5EF4-FFF2-40B4-BE49-F238E27FC236}">
                    <a16:creationId xmlns:a16="http://schemas.microsoft.com/office/drawing/2014/main" id="{4C3FDAEA-EF31-4DF3-90D5-5BA577E2539B}"/>
                  </a:ext>
                </a:extLst>
              </p:cNvPr>
              <p:cNvSpPr/>
              <p:nvPr/>
            </p:nvSpPr>
            <p:spPr>
              <a:xfrm>
                <a:off x="8491280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" name="object 120">
                <a:extLst>
                  <a:ext uri="{FF2B5EF4-FFF2-40B4-BE49-F238E27FC236}">
                    <a16:creationId xmlns:a16="http://schemas.microsoft.com/office/drawing/2014/main" id="{6D633D71-4004-460A-834A-A51C9C702FD9}"/>
                  </a:ext>
                </a:extLst>
              </p:cNvPr>
              <p:cNvSpPr/>
              <p:nvPr/>
            </p:nvSpPr>
            <p:spPr>
              <a:xfrm>
                <a:off x="8491280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" name="object 121">
                <a:extLst>
                  <a:ext uri="{FF2B5EF4-FFF2-40B4-BE49-F238E27FC236}">
                    <a16:creationId xmlns:a16="http://schemas.microsoft.com/office/drawing/2014/main" id="{2588A6B9-9A21-4DA0-A634-151EA16182B3}"/>
                  </a:ext>
                </a:extLst>
              </p:cNvPr>
              <p:cNvSpPr/>
              <p:nvPr/>
            </p:nvSpPr>
            <p:spPr>
              <a:xfrm>
                <a:off x="85994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" name="object 122">
                <a:extLst>
                  <a:ext uri="{FF2B5EF4-FFF2-40B4-BE49-F238E27FC236}">
                    <a16:creationId xmlns:a16="http://schemas.microsoft.com/office/drawing/2014/main" id="{9E5A53FF-E38F-4A25-BB99-249E5125C04F}"/>
                  </a:ext>
                </a:extLst>
              </p:cNvPr>
              <p:cNvSpPr/>
              <p:nvPr/>
            </p:nvSpPr>
            <p:spPr>
              <a:xfrm>
                <a:off x="85994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" name="object 123">
                <a:extLst>
                  <a:ext uri="{FF2B5EF4-FFF2-40B4-BE49-F238E27FC236}">
                    <a16:creationId xmlns:a16="http://schemas.microsoft.com/office/drawing/2014/main" id="{C7CCFC5F-D3C7-4F61-8CCA-1B8BF9D20235}"/>
                  </a:ext>
                </a:extLst>
              </p:cNvPr>
              <p:cNvSpPr/>
              <p:nvPr/>
            </p:nvSpPr>
            <p:spPr>
              <a:xfrm>
                <a:off x="8708437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" name="object 124">
                <a:extLst>
                  <a:ext uri="{FF2B5EF4-FFF2-40B4-BE49-F238E27FC236}">
                    <a16:creationId xmlns:a16="http://schemas.microsoft.com/office/drawing/2014/main" id="{6EB86D9A-5CC1-4325-A17F-35430347871E}"/>
                  </a:ext>
                </a:extLst>
              </p:cNvPr>
              <p:cNvSpPr/>
              <p:nvPr/>
            </p:nvSpPr>
            <p:spPr>
              <a:xfrm>
                <a:off x="8708437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" name="object 125">
                <a:extLst>
                  <a:ext uri="{FF2B5EF4-FFF2-40B4-BE49-F238E27FC236}">
                    <a16:creationId xmlns:a16="http://schemas.microsoft.com/office/drawing/2014/main" id="{EDA7C603-F173-411C-9A01-1F4A457B3F43}"/>
                  </a:ext>
                </a:extLst>
              </p:cNvPr>
              <p:cNvSpPr/>
              <p:nvPr/>
            </p:nvSpPr>
            <p:spPr>
              <a:xfrm>
                <a:off x="881665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" name="object 126">
                <a:extLst>
                  <a:ext uri="{FF2B5EF4-FFF2-40B4-BE49-F238E27FC236}">
                    <a16:creationId xmlns:a16="http://schemas.microsoft.com/office/drawing/2014/main" id="{56658B06-7885-44FF-8982-FD127CA9DA72}"/>
                  </a:ext>
                </a:extLst>
              </p:cNvPr>
              <p:cNvSpPr/>
              <p:nvPr/>
            </p:nvSpPr>
            <p:spPr>
              <a:xfrm>
                <a:off x="881665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" name="object 127">
                <a:extLst>
                  <a:ext uri="{FF2B5EF4-FFF2-40B4-BE49-F238E27FC236}">
                    <a16:creationId xmlns:a16="http://schemas.microsoft.com/office/drawing/2014/main" id="{1C88D116-DE66-4CA8-B2F3-2D41ABA65516}"/>
                  </a:ext>
                </a:extLst>
              </p:cNvPr>
              <p:cNvSpPr/>
              <p:nvPr/>
            </p:nvSpPr>
            <p:spPr>
              <a:xfrm>
                <a:off x="8925620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" name="object 128">
                <a:extLst>
                  <a:ext uri="{FF2B5EF4-FFF2-40B4-BE49-F238E27FC236}">
                    <a16:creationId xmlns:a16="http://schemas.microsoft.com/office/drawing/2014/main" id="{9A27FC3A-371E-433A-A805-CECBC340AE15}"/>
                  </a:ext>
                </a:extLst>
              </p:cNvPr>
              <p:cNvSpPr/>
              <p:nvPr/>
            </p:nvSpPr>
            <p:spPr>
              <a:xfrm>
                <a:off x="8925620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" name="object 129">
                <a:extLst>
                  <a:ext uri="{FF2B5EF4-FFF2-40B4-BE49-F238E27FC236}">
                    <a16:creationId xmlns:a16="http://schemas.microsoft.com/office/drawing/2014/main" id="{B98D40A2-362D-4A5D-A1BE-DBBE8F10AFEA}"/>
                  </a:ext>
                </a:extLst>
              </p:cNvPr>
              <p:cNvSpPr/>
              <p:nvPr/>
            </p:nvSpPr>
            <p:spPr>
              <a:xfrm>
                <a:off x="90345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" name="object 130">
                <a:extLst>
                  <a:ext uri="{FF2B5EF4-FFF2-40B4-BE49-F238E27FC236}">
                    <a16:creationId xmlns:a16="http://schemas.microsoft.com/office/drawing/2014/main" id="{CB427AE2-97FA-4460-AF38-87BFF3BED51F}"/>
                  </a:ext>
                </a:extLst>
              </p:cNvPr>
              <p:cNvSpPr/>
              <p:nvPr/>
            </p:nvSpPr>
            <p:spPr>
              <a:xfrm>
                <a:off x="90345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" name="object 131">
                <a:extLst>
                  <a:ext uri="{FF2B5EF4-FFF2-40B4-BE49-F238E27FC236}">
                    <a16:creationId xmlns:a16="http://schemas.microsoft.com/office/drawing/2014/main" id="{5F662A2F-32F7-4312-AFB9-7158D50C3DB6}"/>
                  </a:ext>
                </a:extLst>
              </p:cNvPr>
              <p:cNvSpPr/>
              <p:nvPr/>
            </p:nvSpPr>
            <p:spPr>
              <a:xfrm>
                <a:off x="91427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" name="object 132">
                <a:extLst>
                  <a:ext uri="{FF2B5EF4-FFF2-40B4-BE49-F238E27FC236}">
                    <a16:creationId xmlns:a16="http://schemas.microsoft.com/office/drawing/2014/main" id="{4482CDCE-39EE-484E-B725-443C0AA7078D}"/>
                  </a:ext>
                </a:extLst>
              </p:cNvPr>
              <p:cNvSpPr/>
              <p:nvPr/>
            </p:nvSpPr>
            <p:spPr>
              <a:xfrm>
                <a:off x="91427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" name="object 133">
                <a:extLst>
                  <a:ext uri="{FF2B5EF4-FFF2-40B4-BE49-F238E27FC236}">
                    <a16:creationId xmlns:a16="http://schemas.microsoft.com/office/drawing/2014/main" id="{C7779366-0506-4616-9727-A803ABB0DA5D}"/>
                  </a:ext>
                </a:extLst>
              </p:cNvPr>
              <p:cNvSpPr/>
              <p:nvPr/>
            </p:nvSpPr>
            <p:spPr>
              <a:xfrm>
                <a:off x="9251756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" name="object 134">
                <a:extLst>
                  <a:ext uri="{FF2B5EF4-FFF2-40B4-BE49-F238E27FC236}">
                    <a16:creationId xmlns:a16="http://schemas.microsoft.com/office/drawing/2014/main" id="{17414283-9BD9-4BC4-866B-73828E409FC5}"/>
                  </a:ext>
                </a:extLst>
              </p:cNvPr>
              <p:cNvSpPr/>
              <p:nvPr/>
            </p:nvSpPr>
            <p:spPr>
              <a:xfrm>
                <a:off x="9251756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" name="object 135">
                <a:extLst>
                  <a:ext uri="{FF2B5EF4-FFF2-40B4-BE49-F238E27FC236}">
                    <a16:creationId xmlns:a16="http://schemas.microsoft.com/office/drawing/2014/main" id="{9A8A93F0-5DE6-49A4-BE6A-2AF265EE6707}"/>
                  </a:ext>
                </a:extLst>
              </p:cNvPr>
              <p:cNvSpPr/>
              <p:nvPr/>
            </p:nvSpPr>
            <p:spPr>
              <a:xfrm>
                <a:off x="93599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" name="object 136">
                <a:extLst>
                  <a:ext uri="{FF2B5EF4-FFF2-40B4-BE49-F238E27FC236}">
                    <a16:creationId xmlns:a16="http://schemas.microsoft.com/office/drawing/2014/main" id="{0C9F8947-3C13-472B-BF1C-7B86E813ADE2}"/>
                  </a:ext>
                </a:extLst>
              </p:cNvPr>
              <p:cNvSpPr/>
              <p:nvPr/>
            </p:nvSpPr>
            <p:spPr>
              <a:xfrm>
                <a:off x="93599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" name="object 137">
                <a:extLst>
                  <a:ext uri="{FF2B5EF4-FFF2-40B4-BE49-F238E27FC236}">
                    <a16:creationId xmlns:a16="http://schemas.microsoft.com/office/drawing/2014/main" id="{B6F5148A-0B5B-4695-A3C6-18FE34391DE0}"/>
                  </a:ext>
                </a:extLst>
              </p:cNvPr>
              <p:cNvSpPr/>
              <p:nvPr/>
            </p:nvSpPr>
            <p:spPr>
              <a:xfrm>
                <a:off x="94689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" name="object 138">
                <a:extLst>
                  <a:ext uri="{FF2B5EF4-FFF2-40B4-BE49-F238E27FC236}">
                    <a16:creationId xmlns:a16="http://schemas.microsoft.com/office/drawing/2014/main" id="{FBEFA149-A7AF-424C-AF0B-FE4BD59D67D4}"/>
                  </a:ext>
                </a:extLst>
              </p:cNvPr>
              <p:cNvSpPr/>
              <p:nvPr/>
            </p:nvSpPr>
            <p:spPr>
              <a:xfrm>
                <a:off x="94689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" name="object 139">
                <a:extLst>
                  <a:ext uri="{FF2B5EF4-FFF2-40B4-BE49-F238E27FC236}">
                    <a16:creationId xmlns:a16="http://schemas.microsoft.com/office/drawing/2014/main" id="{9CAE03EA-1A00-4A06-97D7-B392324B8E1B}"/>
                  </a:ext>
                </a:extLst>
              </p:cNvPr>
              <p:cNvSpPr/>
              <p:nvPr/>
            </p:nvSpPr>
            <p:spPr>
              <a:xfrm>
                <a:off x="957789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" name="object 140">
                <a:extLst>
                  <a:ext uri="{FF2B5EF4-FFF2-40B4-BE49-F238E27FC236}">
                    <a16:creationId xmlns:a16="http://schemas.microsoft.com/office/drawing/2014/main" id="{83AE634F-EE2E-40FF-830F-12B7F6ED80A0}"/>
                  </a:ext>
                </a:extLst>
              </p:cNvPr>
              <p:cNvSpPr/>
              <p:nvPr/>
            </p:nvSpPr>
            <p:spPr>
              <a:xfrm>
                <a:off x="957789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" name="object 141">
                <a:extLst>
                  <a:ext uri="{FF2B5EF4-FFF2-40B4-BE49-F238E27FC236}">
                    <a16:creationId xmlns:a16="http://schemas.microsoft.com/office/drawing/2014/main" id="{86796233-2BD2-4544-BCFB-F6CE84154690}"/>
                  </a:ext>
                </a:extLst>
              </p:cNvPr>
              <p:cNvSpPr/>
              <p:nvPr/>
            </p:nvSpPr>
            <p:spPr>
              <a:xfrm>
                <a:off x="696956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" name="object 142">
                <a:extLst>
                  <a:ext uri="{FF2B5EF4-FFF2-40B4-BE49-F238E27FC236}">
                    <a16:creationId xmlns:a16="http://schemas.microsoft.com/office/drawing/2014/main" id="{4DDB5CE8-CFC8-458E-B8E7-C7E38262632C}"/>
                  </a:ext>
                </a:extLst>
              </p:cNvPr>
              <p:cNvSpPr/>
              <p:nvPr/>
            </p:nvSpPr>
            <p:spPr>
              <a:xfrm>
                <a:off x="696956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" name="object 143">
                <a:extLst>
                  <a:ext uri="{FF2B5EF4-FFF2-40B4-BE49-F238E27FC236}">
                    <a16:creationId xmlns:a16="http://schemas.microsoft.com/office/drawing/2014/main" id="{22582658-75FD-4814-8E93-81FA60AF0490}"/>
                  </a:ext>
                </a:extLst>
              </p:cNvPr>
              <p:cNvSpPr/>
              <p:nvPr/>
            </p:nvSpPr>
            <p:spPr>
              <a:xfrm>
                <a:off x="707853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" name="object 144">
                <a:extLst>
                  <a:ext uri="{FF2B5EF4-FFF2-40B4-BE49-F238E27FC236}">
                    <a16:creationId xmlns:a16="http://schemas.microsoft.com/office/drawing/2014/main" id="{B7FDD207-DBE3-40B4-A63C-1E60953138D2}"/>
                  </a:ext>
                </a:extLst>
              </p:cNvPr>
              <p:cNvSpPr/>
              <p:nvPr/>
            </p:nvSpPr>
            <p:spPr>
              <a:xfrm>
                <a:off x="707853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" name="object 145">
                <a:extLst>
                  <a:ext uri="{FF2B5EF4-FFF2-40B4-BE49-F238E27FC236}">
                    <a16:creationId xmlns:a16="http://schemas.microsoft.com/office/drawing/2014/main" id="{E30BA54A-4739-486C-83C9-4FC68473BE30}"/>
                  </a:ext>
                </a:extLst>
              </p:cNvPr>
              <p:cNvSpPr/>
              <p:nvPr/>
            </p:nvSpPr>
            <p:spPr>
              <a:xfrm>
                <a:off x="718673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" name="object 146">
                <a:extLst>
                  <a:ext uri="{FF2B5EF4-FFF2-40B4-BE49-F238E27FC236}">
                    <a16:creationId xmlns:a16="http://schemas.microsoft.com/office/drawing/2014/main" id="{B0E3A1FE-74E2-4FA7-B7CF-364ECF7849BC}"/>
                  </a:ext>
                </a:extLst>
              </p:cNvPr>
              <p:cNvSpPr/>
              <p:nvPr/>
            </p:nvSpPr>
            <p:spPr>
              <a:xfrm>
                <a:off x="718673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" name="object 147">
                <a:extLst>
                  <a:ext uri="{FF2B5EF4-FFF2-40B4-BE49-F238E27FC236}">
                    <a16:creationId xmlns:a16="http://schemas.microsoft.com/office/drawing/2014/main" id="{78B3AD72-94D5-41F2-82EE-293F727F6604}"/>
                  </a:ext>
                </a:extLst>
              </p:cNvPr>
              <p:cNvSpPr/>
              <p:nvPr/>
            </p:nvSpPr>
            <p:spPr>
              <a:xfrm>
                <a:off x="729570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" name="object 148">
                <a:extLst>
                  <a:ext uri="{FF2B5EF4-FFF2-40B4-BE49-F238E27FC236}">
                    <a16:creationId xmlns:a16="http://schemas.microsoft.com/office/drawing/2014/main" id="{9FE022B8-AD7D-441E-A0B4-1ABCEFC44CE5}"/>
                  </a:ext>
                </a:extLst>
              </p:cNvPr>
              <p:cNvSpPr/>
              <p:nvPr/>
            </p:nvSpPr>
            <p:spPr>
              <a:xfrm>
                <a:off x="729570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" name="object 149">
                <a:extLst>
                  <a:ext uri="{FF2B5EF4-FFF2-40B4-BE49-F238E27FC236}">
                    <a16:creationId xmlns:a16="http://schemas.microsoft.com/office/drawing/2014/main" id="{D01BC0C7-A472-4D01-AB1A-B52A6B56A21A}"/>
                  </a:ext>
                </a:extLst>
              </p:cNvPr>
              <p:cNvSpPr/>
              <p:nvPr/>
            </p:nvSpPr>
            <p:spPr>
              <a:xfrm>
                <a:off x="740466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" name="object 150">
                <a:extLst>
                  <a:ext uri="{FF2B5EF4-FFF2-40B4-BE49-F238E27FC236}">
                    <a16:creationId xmlns:a16="http://schemas.microsoft.com/office/drawing/2014/main" id="{985AA059-591C-41C4-BAF0-281B7E80BBFE}"/>
                  </a:ext>
                </a:extLst>
              </p:cNvPr>
              <p:cNvSpPr/>
              <p:nvPr/>
            </p:nvSpPr>
            <p:spPr>
              <a:xfrm>
                <a:off x="740466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" name="object 151">
                <a:extLst>
                  <a:ext uri="{FF2B5EF4-FFF2-40B4-BE49-F238E27FC236}">
                    <a16:creationId xmlns:a16="http://schemas.microsoft.com/office/drawing/2014/main" id="{B6E76618-0140-4E1A-A5BB-06D44CE495BA}"/>
                  </a:ext>
                </a:extLst>
              </p:cNvPr>
              <p:cNvSpPr/>
              <p:nvPr/>
            </p:nvSpPr>
            <p:spPr>
              <a:xfrm>
                <a:off x="75128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" name="object 152">
                <a:extLst>
                  <a:ext uri="{FF2B5EF4-FFF2-40B4-BE49-F238E27FC236}">
                    <a16:creationId xmlns:a16="http://schemas.microsoft.com/office/drawing/2014/main" id="{6D30B93C-6C72-4674-A741-C71363AD46BD}"/>
                  </a:ext>
                </a:extLst>
              </p:cNvPr>
              <p:cNvSpPr/>
              <p:nvPr/>
            </p:nvSpPr>
            <p:spPr>
              <a:xfrm>
                <a:off x="75128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" name="object 153">
                <a:extLst>
                  <a:ext uri="{FF2B5EF4-FFF2-40B4-BE49-F238E27FC236}">
                    <a16:creationId xmlns:a16="http://schemas.microsoft.com/office/drawing/2014/main" id="{2D14D21C-3F93-4A14-838A-CF94E30E1541}"/>
                  </a:ext>
                </a:extLst>
              </p:cNvPr>
              <p:cNvSpPr/>
              <p:nvPr/>
            </p:nvSpPr>
            <p:spPr>
              <a:xfrm>
                <a:off x="762183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" name="object 154">
                <a:extLst>
                  <a:ext uri="{FF2B5EF4-FFF2-40B4-BE49-F238E27FC236}">
                    <a16:creationId xmlns:a16="http://schemas.microsoft.com/office/drawing/2014/main" id="{C07F5ADD-709E-4F5E-8C5F-1190DAB69232}"/>
                  </a:ext>
                </a:extLst>
              </p:cNvPr>
              <p:cNvSpPr/>
              <p:nvPr/>
            </p:nvSpPr>
            <p:spPr>
              <a:xfrm>
                <a:off x="762183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" name="object 155">
                <a:extLst>
                  <a:ext uri="{FF2B5EF4-FFF2-40B4-BE49-F238E27FC236}">
                    <a16:creationId xmlns:a16="http://schemas.microsoft.com/office/drawing/2014/main" id="{A53D5C95-BF8B-46C5-91D7-5D22D07C6AD2}"/>
                  </a:ext>
                </a:extLst>
              </p:cNvPr>
              <p:cNvSpPr/>
              <p:nvPr/>
            </p:nvSpPr>
            <p:spPr>
              <a:xfrm>
                <a:off x="773004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FBD7BB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" name="object 156">
                <a:extLst>
                  <a:ext uri="{FF2B5EF4-FFF2-40B4-BE49-F238E27FC236}">
                    <a16:creationId xmlns:a16="http://schemas.microsoft.com/office/drawing/2014/main" id="{6DAAA077-7E28-4A8F-BC01-204AFA90238D}"/>
                  </a:ext>
                </a:extLst>
              </p:cNvPr>
              <p:cNvSpPr/>
              <p:nvPr/>
            </p:nvSpPr>
            <p:spPr>
              <a:xfrm>
                <a:off x="773004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" name="object 157">
                <a:extLst>
                  <a:ext uri="{FF2B5EF4-FFF2-40B4-BE49-F238E27FC236}">
                    <a16:creationId xmlns:a16="http://schemas.microsoft.com/office/drawing/2014/main" id="{EF2E2503-985D-4B32-A610-AC37DEF9F191}"/>
                  </a:ext>
                </a:extLst>
              </p:cNvPr>
              <p:cNvSpPr/>
              <p:nvPr/>
            </p:nvSpPr>
            <p:spPr>
              <a:xfrm>
                <a:off x="783900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" name="object 158">
                <a:extLst>
                  <a:ext uri="{FF2B5EF4-FFF2-40B4-BE49-F238E27FC236}">
                    <a16:creationId xmlns:a16="http://schemas.microsoft.com/office/drawing/2014/main" id="{6A4F3B33-3B5B-48CD-AA24-336A9883C2D2}"/>
                  </a:ext>
                </a:extLst>
              </p:cNvPr>
              <p:cNvSpPr/>
              <p:nvPr/>
            </p:nvSpPr>
            <p:spPr>
              <a:xfrm>
                <a:off x="783900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" name="object 159">
                <a:extLst>
                  <a:ext uri="{FF2B5EF4-FFF2-40B4-BE49-F238E27FC236}">
                    <a16:creationId xmlns:a16="http://schemas.microsoft.com/office/drawing/2014/main" id="{F3CB227F-57CB-4E34-A0AD-934084D1613B}"/>
                  </a:ext>
                </a:extLst>
              </p:cNvPr>
              <p:cNvSpPr/>
              <p:nvPr/>
            </p:nvSpPr>
            <p:spPr>
              <a:xfrm>
                <a:off x="79479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" name="object 160">
                <a:extLst>
                  <a:ext uri="{FF2B5EF4-FFF2-40B4-BE49-F238E27FC236}">
                    <a16:creationId xmlns:a16="http://schemas.microsoft.com/office/drawing/2014/main" id="{9A3E8E6D-2A37-4FFC-9E5A-EB254ABB43F3}"/>
                  </a:ext>
                </a:extLst>
              </p:cNvPr>
              <p:cNvSpPr/>
              <p:nvPr/>
            </p:nvSpPr>
            <p:spPr>
              <a:xfrm>
                <a:off x="79479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" name="object 161">
                <a:extLst>
                  <a:ext uri="{FF2B5EF4-FFF2-40B4-BE49-F238E27FC236}">
                    <a16:creationId xmlns:a16="http://schemas.microsoft.com/office/drawing/2014/main" id="{606A1E89-E8B5-4CB5-AE72-67F81C413865}"/>
                  </a:ext>
                </a:extLst>
              </p:cNvPr>
              <p:cNvSpPr/>
              <p:nvPr/>
            </p:nvSpPr>
            <p:spPr>
              <a:xfrm>
                <a:off x="80561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" name="object 162">
                <a:extLst>
                  <a:ext uri="{FF2B5EF4-FFF2-40B4-BE49-F238E27FC236}">
                    <a16:creationId xmlns:a16="http://schemas.microsoft.com/office/drawing/2014/main" id="{015D1802-E991-4695-A68C-1A3FA62C0C87}"/>
                  </a:ext>
                </a:extLst>
              </p:cNvPr>
              <p:cNvSpPr/>
              <p:nvPr/>
            </p:nvSpPr>
            <p:spPr>
              <a:xfrm>
                <a:off x="80561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" name="object 163">
                <a:extLst>
                  <a:ext uri="{FF2B5EF4-FFF2-40B4-BE49-F238E27FC236}">
                    <a16:creationId xmlns:a16="http://schemas.microsoft.com/office/drawing/2014/main" id="{D2606E54-BA4A-4E99-91D9-0939CFC62E34}"/>
                  </a:ext>
                </a:extLst>
              </p:cNvPr>
              <p:cNvSpPr/>
              <p:nvPr/>
            </p:nvSpPr>
            <p:spPr>
              <a:xfrm>
                <a:off x="816514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" name="object 164">
                <a:extLst>
                  <a:ext uri="{FF2B5EF4-FFF2-40B4-BE49-F238E27FC236}">
                    <a16:creationId xmlns:a16="http://schemas.microsoft.com/office/drawing/2014/main" id="{9B1CEE66-C6C0-452C-BACF-11ED78FE097E}"/>
                  </a:ext>
                </a:extLst>
              </p:cNvPr>
              <p:cNvSpPr/>
              <p:nvPr/>
            </p:nvSpPr>
            <p:spPr>
              <a:xfrm>
                <a:off x="816514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" name="object 165">
                <a:extLst>
                  <a:ext uri="{FF2B5EF4-FFF2-40B4-BE49-F238E27FC236}">
                    <a16:creationId xmlns:a16="http://schemas.microsoft.com/office/drawing/2014/main" id="{B659B9A9-F085-458A-B5D8-7040938BC7CA}"/>
                  </a:ext>
                </a:extLst>
              </p:cNvPr>
              <p:cNvSpPr/>
              <p:nvPr/>
            </p:nvSpPr>
            <p:spPr>
              <a:xfrm>
                <a:off x="82733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" name="object 166">
                <a:extLst>
                  <a:ext uri="{FF2B5EF4-FFF2-40B4-BE49-F238E27FC236}">
                    <a16:creationId xmlns:a16="http://schemas.microsoft.com/office/drawing/2014/main" id="{3C8C1A81-8153-47BA-9369-F9A6351D52AC}"/>
                  </a:ext>
                </a:extLst>
              </p:cNvPr>
              <p:cNvSpPr/>
              <p:nvPr/>
            </p:nvSpPr>
            <p:spPr>
              <a:xfrm>
                <a:off x="82733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" name="object 167">
                <a:extLst>
                  <a:ext uri="{FF2B5EF4-FFF2-40B4-BE49-F238E27FC236}">
                    <a16:creationId xmlns:a16="http://schemas.microsoft.com/office/drawing/2014/main" id="{B644D86F-DC92-460D-908B-622A8589440F}"/>
                  </a:ext>
                </a:extLst>
              </p:cNvPr>
              <p:cNvSpPr/>
              <p:nvPr/>
            </p:nvSpPr>
            <p:spPr>
              <a:xfrm>
                <a:off x="83823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" name="object 168">
                <a:extLst>
                  <a:ext uri="{FF2B5EF4-FFF2-40B4-BE49-F238E27FC236}">
                    <a16:creationId xmlns:a16="http://schemas.microsoft.com/office/drawing/2014/main" id="{4D16D6F0-E694-4A66-BF9D-FF1E8A1CAD04}"/>
                  </a:ext>
                </a:extLst>
              </p:cNvPr>
              <p:cNvSpPr/>
              <p:nvPr/>
            </p:nvSpPr>
            <p:spPr>
              <a:xfrm>
                <a:off x="83823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" name="object 169">
                <a:extLst>
                  <a:ext uri="{FF2B5EF4-FFF2-40B4-BE49-F238E27FC236}">
                    <a16:creationId xmlns:a16="http://schemas.microsoft.com/office/drawing/2014/main" id="{BF687422-AE51-412A-8E49-CF36B99A5E30}"/>
                  </a:ext>
                </a:extLst>
              </p:cNvPr>
              <p:cNvSpPr/>
              <p:nvPr/>
            </p:nvSpPr>
            <p:spPr>
              <a:xfrm>
                <a:off x="8491280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" name="object 170">
                <a:extLst>
                  <a:ext uri="{FF2B5EF4-FFF2-40B4-BE49-F238E27FC236}">
                    <a16:creationId xmlns:a16="http://schemas.microsoft.com/office/drawing/2014/main" id="{BC64D82B-9CA7-45EB-B276-936496B88807}"/>
                  </a:ext>
                </a:extLst>
              </p:cNvPr>
              <p:cNvSpPr/>
              <p:nvPr/>
            </p:nvSpPr>
            <p:spPr>
              <a:xfrm>
                <a:off x="8491280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" name="object 171">
                <a:extLst>
                  <a:ext uri="{FF2B5EF4-FFF2-40B4-BE49-F238E27FC236}">
                    <a16:creationId xmlns:a16="http://schemas.microsoft.com/office/drawing/2014/main" id="{5BF3DCEA-C332-4D8F-8EBA-39271180A59D}"/>
                  </a:ext>
                </a:extLst>
              </p:cNvPr>
              <p:cNvSpPr/>
              <p:nvPr/>
            </p:nvSpPr>
            <p:spPr>
              <a:xfrm>
                <a:off x="85994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" name="object 172">
                <a:extLst>
                  <a:ext uri="{FF2B5EF4-FFF2-40B4-BE49-F238E27FC236}">
                    <a16:creationId xmlns:a16="http://schemas.microsoft.com/office/drawing/2014/main" id="{44B2D538-0953-448F-B6BB-334F5589A99E}"/>
                  </a:ext>
                </a:extLst>
              </p:cNvPr>
              <p:cNvSpPr/>
              <p:nvPr/>
            </p:nvSpPr>
            <p:spPr>
              <a:xfrm>
                <a:off x="85994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" name="object 173">
                <a:extLst>
                  <a:ext uri="{FF2B5EF4-FFF2-40B4-BE49-F238E27FC236}">
                    <a16:creationId xmlns:a16="http://schemas.microsoft.com/office/drawing/2014/main" id="{0676151F-4A3A-443D-A342-FE4556093F44}"/>
                  </a:ext>
                </a:extLst>
              </p:cNvPr>
              <p:cNvSpPr/>
              <p:nvPr/>
            </p:nvSpPr>
            <p:spPr>
              <a:xfrm>
                <a:off x="8708437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" name="object 174">
                <a:extLst>
                  <a:ext uri="{FF2B5EF4-FFF2-40B4-BE49-F238E27FC236}">
                    <a16:creationId xmlns:a16="http://schemas.microsoft.com/office/drawing/2014/main" id="{AFEF8134-8ECE-49BF-96D3-31C76774C46F}"/>
                  </a:ext>
                </a:extLst>
              </p:cNvPr>
              <p:cNvSpPr/>
              <p:nvPr/>
            </p:nvSpPr>
            <p:spPr>
              <a:xfrm>
                <a:off x="8708437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" name="object 175">
                <a:extLst>
                  <a:ext uri="{FF2B5EF4-FFF2-40B4-BE49-F238E27FC236}">
                    <a16:creationId xmlns:a16="http://schemas.microsoft.com/office/drawing/2014/main" id="{2EBD315A-E966-4877-BD3B-A3FA21F30719}"/>
                  </a:ext>
                </a:extLst>
              </p:cNvPr>
              <p:cNvSpPr/>
              <p:nvPr/>
            </p:nvSpPr>
            <p:spPr>
              <a:xfrm>
                <a:off x="881665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" name="object 176">
                <a:extLst>
                  <a:ext uri="{FF2B5EF4-FFF2-40B4-BE49-F238E27FC236}">
                    <a16:creationId xmlns:a16="http://schemas.microsoft.com/office/drawing/2014/main" id="{ABDFAC00-1BF8-4D17-A832-FB4A8237D8DD}"/>
                  </a:ext>
                </a:extLst>
              </p:cNvPr>
              <p:cNvSpPr/>
              <p:nvPr/>
            </p:nvSpPr>
            <p:spPr>
              <a:xfrm>
                <a:off x="881665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" name="object 177">
                <a:extLst>
                  <a:ext uri="{FF2B5EF4-FFF2-40B4-BE49-F238E27FC236}">
                    <a16:creationId xmlns:a16="http://schemas.microsoft.com/office/drawing/2014/main" id="{2E1EC0C4-A01E-49DA-852F-0443D58821DA}"/>
                  </a:ext>
                </a:extLst>
              </p:cNvPr>
              <p:cNvSpPr/>
              <p:nvPr/>
            </p:nvSpPr>
            <p:spPr>
              <a:xfrm>
                <a:off x="8925620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" name="object 178">
                <a:extLst>
                  <a:ext uri="{FF2B5EF4-FFF2-40B4-BE49-F238E27FC236}">
                    <a16:creationId xmlns:a16="http://schemas.microsoft.com/office/drawing/2014/main" id="{B0228139-AE9B-4DE1-AAF8-E8D93BC9CACF}"/>
                  </a:ext>
                </a:extLst>
              </p:cNvPr>
              <p:cNvSpPr/>
              <p:nvPr/>
            </p:nvSpPr>
            <p:spPr>
              <a:xfrm>
                <a:off x="8925620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" name="object 179">
                <a:extLst>
                  <a:ext uri="{FF2B5EF4-FFF2-40B4-BE49-F238E27FC236}">
                    <a16:creationId xmlns:a16="http://schemas.microsoft.com/office/drawing/2014/main" id="{CA35404F-03DD-4C37-ACDB-F31E76E3E9CA}"/>
                  </a:ext>
                </a:extLst>
              </p:cNvPr>
              <p:cNvSpPr/>
              <p:nvPr/>
            </p:nvSpPr>
            <p:spPr>
              <a:xfrm>
                <a:off x="90345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" name="object 180">
                <a:extLst>
                  <a:ext uri="{FF2B5EF4-FFF2-40B4-BE49-F238E27FC236}">
                    <a16:creationId xmlns:a16="http://schemas.microsoft.com/office/drawing/2014/main" id="{F30C9FA7-D0FE-4533-9E08-F0BADDCB3D0C}"/>
                  </a:ext>
                </a:extLst>
              </p:cNvPr>
              <p:cNvSpPr/>
              <p:nvPr/>
            </p:nvSpPr>
            <p:spPr>
              <a:xfrm>
                <a:off x="90345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" name="object 181">
                <a:extLst>
                  <a:ext uri="{FF2B5EF4-FFF2-40B4-BE49-F238E27FC236}">
                    <a16:creationId xmlns:a16="http://schemas.microsoft.com/office/drawing/2014/main" id="{F8E09E03-44E8-4556-AB41-C578999117A4}"/>
                  </a:ext>
                </a:extLst>
              </p:cNvPr>
              <p:cNvSpPr/>
              <p:nvPr/>
            </p:nvSpPr>
            <p:spPr>
              <a:xfrm>
                <a:off x="91427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" name="object 182">
                <a:extLst>
                  <a:ext uri="{FF2B5EF4-FFF2-40B4-BE49-F238E27FC236}">
                    <a16:creationId xmlns:a16="http://schemas.microsoft.com/office/drawing/2014/main" id="{23F8046F-7879-4B5E-8743-472C2772EAAF}"/>
                  </a:ext>
                </a:extLst>
              </p:cNvPr>
              <p:cNvSpPr/>
              <p:nvPr/>
            </p:nvSpPr>
            <p:spPr>
              <a:xfrm>
                <a:off x="91427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" name="object 183">
                <a:extLst>
                  <a:ext uri="{FF2B5EF4-FFF2-40B4-BE49-F238E27FC236}">
                    <a16:creationId xmlns:a16="http://schemas.microsoft.com/office/drawing/2014/main" id="{F5CC275C-4FB4-438A-9010-68E276F4CB85}"/>
                  </a:ext>
                </a:extLst>
              </p:cNvPr>
              <p:cNvSpPr/>
              <p:nvPr/>
            </p:nvSpPr>
            <p:spPr>
              <a:xfrm>
                <a:off x="9251756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" name="object 184">
                <a:extLst>
                  <a:ext uri="{FF2B5EF4-FFF2-40B4-BE49-F238E27FC236}">
                    <a16:creationId xmlns:a16="http://schemas.microsoft.com/office/drawing/2014/main" id="{6A99520A-1CB4-4B64-884E-A5A78CCC6408}"/>
                  </a:ext>
                </a:extLst>
              </p:cNvPr>
              <p:cNvSpPr/>
              <p:nvPr/>
            </p:nvSpPr>
            <p:spPr>
              <a:xfrm>
                <a:off x="9251756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" name="object 185">
                <a:extLst>
                  <a:ext uri="{FF2B5EF4-FFF2-40B4-BE49-F238E27FC236}">
                    <a16:creationId xmlns:a16="http://schemas.microsoft.com/office/drawing/2014/main" id="{16D298B4-3DAF-4254-96AB-96558E0D28C5}"/>
                  </a:ext>
                </a:extLst>
              </p:cNvPr>
              <p:cNvSpPr/>
              <p:nvPr/>
            </p:nvSpPr>
            <p:spPr>
              <a:xfrm>
                <a:off x="93599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" name="object 186">
                <a:extLst>
                  <a:ext uri="{FF2B5EF4-FFF2-40B4-BE49-F238E27FC236}">
                    <a16:creationId xmlns:a16="http://schemas.microsoft.com/office/drawing/2014/main" id="{9D57CFF3-A3D1-4F04-BB5B-DBEC2A6BDE2C}"/>
                  </a:ext>
                </a:extLst>
              </p:cNvPr>
              <p:cNvSpPr/>
              <p:nvPr/>
            </p:nvSpPr>
            <p:spPr>
              <a:xfrm>
                <a:off x="93599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" name="object 187">
                <a:extLst>
                  <a:ext uri="{FF2B5EF4-FFF2-40B4-BE49-F238E27FC236}">
                    <a16:creationId xmlns:a16="http://schemas.microsoft.com/office/drawing/2014/main" id="{B9C4F91A-BEA2-45E4-87A1-94A75041DDB2}"/>
                  </a:ext>
                </a:extLst>
              </p:cNvPr>
              <p:cNvSpPr/>
              <p:nvPr/>
            </p:nvSpPr>
            <p:spPr>
              <a:xfrm>
                <a:off x="94689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" name="object 188">
                <a:extLst>
                  <a:ext uri="{FF2B5EF4-FFF2-40B4-BE49-F238E27FC236}">
                    <a16:creationId xmlns:a16="http://schemas.microsoft.com/office/drawing/2014/main" id="{476D1CB3-63DE-4203-B4BB-FA146C337193}"/>
                  </a:ext>
                </a:extLst>
              </p:cNvPr>
              <p:cNvSpPr/>
              <p:nvPr/>
            </p:nvSpPr>
            <p:spPr>
              <a:xfrm>
                <a:off x="94689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" name="object 189">
                <a:extLst>
                  <a:ext uri="{FF2B5EF4-FFF2-40B4-BE49-F238E27FC236}">
                    <a16:creationId xmlns:a16="http://schemas.microsoft.com/office/drawing/2014/main" id="{7296B91D-EF3F-485F-8BD0-CB5554724CE5}"/>
                  </a:ext>
                </a:extLst>
              </p:cNvPr>
              <p:cNvSpPr/>
              <p:nvPr/>
            </p:nvSpPr>
            <p:spPr>
              <a:xfrm>
                <a:off x="957789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" name="object 190">
                <a:extLst>
                  <a:ext uri="{FF2B5EF4-FFF2-40B4-BE49-F238E27FC236}">
                    <a16:creationId xmlns:a16="http://schemas.microsoft.com/office/drawing/2014/main" id="{D3F3BC1C-34C6-4272-828A-302C6C340C2A}"/>
                  </a:ext>
                </a:extLst>
              </p:cNvPr>
              <p:cNvSpPr/>
              <p:nvPr/>
            </p:nvSpPr>
            <p:spPr>
              <a:xfrm>
                <a:off x="957789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" name="object 191">
                <a:extLst>
                  <a:ext uri="{FF2B5EF4-FFF2-40B4-BE49-F238E27FC236}">
                    <a16:creationId xmlns:a16="http://schemas.microsoft.com/office/drawing/2014/main" id="{B2F8887C-4744-4527-8FA1-545446EC3B8B}"/>
                  </a:ext>
                </a:extLst>
              </p:cNvPr>
              <p:cNvSpPr/>
              <p:nvPr/>
            </p:nvSpPr>
            <p:spPr>
              <a:xfrm>
                <a:off x="696956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" name="object 192">
                <a:extLst>
                  <a:ext uri="{FF2B5EF4-FFF2-40B4-BE49-F238E27FC236}">
                    <a16:creationId xmlns:a16="http://schemas.microsoft.com/office/drawing/2014/main" id="{32F33454-19F4-4881-9DA5-7009E090AB6A}"/>
                  </a:ext>
                </a:extLst>
              </p:cNvPr>
              <p:cNvSpPr/>
              <p:nvPr/>
            </p:nvSpPr>
            <p:spPr>
              <a:xfrm>
                <a:off x="696956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" name="object 193">
                <a:extLst>
                  <a:ext uri="{FF2B5EF4-FFF2-40B4-BE49-F238E27FC236}">
                    <a16:creationId xmlns:a16="http://schemas.microsoft.com/office/drawing/2014/main" id="{FF276179-D532-483E-AA11-906392CC68C2}"/>
                  </a:ext>
                </a:extLst>
              </p:cNvPr>
              <p:cNvSpPr/>
              <p:nvPr/>
            </p:nvSpPr>
            <p:spPr>
              <a:xfrm>
                <a:off x="707853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" name="object 194">
                <a:extLst>
                  <a:ext uri="{FF2B5EF4-FFF2-40B4-BE49-F238E27FC236}">
                    <a16:creationId xmlns:a16="http://schemas.microsoft.com/office/drawing/2014/main" id="{3C4392A1-DDD3-41C3-BC7F-99E78974E140}"/>
                  </a:ext>
                </a:extLst>
              </p:cNvPr>
              <p:cNvSpPr/>
              <p:nvPr/>
            </p:nvSpPr>
            <p:spPr>
              <a:xfrm>
                <a:off x="707853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" name="object 195">
                <a:extLst>
                  <a:ext uri="{FF2B5EF4-FFF2-40B4-BE49-F238E27FC236}">
                    <a16:creationId xmlns:a16="http://schemas.microsoft.com/office/drawing/2014/main" id="{16685C32-B19E-4CA7-A01B-2F7C02EC1695}"/>
                  </a:ext>
                </a:extLst>
              </p:cNvPr>
              <p:cNvSpPr/>
              <p:nvPr/>
            </p:nvSpPr>
            <p:spPr>
              <a:xfrm>
                <a:off x="718673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" name="object 196">
                <a:extLst>
                  <a:ext uri="{FF2B5EF4-FFF2-40B4-BE49-F238E27FC236}">
                    <a16:creationId xmlns:a16="http://schemas.microsoft.com/office/drawing/2014/main" id="{8156CBB9-2C6F-4EB5-B0E4-AB02B0EAE644}"/>
                  </a:ext>
                </a:extLst>
              </p:cNvPr>
              <p:cNvSpPr/>
              <p:nvPr/>
            </p:nvSpPr>
            <p:spPr>
              <a:xfrm>
                <a:off x="718673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" name="object 197">
                <a:extLst>
                  <a:ext uri="{FF2B5EF4-FFF2-40B4-BE49-F238E27FC236}">
                    <a16:creationId xmlns:a16="http://schemas.microsoft.com/office/drawing/2014/main" id="{D7C1CCB7-3630-4A0B-8B37-8895B10E6D84}"/>
                  </a:ext>
                </a:extLst>
              </p:cNvPr>
              <p:cNvSpPr/>
              <p:nvPr/>
            </p:nvSpPr>
            <p:spPr>
              <a:xfrm>
                <a:off x="729570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" name="object 198">
                <a:extLst>
                  <a:ext uri="{FF2B5EF4-FFF2-40B4-BE49-F238E27FC236}">
                    <a16:creationId xmlns:a16="http://schemas.microsoft.com/office/drawing/2014/main" id="{302B96E2-F952-44D2-A9BB-82D2EE233832}"/>
                  </a:ext>
                </a:extLst>
              </p:cNvPr>
              <p:cNvSpPr/>
              <p:nvPr/>
            </p:nvSpPr>
            <p:spPr>
              <a:xfrm>
                <a:off x="729570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" name="object 199">
                <a:extLst>
                  <a:ext uri="{FF2B5EF4-FFF2-40B4-BE49-F238E27FC236}">
                    <a16:creationId xmlns:a16="http://schemas.microsoft.com/office/drawing/2014/main" id="{18F94C3C-BB4D-4C9C-8697-8E53B6A86606}"/>
                  </a:ext>
                </a:extLst>
              </p:cNvPr>
              <p:cNvSpPr/>
              <p:nvPr/>
            </p:nvSpPr>
            <p:spPr>
              <a:xfrm>
                <a:off x="740466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" name="object 200">
                <a:extLst>
                  <a:ext uri="{FF2B5EF4-FFF2-40B4-BE49-F238E27FC236}">
                    <a16:creationId xmlns:a16="http://schemas.microsoft.com/office/drawing/2014/main" id="{3CFA4844-448E-4E32-BE36-AF2A734CE40C}"/>
                  </a:ext>
                </a:extLst>
              </p:cNvPr>
              <p:cNvSpPr/>
              <p:nvPr/>
            </p:nvSpPr>
            <p:spPr>
              <a:xfrm>
                <a:off x="740466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" name="object 201">
                <a:extLst>
                  <a:ext uri="{FF2B5EF4-FFF2-40B4-BE49-F238E27FC236}">
                    <a16:creationId xmlns:a16="http://schemas.microsoft.com/office/drawing/2014/main" id="{5F759A73-21AB-41E9-89A7-27D6072999A4}"/>
                  </a:ext>
                </a:extLst>
              </p:cNvPr>
              <p:cNvSpPr/>
              <p:nvPr/>
            </p:nvSpPr>
            <p:spPr>
              <a:xfrm>
                <a:off x="75128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" name="object 202">
                <a:extLst>
                  <a:ext uri="{FF2B5EF4-FFF2-40B4-BE49-F238E27FC236}">
                    <a16:creationId xmlns:a16="http://schemas.microsoft.com/office/drawing/2014/main" id="{E0294F79-62EF-4197-BC82-86DBD8BE22E1}"/>
                  </a:ext>
                </a:extLst>
              </p:cNvPr>
              <p:cNvSpPr/>
              <p:nvPr/>
            </p:nvSpPr>
            <p:spPr>
              <a:xfrm>
                <a:off x="75128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" name="object 203">
                <a:extLst>
                  <a:ext uri="{FF2B5EF4-FFF2-40B4-BE49-F238E27FC236}">
                    <a16:creationId xmlns:a16="http://schemas.microsoft.com/office/drawing/2014/main" id="{A0F42A7F-96DD-4AAB-8E56-FDDB032C5B6F}"/>
                  </a:ext>
                </a:extLst>
              </p:cNvPr>
              <p:cNvSpPr/>
              <p:nvPr/>
            </p:nvSpPr>
            <p:spPr>
              <a:xfrm>
                <a:off x="762183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" name="object 204">
                <a:extLst>
                  <a:ext uri="{FF2B5EF4-FFF2-40B4-BE49-F238E27FC236}">
                    <a16:creationId xmlns:a16="http://schemas.microsoft.com/office/drawing/2014/main" id="{7B314FE4-6599-4CF3-9B1C-5B715D89DA0F}"/>
                  </a:ext>
                </a:extLst>
              </p:cNvPr>
              <p:cNvSpPr/>
              <p:nvPr/>
            </p:nvSpPr>
            <p:spPr>
              <a:xfrm>
                <a:off x="762183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" name="object 205">
                <a:extLst>
                  <a:ext uri="{FF2B5EF4-FFF2-40B4-BE49-F238E27FC236}">
                    <a16:creationId xmlns:a16="http://schemas.microsoft.com/office/drawing/2014/main" id="{75EFF16E-8022-4116-B876-20D007CB4115}"/>
                  </a:ext>
                </a:extLst>
              </p:cNvPr>
              <p:cNvSpPr/>
              <p:nvPr/>
            </p:nvSpPr>
            <p:spPr>
              <a:xfrm>
                <a:off x="773004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" name="object 206">
                <a:extLst>
                  <a:ext uri="{FF2B5EF4-FFF2-40B4-BE49-F238E27FC236}">
                    <a16:creationId xmlns:a16="http://schemas.microsoft.com/office/drawing/2014/main" id="{A0ED280F-2CE0-490E-8157-5BA446975511}"/>
                  </a:ext>
                </a:extLst>
              </p:cNvPr>
              <p:cNvSpPr/>
              <p:nvPr/>
            </p:nvSpPr>
            <p:spPr>
              <a:xfrm>
                <a:off x="773004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" name="object 207">
                <a:extLst>
                  <a:ext uri="{FF2B5EF4-FFF2-40B4-BE49-F238E27FC236}">
                    <a16:creationId xmlns:a16="http://schemas.microsoft.com/office/drawing/2014/main" id="{EAC1563D-5A9E-461D-BA1C-9F74DD99B8C7}"/>
                  </a:ext>
                </a:extLst>
              </p:cNvPr>
              <p:cNvSpPr/>
              <p:nvPr/>
            </p:nvSpPr>
            <p:spPr>
              <a:xfrm>
                <a:off x="783900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" name="object 208">
                <a:extLst>
                  <a:ext uri="{FF2B5EF4-FFF2-40B4-BE49-F238E27FC236}">
                    <a16:creationId xmlns:a16="http://schemas.microsoft.com/office/drawing/2014/main" id="{D26DE7FD-3ECC-4395-8E3D-C85B41273A47}"/>
                  </a:ext>
                </a:extLst>
              </p:cNvPr>
              <p:cNvSpPr/>
              <p:nvPr/>
            </p:nvSpPr>
            <p:spPr>
              <a:xfrm>
                <a:off x="783900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" name="object 209">
                <a:extLst>
                  <a:ext uri="{FF2B5EF4-FFF2-40B4-BE49-F238E27FC236}">
                    <a16:creationId xmlns:a16="http://schemas.microsoft.com/office/drawing/2014/main" id="{A63E6777-E113-486D-BAFB-C1567A6B8553}"/>
                  </a:ext>
                </a:extLst>
              </p:cNvPr>
              <p:cNvSpPr/>
              <p:nvPr/>
            </p:nvSpPr>
            <p:spPr>
              <a:xfrm>
                <a:off x="79479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" name="object 210">
                <a:extLst>
                  <a:ext uri="{FF2B5EF4-FFF2-40B4-BE49-F238E27FC236}">
                    <a16:creationId xmlns:a16="http://schemas.microsoft.com/office/drawing/2014/main" id="{04EB18B9-E201-46BB-9563-41CA2F19A792}"/>
                  </a:ext>
                </a:extLst>
              </p:cNvPr>
              <p:cNvSpPr/>
              <p:nvPr/>
            </p:nvSpPr>
            <p:spPr>
              <a:xfrm>
                <a:off x="79479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" name="object 211">
                <a:extLst>
                  <a:ext uri="{FF2B5EF4-FFF2-40B4-BE49-F238E27FC236}">
                    <a16:creationId xmlns:a16="http://schemas.microsoft.com/office/drawing/2014/main" id="{D344B8CE-079B-4903-B630-3550538ECBEC}"/>
                  </a:ext>
                </a:extLst>
              </p:cNvPr>
              <p:cNvSpPr/>
              <p:nvPr/>
            </p:nvSpPr>
            <p:spPr>
              <a:xfrm>
                <a:off x="80561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" name="object 212">
                <a:extLst>
                  <a:ext uri="{FF2B5EF4-FFF2-40B4-BE49-F238E27FC236}">
                    <a16:creationId xmlns:a16="http://schemas.microsoft.com/office/drawing/2014/main" id="{C7A6BDD9-5CBF-4F85-A64A-CB3C69460D8F}"/>
                  </a:ext>
                </a:extLst>
              </p:cNvPr>
              <p:cNvSpPr/>
              <p:nvPr/>
            </p:nvSpPr>
            <p:spPr>
              <a:xfrm>
                <a:off x="80561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" name="object 213">
                <a:extLst>
                  <a:ext uri="{FF2B5EF4-FFF2-40B4-BE49-F238E27FC236}">
                    <a16:creationId xmlns:a16="http://schemas.microsoft.com/office/drawing/2014/main" id="{12EC9851-5CAD-47C4-9DFC-8A0F71E6B11B}"/>
                  </a:ext>
                </a:extLst>
              </p:cNvPr>
              <p:cNvSpPr/>
              <p:nvPr/>
            </p:nvSpPr>
            <p:spPr>
              <a:xfrm>
                <a:off x="816514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" name="object 214">
                <a:extLst>
                  <a:ext uri="{FF2B5EF4-FFF2-40B4-BE49-F238E27FC236}">
                    <a16:creationId xmlns:a16="http://schemas.microsoft.com/office/drawing/2014/main" id="{4FF35EC4-D3EE-4BF9-9F45-560F590BB812}"/>
                  </a:ext>
                </a:extLst>
              </p:cNvPr>
              <p:cNvSpPr/>
              <p:nvPr/>
            </p:nvSpPr>
            <p:spPr>
              <a:xfrm>
                <a:off x="816514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" name="object 215">
                <a:extLst>
                  <a:ext uri="{FF2B5EF4-FFF2-40B4-BE49-F238E27FC236}">
                    <a16:creationId xmlns:a16="http://schemas.microsoft.com/office/drawing/2014/main" id="{F9B69588-D004-481F-AE4D-E5ED2238CE2F}"/>
                  </a:ext>
                </a:extLst>
              </p:cNvPr>
              <p:cNvSpPr/>
              <p:nvPr/>
            </p:nvSpPr>
            <p:spPr>
              <a:xfrm>
                <a:off x="82733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" name="object 216">
                <a:extLst>
                  <a:ext uri="{FF2B5EF4-FFF2-40B4-BE49-F238E27FC236}">
                    <a16:creationId xmlns:a16="http://schemas.microsoft.com/office/drawing/2014/main" id="{EC5AA265-BD9F-4542-9EB6-E51AF9D22BB8}"/>
                  </a:ext>
                </a:extLst>
              </p:cNvPr>
              <p:cNvSpPr/>
              <p:nvPr/>
            </p:nvSpPr>
            <p:spPr>
              <a:xfrm>
                <a:off x="82733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" name="object 217">
                <a:extLst>
                  <a:ext uri="{FF2B5EF4-FFF2-40B4-BE49-F238E27FC236}">
                    <a16:creationId xmlns:a16="http://schemas.microsoft.com/office/drawing/2014/main" id="{94AA4A43-5FDB-414D-9826-EAE133F53291}"/>
                  </a:ext>
                </a:extLst>
              </p:cNvPr>
              <p:cNvSpPr/>
              <p:nvPr/>
            </p:nvSpPr>
            <p:spPr>
              <a:xfrm>
                <a:off x="83823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" name="object 218">
                <a:extLst>
                  <a:ext uri="{FF2B5EF4-FFF2-40B4-BE49-F238E27FC236}">
                    <a16:creationId xmlns:a16="http://schemas.microsoft.com/office/drawing/2014/main" id="{AD5C90BC-6CF9-4D19-81D2-EB09C60C8BA0}"/>
                  </a:ext>
                </a:extLst>
              </p:cNvPr>
              <p:cNvSpPr/>
              <p:nvPr/>
            </p:nvSpPr>
            <p:spPr>
              <a:xfrm>
                <a:off x="83823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" name="object 219">
                <a:extLst>
                  <a:ext uri="{FF2B5EF4-FFF2-40B4-BE49-F238E27FC236}">
                    <a16:creationId xmlns:a16="http://schemas.microsoft.com/office/drawing/2014/main" id="{85050FAE-EC71-4406-A689-E9958E950982}"/>
                  </a:ext>
                </a:extLst>
              </p:cNvPr>
              <p:cNvSpPr/>
              <p:nvPr/>
            </p:nvSpPr>
            <p:spPr>
              <a:xfrm>
                <a:off x="8491280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" name="object 220">
                <a:extLst>
                  <a:ext uri="{FF2B5EF4-FFF2-40B4-BE49-F238E27FC236}">
                    <a16:creationId xmlns:a16="http://schemas.microsoft.com/office/drawing/2014/main" id="{D70DEDFC-775B-4BD2-9272-B2C6EC848567}"/>
                  </a:ext>
                </a:extLst>
              </p:cNvPr>
              <p:cNvSpPr/>
              <p:nvPr/>
            </p:nvSpPr>
            <p:spPr>
              <a:xfrm>
                <a:off x="8491280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" name="object 221">
                <a:extLst>
                  <a:ext uri="{FF2B5EF4-FFF2-40B4-BE49-F238E27FC236}">
                    <a16:creationId xmlns:a16="http://schemas.microsoft.com/office/drawing/2014/main" id="{037182B6-1280-4823-97D6-6BB10E0D58D5}"/>
                  </a:ext>
                </a:extLst>
              </p:cNvPr>
              <p:cNvSpPr/>
              <p:nvPr/>
            </p:nvSpPr>
            <p:spPr>
              <a:xfrm>
                <a:off x="85994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" name="object 222">
                <a:extLst>
                  <a:ext uri="{FF2B5EF4-FFF2-40B4-BE49-F238E27FC236}">
                    <a16:creationId xmlns:a16="http://schemas.microsoft.com/office/drawing/2014/main" id="{0145AB85-BC45-4BE1-B29E-941EFB10BC6C}"/>
                  </a:ext>
                </a:extLst>
              </p:cNvPr>
              <p:cNvSpPr/>
              <p:nvPr/>
            </p:nvSpPr>
            <p:spPr>
              <a:xfrm>
                <a:off x="85994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" name="object 223">
                <a:extLst>
                  <a:ext uri="{FF2B5EF4-FFF2-40B4-BE49-F238E27FC236}">
                    <a16:creationId xmlns:a16="http://schemas.microsoft.com/office/drawing/2014/main" id="{4DB92839-2A27-4EDF-9B66-3C9B5DDC9A12}"/>
                  </a:ext>
                </a:extLst>
              </p:cNvPr>
              <p:cNvSpPr/>
              <p:nvPr/>
            </p:nvSpPr>
            <p:spPr>
              <a:xfrm>
                <a:off x="8708437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" name="object 224">
                <a:extLst>
                  <a:ext uri="{FF2B5EF4-FFF2-40B4-BE49-F238E27FC236}">
                    <a16:creationId xmlns:a16="http://schemas.microsoft.com/office/drawing/2014/main" id="{39BD7448-0954-4513-B8D6-1D546296C210}"/>
                  </a:ext>
                </a:extLst>
              </p:cNvPr>
              <p:cNvSpPr/>
              <p:nvPr/>
            </p:nvSpPr>
            <p:spPr>
              <a:xfrm>
                <a:off x="8708437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" name="object 225">
                <a:extLst>
                  <a:ext uri="{FF2B5EF4-FFF2-40B4-BE49-F238E27FC236}">
                    <a16:creationId xmlns:a16="http://schemas.microsoft.com/office/drawing/2014/main" id="{32BA2095-02EF-4930-990F-A355093C2F59}"/>
                  </a:ext>
                </a:extLst>
              </p:cNvPr>
              <p:cNvSpPr/>
              <p:nvPr/>
            </p:nvSpPr>
            <p:spPr>
              <a:xfrm>
                <a:off x="881665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" name="object 226">
                <a:extLst>
                  <a:ext uri="{FF2B5EF4-FFF2-40B4-BE49-F238E27FC236}">
                    <a16:creationId xmlns:a16="http://schemas.microsoft.com/office/drawing/2014/main" id="{C17E5113-15B6-4E4F-89AC-1C3E3274EDDC}"/>
                  </a:ext>
                </a:extLst>
              </p:cNvPr>
              <p:cNvSpPr/>
              <p:nvPr/>
            </p:nvSpPr>
            <p:spPr>
              <a:xfrm>
                <a:off x="881665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" name="object 227">
                <a:extLst>
                  <a:ext uri="{FF2B5EF4-FFF2-40B4-BE49-F238E27FC236}">
                    <a16:creationId xmlns:a16="http://schemas.microsoft.com/office/drawing/2014/main" id="{F6DDB144-52DD-4A92-9A33-164AFCA2A001}"/>
                  </a:ext>
                </a:extLst>
              </p:cNvPr>
              <p:cNvSpPr/>
              <p:nvPr/>
            </p:nvSpPr>
            <p:spPr>
              <a:xfrm>
                <a:off x="8925620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" name="object 228">
                <a:extLst>
                  <a:ext uri="{FF2B5EF4-FFF2-40B4-BE49-F238E27FC236}">
                    <a16:creationId xmlns:a16="http://schemas.microsoft.com/office/drawing/2014/main" id="{ADDCBF38-463B-4092-B8B9-E7C9C4F85517}"/>
                  </a:ext>
                </a:extLst>
              </p:cNvPr>
              <p:cNvSpPr/>
              <p:nvPr/>
            </p:nvSpPr>
            <p:spPr>
              <a:xfrm>
                <a:off x="8925620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" name="object 229">
                <a:extLst>
                  <a:ext uri="{FF2B5EF4-FFF2-40B4-BE49-F238E27FC236}">
                    <a16:creationId xmlns:a16="http://schemas.microsoft.com/office/drawing/2014/main" id="{BB75FA44-1B17-406D-ADA6-577BA23A286D}"/>
                  </a:ext>
                </a:extLst>
              </p:cNvPr>
              <p:cNvSpPr/>
              <p:nvPr/>
            </p:nvSpPr>
            <p:spPr>
              <a:xfrm>
                <a:off x="90345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" name="object 230">
                <a:extLst>
                  <a:ext uri="{FF2B5EF4-FFF2-40B4-BE49-F238E27FC236}">
                    <a16:creationId xmlns:a16="http://schemas.microsoft.com/office/drawing/2014/main" id="{FD2FFB1D-882E-4C83-821E-8CB4FB8A34E0}"/>
                  </a:ext>
                </a:extLst>
              </p:cNvPr>
              <p:cNvSpPr/>
              <p:nvPr/>
            </p:nvSpPr>
            <p:spPr>
              <a:xfrm>
                <a:off x="90345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" name="object 231">
                <a:extLst>
                  <a:ext uri="{FF2B5EF4-FFF2-40B4-BE49-F238E27FC236}">
                    <a16:creationId xmlns:a16="http://schemas.microsoft.com/office/drawing/2014/main" id="{F142E434-6057-46D0-A927-65E5910B912C}"/>
                  </a:ext>
                </a:extLst>
              </p:cNvPr>
              <p:cNvSpPr/>
              <p:nvPr/>
            </p:nvSpPr>
            <p:spPr>
              <a:xfrm>
                <a:off x="91427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" name="object 232">
                <a:extLst>
                  <a:ext uri="{FF2B5EF4-FFF2-40B4-BE49-F238E27FC236}">
                    <a16:creationId xmlns:a16="http://schemas.microsoft.com/office/drawing/2014/main" id="{69A57381-859D-4C7F-A9C4-6C8F897A3ED7}"/>
                  </a:ext>
                </a:extLst>
              </p:cNvPr>
              <p:cNvSpPr/>
              <p:nvPr/>
            </p:nvSpPr>
            <p:spPr>
              <a:xfrm>
                <a:off x="91427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" name="object 233">
                <a:extLst>
                  <a:ext uri="{FF2B5EF4-FFF2-40B4-BE49-F238E27FC236}">
                    <a16:creationId xmlns:a16="http://schemas.microsoft.com/office/drawing/2014/main" id="{2E2DB211-4875-4703-86B0-889FE0DDEE25}"/>
                  </a:ext>
                </a:extLst>
              </p:cNvPr>
              <p:cNvSpPr/>
              <p:nvPr/>
            </p:nvSpPr>
            <p:spPr>
              <a:xfrm>
                <a:off x="9251756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" name="object 234">
                <a:extLst>
                  <a:ext uri="{FF2B5EF4-FFF2-40B4-BE49-F238E27FC236}">
                    <a16:creationId xmlns:a16="http://schemas.microsoft.com/office/drawing/2014/main" id="{C78F09A3-5995-4906-B954-03C68EF93352}"/>
                  </a:ext>
                </a:extLst>
              </p:cNvPr>
              <p:cNvSpPr/>
              <p:nvPr/>
            </p:nvSpPr>
            <p:spPr>
              <a:xfrm>
                <a:off x="9251756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" name="object 235">
                <a:extLst>
                  <a:ext uri="{FF2B5EF4-FFF2-40B4-BE49-F238E27FC236}">
                    <a16:creationId xmlns:a16="http://schemas.microsoft.com/office/drawing/2014/main" id="{5F5E569E-2131-4A84-ADF9-FDF37C5678DC}"/>
                  </a:ext>
                </a:extLst>
              </p:cNvPr>
              <p:cNvSpPr/>
              <p:nvPr/>
            </p:nvSpPr>
            <p:spPr>
              <a:xfrm>
                <a:off x="93599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" name="object 236">
                <a:extLst>
                  <a:ext uri="{FF2B5EF4-FFF2-40B4-BE49-F238E27FC236}">
                    <a16:creationId xmlns:a16="http://schemas.microsoft.com/office/drawing/2014/main" id="{609E7B34-CF6B-4F90-935E-C29EC79E6F29}"/>
                  </a:ext>
                </a:extLst>
              </p:cNvPr>
              <p:cNvSpPr/>
              <p:nvPr/>
            </p:nvSpPr>
            <p:spPr>
              <a:xfrm>
                <a:off x="93599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" name="object 237">
                <a:extLst>
                  <a:ext uri="{FF2B5EF4-FFF2-40B4-BE49-F238E27FC236}">
                    <a16:creationId xmlns:a16="http://schemas.microsoft.com/office/drawing/2014/main" id="{F0AC2001-FBB2-45A9-9495-57BE28541701}"/>
                  </a:ext>
                </a:extLst>
              </p:cNvPr>
              <p:cNvSpPr/>
              <p:nvPr/>
            </p:nvSpPr>
            <p:spPr>
              <a:xfrm>
                <a:off x="94689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" name="object 238">
                <a:extLst>
                  <a:ext uri="{FF2B5EF4-FFF2-40B4-BE49-F238E27FC236}">
                    <a16:creationId xmlns:a16="http://schemas.microsoft.com/office/drawing/2014/main" id="{E0106368-7DAF-4D77-A77A-531B4C7ABC05}"/>
                  </a:ext>
                </a:extLst>
              </p:cNvPr>
              <p:cNvSpPr/>
              <p:nvPr/>
            </p:nvSpPr>
            <p:spPr>
              <a:xfrm>
                <a:off x="94689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" name="object 239">
                <a:extLst>
                  <a:ext uri="{FF2B5EF4-FFF2-40B4-BE49-F238E27FC236}">
                    <a16:creationId xmlns:a16="http://schemas.microsoft.com/office/drawing/2014/main" id="{BFFEDE1A-797E-4EAF-8B98-8624F54721E1}"/>
                  </a:ext>
                </a:extLst>
              </p:cNvPr>
              <p:cNvSpPr/>
              <p:nvPr/>
            </p:nvSpPr>
            <p:spPr>
              <a:xfrm>
                <a:off x="957789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" name="object 240">
                <a:extLst>
                  <a:ext uri="{FF2B5EF4-FFF2-40B4-BE49-F238E27FC236}">
                    <a16:creationId xmlns:a16="http://schemas.microsoft.com/office/drawing/2014/main" id="{169162C9-C39F-4E7E-9BFC-2CD5E750FE4B}"/>
                  </a:ext>
                </a:extLst>
              </p:cNvPr>
              <p:cNvSpPr/>
              <p:nvPr/>
            </p:nvSpPr>
            <p:spPr>
              <a:xfrm>
                <a:off x="957789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" name="object 241">
                <a:extLst>
                  <a:ext uri="{FF2B5EF4-FFF2-40B4-BE49-F238E27FC236}">
                    <a16:creationId xmlns:a16="http://schemas.microsoft.com/office/drawing/2014/main" id="{2A181664-BB92-48E6-BF9E-8F01891B4F2D}"/>
                  </a:ext>
                </a:extLst>
              </p:cNvPr>
              <p:cNvSpPr/>
              <p:nvPr/>
            </p:nvSpPr>
            <p:spPr>
              <a:xfrm>
                <a:off x="696956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" name="object 242">
                <a:extLst>
                  <a:ext uri="{FF2B5EF4-FFF2-40B4-BE49-F238E27FC236}">
                    <a16:creationId xmlns:a16="http://schemas.microsoft.com/office/drawing/2014/main" id="{79EC5731-8AB5-498B-8EA8-AD8DFB45BA18}"/>
                  </a:ext>
                </a:extLst>
              </p:cNvPr>
              <p:cNvSpPr/>
              <p:nvPr/>
            </p:nvSpPr>
            <p:spPr>
              <a:xfrm>
                <a:off x="696956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" name="object 243">
                <a:extLst>
                  <a:ext uri="{FF2B5EF4-FFF2-40B4-BE49-F238E27FC236}">
                    <a16:creationId xmlns:a16="http://schemas.microsoft.com/office/drawing/2014/main" id="{E3D87B13-9841-461B-B41C-8A49C935CEEC}"/>
                  </a:ext>
                </a:extLst>
              </p:cNvPr>
              <p:cNvSpPr/>
              <p:nvPr/>
            </p:nvSpPr>
            <p:spPr>
              <a:xfrm>
                <a:off x="707853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" name="object 244">
                <a:extLst>
                  <a:ext uri="{FF2B5EF4-FFF2-40B4-BE49-F238E27FC236}">
                    <a16:creationId xmlns:a16="http://schemas.microsoft.com/office/drawing/2014/main" id="{B468620D-5C7C-4831-AD26-70BAD78BF341}"/>
                  </a:ext>
                </a:extLst>
              </p:cNvPr>
              <p:cNvSpPr/>
              <p:nvPr/>
            </p:nvSpPr>
            <p:spPr>
              <a:xfrm>
                <a:off x="707853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" name="object 245">
                <a:extLst>
                  <a:ext uri="{FF2B5EF4-FFF2-40B4-BE49-F238E27FC236}">
                    <a16:creationId xmlns:a16="http://schemas.microsoft.com/office/drawing/2014/main" id="{B958BCF6-9E28-4AE8-AD1D-5EE02CBE77BE}"/>
                  </a:ext>
                </a:extLst>
              </p:cNvPr>
              <p:cNvSpPr/>
              <p:nvPr/>
            </p:nvSpPr>
            <p:spPr>
              <a:xfrm>
                <a:off x="718673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" name="object 246">
                <a:extLst>
                  <a:ext uri="{FF2B5EF4-FFF2-40B4-BE49-F238E27FC236}">
                    <a16:creationId xmlns:a16="http://schemas.microsoft.com/office/drawing/2014/main" id="{20C3C70E-B07B-4B75-A2D9-88A42E92A28F}"/>
                  </a:ext>
                </a:extLst>
              </p:cNvPr>
              <p:cNvSpPr/>
              <p:nvPr/>
            </p:nvSpPr>
            <p:spPr>
              <a:xfrm>
                <a:off x="718673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" name="object 247">
                <a:extLst>
                  <a:ext uri="{FF2B5EF4-FFF2-40B4-BE49-F238E27FC236}">
                    <a16:creationId xmlns:a16="http://schemas.microsoft.com/office/drawing/2014/main" id="{9C568E28-06B7-4232-9601-8FBD24A603F0}"/>
                  </a:ext>
                </a:extLst>
              </p:cNvPr>
              <p:cNvSpPr/>
              <p:nvPr/>
            </p:nvSpPr>
            <p:spPr>
              <a:xfrm>
                <a:off x="729570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" name="object 248">
                <a:extLst>
                  <a:ext uri="{FF2B5EF4-FFF2-40B4-BE49-F238E27FC236}">
                    <a16:creationId xmlns:a16="http://schemas.microsoft.com/office/drawing/2014/main" id="{9B7DB979-2523-4167-971F-8CD7EE239E96}"/>
                  </a:ext>
                </a:extLst>
              </p:cNvPr>
              <p:cNvSpPr/>
              <p:nvPr/>
            </p:nvSpPr>
            <p:spPr>
              <a:xfrm>
                <a:off x="729570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" name="object 249">
                <a:extLst>
                  <a:ext uri="{FF2B5EF4-FFF2-40B4-BE49-F238E27FC236}">
                    <a16:creationId xmlns:a16="http://schemas.microsoft.com/office/drawing/2014/main" id="{9D983DE0-A912-4F1C-899C-B4DBDC03E665}"/>
                  </a:ext>
                </a:extLst>
              </p:cNvPr>
              <p:cNvSpPr/>
              <p:nvPr/>
            </p:nvSpPr>
            <p:spPr>
              <a:xfrm>
                <a:off x="740466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" name="object 250">
                <a:extLst>
                  <a:ext uri="{FF2B5EF4-FFF2-40B4-BE49-F238E27FC236}">
                    <a16:creationId xmlns:a16="http://schemas.microsoft.com/office/drawing/2014/main" id="{A0E03A1D-032C-4F23-8818-B817EC7CDF55}"/>
                  </a:ext>
                </a:extLst>
              </p:cNvPr>
              <p:cNvSpPr/>
              <p:nvPr/>
            </p:nvSpPr>
            <p:spPr>
              <a:xfrm>
                <a:off x="740466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" name="object 251">
                <a:extLst>
                  <a:ext uri="{FF2B5EF4-FFF2-40B4-BE49-F238E27FC236}">
                    <a16:creationId xmlns:a16="http://schemas.microsoft.com/office/drawing/2014/main" id="{80B2CCBB-8EEA-40ED-B589-6AFD6884A1DF}"/>
                  </a:ext>
                </a:extLst>
              </p:cNvPr>
              <p:cNvSpPr/>
              <p:nvPr/>
            </p:nvSpPr>
            <p:spPr>
              <a:xfrm>
                <a:off x="75128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" name="object 252">
                <a:extLst>
                  <a:ext uri="{FF2B5EF4-FFF2-40B4-BE49-F238E27FC236}">
                    <a16:creationId xmlns:a16="http://schemas.microsoft.com/office/drawing/2014/main" id="{1CF68118-6345-44A8-8F8B-82D86439A347}"/>
                  </a:ext>
                </a:extLst>
              </p:cNvPr>
              <p:cNvSpPr/>
              <p:nvPr/>
            </p:nvSpPr>
            <p:spPr>
              <a:xfrm>
                <a:off x="75128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" name="object 253">
                <a:extLst>
                  <a:ext uri="{FF2B5EF4-FFF2-40B4-BE49-F238E27FC236}">
                    <a16:creationId xmlns:a16="http://schemas.microsoft.com/office/drawing/2014/main" id="{199BCFB6-E1B0-45FA-AF5D-037A6BDB366A}"/>
                  </a:ext>
                </a:extLst>
              </p:cNvPr>
              <p:cNvSpPr/>
              <p:nvPr/>
            </p:nvSpPr>
            <p:spPr>
              <a:xfrm>
                <a:off x="762183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" name="object 254">
                <a:extLst>
                  <a:ext uri="{FF2B5EF4-FFF2-40B4-BE49-F238E27FC236}">
                    <a16:creationId xmlns:a16="http://schemas.microsoft.com/office/drawing/2014/main" id="{879F2B8A-007C-404D-99FE-465BACFD804E}"/>
                  </a:ext>
                </a:extLst>
              </p:cNvPr>
              <p:cNvSpPr/>
              <p:nvPr/>
            </p:nvSpPr>
            <p:spPr>
              <a:xfrm>
                <a:off x="762183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" name="object 255">
                <a:extLst>
                  <a:ext uri="{FF2B5EF4-FFF2-40B4-BE49-F238E27FC236}">
                    <a16:creationId xmlns:a16="http://schemas.microsoft.com/office/drawing/2014/main" id="{1FA830B7-23F1-4E02-A4AE-3860F7C31044}"/>
                  </a:ext>
                </a:extLst>
              </p:cNvPr>
              <p:cNvSpPr/>
              <p:nvPr/>
            </p:nvSpPr>
            <p:spPr>
              <a:xfrm>
                <a:off x="773004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" name="object 256">
                <a:extLst>
                  <a:ext uri="{FF2B5EF4-FFF2-40B4-BE49-F238E27FC236}">
                    <a16:creationId xmlns:a16="http://schemas.microsoft.com/office/drawing/2014/main" id="{D8A9DAC6-C552-447E-823C-C654E54F8858}"/>
                  </a:ext>
                </a:extLst>
              </p:cNvPr>
              <p:cNvSpPr/>
              <p:nvPr/>
            </p:nvSpPr>
            <p:spPr>
              <a:xfrm>
                <a:off x="773004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" name="object 257">
                <a:extLst>
                  <a:ext uri="{FF2B5EF4-FFF2-40B4-BE49-F238E27FC236}">
                    <a16:creationId xmlns:a16="http://schemas.microsoft.com/office/drawing/2014/main" id="{C159D0CB-AF4F-4A5F-BC71-DEDEEE5B73E2}"/>
                  </a:ext>
                </a:extLst>
              </p:cNvPr>
              <p:cNvSpPr/>
              <p:nvPr/>
            </p:nvSpPr>
            <p:spPr>
              <a:xfrm>
                <a:off x="783900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" name="object 258">
                <a:extLst>
                  <a:ext uri="{FF2B5EF4-FFF2-40B4-BE49-F238E27FC236}">
                    <a16:creationId xmlns:a16="http://schemas.microsoft.com/office/drawing/2014/main" id="{3DB40FC1-EE5B-4D0D-A5D4-626FA31CFA57}"/>
                  </a:ext>
                </a:extLst>
              </p:cNvPr>
              <p:cNvSpPr/>
              <p:nvPr/>
            </p:nvSpPr>
            <p:spPr>
              <a:xfrm>
                <a:off x="783900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" name="object 259">
                <a:extLst>
                  <a:ext uri="{FF2B5EF4-FFF2-40B4-BE49-F238E27FC236}">
                    <a16:creationId xmlns:a16="http://schemas.microsoft.com/office/drawing/2014/main" id="{77D9562C-1911-4324-979E-199DA939E12A}"/>
                  </a:ext>
                </a:extLst>
              </p:cNvPr>
              <p:cNvSpPr/>
              <p:nvPr/>
            </p:nvSpPr>
            <p:spPr>
              <a:xfrm>
                <a:off x="79479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" name="object 260">
                <a:extLst>
                  <a:ext uri="{FF2B5EF4-FFF2-40B4-BE49-F238E27FC236}">
                    <a16:creationId xmlns:a16="http://schemas.microsoft.com/office/drawing/2014/main" id="{8D387A96-3816-4CB9-A829-AD36886CDB33}"/>
                  </a:ext>
                </a:extLst>
              </p:cNvPr>
              <p:cNvSpPr/>
              <p:nvPr/>
            </p:nvSpPr>
            <p:spPr>
              <a:xfrm>
                <a:off x="79479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" name="object 261">
                <a:extLst>
                  <a:ext uri="{FF2B5EF4-FFF2-40B4-BE49-F238E27FC236}">
                    <a16:creationId xmlns:a16="http://schemas.microsoft.com/office/drawing/2014/main" id="{46D29BDC-3D12-494E-B22E-7467B897E44D}"/>
                  </a:ext>
                </a:extLst>
              </p:cNvPr>
              <p:cNvSpPr/>
              <p:nvPr/>
            </p:nvSpPr>
            <p:spPr>
              <a:xfrm>
                <a:off x="80561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" name="object 262">
                <a:extLst>
                  <a:ext uri="{FF2B5EF4-FFF2-40B4-BE49-F238E27FC236}">
                    <a16:creationId xmlns:a16="http://schemas.microsoft.com/office/drawing/2014/main" id="{3C368CBF-9D13-4E23-BDD2-B912369E89A8}"/>
                  </a:ext>
                </a:extLst>
              </p:cNvPr>
              <p:cNvSpPr/>
              <p:nvPr/>
            </p:nvSpPr>
            <p:spPr>
              <a:xfrm>
                <a:off x="80561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" name="object 263">
                <a:extLst>
                  <a:ext uri="{FF2B5EF4-FFF2-40B4-BE49-F238E27FC236}">
                    <a16:creationId xmlns:a16="http://schemas.microsoft.com/office/drawing/2014/main" id="{AAF67210-D6BC-4CEB-8555-491C3BF8D1F6}"/>
                  </a:ext>
                </a:extLst>
              </p:cNvPr>
              <p:cNvSpPr/>
              <p:nvPr/>
            </p:nvSpPr>
            <p:spPr>
              <a:xfrm>
                <a:off x="816514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" name="object 264">
                <a:extLst>
                  <a:ext uri="{FF2B5EF4-FFF2-40B4-BE49-F238E27FC236}">
                    <a16:creationId xmlns:a16="http://schemas.microsoft.com/office/drawing/2014/main" id="{D199B60A-2098-401C-98F8-6101775475E0}"/>
                  </a:ext>
                </a:extLst>
              </p:cNvPr>
              <p:cNvSpPr/>
              <p:nvPr/>
            </p:nvSpPr>
            <p:spPr>
              <a:xfrm>
                <a:off x="816514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" name="object 265">
                <a:extLst>
                  <a:ext uri="{FF2B5EF4-FFF2-40B4-BE49-F238E27FC236}">
                    <a16:creationId xmlns:a16="http://schemas.microsoft.com/office/drawing/2014/main" id="{53881943-EB67-4010-8D7A-91215EE3B5AE}"/>
                  </a:ext>
                </a:extLst>
              </p:cNvPr>
              <p:cNvSpPr/>
              <p:nvPr/>
            </p:nvSpPr>
            <p:spPr>
              <a:xfrm>
                <a:off x="82733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" name="object 266">
                <a:extLst>
                  <a:ext uri="{FF2B5EF4-FFF2-40B4-BE49-F238E27FC236}">
                    <a16:creationId xmlns:a16="http://schemas.microsoft.com/office/drawing/2014/main" id="{A6534D42-8699-4592-AF57-FB76AB3B0EF3}"/>
                  </a:ext>
                </a:extLst>
              </p:cNvPr>
              <p:cNvSpPr/>
              <p:nvPr/>
            </p:nvSpPr>
            <p:spPr>
              <a:xfrm>
                <a:off x="82733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" name="object 267">
                <a:extLst>
                  <a:ext uri="{FF2B5EF4-FFF2-40B4-BE49-F238E27FC236}">
                    <a16:creationId xmlns:a16="http://schemas.microsoft.com/office/drawing/2014/main" id="{C77DEAD1-A011-4AC9-B4E9-56510E0C399D}"/>
                  </a:ext>
                </a:extLst>
              </p:cNvPr>
              <p:cNvSpPr/>
              <p:nvPr/>
            </p:nvSpPr>
            <p:spPr>
              <a:xfrm>
                <a:off x="83823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" name="object 268">
                <a:extLst>
                  <a:ext uri="{FF2B5EF4-FFF2-40B4-BE49-F238E27FC236}">
                    <a16:creationId xmlns:a16="http://schemas.microsoft.com/office/drawing/2014/main" id="{86FA0D44-1F5A-4025-BC85-4F888DE8B48E}"/>
                  </a:ext>
                </a:extLst>
              </p:cNvPr>
              <p:cNvSpPr/>
              <p:nvPr/>
            </p:nvSpPr>
            <p:spPr>
              <a:xfrm>
                <a:off x="83823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" name="object 269">
                <a:extLst>
                  <a:ext uri="{FF2B5EF4-FFF2-40B4-BE49-F238E27FC236}">
                    <a16:creationId xmlns:a16="http://schemas.microsoft.com/office/drawing/2014/main" id="{131D9CD2-FABD-423F-9947-FEA497C2AD37}"/>
                  </a:ext>
                </a:extLst>
              </p:cNvPr>
              <p:cNvSpPr/>
              <p:nvPr/>
            </p:nvSpPr>
            <p:spPr>
              <a:xfrm>
                <a:off x="8491280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" name="object 270">
                <a:extLst>
                  <a:ext uri="{FF2B5EF4-FFF2-40B4-BE49-F238E27FC236}">
                    <a16:creationId xmlns:a16="http://schemas.microsoft.com/office/drawing/2014/main" id="{CE6C135C-2E4D-41A3-A67B-BD3CA20ED9C6}"/>
                  </a:ext>
                </a:extLst>
              </p:cNvPr>
              <p:cNvSpPr/>
              <p:nvPr/>
            </p:nvSpPr>
            <p:spPr>
              <a:xfrm>
                <a:off x="8491280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" name="object 271">
                <a:extLst>
                  <a:ext uri="{FF2B5EF4-FFF2-40B4-BE49-F238E27FC236}">
                    <a16:creationId xmlns:a16="http://schemas.microsoft.com/office/drawing/2014/main" id="{8B85C57A-5B5D-43FA-B255-F92127387707}"/>
                  </a:ext>
                </a:extLst>
              </p:cNvPr>
              <p:cNvSpPr/>
              <p:nvPr/>
            </p:nvSpPr>
            <p:spPr>
              <a:xfrm>
                <a:off x="85994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" name="object 272">
                <a:extLst>
                  <a:ext uri="{FF2B5EF4-FFF2-40B4-BE49-F238E27FC236}">
                    <a16:creationId xmlns:a16="http://schemas.microsoft.com/office/drawing/2014/main" id="{792FC4AA-B264-4221-9EA0-373CF7A40ACF}"/>
                  </a:ext>
                </a:extLst>
              </p:cNvPr>
              <p:cNvSpPr/>
              <p:nvPr/>
            </p:nvSpPr>
            <p:spPr>
              <a:xfrm>
                <a:off x="85994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" name="object 273">
                <a:extLst>
                  <a:ext uri="{FF2B5EF4-FFF2-40B4-BE49-F238E27FC236}">
                    <a16:creationId xmlns:a16="http://schemas.microsoft.com/office/drawing/2014/main" id="{A383E722-315E-4763-B984-9C37305D5E53}"/>
                  </a:ext>
                </a:extLst>
              </p:cNvPr>
              <p:cNvSpPr/>
              <p:nvPr/>
            </p:nvSpPr>
            <p:spPr>
              <a:xfrm>
                <a:off x="8708437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" name="object 274">
                <a:extLst>
                  <a:ext uri="{FF2B5EF4-FFF2-40B4-BE49-F238E27FC236}">
                    <a16:creationId xmlns:a16="http://schemas.microsoft.com/office/drawing/2014/main" id="{647F29B3-7D46-46A8-AAA4-58379FBC5A0E}"/>
                  </a:ext>
                </a:extLst>
              </p:cNvPr>
              <p:cNvSpPr/>
              <p:nvPr/>
            </p:nvSpPr>
            <p:spPr>
              <a:xfrm>
                <a:off x="8708437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" name="object 275">
                <a:extLst>
                  <a:ext uri="{FF2B5EF4-FFF2-40B4-BE49-F238E27FC236}">
                    <a16:creationId xmlns:a16="http://schemas.microsoft.com/office/drawing/2014/main" id="{A53AA163-0B45-490A-8ED0-645AEE10956C}"/>
                  </a:ext>
                </a:extLst>
              </p:cNvPr>
              <p:cNvSpPr/>
              <p:nvPr/>
            </p:nvSpPr>
            <p:spPr>
              <a:xfrm>
                <a:off x="881665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" name="object 276">
                <a:extLst>
                  <a:ext uri="{FF2B5EF4-FFF2-40B4-BE49-F238E27FC236}">
                    <a16:creationId xmlns:a16="http://schemas.microsoft.com/office/drawing/2014/main" id="{2A2052F8-0653-4F88-8065-2B5B4994AFC3}"/>
                  </a:ext>
                </a:extLst>
              </p:cNvPr>
              <p:cNvSpPr/>
              <p:nvPr/>
            </p:nvSpPr>
            <p:spPr>
              <a:xfrm>
                <a:off x="881665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" name="object 277">
                <a:extLst>
                  <a:ext uri="{FF2B5EF4-FFF2-40B4-BE49-F238E27FC236}">
                    <a16:creationId xmlns:a16="http://schemas.microsoft.com/office/drawing/2014/main" id="{8CB540D2-8FA4-4B9E-B5F8-FC2C59F23237}"/>
                  </a:ext>
                </a:extLst>
              </p:cNvPr>
              <p:cNvSpPr/>
              <p:nvPr/>
            </p:nvSpPr>
            <p:spPr>
              <a:xfrm>
                <a:off x="8925620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" name="object 278">
                <a:extLst>
                  <a:ext uri="{FF2B5EF4-FFF2-40B4-BE49-F238E27FC236}">
                    <a16:creationId xmlns:a16="http://schemas.microsoft.com/office/drawing/2014/main" id="{9FBF106A-43A2-46D2-94BF-B1B783A66298}"/>
                  </a:ext>
                </a:extLst>
              </p:cNvPr>
              <p:cNvSpPr/>
              <p:nvPr/>
            </p:nvSpPr>
            <p:spPr>
              <a:xfrm>
                <a:off x="8925620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7" name="object 279">
                <a:extLst>
                  <a:ext uri="{FF2B5EF4-FFF2-40B4-BE49-F238E27FC236}">
                    <a16:creationId xmlns:a16="http://schemas.microsoft.com/office/drawing/2014/main" id="{DFAA202F-290C-43D6-AF02-916B69B879CC}"/>
                  </a:ext>
                </a:extLst>
              </p:cNvPr>
              <p:cNvSpPr/>
              <p:nvPr/>
            </p:nvSpPr>
            <p:spPr>
              <a:xfrm>
                <a:off x="90345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8" name="object 280">
                <a:extLst>
                  <a:ext uri="{FF2B5EF4-FFF2-40B4-BE49-F238E27FC236}">
                    <a16:creationId xmlns:a16="http://schemas.microsoft.com/office/drawing/2014/main" id="{36638C44-58BF-4DCF-8523-2C64C114E169}"/>
                  </a:ext>
                </a:extLst>
              </p:cNvPr>
              <p:cNvSpPr/>
              <p:nvPr/>
            </p:nvSpPr>
            <p:spPr>
              <a:xfrm>
                <a:off x="90345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9" name="object 281">
                <a:extLst>
                  <a:ext uri="{FF2B5EF4-FFF2-40B4-BE49-F238E27FC236}">
                    <a16:creationId xmlns:a16="http://schemas.microsoft.com/office/drawing/2014/main" id="{25B74F33-47A6-457F-8D2D-0AB874AF8EB8}"/>
                  </a:ext>
                </a:extLst>
              </p:cNvPr>
              <p:cNvSpPr/>
              <p:nvPr/>
            </p:nvSpPr>
            <p:spPr>
              <a:xfrm>
                <a:off x="91427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0" name="object 282">
                <a:extLst>
                  <a:ext uri="{FF2B5EF4-FFF2-40B4-BE49-F238E27FC236}">
                    <a16:creationId xmlns:a16="http://schemas.microsoft.com/office/drawing/2014/main" id="{B0ED4078-FE06-4DDD-9D03-FF82E55CD7E6}"/>
                  </a:ext>
                </a:extLst>
              </p:cNvPr>
              <p:cNvSpPr/>
              <p:nvPr/>
            </p:nvSpPr>
            <p:spPr>
              <a:xfrm>
                <a:off x="91427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1" name="object 283">
                <a:extLst>
                  <a:ext uri="{FF2B5EF4-FFF2-40B4-BE49-F238E27FC236}">
                    <a16:creationId xmlns:a16="http://schemas.microsoft.com/office/drawing/2014/main" id="{8E3CAF25-40DD-423E-907E-0C8775889BE8}"/>
                  </a:ext>
                </a:extLst>
              </p:cNvPr>
              <p:cNvSpPr/>
              <p:nvPr/>
            </p:nvSpPr>
            <p:spPr>
              <a:xfrm>
                <a:off x="9251756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2" name="object 284">
                <a:extLst>
                  <a:ext uri="{FF2B5EF4-FFF2-40B4-BE49-F238E27FC236}">
                    <a16:creationId xmlns:a16="http://schemas.microsoft.com/office/drawing/2014/main" id="{6A5F764A-40D5-4449-8D65-A1FE29ADCF77}"/>
                  </a:ext>
                </a:extLst>
              </p:cNvPr>
              <p:cNvSpPr/>
              <p:nvPr/>
            </p:nvSpPr>
            <p:spPr>
              <a:xfrm>
                <a:off x="9251756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3" name="object 285">
                <a:extLst>
                  <a:ext uri="{FF2B5EF4-FFF2-40B4-BE49-F238E27FC236}">
                    <a16:creationId xmlns:a16="http://schemas.microsoft.com/office/drawing/2014/main" id="{4794A562-DECD-4C53-B95C-1B60332E0857}"/>
                  </a:ext>
                </a:extLst>
              </p:cNvPr>
              <p:cNvSpPr/>
              <p:nvPr/>
            </p:nvSpPr>
            <p:spPr>
              <a:xfrm>
                <a:off x="93599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4" name="object 286">
                <a:extLst>
                  <a:ext uri="{FF2B5EF4-FFF2-40B4-BE49-F238E27FC236}">
                    <a16:creationId xmlns:a16="http://schemas.microsoft.com/office/drawing/2014/main" id="{32D74809-8D1C-4DB9-829A-42028D322F8C}"/>
                  </a:ext>
                </a:extLst>
              </p:cNvPr>
              <p:cNvSpPr/>
              <p:nvPr/>
            </p:nvSpPr>
            <p:spPr>
              <a:xfrm>
                <a:off x="93599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5" name="object 287">
                <a:extLst>
                  <a:ext uri="{FF2B5EF4-FFF2-40B4-BE49-F238E27FC236}">
                    <a16:creationId xmlns:a16="http://schemas.microsoft.com/office/drawing/2014/main" id="{BAC543DE-E33D-483D-B2E7-B9255ABDE645}"/>
                  </a:ext>
                </a:extLst>
              </p:cNvPr>
              <p:cNvSpPr/>
              <p:nvPr/>
            </p:nvSpPr>
            <p:spPr>
              <a:xfrm>
                <a:off x="94689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6" name="object 288">
                <a:extLst>
                  <a:ext uri="{FF2B5EF4-FFF2-40B4-BE49-F238E27FC236}">
                    <a16:creationId xmlns:a16="http://schemas.microsoft.com/office/drawing/2014/main" id="{AABEF5D7-386A-4136-ABDE-733D20C7D7AC}"/>
                  </a:ext>
                </a:extLst>
              </p:cNvPr>
              <p:cNvSpPr/>
              <p:nvPr/>
            </p:nvSpPr>
            <p:spPr>
              <a:xfrm>
                <a:off x="94689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7" name="object 289">
                <a:extLst>
                  <a:ext uri="{FF2B5EF4-FFF2-40B4-BE49-F238E27FC236}">
                    <a16:creationId xmlns:a16="http://schemas.microsoft.com/office/drawing/2014/main" id="{9D506721-9D3B-4AAD-8E78-C9B8CE3BFA27}"/>
                  </a:ext>
                </a:extLst>
              </p:cNvPr>
              <p:cNvSpPr/>
              <p:nvPr/>
            </p:nvSpPr>
            <p:spPr>
              <a:xfrm>
                <a:off x="957789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8" name="object 290">
                <a:extLst>
                  <a:ext uri="{FF2B5EF4-FFF2-40B4-BE49-F238E27FC236}">
                    <a16:creationId xmlns:a16="http://schemas.microsoft.com/office/drawing/2014/main" id="{FEBAFCD7-1D86-4029-A4BA-D95482677914}"/>
                  </a:ext>
                </a:extLst>
              </p:cNvPr>
              <p:cNvSpPr/>
              <p:nvPr/>
            </p:nvSpPr>
            <p:spPr>
              <a:xfrm>
                <a:off x="957789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9" name="object 291">
                <a:extLst>
                  <a:ext uri="{FF2B5EF4-FFF2-40B4-BE49-F238E27FC236}">
                    <a16:creationId xmlns:a16="http://schemas.microsoft.com/office/drawing/2014/main" id="{F74877E1-BFFC-42FC-828E-CCEABFAE1534}"/>
                  </a:ext>
                </a:extLst>
              </p:cNvPr>
              <p:cNvSpPr/>
              <p:nvPr/>
            </p:nvSpPr>
            <p:spPr>
              <a:xfrm>
                <a:off x="696956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0" name="object 292">
                <a:extLst>
                  <a:ext uri="{FF2B5EF4-FFF2-40B4-BE49-F238E27FC236}">
                    <a16:creationId xmlns:a16="http://schemas.microsoft.com/office/drawing/2014/main" id="{50B5D545-8C5B-4B2B-978C-DB002D6A596F}"/>
                  </a:ext>
                </a:extLst>
              </p:cNvPr>
              <p:cNvSpPr/>
              <p:nvPr/>
            </p:nvSpPr>
            <p:spPr>
              <a:xfrm>
                <a:off x="696956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1" name="object 293">
                <a:extLst>
                  <a:ext uri="{FF2B5EF4-FFF2-40B4-BE49-F238E27FC236}">
                    <a16:creationId xmlns:a16="http://schemas.microsoft.com/office/drawing/2014/main" id="{0E708166-61EE-4E38-B90A-514F7003C58C}"/>
                  </a:ext>
                </a:extLst>
              </p:cNvPr>
              <p:cNvSpPr/>
              <p:nvPr/>
            </p:nvSpPr>
            <p:spPr>
              <a:xfrm>
                <a:off x="707853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2" name="object 294">
                <a:extLst>
                  <a:ext uri="{FF2B5EF4-FFF2-40B4-BE49-F238E27FC236}">
                    <a16:creationId xmlns:a16="http://schemas.microsoft.com/office/drawing/2014/main" id="{992CA599-4050-41A4-946F-537F50B2EA2F}"/>
                  </a:ext>
                </a:extLst>
              </p:cNvPr>
              <p:cNvSpPr/>
              <p:nvPr/>
            </p:nvSpPr>
            <p:spPr>
              <a:xfrm>
                <a:off x="707853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3" name="object 295">
                <a:extLst>
                  <a:ext uri="{FF2B5EF4-FFF2-40B4-BE49-F238E27FC236}">
                    <a16:creationId xmlns:a16="http://schemas.microsoft.com/office/drawing/2014/main" id="{A2E74180-46BA-45AC-832A-BFEA2EC09E2B}"/>
                  </a:ext>
                </a:extLst>
              </p:cNvPr>
              <p:cNvSpPr/>
              <p:nvPr/>
            </p:nvSpPr>
            <p:spPr>
              <a:xfrm>
                <a:off x="718673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4" name="object 296">
                <a:extLst>
                  <a:ext uri="{FF2B5EF4-FFF2-40B4-BE49-F238E27FC236}">
                    <a16:creationId xmlns:a16="http://schemas.microsoft.com/office/drawing/2014/main" id="{E9E31ADB-4016-4867-BE97-0E21F03F08CC}"/>
                  </a:ext>
                </a:extLst>
              </p:cNvPr>
              <p:cNvSpPr/>
              <p:nvPr/>
            </p:nvSpPr>
            <p:spPr>
              <a:xfrm>
                <a:off x="718673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5" name="object 297">
                <a:extLst>
                  <a:ext uri="{FF2B5EF4-FFF2-40B4-BE49-F238E27FC236}">
                    <a16:creationId xmlns:a16="http://schemas.microsoft.com/office/drawing/2014/main" id="{120EFCD1-5DD1-40F0-8B2D-F11BD586ED25}"/>
                  </a:ext>
                </a:extLst>
              </p:cNvPr>
              <p:cNvSpPr/>
              <p:nvPr/>
            </p:nvSpPr>
            <p:spPr>
              <a:xfrm>
                <a:off x="729570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6" name="object 298">
                <a:extLst>
                  <a:ext uri="{FF2B5EF4-FFF2-40B4-BE49-F238E27FC236}">
                    <a16:creationId xmlns:a16="http://schemas.microsoft.com/office/drawing/2014/main" id="{58A84EDC-FFE3-4149-B99B-67DF282EC2B3}"/>
                  </a:ext>
                </a:extLst>
              </p:cNvPr>
              <p:cNvSpPr/>
              <p:nvPr/>
            </p:nvSpPr>
            <p:spPr>
              <a:xfrm>
                <a:off x="729570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7" name="object 299">
                <a:extLst>
                  <a:ext uri="{FF2B5EF4-FFF2-40B4-BE49-F238E27FC236}">
                    <a16:creationId xmlns:a16="http://schemas.microsoft.com/office/drawing/2014/main" id="{09EDE36D-A66F-44B0-82A3-C35AA496175E}"/>
                  </a:ext>
                </a:extLst>
              </p:cNvPr>
              <p:cNvSpPr/>
              <p:nvPr/>
            </p:nvSpPr>
            <p:spPr>
              <a:xfrm>
                <a:off x="740466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8" name="object 300">
                <a:extLst>
                  <a:ext uri="{FF2B5EF4-FFF2-40B4-BE49-F238E27FC236}">
                    <a16:creationId xmlns:a16="http://schemas.microsoft.com/office/drawing/2014/main" id="{324C81EF-8A59-4704-90E0-098E3E8C706E}"/>
                  </a:ext>
                </a:extLst>
              </p:cNvPr>
              <p:cNvSpPr/>
              <p:nvPr/>
            </p:nvSpPr>
            <p:spPr>
              <a:xfrm>
                <a:off x="740466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9" name="object 301">
                <a:extLst>
                  <a:ext uri="{FF2B5EF4-FFF2-40B4-BE49-F238E27FC236}">
                    <a16:creationId xmlns:a16="http://schemas.microsoft.com/office/drawing/2014/main" id="{D0457E5C-AF53-40A7-8444-0D43D84F667F}"/>
                  </a:ext>
                </a:extLst>
              </p:cNvPr>
              <p:cNvSpPr/>
              <p:nvPr/>
            </p:nvSpPr>
            <p:spPr>
              <a:xfrm>
                <a:off x="75128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0" name="object 302">
                <a:extLst>
                  <a:ext uri="{FF2B5EF4-FFF2-40B4-BE49-F238E27FC236}">
                    <a16:creationId xmlns:a16="http://schemas.microsoft.com/office/drawing/2014/main" id="{14265A10-EB07-45C3-83C9-2AAD8FC1BB62}"/>
                  </a:ext>
                </a:extLst>
              </p:cNvPr>
              <p:cNvSpPr/>
              <p:nvPr/>
            </p:nvSpPr>
            <p:spPr>
              <a:xfrm>
                <a:off x="75128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1" name="object 303">
                <a:extLst>
                  <a:ext uri="{FF2B5EF4-FFF2-40B4-BE49-F238E27FC236}">
                    <a16:creationId xmlns:a16="http://schemas.microsoft.com/office/drawing/2014/main" id="{45B3EDA2-3FF7-40C5-8FFE-67643E69F6DF}"/>
                  </a:ext>
                </a:extLst>
              </p:cNvPr>
              <p:cNvSpPr/>
              <p:nvPr/>
            </p:nvSpPr>
            <p:spPr>
              <a:xfrm>
                <a:off x="762183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2" name="object 304">
                <a:extLst>
                  <a:ext uri="{FF2B5EF4-FFF2-40B4-BE49-F238E27FC236}">
                    <a16:creationId xmlns:a16="http://schemas.microsoft.com/office/drawing/2014/main" id="{B78D7CA8-2D96-4779-8C7B-B5701CDCDAFA}"/>
                  </a:ext>
                </a:extLst>
              </p:cNvPr>
              <p:cNvSpPr/>
              <p:nvPr/>
            </p:nvSpPr>
            <p:spPr>
              <a:xfrm>
                <a:off x="762183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3" name="object 305">
                <a:extLst>
                  <a:ext uri="{FF2B5EF4-FFF2-40B4-BE49-F238E27FC236}">
                    <a16:creationId xmlns:a16="http://schemas.microsoft.com/office/drawing/2014/main" id="{33559C8D-3B75-4733-8CAA-AF4E6DBFEA5E}"/>
                  </a:ext>
                </a:extLst>
              </p:cNvPr>
              <p:cNvSpPr/>
              <p:nvPr/>
            </p:nvSpPr>
            <p:spPr>
              <a:xfrm>
                <a:off x="773004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4" name="object 306">
                <a:extLst>
                  <a:ext uri="{FF2B5EF4-FFF2-40B4-BE49-F238E27FC236}">
                    <a16:creationId xmlns:a16="http://schemas.microsoft.com/office/drawing/2014/main" id="{7719D518-2F59-4E92-BC27-68A74C1800E5}"/>
                  </a:ext>
                </a:extLst>
              </p:cNvPr>
              <p:cNvSpPr/>
              <p:nvPr/>
            </p:nvSpPr>
            <p:spPr>
              <a:xfrm>
                <a:off x="773004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5" name="object 307">
                <a:extLst>
                  <a:ext uri="{FF2B5EF4-FFF2-40B4-BE49-F238E27FC236}">
                    <a16:creationId xmlns:a16="http://schemas.microsoft.com/office/drawing/2014/main" id="{15B1C4E5-272B-4E22-869E-F4C05A373043}"/>
                  </a:ext>
                </a:extLst>
              </p:cNvPr>
              <p:cNvSpPr/>
              <p:nvPr/>
            </p:nvSpPr>
            <p:spPr>
              <a:xfrm>
                <a:off x="783900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6" name="object 308">
                <a:extLst>
                  <a:ext uri="{FF2B5EF4-FFF2-40B4-BE49-F238E27FC236}">
                    <a16:creationId xmlns:a16="http://schemas.microsoft.com/office/drawing/2014/main" id="{0635C6D1-C6EE-4971-A1AC-A4EB0F9F5EF2}"/>
                  </a:ext>
                </a:extLst>
              </p:cNvPr>
              <p:cNvSpPr/>
              <p:nvPr/>
            </p:nvSpPr>
            <p:spPr>
              <a:xfrm>
                <a:off x="783900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7" name="object 309">
                <a:extLst>
                  <a:ext uri="{FF2B5EF4-FFF2-40B4-BE49-F238E27FC236}">
                    <a16:creationId xmlns:a16="http://schemas.microsoft.com/office/drawing/2014/main" id="{F57C27B9-618A-46A5-8A44-F7AD130D56D4}"/>
                  </a:ext>
                </a:extLst>
              </p:cNvPr>
              <p:cNvSpPr/>
              <p:nvPr/>
            </p:nvSpPr>
            <p:spPr>
              <a:xfrm>
                <a:off x="79479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8" name="object 310">
                <a:extLst>
                  <a:ext uri="{FF2B5EF4-FFF2-40B4-BE49-F238E27FC236}">
                    <a16:creationId xmlns:a16="http://schemas.microsoft.com/office/drawing/2014/main" id="{E2A01625-AE61-4237-BEC9-544A1372AE65}"/>
                  </a:ext>
                </a:extLst>
              </p:cNvPr>
              <p:cNvSpPr/>
              <p:nvPr/>
            </p:nvSpPr>
            <p:spPr>
              <a:xfrm>
                <a:off x="79479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9" name="object 311">
                <a:extLst>
                  <a:ext uri="{FF2B5EF4-FFF2-40B4-BE49-F238E27FC236}">
                    <a16:creationId xmlns:a16="http://schemas.microsoft.com/office/drawing/2014/main" id="{64739B75-8087-4888-ABCD-FD027D0E6248}"/>
                  </a:ext>
                </a:extLst>
              </p:cNvPr>
              <p:cNvSpPr/>
              <p:nvPr/>
            </p:nvSpPr>
            <p:spPr>
              <a:xfrm>
                <a:off x="80561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0" name="object 312">
                <a:extLst>
                  <a:ext uri="{FF2B5EF4-FFF2-40B4-BE49-F238E27FC236}">
                    <a16:creationId xmlns:a16="http://schemas.microsoft.com/office/drawing/2014/main" id="{82EFF1FB-F8A1-47F4-BABA-D649CB06418D}"/>
                  </a:ext>
                </a:extLst>
              </p:cNvPr>
              <p:cNvSpPr/>
              <p:nvPr/>
            </p:nvSpPr>
            <p:spPr>
              <a:xfrm>
                <a:off x="80561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1" name="object 313">
                <a:extLst>
                  <a:ext uri="{FF2B5EF4-FFF2-40B4-BE49-F238E27FC236}">
                    <a16:creationId xmlns:a16="http://schemas.microsoft.com/office/drawing/2014/main" id="{0A85D82D-689D-49B7-B322-708C66AB1A02}"/>
                  </a:ext>
                </a:extLst>
              </p:cNvPr>
              <p:cNvSpPr/>
              <p:nvPr/>
            </p:nvSpPr>
            <p:spPr>
              <a:xfrm>
                <a:off x="816514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2" name="object 314">
                <a:extLst>
                  <a:ext uri="{FF2B5EF4-FFF2-40B4-BE49-F238E27FC236}">
                    <a16:creationId xmlns:a16="http://schemas.microsoft.com/office/drawing/2014/main" id="{F836A9C9-6562-42B0-889C-E6D566AA3130}"/>
                  </a:ext>
                </a:extLst>
              </p:cNvPr>
              <p:cNvSpPr/>
              <p:nvPr/>
            </p:nvSpPr>
            <p:spPr>
              <a:xfrm>
                <a:off x="816514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3" name="object 315">
                <a:extLst>
                  <a:ext uri="{FF2B5EF4-FFF2-40B4-BE49-F238E27FC236}">
                    <a16:creationId xmlns:a16="http://schemas.microsoft.com/office/drawing/2014/main" id="{1B170636-B027-4CE6-9BE7-5CF14FD8005C}"/>
                  </a:ext>
                </a:extLst>
              </p:cNvPr>
              <p:cNvSpPr/>
              <p:nvPr/>
            </p:nvSpPr>
            <p:spPr>
              <a:xfrm>
                <a:off x="82733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4" name="object 316">
                <a:extLst>
                  <a:ext uri="{FF2B5EF4-FFF2-40B4-BE49-F238E27FC236}">
                    <a16:creationId xmlns:a16="http://schemas.microsoft.com/office/drawing/2014/main" id="{CE1E199D-F9F6-4C35-8F9E-6410BD23E5AA}"/>
                  </a:ext>
                </a:extLst>
              </p:cNvPr>
              <p:cNvSpPr/>
              <p:nvPr/>
            </p:nvSpPr>
            <p:spPr>
              <a:xfrm>
                <a:off x="82733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5" name="object 317">
                <a:extLst>
                  <a:ext uri="{FF2B5EF4-FFF2-40B4-BE49-F238E27FC236}">
                    <a16:creationId xmlns:a16="http://schemas.microsoft.com/office/drawing/2014/main" id="{32D69A38-A998-4864-965F-226CB854045B}"/>
                  </a:ext>
                </a:extLst>
              </p:cNvPr>
              <p:cNvSpPr/>
              <p:nvPr/>
            </p:nvSpPr>
            <p:spPr>
              <a:xfrm>
                <a:off x="83823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6" name="object 318">
                <a:extLst>
                  <a:ext uri="{FF2B5EF4-FFF2-40B4-BE49-F238E27FC236}">
                    <a16:creationId xmlns:a16="http://schemas.microsoft.com/office/drawing/2014/main" id="{E80D22B0-F986-4259-86E7-E4BD0FC0AF33}"/>
                  </a:ext>
                </a:extLst>
              </p:cNvPr>
              <p:cNvSpPr/>
              <p:nvPr/>
            </p:nvSpPr>
            <p:spPr>
              <a:xfrm>
                <a:off x="83823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7" name="object 319">
                <a:extLst>
                  <a:ext uri="{FF2B5EF4-FFF2-40B4-BE49-F238E27FC236}">
                    <a16:creationId xmlns:a16="http://schemas.microsoft.com/office/drawing/2014/main" id="{5A2AF890-4B8A-4341-A419-B669C0EACA19}"/>
                  </a:ext>
                </a:extLst>
              </p:cNvPr>
              <p:cNvSpPr/>
              <p:nvPr/>
            </p:nvSpPr>
            <p:spPr>
              <a:xfrm>
                <a:off x="8491280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8" name="object 320">
                <a:extLst>
                  <a:ext uri="{FF2B5EF4-FFF2-40B4-BE49-F238E27FC236}">
                    <a16:creationId xmlns:a16="http://schemas.microsoft.com/office/drawing/2014/main" id="{7B72F7A3-ACA1-4530-9073-758458BDEB9E}"/>
                  </a:ext>
                </a:extLst>
              </p:cNvPr>
              <p:cNvSpPr/>
              <p:nvPr/>
            </p:nvSpPr>
            <p:spPr>
              <a:xfrm>
                <a:off x="8491280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9" name="object 321">
                <a:extLst>
                  <a:ext uri="{FF2B5EF4-FFF2-40B4-BE49-F238E27FC236}">
                    <a16:creationId xmlns:a16="http://schemas.microsoft.com/office/drawing/2014/main" id="{F3562064-657C-4262-A522-881B7C6D9168}"/>
                  </a:ext>
                </a:extLst>
              </p:cNvPr>
              <p:cNvSpPr/>
              <p:nvPr/>
            </p:nvSpPr>
            <p:spPr>
              <a:xfrm>
                <a:off x="85994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0" name="object 322">
                <a:extLst>
                  <a:ext uri="{FF2B5EF4-FFF2-40B4-BE49-F238E27FC236}">
                    <a16:creationId xmlns:a16="http://schemas.microsoft.com/office/drawing/2014/main" id="{C22ED1A2-687A-44CF-A7C9-EBF45E95B8E9}"/>
                  </a:ext>
                </a:extLst>
              </p:cNvPr>
              <p:cNvSpPr/>
              <p:nvPr/>
            </p:nvSpPr>
            <p:spPr>
              <a:xfrm>
                <a:off x="85994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1" name="object 323">
                <a:extLst>
                  <a:ext uri="{FF2B5EF4-FFF2-40B4-BE49-F238E27FC236}">
                    <a16:creationId xmlns:a16="http://schemas.microsoft.com/office/drawing/2014/main" id="{7E85322E-B778-4D34-9EBB-3AB247B82B29}"/>
                  </a:ext>
                </a:extLst>
              </p:cNvPr>
              <p:cNvSpPr/>
              <p:nvPr/>
            </p:nvSpPr>
            <p:spPr>
              <a:xfrm>
                <a:off x="8708437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2" name="object 324">
                <a:extLst>
                  <a:ext uri="{FF2B5EF4-FFF2-40B4-BE49-F238E27FC236}">
                    <a16:creationId xmlns:a16="http://schemas.microsoft.com/office/drawing/2014/main" id="{E3684805-55C4-46D8-AB5E-8E7FCB36E425}"/>
                  </a:ext>
                </a:extLst>
              </p:cNvPr>
              <p:cNvSpPr/>
              <p:nvPr/>
            </p:nvSpPr>
            <p:spPr>
              <a:xfrm>
                <a:off x="8708437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3" name="object 325">
                <a:extLst>
                  <a:ext uri="{FF2B5EF4-FFF2-40B4-BE49-F238E27FC236}">
                    <a16:creationId xmlns:a16="http://schemas.microsoft.com/office/drawing/2014/main" id="{0C7A1C36-4A09-4C92-9BB8-97D7C5B47ECD}"/>
                  </a:ext>
                </a:extLst>
              </p:cNvPr>
              <p:cNvSpPr/>
              <p:nvPr/>
            </p:nvSpPr>
            <p:spPr>
              <a:xfrm>
                <a:off x="881665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4" name="object 326">
                <a:extLst>
                  <a:ext uri="{FF2B5EF4-FFF2-40B4-BE49-F238E27FC236}">
                    <a16:creationId xmlns:a16="http://schemas.microsoft.com/office/drawing/2014/main" id="{1D91B2A8-5CE6-4F46-A0D2-61FF48630CF0}"/>
                  </a:ext>
                </a:extLst>
              </p:cNvPr>
              <p:cNvSpPr/>
              <p:nvPr/>
            </p:nvSpPr>
            <p:spPr>
              <a:xfrm>
                <a:off x="881665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5" name="object 327">
                <a:extLst>
                  <a:ext uri="{FF2B5EF4-FFF2-40B4-BE49-F238E27FC236}">
                    <a16:creationId xmlns:a16="http://schemas.microsoft.com/office/drawing/2014/main" id="{E5E4AACE-8A80-444A-85A4-5856C9F3D507}"/>
                  </a:ext>
                </a:extLst>
              </p:cNvPr>
              <p:cNvSpPr/>
              <p:nvPr/>
            </p:nvSpPr>
            <p:spPr>
              <a:xfrm>
                <a:off x="8925620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6" name="object 328">
                <a:extLst>
                  <a:ext uri="{FF2B5EF4-FFF2-40B4-BE49-F238E27FC236}">
                    <a16:creationId xmlns:a16="http://schemas.microsoft.com/office/drawing/2014/main" id="{B5C7FD73-C03D-42DA-A8D6-8238AFC33D97}"/>
                  </a:ext>
                </a:extLst>
              </p:cNvPr>
              <p:cNvSpPr/>
              <p:nvPr/>
            </p:nvSpPr>
            <p:spPr>
              <a:xfrm>
                <a:off x="8925620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7" name="object 329">
                <a:extLst>
                  <a:ext uri="{FF2B5EF4-FFF2-40B4-BE49-F238E27FC236}">
                    <a16:creationId xmlns:a16="http://schemas.microsoft.com/office/drawing/2014/main" id="{A871139D-214D-4E8C-B841-5D196EE431CD}"/>
                  </a:ext>
                </a:extLst>
              </p:cNvPr>
              <p:cNvSpPr/>
              <p:nvPr/>
            </p:nvSpPr>
            <p:spPr>
              <a:xfrm>
                <a:off x="90345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8" name="object 330">
                <a:extLst>
                  <a:ext uri="{FF2B5EF4-FFF2-40B4-BE49-F238E27FC236}">
                    <a16:creationId xmlns:a16="http://schemas.microsoft.com/office/drawing/2014/main" id="{85028CED-648D-4802-B883-93CD00602E59}"/>
                  </a:ext>
                </a:extLst>
              </p:cNvPr>
              <p:cNvSpPr/>
              <p:nvPr/>
            </p:nvSpPr>
            <p:spPr>
              <a:xfrm>
                <a:off x="90345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9" name="object 331">
                <a:extLst>
                  <a:ext uri="{FF2B5EF4-FFF2-40B4-BE49-F238E27FC236}">
                    <a16:creationId xmlns:a16="http://schemas.microsoft.com/office/drawing/2014/main" id="{E6351E76-02BF-4A0E-ABFF-139D7EEF9B9A}"/>
                  </a:ext>
                </a:extLst>
              </p:cNvPr>
              <p:cNvSpPr/>
              <p:nvPr/>
            </p:nvSpPr>
            <p:spPr>
              <a:xfrm>
                <a:off x="91427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0" name="object 332">
                <a:extLst>
                  <a:ext uri="{FF2B5EF4-FFF2-40B4-BE49-F238E27FC236}">
                    <a16:creationId xmlns:a16="http://schemas.microsoft.com/office/drawing/2014/main" id="{3A35ABC8-92EE-438B-ADEE-0C961A6D21D9}"/>
                  </a:ext>
                </a:extLst>
              </p:cNvPr>
              <p:cNvSpPr/>
              <p:nvPr/>
            </p:nvSpPr>
            <p:spPr>
              <a:xfrm>
                <a:off x="91427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1" name="object 333">
                <a:extLst>
                  <a:ext uri="{FF2B5EF4-FFF2-40B4-BE49-F238E27FC236}">
                    <a16:creationId xmlns:a16="http://schemas.microsoft.com/office/drawing/2014/main" id="{31B9D09A-5B77-4F63-9C8A-E837F18206D8}"/>
                  </a:ext>
                </a:extLst>
              </p:cNvPr>
              <p:cNvSpPr/>
              <p:nvPr/>
            </p:nvSpPr>
            <p:spPr>
              <a:xfrm>
                <a:off x="9251756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2" name="object 334">
                <a:extLst>
                  <a:ext uri="{FF2B5EF4-FFF2-40B4-BE49-F238E27FC236}">
                    <a16:creationId xmlns:a16="http://schemas.microsoft.com/office/drawing/2014/main" id="{BD1A872A-0034-4F88-A267-B412277A792C}"/>
                  </a:ext>
                </a:extLst>
              </p:cNvPr>
              <p:cNvSpPr/>
              <p:nvPr/>
            </p:nvSpPr>
            <p:spPr>
              <a:xfrm>
                <a:off x="9251756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3" name="object 335">
                <a:extLst>
                  <a:ext uri="{FF2B5EF4-FFF2-40B4-BE49-F238E27FC236}">
                    <a16:creationId xmlns:a16="http://schemas.microsoft.com/office/drawing/2014/main" id="{1218BC9B-07B8-4D8F-929E-A1DF0812BC9D}"/>
                  </a:ext>
                </a:extLst>
              </p:cNvPr>
              <p:cNvSpPr/>
              <p:nvPr/>
            </p:nvSpPr>
            <p:spPr>
              <a:xfrm>
                <a:off x="93599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4" name="object 336">
                <a:extLst>
                  <a:ext uri="{FF2B5EF4-FFF2-40B4-BE49-F238E27FC236}">
                    <a16:creationId xmlns:a16="http://schemas.microsoft.com/office/drawing/2014/main" id="{E4FBA9E9-A887-412E-BCE6-2DBF28304F98}"/>
                  </a:ext>
                </a:extLst>
              </p:cNvPr>
              <p:cNvSpPr/>
              <p:nvPr/>
            </p:nvSpPr>
            <p:spPr>
              <a:xfrm>
                <a:off x="93599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5" name="object 337">
                <a:extLst>
                  <a:ext uri="{FF2B5EF4-FFF2-40B4-BE49-F238E27FC236}">
                    <a16:creationId xmlns:a16="http://schemas.microsoft.com/office/drawing/2014/main" id="{5C0BE2C5-1451-416B-867E-A6C0490BA19E}"/>
                  </a:ext>
                </a:extLst>
              </p:cNvPr>
              <p:cNvSpPr/>
              <p:nvPr/>
            </p:nvSpPr>
            <p:spPr>
              <a:xfrm>
                <a:off x="94689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6" name="object 338">
                <a:extLst>
                  <a:ext uri="{FF2B5EF4-FFF2-40B4-BE49-F238E27FC236}">
                    <a16:creationId xmlns:a16="http://schemas.microsoft.com/office/drawing/2014/main" id="{C4FC8261-46F1-46D0-927A-667E6332F2AB}"/>
                  </a:ext>
                </a:extLst>
              </p:cNvPr>
              <p:cNvSpPr/>
              <p:nvPr/>
            </p:nvSpPr>
            <p:spPr>
              <a:xfrm>
                <a:off x="94689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7" name="object 339">
                <a:extLst>
                  <a:ext uri="{FF2B5EF4-FFF2-40B4-BE49-F238E27FC236}">
                    <a16:creationId xmlns:a16="http://schemas.microsoft.com/office/drawing/2014/main" id="{12B1FA07-F674-4626-86C2-0A92E446A07B}"/>
                  </a:ext>
                </a:extLst>
              </p:cNvPr>
              <p:cNvSpPr/>
              <p:nvPr/>
            </p:nvSpPr>
            <p:spPr>
              <a:xfrm>
                <a:off x="957789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8" name="object 340">
                <a:extLst>
                  <a:ext uri="{FF2B5EF4-FFF2-40B4-BE49-F238E27FC236}">
                    <a16:creationId xmlns:a16="http://schemas.microsoft.com/office/drawing/2014/main" id="{F66172BB-C9AD-4233-97FE-A4313B938ACF}"/>
                  </a:ext>
                </a:extLst>
              </p:cNvPr>
              <p:cNvSpPr/>
              <p:nvPr/>
            </p:nvSpPr>
            <p:spPr>
              <a:xfrm>
                <a:off x="957789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9" name="object 341">
                <a:extLst>
                  <a:ext uri="{FF2B5EF4-FFF2-40B4-BE49-F238E27FC236}">
                    <a16:creationId xmlns:a16="http://schemas.microsoft.com/office/drawing/2014/main" id="{76930520-8F4F-4F7B-8609-B3CA74DE367E}"/>
                  </a:ext>
                </a:extLst>
              </p:cNvPr>
              <p:cNvSpPr/>
              <p:nvPr/>
            </p:nvSpPr>
            <p:spPr>
              <a:xfrm>
                <a:off x="696956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0" name="object 342">
                <a:extLst>
                  <a:ext uri="{FF2B5EF4-FFF2-40B4-BE49-F238E27FC236}">
                    <a16:creationId xmlns:a16="http://schemas.microsoft.com/office/drawing/2014/main" id="{BC07B5EF-0FFA-4209-861D-F06CCC93A830}"/>
                  </a:ext>
                </a:extLst>
              </p:cNvPr>
              <p:cNvSpPr/>
              <p:nvPr/>
            </p:nvSpPr>
            <p:spPr>
              <a:xfrm>
                <a:off x="696956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1" name="object 343">
                <a:extLst>
                  <a:ext uri="{FF2B5EF4-FFF2-40B4-BE49-F238E27FC236}">
                    <a16:creationId xmlns:a16="http://schemas.microsoft.com/office/drawing/2014/main" id="{4C7F3890-1015-4C5B-9984-CD40BB99E750}"/>
                  </a:ext>
                </a:extLst>
              </p:cNvPr>
              <p:cNvSpPr/>
              <p:nvPr/>
            </p:nvSpPr>
            <p:spPr>
              <a:xfrm>
                <a:off x="707853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2" name="object 344">
                <a:extLst>
                  <a:ext uri="{FF2B5EF4-FFF2-40B4-BE49-F238E27FC236}">
                    <a16:creationId xmlns:a16="http://schemas.microsoft.com/office/drawing/2014/main" id="{955AFFCE-71AE-4D39-BE61-A639A18E900B}"/>
                  </a:ext>
                </a:extLst>
              </p:cNvPr>
              <p:cNvSpPr/>
              <p:nvPr/>
            </p:nvSpPr>
            <p:spPr>
              <a:xfrm>
                <a:off x="707853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3" name="object 345">
                <a:extLst>
                  <a:ext uri="{FF2B5EF4-FFF2-40B4-BE49-F238E27FC236}">
                    <a16:creationId xmlns:a16="http://schemas.microsoft.com/office/drawing/2014/main" id="{2B1ACC27-D285-4A55-A559-54C9941DED21}"/>
                  </a:ext>
                </a:extLst>
              </p:cNvPr>
              <p:cNvSpPr/>
              <p:nvPr/>
            </p:nvSpPr>
            <p:spPr>
              <a:xfrm>
                <a:off x="718673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4" name="object 346">
                <a:extLst>
                  <a:ext uri="{FF2B5EF4-FFF2-40B4-BE49-F238E27FC236}">
                    <a16:creationId xmlns:a16="http://schemas.microsoft.com/office/drawing/2014/main" id="{E0E09160-6834-4960-934F-0630FFE4FF95}"/>
                  </a:ext>
                </a:extLst>
              </p:cNvPr>
              <p:cNvSpPr/>
              <p:nvPr/>
            </p:nvSpPr>
            <p:spPr>
              <a:xfrm>
                <a:off x="718673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5" name="object 347">
                <a:extLst>
                  <a:ext uri="{FF2B5EF4-FFF2-40B4-BE49-F238E27FC236}">
                    <a16:creationId xmlns:a16="http://schemas.microsoft.com/office/drawing/2014/main" id="{2AF1C51A-12A3-4C8F-9EF7-8A61C25F5069}"/>
                  </a:ext>
                </a:extLst>
              </p:cNvPr>
              <p:cNvSpPr/>
              <p:nvPr/>
            </p:nvSpPr>
            <p:spPr>
              <a:xfrm>
                <a:off x="729570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6" name="object 348">
                <a:extLst>
                  <a:ext uri="{FF2B5EF4-FFF2-40B4-BE49-F238E27FC236}">
                    <a16:creationId xmlns:a16="http://schemas.microsoft.com/office/drawing/2014/main" id="{0967A349-CF54-4C2F-A9C9-4DCA75BD155C}"/>
                  </a:ext>
                </a:extLst>
              </p:cNvPr>
              <p:cNvSpPr/>
              <p:nvPr/>
            </p:nvSpPr>
            <p:spPr>
              <a:xfrm>
                <a:off x="729570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7" name="object 349">
                <a:extLst>
                  <a:ext uri="{FF2B5EF4-FFF2-40B4-BE49-F238E27FC236}">
                    <a16:creationId xmlns:a16="http://schemas.microsoft.com/office/drawing/2014/main" id="{B776E2B1-0656-4EDB-815C-F45CED2D69A3}"/>
                  </a:ext>
                </a:extLst>
              </p:cNvPr>
              <p:cNvSpPr/>
              <p:nvPr/>
            </p:nvSpPr>
            <p:spPr>
              <a:xfrm>
                <a:off x="740466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8" name="object 350">
                <a:extLst>
                  <a:ext uri="{FF2B5EF4-FFF2-40B4-BE49-F238E27FC236}">
                    <a16:creationId xmlns:a16="http://schemas.microsoft.com/office/drawing/2014/main" id="{6F3DF4D1-BC2F-4BD6-9457-2804BCB22C9C}"/>
                  </a:ext>
                </a:extLst>
              </p:cNvPr>
              <p:cNvSpPr/>
              <p:nvPr/>
            </p:nvSpPr>
            <p:spPr>
              <a:xfrm>
                <a:off x="740466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9" name="object 351">
                <a:extLst>
                  <a:ext uri="{FF2B5EF4-FFF2-40B4-BE49-F238E27FC236}">
                    <a16:creationId xmlns:a16="http://schemas.microsoft.com/office/drawing/2014/main" id="{DCA619AD-8B13-425D-AAFB-A3C9A89E49E3}"/>
                  </a:ext>
                </a:extLst>
              </p:cNvPr>
              <p:cNvSpPr/>
              <p:nvPr/>
            </p:nvSpPr>
            <p:spPr>
              <a:xfrm>
                <a:off x="75128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0" name="object 352">
                <a:extLst>
                  <a:ext uri="{FF2B5EF4-FFF2-40B4-BE49-F238E27FC236}">
                    <a16:creationId xmlns:a16="http://schemas.microsoft.com/office/drawing/2014/main" id="{1816B145-97F1-4EB6-8BD2-E1BB67B1927A}"/>
                  </a:ext>
                </a:extLst>
              </p:cNvPr>
              <p:cNvSpPr/>
              <p:nvPr/>
            </p:nvSpPr>
            <p:spPr>
              <a:xfrm>
                <a:off x="75128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1" name="object 353">
                <a:extLst>
                  <a:ext uri="{FF2B5EF4-FFF2-40B4-BE49-F238E27FC236}">
                    <a16:creationId xmlns:a16="http://schemas.microsoft.com/office/drawing/2014/main" id="{9AD630A3-C05D-4FB8-A173-22842BD17580}"/>
                  </a:ext>
                </a:extLst>
              </p:cNvPr>
              <p:cNvSpPr/>
              <p:nvPr/>
            </p:nvSpPr>
            <p:spPr>
              <a:xfrm>
                <a:off x="762183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2" name="object 354">
                <a:extLst>
                  <a:ext uri="{FF2B5EF4-FFF2-40B4-BE49-F238E27FC236}">
                    <a16:creationId xmlns:a16="http://schemas.microsoft.com/office/drawing/2014/main" id="{095464B2-3D7C-4D7C-935C-E23185C8514B}"/>
                  </a:ext>
                </a:extLst>
              </p:cNvPr>
              <p:cNvSpPr/>
              <p:nvPr/>
            </p:nvSpPr>
            <p:spPr>
              <a:xfrm>
                <a:off x="762183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3" name="object 355">
                <a:extLst>
                  <a:ext uri="{FF2B5EF4-FFF2-40B4-BE49-F238E27FC236}">
                    <a16:creationId xmlns:a16="http://schemas.microsoft.com/office/drawing/2014/main" id="{6F7CAEAB-F2CF-4FAE-85AB-9D60DB218D51}"/>
                  </a:ext>
                </a:extLst>
              </p:cNvPr>
              <p:cNvSpPr/>
              <p:nvPr/>
            </p:nvSpPr>
            <p:spPr>
              <a:xfrm>
                <a:off x="773004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4" name="object 356">
                <a:extLst>
                  <a:ext uri="{FF2B5EF4-FFF2-40B4-BE49-F238E27FC236}">
                    <a16:creationId xmlns:a16="http://schemas.microsoft.com/office/drawing/2014/main" id="{38B4BA1F-C3A0-4C02-AC6F-A0666D8B4918}"/>
                  </a:ext>
                </a:extLst>
              </p:cNvPr>
              <p:cNvSpPr/>
              <p:nvPr/>
            </p:nvSpPr>
            <p:spPr>
              <a:xfrm>
                <a:off x="773004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5" name="object 357">
                <a:extLst>
                  <a:ext uri="{FF2B5EF4-FFF2-40B4-BE49-F238E27FC236}">
                    <a16:creationId xmlns:a16="http://schemas.microsoft.com/office/drawing/2014/main" id="{8CBBBBA2-A9D8-4ACC-84EE-6B328705498B}"/>
                  </a:ext>
                </a:extLst>
              </p:cNvPr>
              <p:cNvSpPr/>
              <p:nvPr/>
            </p:nvSpPr>
            <p:spPr>
              <a:xfrm>
                <a:off x="783900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6" name="object 358">
                <a:extLst>
                  <a:ext uri="{FF2B5EF4-FFF2-40B4-BE49-F238E27FC236}">
                    <a16:creationId xmlns:a16="http://schemas.microsoft.com/office/drawing/2014/main" id="{DA580F36-C430-4AB6-9246-99B0AD8E3D8B}"/>
                  </a:ext>
                </a:extLst>
              </p:cNvPr>
              <p:cNvSpPr/>
              <p:nvPr/>
            </p:nvSpPr>
            <p:spPr>
              <a:xfrm>
                <a:off x="783900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7" name="object 359">
                <a:extLst>
                  <a:ext uri="{FF2B5EF4-FFF2-40B4-BE49-F238E27FC236}">
                    <a16:creationId xmlns:a16="http://schemas.microsoft.com/office/drawing/2014/main" id="{D63C4A48-0446-4CAC-A96F-BE8606FDE9E2}"/>
                  </a:ext>
                </a:extLst>
              </p:cNvPr>
              <p:cNvSpPr/>
              <p:nvPr/>
            </p:nvSpPr>
            <p:spPr>
              <a:xfrm>
                <a:off x="79479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8" name="object 360">
                <a:extLst>
                  <a:ext uri="{FF2B5EF4-FFF2-40B4-BE49-F238E27FC236}">
                    <a16:creationId xmlns:a16="http://schemas.microsoft.com/office/drawing/2014/main" id="{DAF8EC9A-FAE5-4EDC-AFAF-72F57BCE9A16}"/>
                  </a:ext>
                </a:extLst>
              </p:cNvPr>
              <p:cNvSpPr/>
              <p:nvPr/>
            </p:nvSpPr>
            <p:spPr>
              <a:xfrm>
                <a:off x="79479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9" name="object 361">
                <a:extLst>
                  <a:ext uri="{FF2B5EF4-FFF2-40B4-BE49-F238E27FC236}">
                    <a16:creationId xmlns:a16="http://schemas.microsoft.com/office/drawing/2014/main" id="{11361BE5-3233-485D-A856-073949B4FB8B}"/>
                  </a:ext>
                </a:extLst>
              </p:cNvPr>
              <p:cNvSpPr/>
              <p:nvPr/>
            </p:nvSpPr>
            <p:spPr>
              <a:xfrm>
                <a:off x="80561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0" name="object 362">
                <a:extLst>
                  <a:ext uri="{FF2B5EF4-FFF2-40B4-BE49-F238E27FC236}">
                    <a16:creationId xmlns:a16="http://schemas.microsoft.com/office/drawing/2014/main" id="{09F0EC73-8D2F-459A-885E-C0D72BFD7CA6}"/>
                  </a:ext>
                </a:extLst>
              </p:cNvPr>
              <p:cNvSpPr/>
              <p:nvPr/>
            </p:nvSpPr>
            <p:spPr>
              <a:xfrm>
                <a:off x="80561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1" name="object 363">
                <a:extLst>
                  <a:ext uri="{FF2B5EF4-FFF2-40B4-BE49-F238E27FC236}">
                    <a16:creationId xmlns:a16="http://schemas.microsoft.com/office/drawing/2014/main" id="{1FB7A1D8-3616-4401-8C07-91FBD7A2849F}"/>
                  </a:ext>
                </a:extLst>
              </p:cNvPr>
              <p:cNvSpPr/>
              <p:nvPr/>
            </p:nvSpPr>
            <p:spPr>
              <a:xfrm>
                <a:off x="816514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2" name="object 364">
                <a:extLst>
                  <a:ext uri="{FF2B5EF4-FFF2-40B4-BE49-F238E27FC236}">
                    <a16:creationId xmlns:a16="http://schemas.microsoft.com/office/drawing/2014/main" id="{FFAEACDC-1095-4F0E-AEEF-CC77B20E0D83}"/>
                  </a:ext>
                </a:extLst>
              </p:cNvPr>
              <p:cNvSpPr/>
              <p:nvPr/>
            </p:nvSpPr>
            <p:spPr>
              <a:xfrm>
                <a:off x="816514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3" name="object 365">
                <a:extLst>
                  <a:ext uri="{FF2B5EF4-FFF2-40B4-BE49-F238E27FC236}">
                    <a16:creationId xmlns:a16="http://schemas.microsoft.com/office/drawing/2014/main" id="{E09C3B16-03DB-4ED9-8C64-8E8EE40AC03D}"/>
                  </a:ext>
                </a:extLst>
              </p:cNvPr>
              <p:cNvSpPr/>
              <p:nvPr/>
            </p:nvSpPr>
            <p:spPr>
              <a:xfrm>
                <a:off x="82733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4" name="object 366">
                <a:extLst>
                  <a:ext uri="{FF2B5EF4-FFF2-40B4-BE49-F238E27FC236}">
                    <a16:creationId xmlns:a16="http://schemas.microsoft.com/office/drawing/2014/main" id="{63581162-FE67-476D-97E4-2C15B14218A5}"/>
                  </a:ext>
                </a:extLst>
              </p:cNvPr>
              <p:cNvSpPr/>
              <p:nvPr/>
            </p:nvSpPr>
            <p:spPr>
              <a:xfrm>
                <a:off x="82733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5" name="object 367">
                <a:extLst>
                  <a:ext uri="{FF2B5EF4-FFF2-40B4-BE49-F238E27FC236}">
                    <a16:creationId xmlns:a16="http://schemas.microsoft.com/office/drawing/2014/main" id="{EE50E9BF-FDA9-4706-954D-1A464BD1D156}"/>
                  </a:ext>
                </a:extLst>
              </p:cNvPr>
              <p:cNvSpPr/>
              <p:nvPr/>
            </p:nvSpPr>
            <p:spPr>
              <a:xfrm>
                <a:off x="83823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6" name="object 368">
                <a:extLst>
                  <a:ext uri="{FF2B5EF4-FFF2-40B4-BE49-F238E27FC236}">
                    <a16:creationId xmlns:a16="http://schemas.microsoft.com/office/drawing/2014/main" id="{999B844A-0F09-48D1-A03C-E226D50ED250}"/>
                  </a:ext>
                </a:extLst>
              </p:cNvPr>
              <p:cNvSpPr/>
              <p:nvPr/>
            </p:nvSpPr>
            <p:spPr>
              <a:xfrm>
                <a:off x="83823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7" name="object 369">
                <a:extLst>
                  <a:ext uri="{FF2B5EF4-FFF2-40B4-BE49-F238E27FC236}">
                    <a16:creationId xmlns:a16="http://schemas.microsoft.com/office/drawing/2014/main" id="{3F24CE16-F714-48CB-990F-ECDEC694D7A7}"/>
                  </a:ext>
                </a:extLst>
              </p:cNvPr>
              <p:cNvSpPr/>
              <p:nvPr/>
            </p:nvSpPr>
            <p:spPr>
              <a:xfrm>
                <a:off x="8491280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8" name="object 370">
                <a:extLst>
                  <a:ext uri="{FF2B5EF4-FFF2-40B4-BE49-F238E27FC236}">
                    <a16:creationId xmlns:a16="http://schemas.microsoft.com/office/drawing/2014/main" id="{997D3381-9F32-4D65-9831-FD5F33AE04B3}"/>
                  </a:ext>
                </a:extLst>
              </p:cNvPr>
              <p:cNvSpPr/>
              <p:nvPr/>
            </p:nvSpPr>
            <p:spPr>
              <a:xfrm>
                <a:off x="8491280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9" name="object 371">
                <a:extLst>
                  <a:ext uri="{FF2B5EF4-FFF2-40B4-BE49-F238E27FC236}">
                    <a16:creationId xmlns:a16="http://schemas.microsoft.com/office/drawing/2014/main" id="{AC327350-70FC-4F7B-AC7F-D16EEE84EF8F}"/>
                  </a:ext>
                </a:extLst>
              </p:cNvPr>
              <p:cNvSpPr/>
              <p:nvPr/>
            </p:nvSpPr>
            <p:spPr>
              <a:xfrm>
                <a:off x="85994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0" name="object 372">
                <a:extLst>
                  <a:ext uri="{FF2B5EF4-FFF2-40B4-BE49-F238E27FC236}">
                    <a16:creationId xmlns:a16="http://schemas.microsoft.com/office/drawing/2014/main" id="{FA706CCE-A11E-4562-BF87-E46DC86553C4}"/>
                  </a:ext>
                </a:extLst>
              </p:cNvPr>
              <p:cNvSpPr/>
              <p:nvPr/>
            </p:nvSpPr>
            <p:spPr>
              <a:xfrm>
                <a:off x="85994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1" name="object 373">
                <a:extLst>
                  <a:ext uri="{FF2B5EF4-FFF2-40B4-BE49-F238E27FC236}">
                    <a16:creationId xmlns:a16="http://schemas.microsoft.com/office/drawing/2014/main" id="{A70CA21B-D187-4536-8A7F-82D1021F80E1}"/>
                  </a:ext>
                </a:extLst>
              </p:cNvPr>
              <p:cNvSpPr/>
              <p:nvPr/>
            </p:nvSpPr>
            <p:spPr>
              <a:xfrm>
                <a:off x="8708437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2" name="object 374">
                <a:extLst>
                  <a:ext uri="{FF2B5EF4-FFF2-40B4-BE49-F238E27FC236}">
                    <a16:creationId xmlns:a16="http://schemas.microsoft.com/office/drawing/2014/main" id="{9ED37FBC-57E8-48BB-8B88-2146581DCFAB}"/>
                  </a:ext>
                </a:extLst>
              </p:cNvPr>
              <p:cNvSpPr/>
              <p:nvPr/>
            </p:nvSpPr>
            <p:spPr>
              <a:xfrm>
                <a:off x="8708437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3" name="object 375">
                <a:extLst>
                  <a:ext uri="{FF2B5EF4-FFF2-40B4-BE49-F238E27FC236}">
                    <a16:creationId xmlns:a16="http://schemas.microsoft.com/office/drawing/2014/main" id="{C8927DC1-503E-4002-B39B-B8D923871530}"/>
                  </a:ext>
                </a:extLst>
              </p:cNvPr>
              <p:cNvSpPr/>
              <p:nvPr/>
            </p:nvSpPr>
            <p:spPr>
              <a:xfrm>
                <a:off x="881665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4" name="object 376">
                <a:extLst>
                  <a:ext uri="{FF2B5EF4-FFF2-40B4-BE49-F238E27FC236}">
                    <a16:creationId xmlns:a16="http://schemas.microsoft.com/office/drawing/2014/main" id="{9F426DDE-28C7-4974-9A21-0525FBBFE7B7}"/>
                  </a:ext>
                </a:extLst>
              </p:cNvPr>
              <p:cNvSpPr/>
              <p:nvPr/>
            </p:nvSpPr>
            <p:spPr>
              <a:xfrm>
                <a:off x="881665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5" name="object 377">
                <a:extLst>
                  <a:ext uri="{FF2B5EF4-FFF2-40B4-BE49-F238E27FC236}">
                    <a16:creationId xmlns:a16="http://schemas.microsoft.com/office/drawing/2014/main" id="{DC3837A6-CA98-48A9-97EA-5419ABAFE8A9}"/>
                  </a:ext>
                </a:extLst>
              </p:cNvPr>
              <p:cNvSpPr/>
              <p:nvPr/>
            </p:nvSpPr>
            <p:spPr>
              <a:xfrm>
                <a:off x="8925620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6" name="object 378">
                <a:extLst>
                  <a:ext uri="{FF2B5EF4-FFF2-40B4-BE49-F238E27FC236}">
                    <a16:creationId xmlns:a16="http://schemas.microsoft.com/office/drawing/2014/main" id="{9B4E09E2-533D-4309-8DCC-B0C46A6F18D4}"/>
                  </a:ext>
                </a:extLst>
              </p:cNvPr>
              <p:cNvSpPr/>
              <p:nvPr/>
            </p:nvSpPr>
            <p:spPr>
              <a:xfrm>
                <a:off x="8925620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7" name="object 379">
                <a:extLst>
                  <a:ext uri="{FF2B5EF4-FFF2-40B4-BE49-F238E27FC236}">
                    <a16:creationId xmlns:a16="http://schemas.microsoft.com/office/drawing/2014/main" id="{5B4B0C7E-613C-45B0-BDF0-03CC3CCC65F9}"/>
                  </a:ext>
                </a:extLst>
              </p:cNvPr>
              <p:cNvSpPr/>
              <p:nvPr/>
            </p:nvSpPr>
            <p:spPr>
              <a:xfrm>
                <a:off x="90345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8" name="object 380">
                <a:extLst>
                  <a:ext uri="{FF2B5EF4-FFF2-40B4-BE49-F238E27FC236}">
                    <a16:creationId xmlns:a16="http://schemas.microsoft.com/office/drawing/2014/main" id="{4E149A17-FD62-4488-9085-FC24962839E9}"/>
                  </a:ext>
                </a:extLst>
              </p:cNvPr>
              <p:cNvSpPr/>
              <p:nvPr/>
            </p:nvSpPr>
            <p:spPr>
              <a:xfrm>
                <a:off x="90345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9" name="object 381">
                <a:extLst>
                  <a:ext uri="{FF2B5EF4-FFF2-40B4-BE49-F238E27FC236}">
                    <a16:creationId xmlns:a16="http://schemas.microsoft.com/office/drawing/2014/main" id="{EE3EAD3A-CD31-4F23-B59E-B2E209C8F148}"/>
                  </a:ext>
                </a:extLst>
              </p:cNvPr>
              <p:cNvSpPr/>
              <p:nvPr/>
            </p:nvSpPr>
            <p:spPr>
              <a:xfrm>
                <a:off x="91427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0" name="object 382">
                <a:extLst>
                  <a:ext uri="{FF2B5EF4-FFF2-40B4-BE49-F238E27FC236}">
                    <a16:creationId xmlns:a16="http://schemas.microsoft.com/office/drawing/2014/main" id="{03FD718A-7E27-4F02-8E5A-8CC1C47DD58B}"/>
                  </a:ext>
                </a:extLst>
              </p:cNvPr>
              <p:cNvSpPr/>
              <p:nvPr/>
            </p:nvSpPr>
            <p:spPr>
              <a:xfrm>
                <a:off x="91427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1" name="object 383">
                <a:extLst>
                  <a:ext uri="{FF2B5EF4-FFF2-40B4-BE49-F238E27FC236}">
                    <a16:creationId xmlns:a16="http://schemas.microsoft.com/office/drawing/2014/main" id="{08A28537-4A84-4BD0-B1FE-591AC82509B9}"/>
                  </a:ext>
                </a:extLst>
              </p:cNvPr>
              <p:cNvSpPr/>
              <p:nvPr/>
            </p:nvSpPr>
            <p:spPr>
              <a:xfrm>
                <a:off x="9251756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2" name="object 384">
                <a:extLst>
                  <a:ext uri="{FF2B5EF4-FFF2-40B4-BE49-F238E27FC236}">
                    <a16:creationId xmlns:a16="http://schemas.microsoft.com/office/drawing/2014/main" id="{A40200AE-FDEB-4DEC-B415-DDD68D55DC3D}"/>
                  </a:ext>
                </a:extLst>
              </p:cNvPr>
              <p:cNvSpPr/>
              <p:nvPr/>
            </p:nvSpPr>
            <p:spPr>
              <a:xfrm>
                <a:off x="9251756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3" name="object 385">
                <a:extLst>
                  <a:ext uri="{FF2B5EF4-FFF2-40B4-BE49-F238E27FC236}">
                    <a16:creationId xmlns:a16="http://schemas.microsoft.com/office/drawing/2014/main" id="{3947E599-F004-4C0E-BFA6-26A616D0F0E6}"/>
                  </a:ext>
                </a:extLst>
              </p:cNvPr>
              <p:cNvSpPr/>
              <p:nvPr/>
            </p:nvSpPr>
            <p:spPr>
              <a:xfrm>
                <a:off x="93599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4" name="object 386">
                <a:extLst>
                  <a:ext uri="{FF2B5EF4-FFF2-40B4-BE49-F238E27FC236}">
                    <a16:creationId xmlns:a16="http://schemas.microsoft.com/office/drawing/2014/main" id="{856AAFAA-FB80-4666-BE45-75632A59FD3B}"/>
                  </a:ext>
                </a:extLst>
              </p:cNvPr>
              <p:cNvSpPr/>
              <p:nvPr/>
            </p:nvSpPr>
            <p:spPr>
              <a:xfrm>
                <a:off x="93599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5" name="object 387">
                <a:extLst>
                  <a:ext uri="{FF2B5EF4-FFF2-40B4-BE49-F238E27FC236}">
                    <a16:creationId xmlns:a16="http://schemas.microsoft.com/office/drawing/2014/main" id="{EB7483D9-F6AD-4712-A16C-71757ECC6323}"/>
                  </a:ext>
                </a:extLst>
              </p:cNvPr>
              <p:cNvSpPr/>
              <p:nvPr/>
            </p:nvSpPr>
            <p:spPr>
              <a:xfrm>
                <a:off x="94689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6" name="object 388">
                <a:extLst>
                  <a:ext uri="{FF2B5EF4-FFF2-40B4-BE49-F238E27FC236}">
                    <a16:creationId xmlns:a16="http://schemas.microsoft.com/office/drawing/2014/main" id="{2C6CA1A3-B07C-41DA-8EE4-759C2C0BD884}"/>
                  </a:ext>
                </a:extLst>
              </p:cNvPr>
              <p:cNvSpPr/>
              <p:nvPr/>
            </p:nvSpPr>
            <p:spPr>
              <a:xfrm>
                <a:off x="94689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7" name="object 389">
                <a:extLst>
                  <a:ext uri="{FF2B5EF4-FFF2-40B4-BE49-F238E27FC236}">
                    <a16:creationId xmlns:a16="http://schemas.microsoft.com/office/drawing/2014/main" id="{8AB48B16-CAA0-4307-BAA1-47C599AC0606}"/>
                  </a:ext>
                </a:extLst>
              </p:cNvPr>
              <p:cNvSpPr/>
              <p:nvPr/>
            </p:nvSpPr>
            <p:spPr>
              <a:xfrm>
                <a:off x="957789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8" name="object 390">
                <a:extLst>
                  <a:ext uri="{FF2B5EF4-FFF2-40B4-BE49-F238E27FC236}">
                    <a16:creationId xmlns:a16="http://schemas.microsoft.com/office/drawing/2014/main" id="{E6D91BAF-B7D8-43EC-8180-DC8C2C509FE5}"/>
                  </a:ext>
                </a:extLst>
              </p:cNvPr>
              <p:cNvSpPr/>
              <p:nvPr/>
            </p:nvSpPr>
            <p:spPr>
              <a:xfrm>
                <a:off x="957789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9" name="object 391">
                <a:extLst>
                  <a:ext uri="{FF2B5EF4-FFF2-40B4-BE49-F238E27FC236}">
                    <a16:creationId xmlns:a16="http://schemas.microsoft.com/office/drawing/2014/main" id="{766A1424-86DB-4931-A39A-925BE14DE906}"/>
                  </a:ext>
                </a:extLst>
              </p:cNvPr>
              <p:cNvSpPr/>
              <p:nvPr/>
            </p:nvSpPr>
            <p:spPr>
              <a:xfrm>
                <a:off x="696956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0" name="object 392">
                <a:extLst>
                  <a:ext uri="{FF2B5EF4-FFF2-40B4-BE49-F238E27FC236}">
                    <a16:creationId xmlns:a16="http://schemas.microsoft.com/office/drawing/2014/main" id="{6FF31A01-DDDD-4C44-9CB5-6009291D66F5}"/>
                  </a:ext>
                </a:extLst>
              </p:cNvPr>
              <p:cNvSpPr/>
              <p:nvPr/>
            </p:nvSpPr>
            <p:spPr>
              <a:xfrm>
                <a:off x="696956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1" name="object 393">
                <a:extLst>
                  <a:ext uri="{FF2B5EF4-FFF2-40B4-BE49-F238E27FC236}">
                    <a16:creationId xmlns:a16="http://schemas.microsoft.com/office/drawing/2014/main" id="{7A29818B-9CBE-4EB3-9DC0-97143C5FC06E}"/>
                  </a:ext>
                </a:extLst>
              </p:cNvPr>
              <p:cNvSpPr/>
              <p:nvPr/>
            </p:nvSpPr>
            <p:spPr>
              <a:xfrm>
                <a:off x="707853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2" name="object 394">
                <a:extLst>
                  <a:ext uri="{FF2B5EF4-FFF2-40B4-BE49-F238E27FC236}">
                    <a16:creationId xmlns:a16="http://schemas.microsoft.com/office/drawing/2014/main" id="{20938CE9-AEE1-4F7D-BDFF-9AAD4E0A86F8}"/>
                  </a:ext>
                </a:extLst>
              </p:cNvPr>
              <p:cNvSpPr/>
              <p:nvPr/>
            </p:nvSpPr>
            <p:spPr>
              <a:xfrm>
                <a:off x="707853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3" name="object 395">
                <a:extLst>
                  <a:ext uri="{FF2B5EF4-FFF2-40B4-BE49-F238E27FC236}">
                    <a16:creationId xmlns:a16="http://schemas.microsoft.com/office/drawing/2014/main" id="{5B0B4C98-C335-4FC8-9BA7-2DF860C2E29C}"/>
                  </a:ext>
                </a:extLst>
              </p:cNvPr>
              <p:cNvSpPr/>
              <p:nvPr/>
            </p:nvSpPr>
            <p:spPr>
              <a:xfrm>
                <a:off x="718673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4" name="object 396">
                <a:extLst>
                  <a:ext uri="{FF2B5EF4-FFF2-40B4-BE49-F238E27FC236}">
                    <a16:creationId xmlns:a16="http://schemas.microsoft.com/office/drawing/2014/main" id="{261C5A4C-CE10-4691-ABA5-42BE650324DD}"/>
                  </a:ext>
                </a:extLst>
              </p:cNvPr>
              <p:cNvSpPr/>
              <p:nvPr/>
            </p:nvSpPr>
            <p:spPr>
              <a:xfrm>
                <a:off x="718673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5" name="object 397">
                <a:extLst>
                  <a:ext uri="{FF2B5EF4-FFF2-40B4-BE49-F238E27FC236}">
                    <a16:creationId xmlns:a16="http://schemas.microsoft.com/office/drawing/2014/main" id="{36C915DF-3C48-4FE7-865B-A0814C57CB36}"/>
                  </a:ext>
                </a:extLst>
              </p:cNvPr>
              <p:cNvSpPr/>
              <p:nvPr/>
            </p:nvSpPr>
            <p:spPr>
              <a:xfrm>
                <a:off x="7295702" y="49936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1676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6" name="object 398">
                <a:extLst>
                  <a:ext uri="{FF2B5EF4-FFF2-40B4-BE49-F238E27FC236}">
                    <a16:creationId xmlns:a16="http://schemas.microsoft.com/office/drawing/2014/main" id="{5D10A5EB-B9F0-4DFC-8B60-7D86224C5DB9}"/>
                  </a:ext>
                </a:extLst>
              </p:cNvPr>
              <p:cNvSpPr/>
              <p:nvPr/>
            </p:nvSpPr>
            <p:spPr>
              <a:xfrm>
                <a:off x="729570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7" name="object 399">
                <a:extLst>
                  <a:ext uri="{FF2B5EF4-FFF2-40B4-BE49-F238E27FC236}">
                    <a16:creationId xmlns:a16="http://schemas.microsoft.com/office/drawing/2014/main" id="{04FDEDC0-1CB8-4029-898D-3F78FB97E806}"/>
                  </a:ext>
                </a:extLst>
              </p:cNvPr>
              <p:cNvSpPr/>
              <p:nvPr/>
            </p:nvSpPr>
            <p:spPr>
              <a:xfrm>
                <a:off x="7404668" y="4993619"/>
                <a:ext cx="108585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7145">
                    <a:moveTo>
                      <a:pt x="0" y="16763"/>
                    </a:moveTo>
                    <a:lnTo>
                      <a:pt x="108203" y="16763"/>
                    </a:lnTo>
                    <a:lnTo>
                      <a:pt x="108203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8" name="object 400">
                <a:extLst>
                  <a:ext uri="{FF2B5EF4-FFF2-40B4-BE49-F238E27FC236}">
                    <a16:creationId xmlns:a16="http://schemas.microsoft.com/office/drawing/2014/main" id="{A1CB586E-A8FE-4CB9-854E-4C53BCEA09BD}"/>
                  </a:ext>
                </a:extLst>
              </p:cNvPr>
              <p:cNvSpPr/>
              <p:nvPr/>
            </p:nvSpPr>
            <p:spPr>
              <a:xfrm>
                <a:off x="7404668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9" name="object 401">
                <a:extLst>
                  <a:ext uri="{FF2B5EF4-FFF2-40B4-BE49-F238E27FC236}">
                    <a16:creationId xmlns:a16="http://schemas.microsoft.com/office/drawing/2014/main" id="{CE3A8A52-9579-42F6-BEA2-FC31DB7E1B1D}"/>
                  </a:ext>
                </a:extLst>
              </p:cNvPr>
              <p:cNvSpPr/>
              <p:nvPr/>
            </p:nvSpPr>
            <p:spPr>
              <a:xfrm>
                <a:off x="7512872" y="4993619"/>
                <a:ext cx="109220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7145">
                    <a:moveTo>
                      <a:pt x="0" y="16763"/>
                    </a:moveTo>
                    <a:lnTo>
                      <a:pt x="108965" y="16763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0" name="object 402">
                <a:extLst>
                  <a:ext uri="{FF2B5EF4-FFF2-40B4-BE49-F238E27FC236}">
                    <a16:creationId xmlns:a16="http://schemas.microsoft.com/office/drawing/2014/main" id="{BE615EA0-3F52-49E2-8597-A6E20AD8960B}"/>
                  </a:ext>
                </a:extLst>
              </p:cNvPr>
              <p:cNvSpPr/>
              <p:nvPr/>
            </p:nvSpPr>
            <p:spPr>
              <a:xfrm>
                <a:off x="75128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1" name="object 403">
                <a:extLst>
                  <a:ext uri="{FF2B5EF4-FFF2-40B4-BE49-F238E27FC236}">
                    <a16:creationId xmlns:a16="http://schemas.microsoft.com/office/drawing/2014/main" id="{7379F436-D8AF-4146-8353-4B00C318C3E1}"/>
                  </a:ext>
                </a:extLst>
              </p:cNvPr>
              <p:cNvSpPr/>
              <p:nvPr/>
            </p:nvSpPr>
            <p:spPr>
              <a:xfrm>
                <a:off x="7621839" y="49936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191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966"/>
                    </a:lnTo>
                    <a:lnTo>
                      <a:pt x="108191" y="108966"/>
                    </a:lnTo>
                    <a:lnTo>
                      <a:pt x="108191" y="16764"/>
                    </a:lnTo>
                    <a:lnTo>
                      <a:pt x="108191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2" name="object 404">
                <a:extLst>
                  <a:ext uri="{FF2B5EF4-FFF2-40B4-BE49-F238E27FC236}">
                    <a16:creationId xmlns:a16="http://schemas.microsoft.com/office/drawing/2014/main" id="{8DF478FB-207D-4B0C-8CA2-F81EA6208F45}"/>
                  </a:ext>
                </a:extLst>
              </p:cNvPr>
              <p:cNvSpPr/>
              <p:nvPr/>
            </p:nvSpPr>
            <p:spPr>
              <a:xfrm>
                <a:off x="7621838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3" name="object 405">
                <a:extLst>
                  <a:ext uri="{FF2B5EF4-FFF2-40B4-BE49-F238E27FC236}">
                    <a16:creationId xmlns:a16="http://schemas.microsoft.com/office/drawing/2014/main" id="{99DD7A51-D58A-45D3-8276-B283274E99F6}"/>
                  </a:ext>
                </a:extLst>
              </p:cNvPr>
              <p:cNvSpPr/>
              <p:nvPr/>
            </p:nvSpPr>
            <p:spPr>
              <a:xfrm>
                <a:off x="773004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4" name="object 406">
                <a:extLst>
                  <a:ext uri="{FF2B5EF4-FFF2-40B4-BE49-F238E27FC236}">
                    <a16:creationId xmlns:a16="http://schemas.microsoft.com/office/drawing/2014/main" id="{96F2D219-9AB2-40FD-AF5D-9FBBC28B7EEF}"/>
                  </a:ext>
                </a:extLst>
              </p:cNvPr>
              <p:cNvSpPr/>
              <p:nvPr/>
            </p:nvSpPr>
            <p:spPr>
              <a:xfrm>
                <a:off x="773004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5" name="object 407">
                <a:extLst>
                  <a:ext uri="{FF2B5EF4-FFF2-40B4-BE49-F238E27FC236}">
                    <a16:creationId xmlns:a16="http://schemas.microsoft.com/office/drawing/2014/main" id="{2FAF332B-1653-4A22-B657-660ABA5AB201}"/>
                  </a:ext>
                </a:extLst>
              </p:cNvPr>
              <p:cNvSpPr/>
              <p:nvPr/>
            </p:nvSpPr>
            <p:spPr>
              <a:xfrm>
                <a:off x="783900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6" name="object 408">
                <a:extLst>
                  <a:ext uri="{FF2B5EF4-FFF2-40B4-BE49-F238E27FC236}">
                    <a16:creationId xmlns:a16="http://schemas.microsoft.com/office/drawing/2014/main" id="{6AEBFB91-0952-46D8-8FF4-129F1C72CD7A}"/>
                  </a:ext>
                </a:extLst>
              </p:cNvPr>
              <p:cNvSpPr/>
              <p:nvPr/>
            </p:nvSpPr>
            <p:spPr>
              <a:xfrm>
                <a:off x="783900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7" name="object 409">
                <a:extLst>
                  <a:ext uri="{FF2B5EF4-FFF2-40B4-BE49-F238E27FC236}">
                    <a16:creationId xmlns:a16="http://schemas.microsoft.com/office/drawing/2014/main" id="{4E1879E7-F93B-40E1-A1E8-9BEDEC1C1173}"/>
                  </a:ext>
                </a:extLst>
              </p:cNvPr>
              <p:cNvSpPr/>
              <p:nvPr/>
            </p:nvSpPr>
            <p:spPr>
              <a:xfrm>
                <a:off x="79479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8" name="object 410">
                <a:extLst>
                  <a:ext uri="{FF2B5EF4-FFF2-40B4-BE49-F238E27FC236}">
                    <a16:creationId xmlns:a16="http://schemas.microsoft.com/office/drawing/2014/main" id="{AAC37F61-BE6E-461F-A312-487F43E98BEC}"/>
                  </a:ext>
                </a:extLst>
              </p:cNvPr>
              <p:cNvSpPr/>
              <p:nvPr/>
            </p:nvSpPr>
            <p:spPr>
              <a:xfrm>
                <a:off x="79479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9" name="object 411">
                <a:extLst>
                  <a:ext uri="{FF2B5EF4-FFF2-40B4-BE49-F238E27FC236}">
                    <a16:creationId xmlns:a16="http://schemas.microsoft.com/office/drawing/2014/main" id="{1114354B-62FC-4C02-ACFF-D7ED54835BB9}"/>
                  </a:ext>
                </a:extLst>
              </p:cNvPr>
              <p:cNvSpPr/>
              <p:nvPr/>
            </p:nvSpPr>
            <p:spPr>
              <a:xfrm>
                <a:off x="80561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0" name="object 412">
                <a:extLst>
                  <a:ext uri="{FF2B5EF4-FFF2-40B4-BE49-F238E27FC236}">
                    <a16:creationId xmlns:a16="http://schemas.microsoft.com/office/drawing/2014/main" id="{FE66870C-85E5-4D83-93AD-47D67F978B58}"/>
                  </a:ext>
                </a:extLst>
              </p:cNvPr>
              <p:cNvSpPr/>
              <p:nvPr/>
            </p:nvSpPr>
            <p:spPr>
              <a:xfrm>
                <a:off x="80561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1" name="object 413">
                <a:extLst>
                  <a:ext uri="{FF2B5EF4-FFF2-40B4-BE49-F238E27FC236}">
                    <a16:creationId xmlns:a16="http://schemas.microsoft.com/office/drawing/2014/main" id="{3DD5F374-F1E5-4F10-BA2D-E13C711415FE}"/>
                  </a:ext>
                </a:extLst>
              </p:cNvPr>
              <p:cNvSpPr/>
              <p:nvPr/>
            </p:nvSpPr>
            <p:spPr>
              <a:xfrm>
                <a:off x="816514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2" name="object 414">
                <a:extLst>
                  <a:ext uri="{FF2B5EF4-FFF2-40B4-BE49-F238E27FC236}">
                    <a16:creationId xmlns:a16="http://schemas.microsoft.com/office/drawing/2014/main" id="{5342583B-2780-4274-851F-29389E20A965}"/>
                  </a:ext>
                </a:extLst>
              </p:cNvPr>
              <p:cNvSpPr/>
              <p:nvPr/>
            </p:nvSpPr>
            <p:spPr>
              <a:xfrm>
                <a:off x="816514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3" name="object 415">
                <a:extLst>
                  <a:ext uri="{FF2B5EF4-FFF2-40B4-BE49-F238E27FC236}">
                    <a16:creationId xmlns:a16="http://schemas.microsoft.com/office/drawing/2014/main" id="{118CB340-EEB8-4B31-B7AA-E6BE33A8DF9A}"/>
                  </a:ext>
                </a:extLst>
              </p:cNvPr>
              <p:cNvSpPr/>
              <p:nvPr/>
            </p:nvSpPr>
            <p:spPr>
              <a:xfrm>
                <a:off x="82733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4" name="object 416">
                <a:extLst>
                  <a:ext uri="{FF2B5EF4-FFF2-40B4-BE49-F238E27FC236}">
                    <a16:creationId xmlns:a16="http://schemas.microsoft.com/office/drawing/2014/main" id="{9ECCFD9C-BAB5-48B1-81F5-147CC9811FB8}"/>
                  </a:ext>
                </a:extLst>
              </p:cNvPr>
              <p:cNvSpPr/>
              <p:nvPr/>
            </p:nvSpPr>
            <p:spPr>
              <a:xfrm>
                <a:off x="82733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5" name="object 417">
                <a:extLst>
                  <a:ext uri="{FF2B5EF4-FFF2-40B4-BE49-F238E27FC236}">
                    <a16:creationId xmlns:a16="http://schemas.microsoft.com/office/drawing/2014/main" id="{31737797-0684-4CF2-A01F-9799FDD444B0}"/>
                  </a:ext>
                </a:extLst>
              </p:cNvPr>
              <p:cNvSpPr/>
              <p:nvPr/>
            </p:nvSpPr>
            <p:spPr>
              <a:xfrm>
                <a:off x="83823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6" name="object 418">
                <a:extLst>
                  <a:ext uri="{FF2B5EF4-FFF2-40B4-BE49-F238E27FC236}">
                    <a16:creationId xmlns:a16="http://schemas.microsoft.com/office/drawing/2014/main" id="{DC503278-6E36-485A-92D8-96761AF5E8E9}"/>
                  </a:ext>
                </a:extLst>
              </p:cNvPr>
              <p:cNvSpPr/>
              <p:nvPr/>
            </p:nvSpPr>
            <p:spPr>
              <a:xfrm>
                <a:off x="83823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7" name="object 419">
                <a:extLst>
                  <a:ext uri="{FF2B5EF4-FFF2-40B4-BE49-F238E27FC236}">
                    <a16:creationId xmlns:a16="http://schemas.microsoft.com/office/drawing/2014/main" id="{EF70D8EC-EF50-4B96-8E42-16903692DB7A}"/>
                  </a:ext>
                </a:extLst>
              </p:cNvPr>
              <p:cNvSpPr/>
              <p:nvPr/>
            </p:nvSpPr>
            <p:spPr>
              <a:xfrm>
                <a:off x="8491280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8" name="object 420">
                <a:extLst>
                  <a:ext uri="{FF2B5EF4-FFF2-40B4-BE49-F238E27FC236}">
                    <a16:creationId xmlns:a16="http://schemas.microsoft.com/office/drawing/2014/main" id="{19641E7C-DB17-44DC-9E6B-AA79786CCA27}"/>
                  </a:ext>
                </a:extLst>
              </p:cNvPr>
              <p:cNvSpPr/>
              <p:nvPr/>
            </p:nvSpPr>
            <p:spPr>
              <a:xfrm>
                <a:off x="8491280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9" name="object 421">
                <a:extLst>
                  <a:ext uri="{FF2B5EF4-FFF2-40B4-BE49-F238E27FC236}">
                    <a16:creationId xmlns:a16="http://schemas.microsoft.com/office/drawing/2014/main" id="{E6BCE759-3B97-4AFB-8618-A7FEDD60FA9D}"/>
                  </a:ext>
                </a:extLst>
              </p:cNvPr>
              <p:cNvSpPr/>
              <p:nvPr/>
            </p:nvSpPr>
            <p:spPr>
              <a:xfrm>
                <a:off x="85994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0" name="object 422">
                <a:extLst>
                  <a:ext uri="{FF2B5EF4-FFF2-40B4-BE49-F238E27FC236}">
                    <a16:creationId xmlns:a16="http://schemas.microsoft.com/office/drawing/2014/main" id="{54948F8D-15BB-4438-A0E9-CFC4417BF223}"/>
                  </a:ext>
                </a:extLst>
              </p:cNvPr>
              <p:cNvSpPr/>
              <p:nvPr/>
            </p:nvSpPr>
            <p:spPr>
              <a:xfrm>
                <a:off x="85994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1" name="object 423">
                <a:extLst>
                  <a:ext uri="{FF2B5EF4-FFF2-40B4-BE49-F238E27FC236}">
                    <a16:creationId xmlns:a16="http://schemas.microsoft.com/office/drawing/2014/main" id="{195ED5BA-E2C5-4E44-B483-D456C425B9BE}"/>
                  </a:ext>
                </a:extLst>
              </p:cNvPr>
              <p:cNvSpPr/>
              <p:nvPr/>
            </p:nvSpPr>
            <p:spPr>
              <a:xfrm>
                <a:off x="8708437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2" name="object 424">
                <a:extLst>
                  <a:ext uri="{FF2B5EF4-FFF2-40B4-BE49-F238E27FC236}">
                    <a16:creationId xmlns:a16="http://schemas.microsoft.com/office/drawing/2014/main" id="{99684D42-7FCF-4AA4-8714-127AFE7A24C6}"/>
                  </a:ext>
                </a:extLst>
              </p:cNvPr>
              <p:cNvSpPr/>
              <p:nvPr/>
            </p:nvSpPr>
            <p:spPr>
              <a:xfrm>
                <a:off x="8708437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3" name="object 425">
                <a:extLst>
                  <a:ext uri="{FF2B5EF4-FFF2-40B4-BE49-F238E27FC236}">
                    <a16:creationId xmlns:a16="http://schemas.microsoft.com/office/drawing/2014/main" id="{A933AE89-40AD-4BBB-BFD0-DE43F4DB84B2}"/>
                  </a:ext>
                </a:extLst>
              </p:cNvPr>
              <p:cNvSpPr/>
              <p:nvPr/>
            </p:nvSpPr>
            <p:spPr>
              <a:xfrm>
                <a:off x="881665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4" name="object 426">
                <a:extLst>
                  <a:ext uri="{FF2B5EF4-FFF2-40B4-BE49-F238E27FC236}">
                    <a16:creationId xmlns:a16="http://schemas.microsoft.com/office/drawing/2014/main" id="{06868D6E-5194-4914-B5FC-00131CE539A9}"/>
                  </a:ext>
                </a:extLst>
              </p:cNvPr>
              <p:cNvSpPr/>
              <p:nvPr/>
            </p:nvSpPr>
            <p:spPr>
              <a:xfrm>
                <a:off x="881665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5" name="object 427">
                <a:extLst>
                  <a:ext uri="{FF2B5EF4-FFF2-40B4-BE49-F238E27FC236}">
                    <a16:creationId xmlns:a16="http://schemas.microsoft.com/office/drawing/2014/main" id="{AC8171B2-C633-4744-95E4-14C5756CABBE}"/>
                  </a:ext>
                </a:extLst>
              </p:cNvPr>
              <p:cNvSpPr/>
              <p:nvPr/>
            </p:nvSpPr>
            <p:spPr>
              <a:xfrm>
                <a:off x="8925620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6" name="object 428">
                <a:extLst>
                  <a:ext uri="{FF2B5EF4-FFF2-40B4-BE49-F238E27FC236}">
                    <a16:creationId xmlns:a16="http://schemas.microsoft.com/office/drawing/2014/main" id="{B456FA31-6E3F-43CE-AF19-1253DFB1EA38}"/>
                  </a:ext>
                </a:extLst>
              </p:cNvPr>
              <p:cNvSpPr/>
              <p:nvPr/>
            </p:nvSpPr>
            <p:spPr>
              <a:xfrm>
                <a:off x="8925620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7" name="object 429">
                <a:extLst>
                  <a:ext uri="{FF2B5EF4-FFF2-40B4-BE49-F238E27FC236}">
                    <a16:creationId xmlns:a16="http://schemas.microsoft.com/office/drawing/2014/main" id="{713616BF-61D8-4DEA-9DE9-58F1C4118A37}"/>
                  </a:ext>
                </a:extLst>
              </p:cNvPr>
              <p:cNvSpPr/>
              <p:nvPr/>
            </p:nvSpPr>
            <p:spPr>
              <a:xfrm>
                <a:off x="90345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8" name="object 430">
                <a:extLst>
                  <a:ext uri="{FF2B5EF4-FFF2-40B4-BE49-F238E27FC236}">
                    <a16:creationId xmlns:a16="http://schemas.microsoft.com/office/drawing/2014/main" id="{B1B7E701-F3E8-4272-B86F-27B1EE4BD90C}"/>
                  </a:ext>
                </a:extLst>
              </p:cNvPr>
              <p:cNvSpPr/>
              <p:nvPr/>
            </p:nvSpPr>
            <p:spPr>
              <a:xfrm>
                <a:off x="90345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9" name="object 431">
                <a:extLst>
                  <a:ext uri="{FF2B5EF4-FFF2-40B4-BE49-F238E27FC236}">
                    <a16:creationId xmlns:a16="http://schemas.microsoft.com/office/drawing/2014/main" id="{D3B39428-B189-4001-8120-E188F50FCECE}"/>
                  </a:ext>
                </a:extLst>
              </p:cNvPr>
              <p:cNvSpPr/>
              <p:nvPr/>
            </p:nvSpPr>
            <p:spPr>
              <a:xfrm>
                <a:off x="91427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0" name="object 432">
                <a:extLst>
                  <a:ext uri="{FF2B5EF4-FFF2-40B4-BE49-F238E27FC236}">
                    <a16:creationId xmlns:a16="http://schemas.microsoft.com/office/drawing/2014/main" id="{35115516-FF32-4424-A0E3-B2D8E199277A}"/>
                  </a:ext>
                </a:extLst>
              </p:cNvPr>
              <p:cNvSpPr/>
              <p:nvPr/>
            </p:nvSpPr>
            <p:spPr>
              <a:xfrm>
                <a:off x="91427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1" name="object 433">
                <a:extLst>
                  <a:ext uri="{FF2B5EF4-FFF2-40B4-BE49-F238E27FC236}">
                    <a16:creationId xmlns:a16="http://schemas.microsoft.com/office/drawing/2014/main" id="{2984E3C9-9E30-409C-997A-4EA24445D75C}"/>
                  </a:ext>
                </a:extLst>
              </p:cNvPr>
              <p:cNvSpPr/>
              <p:nvPr/>
            </p:nvSpPr>
            <p:spPr>
              <a:xfrm>
                <a:off x="9251756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2" name="object 434">
                <a:extLst>
                  <a:ext uri="{FF2B5EF4-FFF2-40B4-BE49-F238E27FC236}">
                    <a16:creationId xmlns:a16="http://schemas.microsoft.com/office/drawing/2014/main" id="{2F077A67-E58D-4053-B260-00F02925991B}"/>
                  </a:ext>
                </a:extLst>
              </p:cNvPr>
              <p:cNvSpPr/>
              <p:nvPr/>
            </p:nvSpPr>
            <p:spPr>
              <a:xfrm>
                <a:off x="9251756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3" name="object 435">
                <a:extLst>
                  <a:ext uri="{FF2B5EF4-FFF2-40B4-BE49-F238E27FC236}">
                    <a16:creationId xmlns:a16="http://schemas.microsoft.com/office/drawing/2014/main" id="{B2D887F5-9E6C-442E-B102-F96C805F2A4A}"/>
                  </a:ext>
                </a:extLst>
              </p:cNvPr>
              <p:cNvSpPr/>
              <p:nvPr/>
            </p:nvSpPr>
            <p:spPr>
              <a:xfrm>
                <a:off x="93599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4" name="object 436">
                <a:extLst>
                  <a:ext uri="{FF2B5EF4-FFF2-40B4-BE49-F238E27FC236}">
                    <a16:creationId xmlns:a16="http://schemas.microsoft.com/office/drawing/2014/main" id="{D1D96C88-9FFC-4ABF-8B63-E0EA0CDB3A9C}"/>
                  </a:ext>
                </a:extLst>
              </p:cNvPr>
              <p:cNvSpPr/>
              <p:nvPr/>
            </p:nvSpPr>
            <p:spPr>
              <a:xfrm>
                <a:off x="93599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5" name="object 437">
                <a:extLst>
                  <a:ext uri="{FF2B5EF4-FFF2-40B4-BE49-F238E27FC236}">
                    <a16:creationId xmlns:a16="http://schemas.microsoft.com/office/drawing/2014/main" id="{F9542AC5-1CFA-495B-96FA-DAC27E06EDAC}"/>
                  </a:ext>
                </a:extLst>
              </p:cNvPr>
              <p:cNvSpPr/>
              <p:nvPr/>
            </p:nvSpPr>
            <p:spPr>
              <a:xfrm>
                <a:off x="94689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6" name="object 438">
                <a:extLst>
                  <a:ext uri="{FF2B5EF4-FFF2-40B4-BE49-F238E27FC236}">
                    <a16:creationId xmlns:a16="http://schemas.microsoft.com/office/drawing/2014/main" id="{12B99C23-BBB2-4AE5-BAF9-5C6DD8FEAD14}"/>
                  </a:ext>
                </a:extLst>
              </p:cNvPr>
              <p:cNvSpPr/>
              <p:nvPr/>
            </p:nvSpPr>
            <p:spPr>
              <a:xfrm>
                <a:off x="94689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7" name="object 439">
                <a:extLst>
                  <a:ext uri="{FF2B5EF4-FFF2-40B4-BE49-F238E27FC236}">
                    <a16:creationId xmlns:a16="http://schemas.microsoft.com/office/drawing/2014/main" id="{920B21D7-C8B1-4484-80D6-82E31303BB5F}"/>
                  </a:ext>
                </a:extLst>
              </p:cNvPr>
              <p:cNvSpPr/>
              <p:nvPr/>
            </p:nvSpPr>
            <p:spPr>
              <a:xfrm>
                <a:off x="957789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8" name="object 440">
                <a:extLst>
                  <a:ext uri="{FF2B5EF4-FFF2-40B4-BE49-F238E27FC236}">
                    <a16:creationId xmlns:a16="http://schemas.microsoft.com/office/drawing/2014/main" id="{C6927905-D009-45B4-82A3-63679D8D8557}"/>
                  </a:ext>
                </a:extLst>
              </p:cNvPr>
              <p:cNvSpPr/>
              <p:nvPr/>
            </p:nvSpPr>
            <p:spPr>
              <a:xfrm>
                <a:off x="957789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9" name="object 441">
                <a:extLst>
                  <a:ext uri="{FF2B5EF4-FFF2-40B4-BE49-F238E27FC236}">
                    <a16:creationId xmlns:a16="http://schemas.microsoft.com/office/drawing/2014/main" id="{245BC9D9-7C97-46D7-8F24-C2739F12D9DF}"/>
                  </a:ext>
                </a:extLst>
              </p:cNvPr>
              <p:cNvSpPr/>
              <p:nvPr/>
            </p:nvSpPr>
            <p:spPr>
              <a:xfrm>
                <a:off x="6969566" y="510259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1676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0" name="object 442">
                <a:extLst>
                  <a:ext uri="{FF2B5EF4-FFF2-40B4-BE49-F238E27FC236}">
                    <a16:creationId xmlns:a16="http://schemas.microsoft.com/office/drawing/2014/main" id="{B48FC75D-42A3-4AD0-9EDB-5376255586D1}"/>
                  </a:ext>
                </a:extLst>
              </p:cNvPr>
              <p:cNvSpPr/>
              <p:nvPr/>
            </p:nvSpPr>
            <p:spPr>
              <a:xfrm>
                <a:off x="696956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1" name="object 443">
                <a:extLst>
                  <a:ext uri="{FF2B5EF4-FFF2-40B4-BE49-F238E27FC236}">
                    <a16:creationId xmlns:a16="http://schemas.microsoft.com/office/drawing/2014/main" id="{EEC74C71-EC71-4BFA-94A2-A4F4AFC032F1}"/>
                  </a:ext>
                </a:extLst>
              </p:cNvPr>
              <p:cNvSpPr/>
              <p:nvPr/>
            </p:nvSpPr>
            <p:spPr>
              <a:xfrm>
                <a:off x="707853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2" name="object 444">
                <a:extLst>
                  <a:ext uri="{FF2B5EF4-FFF2-40B4-BE49-F238E27FC236}">
                    <a16:creationId xmlns:a16="http://schemas.microsoft.com/office/drawing/2014/main" id="{386AB65B-DC21-4492-9008-2CEC8A7DD296}"/>
                  </a:ext>
                </a:extLst>
              </p:cNvPr>
              <p:cNvSpPr/>
              <p:nvPr/>
            </p:nvSpPr>
            <p:spPr>
              <a:xfrm>
                <a:off x="707853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3" name="object 445">
                <a:extLst>
                  <a:ext uri="{FF2B5EF4-FFF2-40B4-BE49-F238E27FC236}">
                    <a16:creationId xmlns:a16="http://schemas.microsoft.com/office/drawing/2014/main" id="{9E2B0802-FFED-4E50-AE96-CC734D0D8604}"/>
                  </a:ext>
                </a:extLst>
              </p:cNvPr>
              <p:cNvSpPr/>
              <p:nvPr/>
            </p:nvSpPr>
            <p:spPr>
              <a:xfrm>
                <a:off x="718673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4" name="object 446">
                <a:extLst>
                  <a:ext uri="{FF2B5EF4-FFF2-40B4-BE49-F238E27FC236}">
                    <a16:creationId xmlns:a16="http://schemas.microsoft.com/office/drawing/2014/main" id="{95C977DA-071C-4C40-9934-E59276F8955C}"/>
                  </a:ext>
                </a:extLst>
              </p:cNvPr>
              <p:cNvSpPr/>
              <p:nvPr/>
            </p:nvSpPr>
            <p:spPr>
              <a:xfrm>
                <a:off x="718673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5" name="object 447">
                <a:extLst>
                  <a:ext uri="{FF2B5EF4-FFF2-40B4-BE49-F238E27FC236}">
                    <a16:creationId xmlns:a16="http://schemas.microsoft.com/office/drawing/2014/main" id="{FF1D045B-FF39-4E25-B389-CFA3DF42B973}"/>
                  </a:ext>
                </a:extLst>
              </p:cNvPr>
              <p:cNvSpPr/>
              <p:nvPr/>
            </p:nvSpPr>
            <p:spPr>
              <a:xfrm>
                <a:off x="7295702" y="510259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91440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91440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6" name="object 448">
                <a:extLst>
                  <a:ext uri="{FF2B5EF4-FFF2-40B4-BE49-F238E27FC236}">
                    <a16:creationId xmlns:a16="http://schemas.microsoft.com/office/drawing/2014/main" id="{593E4945-C3FC-4C2F-BA25-479C4BC738A1}"/>
                  </a:ext>
                </a:extLst>
              </p:cNvPr>
              <p:cNvSpPr/>
              <p:nvPr/>
            </p:nvSpPr>
            <p:spPr>
              <a:xfrm>
                <a:off x="729570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7" name="object 449">
                <a:extLst>
                  <a:ext uri="{FF2B5EF4-FFF2-40B4-BE49-F238E27FC236}">
                    <a16:creationId xmlns:a16="http://schemas.microsoft.com/office/drawing/2014/main" id="{3340105A-0913-4B75-B29B-B7341C7216CC}"/>
                  </a:ext>
                </a:extLst>
              </p:cNvPr>
              <p:cNvSpPr/>
              <p:nvPr/>
            </p:nvSpPr>
            <p:spPr>
              <a:xfrm>
                <a:off x="7404668" y="5194025"/>
                <a:ext cx="108585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7145">
                    <a:moveTo>
                      <a:pt x="0" y="16763"/>
                    </a:moveTo>
                    <a:lnTo>
                      <a:pt x="108203" y="16763"/>
                    </a:lnTo>
                    <a:lnTo>
                      <a:pt x="108203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8" name="object 450">
                <a:extLst>
                  <a:ext uri="{FF2B5EF4-FFF2-40B4-BE49-F238E27FC236}">
                    <a16:creationId xmlns:a16="http://schemas.microsoft.com/office/drawing/2014/main" id="{B5C2411F-524A-4A5E-B615-0F72425F87A1}"/>
                  </a:ext>
                </a:extLst>
              </p:cNvPr>
              <p:cNvSpPr/>
              <p:nvPr/>
            </p:nvSpPr>
            <p:spPr>
              <a:xfrm>
                <a:off x="7404668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9" name="object 451">
                <a:extLst>
                  <a:ext uri="{FF2B5EF4-FFF2-40B4-BE49-F238E27FC236}">
                    <a16:creationId xmlns:a16="http://schemas.microsoft.com/office/drawing/2014/main" id="{F3CB70F4-EDF3-433B-B20D-CBC98389FF6A}"/>
                  </a:ext>
                </a:extLst>
              </p:cNvPr>
              <p:cNvSpPr/>
              <p:nvPr/>
            </p:nvSpPr>
            <p:spPr>
              <a:xfrm>
                <a:off x="7512872" y="5194025"/>
                <a:ext cx="109220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7145">
                    <a:moveTo>
                      <a:pt x="0" y="16763"/>
                    </a:moveTo>
                    <a:lnTo>
                      <a:pt x="108965" y="16763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0" name="object 452">
                <a:extLst>
                  <a:ext uri="{FF2B5EF4-FFF2-40B4-BE49-F238E27FC236}">
                    <a16:creationId xmlns:a16="http://schemas.microsoft.com/office/drawing/2014/main" id="{AFB580A7-9DA8-4D6C-9C22-C0BF6EE78E48}"/>
                  </a:ext>
                </a:extLst>
              </p:cNvPr>
              <p:cNvSpPr/>
              <p:nvPr/>
            </p:nvSpPr>
            <p:spPr>
              <a:xfrm>
                <a:off x="75128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1" name="object 453">
                <a:extLst>
                  <a:ext uri="{FF2B5EF4-FFF2-40B4-BE49-F238E27FC236}">
                    <a16:creationId xmlns:a16="http://schemas.microsoft.com/office/drawing/2014/main" id="{2D34CEA7-E6CB-490E-840A-4798D308700F}"/>
                  </a:ext>
                </a:extLst>
              </p:cNvPr>
              <p:cNvSpPr/>
              <p:nvPr/>
            </p:nvSpPr>
            <p:spPr>
              <a:xfrm>
                <a:off x="7621839" y="510259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191" y="0"/>
                    </a:moveTo>
                    <a:lnTo>
                      <a:pt x="0" y="0"/>
                    </a:lnTo>
                    <a:lnTo>
                      <a:pt x="0" y="91440"/>
                    </a:lnTo>
                    <a:lnTo>
                      <a:pt x="0" y="108204"/>
                    </a:lnTo>
                    <a:lnTo>
                      <a:pt x="108191" y="108204"/>
                    </a:lnTo>
                    <a:lnTo>
                      <a:pt x="108191" y="91440"/>
                    </a:lnTo>
                    <a:lnTo>
                      <a:pt x="108191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2" name="object 454">
                <a:extLst>
                  <a:ext uri="{FF2B5EF4-FFF2-40B4-BE49-F238E27FC236}">
                    <a16:creationId xmlns:a16="http://schemas.microsoft.com/office/drawing/2014/main" id="{3CA4C6BF-D2BC-467D-A31E-634E4B5C01D3}"/>
                  </a:ext>
                </a:extLst>
              </p:cNvPr>
              <p:cNvSpPr/>
              <p:nvPr/>
            </p:nvSpPr>
            <p:spPr>
              <a:xfrm>
                <a:off x="7621838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3" name="object 455">
                <a:extLst>
                  <a:ext uri="{FF2B5EF4-FFF2-40B4-BE49-F238E27FC236}">
                    <a16:creationId xmlns:a16="http://schemas.microsoft.com/office/drawing/2014/main" id="{93CF394C-DC03-4006-857B-9B7277611203}"/>
                  </a:ext>
                </a:extLst>
              </p:cNvPr>
              <p:cNvSpPr/>
              <p:nvPr/>
            </p:nvSpPr>
            <p:spPr>
              <a:xfrm>
                <a:off x="773004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4" name="object 456">
                <a:extLst>
                  <a:ext uri="{FF2B5EF4-FFF2-40B4-BE49-F238E27FC236}">
                    <a16:creationId xmlns:a16="http://schemas.microsoft.com/office/drawing/2014/main" id="{CE9E25F2-B0E2-428F-92CE-9CF00BD76A56}"/>
                  </a:ext>
                </a:extLst>
              </p:cNvPr>
              <p:cNvSpPr/>
              <p:nvPr/>
            </p:nvSpPr>
            <p:spPr>
              <a:xfrm>
                <a:off x="773004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5" name="object 457">
                <a:extLst>
                  <a:ext uri="{FF2B5EF4-FFF2-40B4-BE49-F238E27FC236}">
                    <a16:creationId xmlns:a16="http://schemas.microsoft.com/office/drawing/2014/main" id="{F8C031A9-638E-4258-A18C-94BD2F4D2999}"/>
                  </a:ext>
                </a:extLst>
              </p:cNvPr>
              <p:cNvSpPr/>
              <p:nvPr/>
            </p:nvSpPr>
            <p:spPr>
              <a:xfrm>
                <a:off x="783900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6" name="object 458">
                <a:extLst>
                  <a:ext uri="{FF2B5EF4-FFF2-40B4-BE49-F238E27FC236}">
                    <a16:creationId xmlns:a16="http://schemas.microsoft.com/office/drawing/2014/main" id="{D6CDB34B-6D55-4785-BB3C-966B686C0C09}"/>
                  </a:ext>
                </a:extLst>
              </p:cNvPr>
              <p:cNvSpPr/>
              <p:nvPr/>
            </p:nvSpPr>
            <p:spPr>
              <a:xfrm>
                <a:off x="783900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7" name="object 459">
                <a:extLst>
                  <a:ext uri="{FF2B5EF4-FFF2-40B4-BE49-F238E27FC236}">
                    <a16:creationId xmlns:a16="http://schemas.microsoft.com/office/drawing/2014/main" id="{8A586DC8-7E42-45D6-865C-8E53D690B816}"/>
                  </a:ext>
                </a:extLst>
              </p:cNvPr>
              <p:cNvSpPr/>
              <p:nvPr/>
            </p:nvSpPr>
            <p:spPr>
              <a:xfrm>
                <a:off x="79479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8" name="object 460">
                <a:extLst>
                  <a:ext uri="{FF2B5EF4-FFF2-40B4-BE49-F238E27FC236}">
                    <a16:creationId xmlns:a16="http://schemas.microsoft.com/office/drawing/2014/main" id="{FABD90CF-EDB1-4571-9951-5DF1AD6397B2}"/>
                  </a:ext>
                </a:extLst>
              </p:cNvPr>
              <p:cNvSpPr/>
              <p:nvPr/>
            </p:nvSpPr>
            <p:spPr>
              <a:xfrm>
                <a:off x="79479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9" name="object 461">
                <a:extLst>
                  <a:ext uri="{FF2B5EF4-FFF2-40B4-BE49-F238E27FC236}">
                    <a16:creationId xmlns:a16="http://schemas.microsoft.com/office/drawing/2014/main" id="{74B21E88-7FFF-4AE6-BF55-CAC27D31C777}"/>
                  </a:ext>
                </a:extLst>
              </p:cNvPr>
              <p:cNvSpPr/>
              <p:nvPr/>
            </p:nvSpPr>
            <p:spPr>
              <a:xfrm>
                <a:off x="80561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0" name="object 462">
                <a:extLst>
                  <a:ext uri="{FF2B5EF4-FFF2-40B4-BE49-F238E27FC236}">
                    <a16:creationId xmlns:a16="http://schemas.microsoft.com/office/drawing/2014/main" id="{DC61CAAB-9DB1-4572-BA6D-985D7AD6770F}"/>
                  </a:ext>
                </a:extLst>
              </p:cNvPr>
              <p:cNvSpPr/>
              <p:nvPr/>
            </p:nvSpPr>
            <p:spPr>
              <a:xfrm>
                <a:off x="80561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1" name="object 463">
                <a:extLst>
                  <a:ext uri="{FF2B5EF4-FFF2-40B4-BE49-F238E27FC236}">
                    <a16:creationId xmlns:a16="http://schemas.microsoft.com/office/drawing/2014/main" id="{7A671070-E8F2-4D73-B7CE-14A35A461EFF}"/>
                  </a:ext>
                </a:extLst>
              </p:cNvPr>
              <p:cNvSpPr/>
              <p:nvPr/>
            </p:nvSpPr>
            <p:spPr>
              <a:xfrm>
                <a:off x="816514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2" name="object 464">
                <a:extLst>
                  <a:ext uri="{FF2B5EF4-FFF2-40B4-BE49-F238E27FC236}">
                    <a16:creationId xmlns:a16="http://schemas.microsoft.com/office/drawing/2014/main" id="{DA9FAF9B-4C35-4DC6-92A7-627EFD568039}"/>
                  </a:ext>
                </a:extLst>
              </p:cNvPr>
              <p:cNvSpPr/>
              <p:nvPr/>
            </p:nvSpPr>
            <p:spPr>
              <a:xfrm>
                <a:off x="816514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3" name="object 465">
                <a:extLst>
                  <a:ext uri="{FF2B5EF4-FFF2-40B4-BE49-F238E27FC236}">
                    <a16:creationId xmlns:a16="http://schemas.microsoft.com/office/drawing/2014/main" id="{CFFEE1AD-FFC4-4B85-ACDD-5BA3B5C50945}"/>
                  </a:ext>
                </a:extLst>
              </p:cNvPr>
              <p:cNvSpPr/>
              <p:nvPr/>
            </p:nvSpPr>
            <p:spPr>
              <a:xfrm>
                <a:off x="82733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4" name="object 466">
                <a:extLst>
                  <a:ext uri="{FF2B5EF4-FFF2-40B4-BE49-F238E27FC236}">
                    <a16:creationId xmlns:a16="http://schemas.microsoft.com/office/drawing/2014/main" id="{B5AEEC4D-E32B-49C2-A376-C5FB3BBF343A}"/>
                  </a:ext>
                </a:extLst>
              </p:cNvPr>
              <p:cNvSpPr/>
              <p:nvPr/>
            </p:nvSpPr>
            <p:spPr>
              <a:xfrm>
                <a:off x="82733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5" name="object 467">
                <a:extLst>
                  <a:ext uri="{FF2B5EF4-FFF2-40B4-BE49-F238E27FC236}">
                    <a16:creationId xmlns:a16="http://schemas.microsoft.com/office/drawing/2014/main" id="{FC323B9F-2E57-4F74-BC88-B24E3BE9DEFE}"/>
                  </a:ext>
                </a:extLst>
              </p:cNvPr>
              <p:cNvSpPr/>
              <p:nvPr/>
            </p:nvSpPr>
            <p:spPr>
              <a:xfrm>
                <a:off x="83823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6" name="object 468">
                <a:extLst>
                  <a:ext uri="{FF2B5EF4-FFF2-40B4-BE49-F238E27FC236}">
                    <a16:creationId xmlns:a16="http://schemas.microsoft.com/office/drawing/2014/main" id="{5F9CB6AB-BAF9-418F-9FFA-3A63B002A625}"/>
                  </a:ext>
                </a:extLst>
              </p:cNvPr>
              <p:cNvSpPr/>
              <p:nvPr/>
            </p:nvSpPr>
            <p:spPr>
              <a:xfrm>
                <a:off x="83823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7" name="object 469">
                <a:extLst>
                  <a:ext uri="{FF2B5EF4-FFF2-40B4-BE49-F238E27FC236}">
                    <a16:creationId xmlns:a16="http://schemas.microsoft.com/office/drawing/2014/main" id="{7B1829D6-4A6B-4AD6-9B6D-B9E1016E926F}"/>
                  </a:ext>
                </a:extLst>
              </p:cNvPr>
              <p:cNvSpPr/>
              <p:nvPr/>
            </p:nvSpPr>
            <p:spPr>
              <a:xfrm>
                <a:off x="8491280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8" name="object 470">
                <a:extLst>
                  <a:ext uri="{FF2B5EF4-FFF2-40B4-BE49-F238E27FC236}">
                    <a16:creationId xmlns:a16="http://schemas.microsoft.com/office/drawing/2014/main" id="{5CA41725-8BEA-4649-9E2A-0403C6CAAB49}"/>
                  </a:ext>
                </a:extLst>
              </p:cNvPr>
              <p:cNvSpPr/>
              <p:nvPr/>
            </p:nvSpPr>
            <p:spPr>
              <a:xfrm>
                <a:off x="8491280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9" name="object 471">
                <a:extLst>
                  <a:ext uri="{FF2B5EF4-FFF2-40B4-BE49-F238E27FC236}">
                    <a16:creationId xmlns:a16="http://schemas.microsoft.com/office/drawing/2014/main" id="{578CA820-5326-45AD-BBEA-85E882B654FC}"/>
                  </a:ext>
                </a:extLst>
              </p:cNvPr>
              <p:cNvSpPr/>
              <p:nvPr/>
            </p:nvSpPr>
            <p:spPr>
              <a:xfrm>
                <a:off x="85994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0" name="object 472">
                <a:extLst>
                  <a:ext uri="{FF2B5EF4-FFF2-40B4-BE49-F238E27FC236}">
                    <a16:creationId xmlns:a16="http://schemas.microsoft.com/office/drawing/2014/main" id="{088E290F-09D8-41D0-8C49-606A4FBB3050}"/>
                  </a:ext>
                </a:extLst>
              </p:cNvPr>
              <p:cNvSpPr/>
              <p:nvPr/>
            </p:nvSpPr>
            <p:spPr>
              <a:xfrm>
                <a:off x="85994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1" name="object 473">
                <a:extLst>
                  <a:ext uri="{FF2B5EF4-FFF2-40B4-BE49-F238E27FC236}">
                    <a16:creationId xmlns:a16="http://schemas.microsoft.com/office/drawing/2014/main" id="{F74C6792-4449-4FBD-8E3B-29A9BED09B7A}"/>
                  </a:ext>
                </a:extLst>
              </p:cNvPr>
              <p:cNvSpPr/>
              <p:nvPr/>
            </p:nvSpPr>
            <p:spPr>
              <a:xfrm>
                <a:off x="8708437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2" name="object 474">
                <a:extLst>
                  <a:ext uri="{FF2B5EF4-FFF2-40B4-BE49-F238E27FC236}">
                    <a16:creationId xmlns:a16="http://schemas.microsoft.com/office/drawing/2014/main" id="{D34EDEA7-6A3A-49AA-8C16-3013FCF4FEA1}"/>
                  </a:ext>
                </a:extLst>
              </p:cNvPr>
              <p:cNvSpPr/>
              <p:nvPr/>
            </p:nvSpPr>
            <p:spPr>
              <a:xfrm>
                <a:off x="8708437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3" name="object 475">
                <a:extLst>
                  <a:ext uri="{FF2B5EF4-FFF2-40B4-BE49-F238E27FC236}">
                    <a16:creationId xmlns:a16="http://schemas.microsoft.com/office/drawing/2014/main" id="{DA4E9836-7EBB-45A9-B154-939A85E36ACB}"/>
                  </a:ext>
                </a:extLst>
              </p:cNvPr>
              <p:cNvSpPr/>
              <p:nvPr/>
            </p:nvSpPr>
            <p:spPr>
              <a:xfrm>
                <a:off x="881665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4" name="object 476">
                <a:extLst>
                  <a:ext uri="{FF2B5EF4-FFF2-40B4-BE49-F238E27FC236}">
                    <a16:creationId xmlns:a16="http://schemas.microsoft.com/office/drawing/2014/main" id="{AF22AC56-4A29-4219-A3D6-6F7DE376CCD3}"/>
                  </a:ext>
                </a:extLst>
              </p:cNvPr>
              <p:cNvSpPr/>
              <p:nvPr/>
            </p:nvSpPr>
            <p:spPr>
              <a:xfrm>
                <a:off x="881665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5" name="object 477">
                <a:extLst>
                  <a:ext uri="{FF2B5EF4-FFF2-40B4-BE49-F238E27FC236}">
                    <a16:creationId xmlns:a16="http://schemas.microsoft.com/office/drawing/2014/main" id="{3575597E-72A7-4C1B-AA22-F733771F2D6A}"/>
                  </a:ext>
                </a:extLst>
              </p:cNvPr>
              <p:cNvSpPr/>
              <p:nvPr/>
            </p:nvSpPr>
            <p:spPr>
              <a:xfrm>
                <a:off x="8925620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6" name="object 478">
                <a:extLst>
                  <a:ext uri="{FF2B5EF4-FFF2-40B4-BE49-F238E27FC236}">
                    <a16:creationId xmlns:a16="http://schemas.microsoft.com/office/drawing/2014/main" id="{9885F043-89BD-4B2F-8BEF-5C253D05F4B6}"/>
                  </a:ext>
                </a:extLst>
              </p:cNvPr>
              <p:cNvSpPr/>
              <p:nvPr/>
            </p:nvSpPr>
            <p:spPr>
              <a:xfrm>
                <a:off x="8925620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7" name="object 479">
                <a:extLst>
                  <a:ext uri="{FF2B5EF4-FFF2-40B4-BE49-F238E27FC236}">
                    <a16:creationId xmlns:a16="http://schemas.microsoft.com/office/drawing/2014/main" id="{C7D4F229-4EFD-45EC-9C3F-F5D959369089}"/>
                  </a:ext>
                </a:extLst>
              </p:cNvPr>
              <p:cNvSpPr/>
              <p:nvPr/>
            </p:nvSpPr>
            <p:spPr>
              <a:xfrm>
                <a:off x="90345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8" name="object 480">
                <a:extLst>
                  <a:ext uri="{FF2B5EF4-FFF2-40B4-BE49-F238E27FC236}">
                    <a16:creationId xmlns:a16="http://schemas.microsoft.com/office/drawing/2014/main" id="{A9EBF6B1-089D-4D6B-ADC9-DA6C3372495D}"/>
                  </a:ext>
                </a:extLst>
              </p:cNvPr>
              <p:cNvSpPr/>
              <p:nvPr/>
            </p:nvSpPr>
            <p:spPr>
              <a:xfrm>
                <a:off x="90345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9" name="object 481">
                <a:extLst>
                  <a:ext uri="{FF2B5EF4-FFF2-40B4-BE49-F238E27FC236}">
                    <a16:creationId xmlns:a16="http://schemas.microsoft.com/office/drawing/2014/main" id="{94AC89FB-63A5-49CF-ADF6-5DB1DD47A972}"/>
                  </a:ext>
                </a:extLst>
              </p:cNvPr>
              <p:cNvSpPr/>
              <p:nvPr/>
            </p:nvSpPr>
            <p:spPr>
              <a:xfrm>
                <a:off x="91427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0" name="object 482">
                <a:extLst>
                  <a:ext uri="{FF2B5EF4-FFF2-40B4-BE49-F238E27FC236}">
                    <a16:creationId xmlns:a16="http://schemas.microsoft.com/office/drawing/2014/main" id="{0D5A3877-0A9E-42D8-B1E3-006F43F06802}"/>
                  </a:ext>
                </a:extLst>
              </p:cNvPr>
              <p:cNvSpPr/>
              <p:nvPr/>
            </p:nvSpPr>
            <p:spPr>
              <a:xfrm>
                <a:off x="91427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1" name="object 483">
                <a:extLst>
                  <a:ext uri="{FF2B5EF4-FFF2-40B4-BE49-F238E27FC236}">
                    <a16:creationId xmlns:a16="http://schemas.microsoft.com/office/drawing/2014/main" id="{DAD1B6CD-DD6A-419C-B977-3AD1C6A36892}"/>
                  </a:ext>
                </a:extLst>
              </p:cNvPr>
              <p:cNvSpPr/>
              <p:nvPr/>
            </p:nvSpPr>
            <p:spPr>
              <a:xfrm>
                <a:off x="9251756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2" name="object 484">
                <a:extLst>
                  <a:ext uri="{FF2B5EF4-FFF2-40B4-BE49-F238E27FC236}">
                    <a16:creationId xmlns:a16="http://schemas.microsoft.com/office/drawing/2014/main" id="{EAE9328A-A9E1-44DF-8B6A-BFAFB2540182}"/>
                  </a:ext>
                </a:extLst>
              </p:cNvPr>
              <p:cNvSpPr/>
              <p:nvPr/>
            </p:nvSpPr>
            <p:spPr>
              <a:xfrm>
                <a:off x="9251756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3" name="object 485">
                <a:extLst>
                  <a:ext uri="{FF2B5EF4-FFF2-40B4-BE49-F238E27FC236}">
                    <a16:creationId xmlns:a16="http://schemas.microsoft.com/office/drawing/2014/main" id="{C43D8FD7-204D-40E7-988C-93842526F36C}"/>
                  </a:ext>
                </a:extLst>
              </p:cNvPr>
              <p:cNvSpPr/>
              <p:nvPr/>
            </p:nvSpPr>
            <p:spPr>
              <a:xfrm>
                <a:off x="93599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4" name="object 486">
                <a:extLst>
                  <a:ext uri="{FF2B5EF4-FFF2-40B4-BE49-F238E27FC236}">
                    <a16:creationId xmlns:a16="http://schemas.microsoft.com/office/drawing/2014/main" id="{68D670FC-3841-4610-A871-5E0D221669A0}"/>
                  </a:ext>
                </a:extLst>
              </p:cNvPr>
              <p:cNvSpPr/>
              <p:nvPr/>
            </p:nvSpPr>
            <p:spPr>
              <a:xfrm>
                <a:off x="93599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5" name="object 487">
                <a:extLst>
                  <a:ext uri="{FF2B5EF4-FFF2-40B4-BE49-F238E27FC236}">
                    <a16:creationId xmlns:a16="http://schemas.microsoft.com/office/drawing/2014/main" id="{01DDF7E8-EBD0-457C-A27B-F8DEAF574DD8}"/>
                  </a:ext>
                </a:extLst>
              </p:cNvPr>
              <p:cNvSpPr/>
              <p:nvPr/>
            </p:nvSpPr>
            <p:spPr>
              <a:xfrm>
                <a:off x="94689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6" name="object 488">
                <a:extLst>
                  <a:ext uri="{FF2B5EF4-FFF2-40B4-BE49-F238E27FC236}">
                    <a16:creationId xmlns:a16="http://schemas.microsoft.com/office/drawing/2014/main" id="{A3642476-8DE3-45D0-949A-0B7C7FD64E3E}"/>
                  </a:ext>
                </a:extLst>
              </p:cNvPr>
              <p:cNvSpPr/>
              <p:nvPr/>
            </p:nvSpPr>
            <p:spPr>
              <a:xfrm>
                <a:off x="94689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7" name="object 489">
                <a:extLst>
                  <a:ext uri="{FF2B5EF4-FFF2-40B4-BE49-F238E27FC236}">
                    <a16:creationId xmlns:a16="http://schemas.microsoft.com/office/drawing/2014/main" id="{1E85610B-94F1-488A-BE6B-0F52FCBB74D2}"/>
                  </a:ext>
                </a:extLst>
              </p:cNvPr>
              <p:cNvSpPr/>
              <p:nvPr/>
            </p:nvSpPr>
            <p:spPr>
              <a:xfrm>
                <a:off x="957789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8" name="object 490">
                <a:extLst>
                  <a:ext uri="{FF2B5EF4-FFF2-40B4-BE49-F238E27FC236}">
                    <a16:creationId xmlns:a16="http://schemas.microsoft.com/office/drawing/2014/main" id="{C38C622E-D336-48EC-975C-9EAA43CA1AC1}"/>
                  </a:ext>
                </a:extLst>
              </p:cNvPr>
              <p:cNvSpPr/>
              <p:nvPr/>
            </p:nvSpPr>
            <p:spPr>
              <a:xfrm>
                <a:off x="957789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9" name="object 491">
                <a:extLst>
                  <a:ext uri="{FF2B5EF4-FFF2-40B4-BE49-F238E27FC236}">
                    <a16:creationId xmlns:a16="http://schemas.microsoft.com/office/drawing/2014/main" id="{AB389EC9-F202-48BB-8FC5-95F6B74B39AE}"/>
                  </a:ext>
                </a:extLst>
              </p:cNvPr>
              <p:cNvSpPr/>
              <p:nvPr/>
            </p:nvSpPr>
            <p:spPr>
              <a:xfrm>
                <a:off x="6969566" y="521080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92202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92202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0" name="object 492">
                <a:extLst>
                  <a:ext uri="{FF2B5EF4-FFF2-40B4-BE49-F238E27FC236}">
                    <a16:creationId xmlns:a16="http://schemas.microsoft.com/office/drawing/2014/main" id="{905C1965-038E-4638-A0E8-E08B70A4989B}"/>
                  </a:ext>
                </a:extLst>
              </p:cNvPr>
              <p:cNvSpPr/>
              <p:nvPr/>
            </p:nvSpPr>
            <p:spPr>
              <a:xfrm>
                <a:off x="696956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1" name="object 493">
                <a:extLst>
                  <a:ext uri="{FF2B5EF4-FFF2-40B4-BE49-F238E27FC236}">
                    <a16:creationId xmlns:a16="http://schemas.microsoft.com/office/drawing/2014/main" id="{B08F57B9-FD6C-4162-9E2C-0ADF07527F58}"/>
                  </a:ext>
                </a:extLst>
              </p:cNvPr>
              <p:cNvSpPr/>
              <p:nvPr/>
            </p:nvSpPr>
            <p:spPr>
              <a:xfrm>
                <a:off x="707853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2" name="object 494">
                <a:extLst>
                  <a:ext uri="{FF2B5EF4-FFF2-40B4-BE49-F238E27FC236}">
                    <a16:creationId xmlns:a16="http://schemas.microsoft.com/office/drawing/2014/main" id="{1B5B80B4-5328-488E-A563-301C2B1D691E}"/>
                  </a:ext>
                </a:extLst>
              </p:cNvPr>
              <p:cNvSpPr/>
              <p:nvPr/>
            </p:nvSpPr>
            <p:spPr>
              <a:xfrm>
                <a:off x="707853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3" name="object 495">
                <a:extLst>
                  <a:ext uri="{FF2B5EF4-FFF2-40B4-BE49-F238E27FC236}">
                    <a16:creationId xmlns:a16="http://schemas.microsoft.com/office/drawing/2014/main" id="{98B379B8-A3D6-4FA6-9777-6DCB1E6E9942}"/>
                  </a:ext>
                </a:extLst>
              </p:cNvPr>
              <p:cNvSpPr/>
              <p:nvPr/>
            </p:nvSpPr>
            <p:spPr>
              <a:xfrm>
                <a:off x="718673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4" name="object 496">
                <a:extLst>
                  <a:ext uri="{FF2B5EF4-FFF2-40B4-BE49-F238E27FC236}">
                    <a16:creationId xmlns:a16="http://schemas.microsoft.com/office/drawing/2014/main" id="{B43542D2-1B54-4AD9-AEC2-0A96864B0DCF}"/>
                  </a:ext>
                </a:extLst>
              </p:cNvPr>
              <p:cNvSpPr/>
              <p:nvPr/>
            </p:nvSpPr>
            <p:spPr>
              <a:xfrm>
                <a:off x="718673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5" name="object 497">
                <a:extLst>
                  <a:ext uri="{FF2B5EF4-FFF2-40B4-BE49-F238E27FC236}">
                    <a16:creationId xmlns:a16="http://schemas.microsoft.com/office/drawing/2014/main" id="{286C4A4C-EDF7-454F-A667-90233CD66779}"/>
                  </a:ext>
                </a:extLst>
              </p:cNvPr>
              <p:cNvSpPr/>
              <p:nvPr/>
            </p:nvSpPr>
            <p:spPr>
              <a:xfrm>
                <a:off x="729570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6" name="object 498">
                <a:extLst>
                  <a:ext uri="{FF2B5EF4-FFF2-40B4-BE49-F238E27FC236}">
                    <a16:creationId xmlns:a16="http://schemas.microsoft.com/office/drawing/2014/main" id="{4E30AAF6-2066-4CD1-B174-F6108851D0F6}"/>
                  </a:ext>
                </a:extLst>
              </p:cNvPr>
              <p:cNvSpPr/>
              <p:nvPr/>
            </p:nvSpPr>
            <p:spPr>
              <a:xfrm>
                <a:off x="729570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7" name="object 499">
                <a:extLst>
                  <a:ext uri="{FF2B5EF4-FFF2-40B4-BE49-F238E27FC236}">
                    <a16:creationId xmlns:a16="http://schemas.microsoft.com/office/drawing/2014/main" id="{34B520BD-D4DB-4F32-B8DD-6339781CC1DA}"/>
                  </a:ext>
                </a:extLst>
              </p:cNvPr>
              <p:cNvSpPr/>
              <p:nvPr/>
            </p:nvSpPr>
            <p:spPr>
              <a:xfrm>
                <a:off x="740466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8" name="object 500">
                <a:extLst>
                  <a:ext uri="{FF2B5EF4-FFF2-40B4-BE49-F238E27FC236}">
                    <a16:creationId xmlns:a16="http://schemas.microsoft.com/office/drawing/2014/main" id="{E84597F0-E12F-494D-9DCF-A092D147733E}"/>
                  </a:ext>
                </a:extLst>
              </p:cNvPr>
              <p:cNvSpPr/>
              <p:nvPr/>
            </p:nvSpPr>
            <p:spPr>
              <a:xfrm>
                <a:off x="740466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9" name="object 501">
                <a:extLst>
                  <a:ext uri="{FF2B5EF4-FFF2-40B4-BE49-F238E27FC236}">
                    <a16:creationId xmlns:a16="http://schemas.microsoft.com/office/drawing/2014/main" id="{73A8D86F-D0D1-40DC-800B-600EFD2D1732}"/>
                  </a:ext>
                </a:extLst>
              </p:cNvPr>
              <p:cNvSpPr/>
              <p:nvPr/>
            </p:nvSpPr>
            <p:spPr>
              <a:xfrm>
                <a:off x="75128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0" name="object 502">
                <a:extLst>
                  <a:ext uri="{FF2B5EF4-FFF2-40B4-BE49-F238E27FC236}">
                    <a16:creationId xmlns:a16="http://schemas.microsoft.com/office/drawing/2014/main" id="{96C240FF-5896-4365-979B-486EE710E781}"/>
                  </a:ext>
                </a:extLst>
              </p:cNvPr>
              <p:cNvSpPr/>
              <p:nvPr/>
            </p:nvSpPr>
            <p:spPr>
              <a:xfrm>
                <a:off x="75128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1" name="object 503">
                <a:extLst>
                  <a:ext uri="{FF2B5EF4-FFF2-40B4-BE49-F238E27FC236}">
                    <a16:creationId xmlns:a16="http://schemas.microsoft.com/office/drawing/2014/main" id="{48B17083-CD27-481C-A000-FCD0121AB630}"/>
                  </a:ext>
                </a:extLst>
              </p:cNvPr>
              <p:cNvSpPr/>
              <p:nvPr/>
            </p:nvSpPr>
            <p:spPr>
              <a:xfrm>
                <a:off x="762183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2" name="object 504">
                <a:extLst>
                  <a:ext uri="{FF2B5EF4-FFF2-40B4-BE49-F238E27FC236}">
                    <a16:creationId xmlns:a16="http://schemas.microsoft.com/office/drawing/2014/main" id="{B128BDE7-1FF1-4CE1-9A83-F6E64B250E31}"/>
                  </a:ext>
                </a:extLst>
              </p:cNvPr>
              <p:cNvSpPr/>
              <p:nvPr/>
            </p:nvSpPr>
            <p:spPr>
              <a:xfrm>
                <a:off x="762183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3" name="object 505">
                <a:extLst>
                  <a:ext uri="{FF2B5EF4-FFF2-40B4-BE49-F238E27FC236}">
                    <a16:creationId xmlns:a16="http://schemas.microsoft.com/office/drawing/2014/main" id="{CDF526D9-233F-4535-BA8F-3BF17DFD2188}"/>
                  </a:ext>
                </a:extLst>
              </p:cNvPr>
              <p:cNvSpPr/>
              <p:nvPr/>
            </p:nvSpPr>
            <p:spPr>
              <a:xfrm>
                <a:off x="773004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4" name="object 506">
                <a:extLst>
                  <a:ext uri="{FF2B5EF4-FFF2-40B4-BE49-F238E27FC236}">
                    <a16:creationId xmlns:a16="http://schemas.microsoft.com/office/drawing/2014/main" id="{A737CD99-6C55-46DF-8D98-477D87DB1B63}"/>
                  </a:ext>
                </a:extLst>
              </p:cNvPr>
              <p:cNvSpPr/>
              <p:nvPr/>
            </p:nvSpPr>
            <p:spPr>
              <a:xfrm>
                <a:off x="773004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5" name="object 507">
                <a:extLst>
                  <a:ext uri="{FF2B5EF4-FFF2-40B4-BE49-F238E27FC236}">
                    <a16:creationId xmlns:a16="http://schemas.microsoft.com/office/drawing/2014/main" id="{1DCBA0F6-CF9A-44ED-8C03-5743A30950E9}"/>
                  </a:ext>
                </a:extLst>
              </p:cNvPr>
              <p:cNvSpPr/>
              <p:nvPr/>
            </p:nvSpPr>
            <p:spPr>
              <a:xfrm>
                <a:off x="783900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6" name="object 508">
                <a:extLst>
                  <a:ext uri="{FF2B5EF4-FFF2-40B4-BE49-F238E27FC236}">
                    <a16:creationId xmlns:a16="http://schemas.microsoft.com/office/drawing/2014/main" id="{2FD823C8-F574-42DA-AF82-FED122C6C5AB}"/>
                  </a:ext>
                </a:extLst>
              </p:cNvPr>
              <p:cNvSpPr/>
              <p:nvPr/>
            </p:nvSpPr>
            <p:spPr>
              <a:xfrm>
                <a:off x="783900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7" name="object 509">
                <a:extLst>
                  <a:ext uri="{FF2B5EF4-FFF2-40B4-BE49-F238E27FC236}">
                    <a16:creationId xmlns:a16="http://schemas.microsoft.com/office/drawing/2014/main" id="{60207BF1-7527-4A0A-83FC-23C7A539EEFA}"/>
                  </a:ext>
                </a:extLst>
              </p:cNvPr>
              <p:cNvSpPr/>
              <p:nvPr/>
            </p:nvSpPr>
            <p:spPr>
              <a:xfrm>
                <a:off x="79479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8" name="object 510">
                <a:extLst>
                  <a:ext uri="{FF2B5EF4-FFF2-40B4-BE49-F238E27FC236}">
                    <a16:creationId xmlns:a16="http://schemas.microsoft.com/office/drawing/2014/main" id="{CD75F481-8D0D-4F0E-B6C3-876688E8915D}"/>
                  </a:ext>
                </a:extLst>
              </p:cNvPr>
              <p:cNvSpPr/>
              <p:nvPr/>
            </p:nvSpPr>
            <p:spPr>
              <a:xfrm>
                <a:off x="79479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9" name="object 511">
                <a:extLst>
                  <a:ext uri="{FF2B5EF4-FFF2-40B4-BE49-F238E27FC236}">
                    <a16:creationId xmlns:a16="http://schemas.microsoft.com/office/drawing/2014/main" id="{BEE7ADC3-9BCD-43ED-B741-0185EC848A2A}"/>
                  </a:ext>
                </a:extLst>
              </p:cNvPr>
              <p:cNvSpPr/>
              <p:nvPr/>
            </p:nvSpPr>
            <p:spPr>
              <a:xfrm>
                <a:off x="80561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0" name="object 512">
                <a:extLst>
                  <a:ext uri="{FF2B5EF4-FFF2-40B4-BE49-F238E27FC236}">
                    <a16:creationId xmlns:a16="http://schemas.microsoft.com/office/drawing/2014/main" id="{D4EE2D5C-F2B5-4A3A-BCBD-3C492123F431}"/>
                  </a:ext>
                </a:extLst>
              </p:cNvPr>
              <p:cNvSpPr/>
              <p:nvPr/>
            </p:nvSpPr>
            <p:spPr>
              <a:xfrm>
                <a:off x="80561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1" name="object 513">
                <a:extLst>
                  <a:ext uri="{FF2B5EF4-FFF2-40B4-BE49-F238E27FC236}">
                    <a16:creationId xmlns:a16="http://schemas.microsoft.com/office/drawing/2014/main" id="{C67731BB-90E8-48B7-B697-7E5BD1F72170}"/>
                  </a:ext>
                </a:extLst>
              </p:cNvPr>
              <p:cNvSpPr/>
              <p:nvPr/>
            </p:nvSpPr>
            <p:spPr>
              <a:xfrm>
                <a:off x="816514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2" name="object 514">
                <a:extLst>
                  <a:ext uri="{FF2B5EF4-FFF2-40B4-BE49-F238E27FC236}">
                    <a16:creationId xmlns:a16="http://schemas.microsoft.com/office/drawing/2014/main" id="{549F8D5F-C396-4E58-8AAE-65A5A56AC75D}"/>
                  </a:ext>
                </a:extLst>
              </p:cNvPr>
              <p:cNvSpPr/>
              <p:nvPr/>
            </p:nvSpPr>
            <p:spPr>
              <a:xfrm>
                <a:off x="816514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3" name="object 515">
                <a:extLst>
                  <a:ext uri="{FF2B5EF4-FFF2-40B4-BE49-F238E27FC236}">
                    <a16:creationId xmlns:a16="http://schemas.microsoft.com/office/drawing/2014/main" id="{8CCA1183-43C8-49EB-91D7-02C3A0A06241}"/>
                  </a:ext>
                </a:extLst>
              </p:cNvPr>
              <p:cNvSpPr/>
              <p:nvPr/>
            </p:nvSpPr>
            <p:spPr>
              <a:xfrm>
                <a:off x="82733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4" name="object 516">
                <a:extLst>
                  <a:ext uri="{FF2B5EF4-FFF2-40B4-BE49-F238E27FC236}">
                    <a16:creationId xmlns:a16="http://schemas.microsoft.com/office/drawing/2014/main" id="{E8E8801B-37AB-4F8F-A532-48087A8F6C66}"/>
                  </a:ext>
                </a:extLst>
              </p:cNvPr>
              <p:cNvSpPr/>
              <p:nvPr/>
            </p:nvSpPr>
            <p:spPr>
              <a:xfrm>
                <a:off x="82733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5" name="object 517">
                <a:extLst>
                  <a:ext uri="{FF2B5EF4-FFF2-40B4-BE49-F238E27FC236}">
                    <a16:creationId xmlns:a16="http://schemas.microsoft.com/office/drawing/2014/main" id="{805E1F23-CC32-4E05-AE7E-2C65FC1B3092}"/>
                  </a:ext>
                </a:extLst>
              </p:cNvPr>
              <p:cNvSpPr/>
              <p:nvPr/>
            </p:nvSpPr>
            <p:spPr>
              <a:xfrm>
                <a:off x="83823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6" name="object 518">
                <a:extLst>
                  <a:ext uri="{FF2B5EF4-FFF2-40B4-BE49-F238E27FC236}">
                    <a16:creationId xmlns:a16="http://schemas.microsoft.com/office/drawing/2014/main" id="{DBF57FDB-5A56-4C0E-870F-DF26E66D46D2}"/>
                  </a:ext>
                </a:extLst>
              </p:cNvPr>
              <p:cNvSpPr/>
              <p:nvPr/>
            </p:nvSpPr>
            <p:spPr>
              <a:xfrm>
                <a:off x="83823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7" name="object 519">
                <a:extLst>
                  <a:ext uri="{FF2B5EF4-FFF2-40B4-BE49-F238E27FC236}">
                    <a16:creationId xmlns:a16="http://schemas.microsoft.com/office/drawing/2014/main" id="{F1A740DA-5EA9-4D24-9CD3-F5612DFF2E69}"/>
                  </a:ext>
                </a:extLst>
              </p:cNvPr>
              <p:cNvSpPr/>
              <p:nvPr/>
            </p:nvSpPr>
            <p:spPr>
              <a:xfrm>
                <a:off x="8491280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8" name="object 520">
                <a:extLst>
                  <a:ext uri="{FF2B5EF4-FFF2-40B4-BE49-F238E27FC236}">
                    <a16:creationId xmlns:a16="http://schemas.microsoft.com/office/drawing/2014/main" id="{64684431-9B7A-4083-B6C4-42515BF8D25A}"/>
                  </a:ext>
                </a:extLst>
              </p:cNvPr>
              <p:cNvSpPr/>
              <p:nvPr/>
            </p:nvSpPr>
            <p:spPr>
              <a:xfrm>
                <a:off x="8491280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9" name="object 521">
                <a:extLst>
                  <a:ext uri="{FF2B5EF4-FFF2-40B4-BE49-F238E27FC236}">
                    <a16:creationId xmlns:a16="http://schemas.microsoft.com/office/drawing/2014/main" id="{CFB45911-62A2-443E-A531-F006387C76F6}"/>
                  </a:ext>
                </a:extLst>
              </p:cNvPr>
              <p:cNvSpPr/>
              <p:nvPr/>
            </p:nvSpPr>
            <p:spPr>
              <a:xfrm>
                <a:off x="85994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0" name="object 522">
                <a:extLst>
                  <a:ext uri="{FF2B5EF4-FFF2-40B4-BE49-F238E27FC236}">
                    <a16:creationId xmlns:a16="http://schemas.microsoft.com/office/drawing/2014/main" id="{2FB067A8-10AE-4CEC-8753-6279379FDAFC}"/>
                  </a:ext>
                </a:extLst>
              </p:cNvPr>
              <p:cNvSpPr/>
              <p:nvPr/>
            </p:nvSpPr>
            <p:spPr>
              <a:xfrm>
                <a:off x="85994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1" name="object 523">
                <a:extLst>
                  <a:ext uri="{FF2B5EF4-FFF2-40B4-BE49-F238E27FC236}">
                    <a16:creationId xmlns:a16="http://schemas.microsoft.com/office/drawing/2014/main" id="{9B0DAC15-2CE0-4A5B-9308-D8E7EC9E85C8}"/>
                  </a:ext>
                </a:extLst>
              </p:cNvPr>
              <p:cNvSpPr/>
              <p:nvPr/>
            </p:nvSpPr>
            <p:spPr>
              <a:xfrm>
                <a:off x="8708437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2" name="object 524">
                <a:extLst>
                  <a:ext uri="{FF2B5EF4-FFF2-40B4-BE49-F238E27FC236}">
                    <a16:creationId xmlns:a16="http://schemas.microsoft.com/office/drawing/2014/main" id="{009B2B1C-E084-46E2-9B34-8B00055BFE0B}"/>
                  </a:ext>
                </a:extLst>
              </p:cNvPr>
              <p:cNvSpPr/>
              <p:nvPr/>
            </p:nvSpPr>
            <p:spPr>
              <a:xfrm>
                <a:off x="8708437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3" name="object 525">
                <a:extLst>
                  <a:ext uri="{FF2B5EF4-FFF2-40B4-BE49-F238E27FC236}">
                    <a16:creationId xmlns:a16="http://schemas.microsoft.com/office/drawing/2014/main" id="{67521C61-E474-484B-90AC-0C5A588FE8A7}"/>
                  </a:ext>
                </a:extLst>
              </p:cNvPr>
              <p:cNvSpPr/>
              <p:nvPr/>
            </p:nvSpPr>
            <p:spPr>
              <a:xfrm>
                <a:off x="881665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4" name="object 526">
                <a:extLst>
                  <a:ext uri="{FF2B5EF4-FFF2-40B4-BE49-F238E27FC236}">
                    <a16:creationId xmlns:a16="http://schemas.microsoft.com/office/drawing/2014/main" id="{5473ACC8-E562-4EB0-943D-4253E5B06E72}"/>
                  </a:ext>
                </a:extLst>
              </p:cNvPr>
              <p:cNvSpPr/>
              <p:nvPr/>
            </p:nvSpPr>
            <p:spPr>
              <a:xfrm>
                <a:off x="881665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5" name="object 527">
                <a:extLst>
                  <a:ext uri="{FF2B5EF4-FFF2-40B4-BE49-F238E27FC236}">
                    <a16:creationId xmlns:a16="http://schemas.microsoft.com/office/drawing/2014/main" id="{4C567316-0A37-4206-AFC0-DC780314B3AD}"/>
                  </a:ext>
                </a:extLst>
              </p:cNvPr>
              <p:cNvSpPr/>
              <p:nvPr/>
            </p:nvSpPr>
            <p:spPr>
              <a:xfrm>
                <a:off x="8925620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6" name="object 528">
                <a:extLst>
                  <a:ext uri="{FF2B5EF4-FFF2-40B4-BE49-F238E27FC236}">
                    <a16:creationId xmlns:a16="http://schemas.microsoft.com/office/drawing/2014/main" id="{77B42373-901E-44DC-87D8-F9272FCE09B1}"/>
                  </a:ext>
                </a:extLst>
              </p:cNvPr>
              <p:cNvSpPr/>
              <p:nvPr/>
            </p:nvSpPr>
            <p:spPr>
              <a:xfrm>
                <a:off x="8925620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7" name="object 529">
                <a:extLst>
                  <a:ext uri="{FF2B5EF4-FFF2-40B4-BE49-F238E27FC236}">
                    <a16:creationId xmlns:a16="http://schemas.microsoft.com/office/drawing/2014/main" id="{4AC60806-554A-41DE-98E3-9FDC0DC4094C}"/>
                  </a:ext>
                </a:extLst>
              </p:cNvPr>
              <p:cNvSpPr/>
              <p:nvPr/>
            </p:nvSpPr>
            <p:spPr>
              <a:xfrm>
                <a:off x="90345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8" name="object 530">
                <a:extLst>
                  <a:ext uri="{FF2B5EF4-FFF2-40B4-BE49-F238E27FC236}">
                    <a16:creationId xmlns:a16="http://schemas.microsoft.com/office/drawing/2014/main" id="{E4E0A711-F3BC-487E-B24B-679BA7C354B5}"/>
                  </a:ext>
                </a:extLst>
              </p:cNvPr>
              <p:cNvSpPr/>
              <p:nvPr/>
            </p:nvSpPr>
            <p:spPr>
              <a:xfrm>
                <a:off x="90345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9" name="object 531">
                <a:extLst>
                  <a:ext uri="{FF2B5EF4-FFF2-40B4-BE49-F238E27FC236}">
                    <a16:creationId xmlns:a16="http://schemas.microsoft.com/office/drawing/2014/main" id="{66BFD87C-EED5-4247-9ADC-7A1A69BF9A47}"/>
                  </a:ext>
                </a:extLst>
              </p:cNvPr>
              <p:cNvSpPr/>
              <p:nvPr/>
            </p:nvSpPr>
            <p:spPr>
              <a:xfrm>
                <a:off x="91427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0" name="object 532">
                <a:extLst>
                  <a:ext uri="{FF2B5EF4-FFF2-40B4-BE49-F238E27FC236}">
                    <a16:creationId xmlns:a16="http://schemas.microsoft.com/office/drawing/2014/main" id="{8A3F4B30-5C81-4043-9D2E-CE825110B5C1}"/>
                  </a:ext>
                </a:extLst>
              </p:cNvPr>
              <p:cNvSpPr/>
              <p:nvPr/>
            </p:nvSpPr>
            <p:spPr>
              <a:xfrm>
                <a:off x="91427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1" name="object 533">
                <a:extLst>
                  <a:ext uri="{FF2B5EF4-FFF2-40B4-BE49-F238E27FC236}">
                    <a16:creationId xmlns:a16="http://schemas.microsoft.com/office/drawing/2014/main" id="{7F5A1D36-D551-40DD-BF21-6620E0DB7753}"/>
                  </a:ext>
                </a:extLst>
              </p:cNvPr>
              <p:cNvSpPr/>
              <p:nvPr/>
            </p:nvSpPr>
            <p:spPr>
              <a:xfrm>
                <a:off x="9251756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2" name="object 534">
                <a:extLst>
                  <a:ext uri="{FF2B5EF4-FFF2-40B4-BE49-F238E27FC236}">
                    <a16:creationId xmlns:a16="http://schemas.microsoft.com/office/drawing/2014/main" id="{C659C4EA-5549-4B4C-8EFF-9FF156529480}"/>
                  </a:ext>
                </a:extLst>
              </p:cNvPr>
              <p:cNvSpPr/>
              <p:nvPr/>
            </p:nvSpPr>
            <p:spPr>
              <a:xfrm>
                <a:off x="9251756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3" name="object 535">
                <a:extLst>
                  <a:ext uri="{FF2B5EF4-FFF2-40B4-BE49-F238E27FC236}">
                    <a16:creationId xmlns:a16="http://schemas.microsoft.com/office/drawing/2014/main" id="{474AF84B-D981-4215-AE95-A7463003166C}"/>
                  </a:ext>
                </a:extLst>
              </p:cNvPr>
              <p:cNvSpPr/>
              <p:nvPr/>
            </p:nvSpPr>
            <p:spPr>
              <a:xfrm>
                <a:off x="93599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4" name="object 536">
                <a:extLst>
                  <a:ext uri="{FF2B5EF4-FFF2-40B4-BE49-F238E27FC236}">
                    <a16:creationId xmlns:a16="http://schemas.microsoft.com/office/drawing/2014/main" id="{1F4A6F96-E069-4095-8C72-DEB71E67307B}"/>
                  </a:ext>
                </a:extLst>
              </p:cNvPr>
              <p:cNvSpPr/>
              <p:nvPr/>
            </p:nvSpPr>
            <p:spPr>
              <a:xfrm>
                <a:off x="93599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5" name="object 537">
                <a:extLst>
                  <a:ext uri="{FF2B5EF4-FFF2-40B4-BE49-F238E27FC236}">
                    <a16:creationId xmlns:a16="http://schemas.microsoft.com/office/drawing/2014/main" id="{3D4129A2-781C-44C9-AD21-9681EB0001C4}"/>
                  </a:ext>
                </a:extLst>
              </p:cNvPr>
              <p:cNvSpPr/>
              <p:nvPr/>
            </p:nvSpPr>
            <p:spPr>
              <a:xfrm>
                <a:off x="94689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6" name="object 538">
                <a:extLst>
                  <a:ext uri="{FF2B5EF4-FFF2-40B4-BE49-F238E27FC236}">
                    <a16:creationId xmlns:a16="http://schemas.microsoft.com/office/drawing/2014/main" id="{4488797F-53A3-436E-A73C-87905109586C}"/>
                  </a:ext>
                </a:extLst>
              </p:cNvPr>
              <p:cNvSpPr/>
              <p:nvPr/>
            </p:nvSpPr>
            <p:spPr>
              <a:xfrm>
                <a:off x="94689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7" name="object 539">
                <a:extLst>
                  <a:ext uri="{FF2B5EF4-FFF2-40B4-BE49-F238E27FC236}">
                    <a16:creationId xmlns:a16="http://schemas.microsoft.com/office/drawing/2014/main" id="{47041281-A0C9-413C-91D5-041D7FD19C7F}"/>
                  </a:ext>
                </a:extLst>
              </p:cNvPr>
              <p:cNvSpPr/>
              <p:nvPr/>
            </p:nvSpPr>
            <p:spPr>
              <a:xfrm>
                <a:off x="957789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8" name="object 540">
                <a:extLst>
                  <a:ext uri="{FF2B5EF4-FFF2-40B4-BE49-F238E27FC236}">
                    <a16:creationId xmlns:a16="http://schemas.microsoft.com/office/drawing/2014/main" id="{59A16AEB-B937-4BC9-B8A0-3118FCB24C5E}"/>
                  </a:ext>
                </a:extLst>
              </p:cNvPr>
              <p:cNvSpPr/>
              <p:nvPr/>
            </p:nvSpPr>
            <p:spPr>
              <a:xfrm>
                <a:off x="957789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9" name="object 541">
                <a:extLst>
                  <a:ext uri="{FF2B5EF4-FFF2-40B4-BE49-F238E27FC236}">
                    <a16:creationId xmlns:a16="http://schemas.microsoft.com/office/drawing/2014/main" id="{BC35D45A-72FD-4B92-9096-6A8199AB3F3B}"/>
                  </a:ext>
                </a:extLst>
              </p:cNvPr>
              <p:cNvSpPr/>
              <p:nvPr/>
            </p:nvSpPr>
            <p:spPr>
              <a:xfrm>
                <a:off x="696956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0" name="object 542">
                <a:extLst>
                  <a:ext uri="{FF2B5EF4-FFF2-40B4-BE49-F238E27FC236}">
                    <a16:creationId xmlns:a16="http://schemas.microsoft.com/office/drawing/2014/main" id="{F951415D-43B4-4CF6-8435-8DE05F65B3FC}"/>
                  </a:ext>
                </a:extLst>
              </p:cNvPr>
              <p:cNvSpPr/>
              <p:nvPr/>
            </p:nvSpPr>
            <p:spPr>
              <a:xfrm>
                <a:off x="696956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1" name="object 543">
                <a:extLst>
                  <a:ext uri="{FF2B5EF4-FFF2-40B4-BE49-F238E27FC236}">
                    <a16:creationId xmlns:a16="http://schemas.microsoft.com/office/drawing/2014/main" id="{68B3D69E-B953-4F47-90BC-3AF705DA5E5F}"/>
                  </a:ext>
                </a:extLst>
              </p:cNvPr>
              <p:cNvSpPr/>
              <p:nvPr/>
            </p:nvSpPr>
            <p:spPr>
              <a:xfrm>
                <a:off x="707853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2" name="object 544">
                <a:extLst>
                  <a:ext uri="{FF2B5EF4-FFF2-40B4-BE49-F238E27FC236}">
                    <a16:creationId xmlns:a16="http://schemas.microsoft.com/office/drawing/2014/main" id="{D320ECC2-2E63-47A1-8095-370CCD18D578}"/>
                  </a:ext>
                </a:extLst>
              </p:cNvPr>
              <p:cNvSpPr/>
              <p:nvPr/>
            </p:nvSpPr>
            <p:spPr>
              <a:xfrm>
                <a:off x="707853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3" name="object 545">
                <a:extLst>
                  <a:ext uri="{FF2B5EF4-FFF2-40B4-BE49-F238E27FC236}">
                    <a16:creationId xmlns:a16="http://schemas.microsoft.com/office/drawing/2014/main" id="{173594F8-9EAA-4CB9-BE70-8B16B29EF65A}"/>
                  </a:ext>
                </a:extLst>
              </p:cNvPr>
              <p:cNvSpPr/>
              <p:nvPr/>
            </p:nvSpPr>
            <p:spPr>
              <a:xfrm>
                <a:off x="718673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4" name="object 546">
                <a:extLst>
                  <a:ext uri="{FF2B5EF4-FFF2-40B4-BE49-F238E27FC236}">
                    <a16:creationId xmlns:a16="http://schemas.microsoft.com/office/drawing/2014/main" id="{7FC1CC37-A178-4F21-BD58-54A761377EE4}"/>
                  </a:ext>
                </a:extLst>
              </p:cNvPr>
              <p:cNvSpPr/>
              <p:nvPr/>
            </p:nvSpPr>
            <p:spPr>
              <a:xfrm>
                <a:off x="718673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5" name="object 547">
                <a:extLst>
                  <a:ext uri="{FF2B5EF4-FFF2-40B4-BE49-F238E27FC236}">
                    <a16:creationId xmlns:a16="http://schemas.microsoft.com/office/drawing/2014/main" id="{0C3CF7CC-8C2F-4B94-A732-C598F0FB3E1E}"/>
                  </a:ext>
                </a:extLst>
              </p:cNvPr>
              <p:cNvSpPr/>
              <p:nvPr/>
            </p:nvSpPr>
            <p:spPr>
              <a:xfrm>
                <a:off x="729570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6" name="object 548">
                <a:extLst>
                  <a:ext uri="{FF2B5EF4-FFF2-40B4-BE49-F238E27FC236}">
                    <a16:creationId xmlns:a16="http://schemas.microsoft.com/office/drawing/2014/main" id="{DF328527-8235-411B-B1C8-C10717CD4E4D}"/>
                  </a:ext>
                </a:extLst>
              </p:cNvPr>
              <p:cNvSpPr/>
              <p:nvPr/>
            </p:nvSpPr>
            <p:spPr>
              <a:xfrm>
                <a:off x="729570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7" name="object 549">
                <a:extLst>
                  <a:ext uri="{FF2B5EF4-FFF2-40B4-BE49-F238E27FC236}">
                    <a16:creationId xmlns:a16="http://schemas.microsoft.com/office/drawing/2014/main" id="{B71F7781-706F-48F0-AC6E-D9362720B72C}"/>
                  </a:ext>
                </a:extLst>
              </p:cNvPr>
              <p:cNvSpPr/>
              <p:nvPr/>
            </p:nvSpPr>
            <p:spPr>
              <a:xfrm>
                <a:off x="740466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8" name="object 550">
                <a:extLst>
                  <a:ext uri="{FF2B5EF4-FFF2-40B4-BE49-F238E27FC236}">
                    <a16:creationId xmlns:a16="http://schemas.microsoft.com/office/drawing/2014/main" id="{0FDC7BB5-3471-4D25-892A-4D61E2FA90AA}"/>
                  </a:ext>
                </a:extLst>
              </p:cNvPr>
              <p:cNvSpPr/>
              <p:nvPr/>
            </p:nvSpPr>
            <p:spPr>
              <a:xfrm>
                <a:off x="740466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9" name="object 551">
                <a:extLst>
                  <a:ext uri="{FF2B5EF4-FFF2-40B4-BE49-F238E27FC236}">
                    <a16:creationId xmlns:a16="http://schemas.microsoft.com/office/drawing/2014/main" id="{CFF82036-3AF1-48E5-A79E-A8750B3A93C1}"/>
                  </a:ext>
                </a:extLst>
              </p:cNvPr>
              <p:cNvSpPr/>
              <p:nvPr/>
            </p:nvSpPr>
            <p:spPr>
              <a:xfrm>
                <a:off x="75128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0" name="object 552">
                <a:extLst>
                  <a:ext uri="{FF2B5EF4-FFF2-40B4-BE49-F238E27FC236}">
                    <a16:creationId xmlns:a16="http://schemas.microsoft.com/office/drawing/2014/main" id="{81F56E4D-40C8-4042-A920-27C83DF36F03}"/>
                  </a:ext>
                </a:extLst>
              </p:cNvPr>
              <p:cNvSpPr/>
              <p:nvPr/>
            </p:nvSpPr>
            <p:spPr>
              <a:xfrm>
                <a:off x="75128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1" name="object 553">
                <a:extLst>
                  <a:ext uri="{FF2B5EF4-FFF2-40B4-BE49-F238E27FC236}">
                    <a16:creationId xmlns:a16="http://schemas.microsoft.com/office/drawing/2014/main" id="{101C1DD7-ED34-4ECC-8F30-1C5D519C5BBB}"/>
                  </a:ext>
                </a:extLst>
              </p:cNvPr>
              <p:cNvSpPr/>
              <p:nvPr/>
            </p:nvSpPr>
            <p:spPr>
              <a:xfrm>
                <a:off x="762183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2" name="object 554">
                <a:extLst>
                  <a:ext uri="{FF2B5EF4-FFF2-40B4-BE49-F238E27FC236}">
                    <a16:creationId xmlns:a16="http://schemas.microsoft.com/office/drawing/2014/main" id="{F6CDD62A-23C0-402B-A333-62BB1574877A}"/>
                  </a:ext>
                </a:extLst>
              </p:cNvPr>
              <p:cNvSpPr/>
              <p:nvPr/>
            </p:nvSpPr>
            <p:spPr>
              <a:xfrm>
                <a:off x="762183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3" name="object 555">
                <a:extLst>
                  <a:ext uri="{FF2B5EF4-FFF2-40B4-BE49-F238E27FC236}">
                    <a16:creationId xmlns:a16="http://schemas.microsoft.com/office/drawing/2014/main" id="{57E948CF-C0F8-4837-97AE-27B27B345363}"/>
                  </a:ext>
                </a:extLst>
              </p:cNvPr>
              <p:cNvSpPr/>
              <p:nvPr/>
            </p:nvSpPr>
            <p:spPr>
              <a:xfrm>
                <a:off x="773004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4" name="object 556">
                <a:extLst>
                  <a:ext uri="{FF2B5EF4-FFF2-40B4-BE49-F238E27FC236}">
                    <a16:creationId xmlns:a16="http://schemas.microsoft.com/office/drawing/2014/main" id="{9B993637-3635-4B7A-B373-F1D4EE9C97F3}"/>
                  </a:ext>
                </a:extLst>
              </p:cNvPr>
              <p:cNvSpPr/>
              <p:nvPr/>
            </p:nvSpPr>
            <p:spPr>
              <a:xfrm>
                <a:off x="773004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5" name="object 557">
                <a:extLst>
                  <a:ext uri="{FF2B5EF4-FFF2-40B4-BE49-F238E27FC236}">
                    <a16:creationId xmlns:a16="http://schemas.microsoft.com/office/drawing/2014/main" id="{1E38D739-E600-4FE3-B326-6B27F52B3F82}"/>
                  </a:ext>
                </a:extLst>
              </p:cNvPr>
              <p:cNvSpPr/>
              <p:nvPr/>
            </p:nvSpPr>
            <p:spPr>
              <a:xfrm>
                <a:off x="783900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6" name="object 558">
                <a:extLst>
                  <a:ext uri="{FF2B5EF4-FFF2-40B4-BE49-F238E27FC236}">
                    <a16:creationId xmlns:a16="http://schemas.microsoft.com/office/drawing/2014/main" id="{614301CC-123A-4326-B09B-62C8BEE6C554}"/>
                  </a:ext>
                </a:extLst>
              </p:cNvPr>
              <p:cNvSpPr/>
              <p:nvPr/>
            </p:nvSpPr>
            <p:spPr>
              <a:xfrm>
                <a:off x="783900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7" name="object 559">
                <a:extLst>
                  <a:ext uri="{FF2B5EF4-FFF2-40B4-BE49-F238E27FC236}">
                    <a16:creationId xmlns:a16="http://schemas.microsoft.com/office/drawing/2014/main" id="{FB0437D8-BE8D-48DE-93A3-3A508C7E904C}"/>
                  </a:ext>
                </a:extLst>
              </p:cNvPr>
              <p:cNvSpPr/>
              <p:nvPr/>
            </p:nvSpPr>
            <p:spPr>
              <a:xfrm>
                <a:off x="79479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8" name="object 560">
                <a:extLst>
                  <a:ext uri="{FF2B5EF4-FFF2-40B4-BE49-F238E27FC236}">
                    <a16:creationId xmlns:a16="http://schemas.microsoft.com/office/drawing/2014/main" id="{070BD390-5859-4A3F-ACCE-84D3BCD58858}"/>
                  </a:ext>
                </a:extLst>
              </p:cNvPr>
              <p:cNvSpPr/>
              <p:nvPr/>
            </p:nvSpPr>
            <p:spPr>
              <a:xfrm>
                <a:off x="79479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9" name="object 561">
                <a:extLst>
                  <a:ext uri="{FF2B5EF4-FFF2-40B4-BE49-F238E27FC236}">
                    <a16:creationId xmlns:a16="http://schemas.microsoft.com/office/drawing/2014/main" id="{274CF3F5-81C7-434F-9944-C2061A4085EA}"/>
                  </a:ext>
                </a:extLst>
              </p:cNvPr>
              <p:cNvSpPr/>
              <p:nvPr/>
            </p:nvSpPr>
            <p:spPr>
              <a:xfrm>
                <a:off x="80561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0" name="object 562">
                <a:extLst>
                  <a:ext uri="{FF2B5EF4-FFF2-40B4-BE49-F238E27FC236}">
                    <a16:creationId xmlns:a16="http://schemas.microsoft.com/office/drawing/2014/main" id="{901A0ECB-28CA-49FE-9D1B-EF81D61BB2EB}"/>
                  </a:ext>
                </a:extLst>
              </p:cNvPr>
              <p:cNvSpPr/>
              <p:nvPr/>
            </p:nvSpPr>
            <p:spPr>
              <a:xfrm>
                <a:off x="80561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1" name="object 563">
                <a:extLst>
                  <a:ext uri="{FF2B5EF4-FFF2-40B4-BE49-F238E27FC236}">
                    <a16:creationId xmlns:a16="http://schemas.microsoft.com/office/drawing/2014/main" id="{1E27039E-5B5E-4F2B-8C23-F2C6AAEE653A}"/>
                  </a:ext>
                </a:extLst>
              </p:cNvPr>
              <p:cNvSpPr/>
              <p:nvPr/>
            </p:nvSpPr>
            <p:spPr>
              <a:xfrm>
                <a:off x="816514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2" name="object 564">
                <a:extLst>
                  <a:ext uri="{FF2B5EF4-FFF2-40B4-BE49-F238E27FC236}">
                    <a16:creationId xmlns:a16="http://schemas.microsoft.com/office/drawing/2014/main" id="{109D0660-CF62-458A-AA57-D3CB5237E460}"/>
                  </a:ext>
                </a:extLst>
              </p:cNvPr>
              <p:cNvSpPr/>
              <p:nvPr/>
            </p:nvSpPr>
            <p:spPr>
              <a:xfrm>
                <a:off x="816514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3" name="object 565">
                <a:extLst>
                  <a:ext uri="{FF2B5EF4-FFF2-40B4-BE49-F238E27FC236}">
                    <a16:creationId xmlns:a16="http://schemas.microsoft.com/office/drawing/2014/main" id="{01000925-A519-4A8D-BE36-A4D1AF6A185E}"/>
                  </a:ext>
                </a:extLst>
              </p:cNvPr>
              <p:cNvSpPr/>
              <p:nvPr/>
            </p:nvSpPr>
            <p:spPr>
              <a:xfrm>
                <a:off x="82733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4" name="object 566">
                <a:extLst>
                  <a:ext uri="{FF2B5EF4-FFF2-40B4-BE49-F238E27FC236}">
                    <a16:creationId xmlns:a16="http://schemas.microsoft.com/office/drawing/2014/main" id="{07CD479A-CF41-478F-B450-4D01D0B6D97C}"/>
                  </a:ext>
                </a:extLst>
              </p:cNvPr>
              <p:cNvSpPr/>
              <p:nvPr/>
            </p:nvSpPr>
            <p:spPr>
              <a:xfrm>
                <a:off x="82733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5" name="object 567">
                <a:extLst>
                  <a:ext uri="{FF2B5EF4-FFF2-40B4-BE49-F238E27FC236}">
                    <a16:creationId xmlns:a16="http://schemas.microsoft.com/office/drawing/2014/main" id="{981F5169-CB2B-4C63-AAFB-D7FCD3C437CD}"/>
                  </a:ext>
                </a:extLst>
              </p:cNvPr>
              <p:cNvSpPr/>
              <p:nvPr/>
            </p:nvSpPr>
            <p:spPr>
              <a:xfrm>
                <a:off x="83823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6" name="object 568">
                <a:extLst>
                  <a:ext uri="{FF2B5EF4-FFF2-40B4-BE49-F238E27FC236}">
                    <a16:creationId xmlns:a16="http://schemas.microsoft.com/office/drawing/2014/main" id="{4CA88C26-EAF2-4B29-8337-A9A5265BD8E4}"/>
                  </a:ext>
                </a:extLst>
              </p:cNvPr>
              <p:cNvSpPr/>
              <p:nvPr/>
            </p:nvSpPr>
            <p:spPr>
              <a:xfrm>
                <a:off x="83823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7" name="object 569">
                <a:extLst>
                  <a:ext uri="{FF2B5EF4-FFF2-40B4-BE49-F238E27FC236}">
                    <a16:creationId xmlns:a16="http://schemas.microsoft.com/office/drawing/2014/main" id="{EB53B6BE-648F-47F6-902C-E7E90A244A66}"/>
                  </a:ext>
                </a:extLst>
              </p:cNvPr>
              <p:cNvSpPr/>
              <p:nvPr/>
            </p:nvSpPr>
            <p:spPr>
              <a:xfrm>
                <a:off x="8491280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8" name="object 570">
                <a:extLst>
                  <a:ext uri="{FF2B5EF4-FFF2-40B4-BE49-F238E27FC236}">
                    <a16:creationId xmlns:a16="http://schemas.microsoft.com/office/drawing/2014/main" id="{856C9E39-868A-4DC7-8477-8574EB1695D8}"/>
                  </a:ext>
                </a:extLst>
              </p:cNvPr>
              <p:cNvSpPr/>
              <p:nvPr/>
            </p:nvSpPr>
            <p:spPr>
              <a:xfrm>
                <a:off x="8491280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9" name="object 571">
                <a:extLst>
                  <a:ext uri="{FF2B5EF4-FFF2-40B4-BE49-F238E27FC236}">
                    <a16:creationId xmlns:a16="http://schemas.microsoft.com/office/drawing/2014/main" id="{9C9A82A6-E269-432E-B38A-E1CE21D45CC5}"/>
                  </a:ext>
                </a:extLst>
              </p:cNvPr>
              <p:cNvSpPr/>
              <p:nvPr/>
            </p:nvSpPr>
            <p:spPr>
              <a:xfrm>
                <a:off x="85994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0" name="object 572">
                <a:extLst>
                  <a:ext uri="{FF2B5EF4-FFF2-40B4-BE49-F238E27FC236}">
                    <a16:creationId xmlns:a16="http://schemas.microsoft.com/office/drawing/2014/main" id="{B7AC416D-AB3D-4906-B526-759992ADFAC9}"/>
                  </a:ext>
                </a:extLst>
              </p:cNvPr>
              <p:cNvSpPr/>
              <p:nvPr/>
            </p:nvSpPr>
            <p:spPr>
              <a:xfrm>
                <a:off x="85994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1" name="object 573">
                <a:extLst>
                  <a:ext uri="{FF2B5EF4-FFF2-40B4-BE49-F238E27FC236}">
                    <a16:creationId xmlns:a16="http://schemas.microsoft.com/office/drawing/2014/main" id="{96643460-1DC2-430F-BF6A-996BA5822628}"/>
                  </a:ext>
                </a:extLst>
              </p:cNvPr>
              <p:cNvSpPr/>
              <p:nvPr/>
            </p:nvSpPr>
            <p:spPr>
              <a:xfrm>
                <a:off x="8708437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2" name="object 574">
                <a:extLst>
                  <a:ext uri="{FF2B5EF4-FFF2-40B4-BE49-F238E27FC236}">
                    <a16:creationId xmlns:a16="http://schemas.microsoft.com/office/drawing/2014/main" id="{1EBB73CF-BCC7-4E49-A11D-7F13794BFD50}"/>
                  </a:ext>
                </a:extLst>
              </p:cNvPr>
              <p:cNvSpPr/>
              <p:nvPr/>
            </p:nvSpPr>
            <p:spPr>
              <a:xfrm>
                <a:off x="8708437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3" name="object 575">
                <a:extLst>
                  <a:ext uri="{FF2B5EF4-FFF2-40B4-BE49-F238E27FC236}">
                    <a16:creationId xmlns:a16="http://schemas.microsoft.com/office/drawing/2014/main" id="{9DE66E6F-14FC-4D16-AAC1-DCC7DDB7D100}"/>
                  </a:ext>
                </a:extLst>
              </p:cNvPr>
              <p:cNvSpPr/>
              <p:nvPr/>
            </p:nvSpPr>
            <p:spPr>
              <a:xfrm>
                <a:off x="881665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4" name="object 576">
                <a:extLst>
                  <a:ext uri="{FF2B5EF4-FFF2-40B4-BE49-F238E27FC236}">
                    <a16:creationId xmlns:a16="http://schemas.microsoft.com/office/drawing/2014/main" id="{DB5C44D9-42DA-4CAC-85EC-7E636ACD2F33}"/>
                  </a:ext>
                </a:extLst>
              </p:cNvPr>
              <p:cNvSpPr/>
              <p:nvPr/>
            </p:nvSpPr>
            <p:spPr>
              <a:xfrm>
                <a:off x="881665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5" name="object 577">
                <a:extLst>
                  <a:ext uri="{FF2B5EF4-FFF2-40B4-BE49-F238E27FC236}">
                    <a16:creationId xmlns:a16="http://schemas.microsoft.com/office/drawing/2014/main" id="{8ED64B7A-F8C8-4A0D-AD04-29F7F4EED87E}"/>
                  </a:ext>
                </a:extLst>
              </p:cNvPr>
              <p:cNvSpPr/>
              <p:nvPr/>
            </p:nvSpPr>
            <p:spPr>
              <a:xfrm>
                <a:off x="8925620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6" name="object 578">
                <a:extLst>
                  <a:ext uri="{FF2B5EF4-FFF2-40B4-BE49-F238E27FC236}">
                    <a16:creationId xmlns:a16="http://schemas.microsoft.com/office/drawing/2014/main" id="{2D986AA2-E5EF-4700-9B5F-B6562761A1E7}"/>
                  </a:ext>
                </a:extLst>
              </p:cNvPr>
              <p:cNvSpPr/>
              <p:nvPr/>
            </p:nvSpPr>
            <p:spPr>
              <a:xfrm>
                <a:off x="8925620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7" name="object 579">
                <a:extLst>
                  <a:ext uri="{FF2B5EF4-FFF2-40B4-BE49-F238E27FC236}">
                    <a16:creationId xmlns:a16="http://schemas.microsoft.com/office/drawing/2014/main" id="{9EB582D8-2A9A-4C80-B3D1-B4F1E0785ACE}"/>
                  </a:ext>
                </a:extLst>
              </p:cNvPr>
              <p:cNvSpPr/>
              <p:nvPr/>
            </p:nvSpPr>
            <p:spPr>
              <a:xfrm>
                <a:off x="90345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8" name="object 580">
                <a:extLst>
                  <a:ext uri="{FF2B5EF4-FFF2-40B4-BE49-F238E27FC236}">
                    <a16:creationId xmlns:a16="http://schemas.microsoft.com/office/drawing/2014/main" id="{FF530D00-5B40-4737-992F-F8170BE16439}"/>
                  </a:ext>
                </a:extLst>
              </p:cNvPr>
              <p:cNvSpPr/>
              <p:nvPr/>
            </p:nvSpPr>
            <p:spPr>
              <a:xfrm>
                <a:off x="90345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9" name="object 581">
                <a:extLst>
                  <a:ext uri="{FF2B5EF4-FFF2-40B4-BE49-F238E27FC236}">
                    <a16:creationId xmlns:a16="http://schemas.microsoft.com/office/drawing/2014/main" id="{99B0ED0D-FAD1-49BF-89F9-6EC869784546}"/>
                  </a:ext>
                </a:extLst>
              </p:cNvPr>
              <p:cNvSpPr/>
              <p:nvPr/>
            </p:nvSpPr>
            <p:spPr>
              <a:xfrm>
                <a:off x="91427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0" name="object 582">
                <a:extLst>
                  <a:ext uri="{FF2B5EF4-FFF2-40B4-BE49-F238E27FC236}">
                    <a16:creationId xmlns:a16="http://schemas.microsoft.com/office/drawing/2014/main" id="{D5354AA3-82E4-4B99-B164-EFC247CBE5F6}"/>
                  </a:ext>
                </a:extLst>
              </p:cNvPr>
              <p:cNvSpPr/>
              <p:nvPr/>
            </p:nvSpPr>
            <p:spPr>
              <a:xfrm>
                <a:off x="91427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1" name="object 583">
                <a:extLst>
                  <a:ext uri="{FF2B5EF4-FFF2-40B4-BE49-F238E27FC236}">
                    <a16:creationId xmlns:a16="http://schemas.microsoft.com/office/drawing/2014/main" id="{A2258058-1BB2-4120-B9F4-03AF6A52B1E2}"/>
                  </a:ext>
                </a:extLst>
              </p:cNvPr>
              <p:cNvSpPr/>
              <p:nvPr/>
            </p:nvSpPr>
            <p:spPr>
              <a:xfrm>
                <a:off x="9251756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2" name="object 584">
                <a:extLst>
                  <a:ext uri="{FF2B5EF4-FFF2-40B4-BE49-F238E27FC236}">
                    <a16:creationId xmlns:a16="http://schemas.microsoft.com/office/drawing/2014/main" id="{A764C824-50C0-460F-A566-7FC0C6F00411}"/>
                  </a:ext>
                </a:extLst>
              </p:cNvPr>
              <p:cNvSpPr/>
              <p:nvPr/>
            </p:nvSpPr>
            <p:spPr>
              <a:xfrm>
                <a:off x="9251756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3" name="object 585">
                <a:extLst>
                  <a:ext uri="{FF2B5EF4-FFF2-40B4-BE49-F238E27FC236}">
                    <a16:creationId xmlns:a16="http://schemas.microsoft.com/office/drawing/2014/main" id="{88A82DFC-9454-491D-88C3-8FF30F2BC122}"/>
                  </a:ext>
                </a:extLst>
              </p:cNvPr>
              <p:cNvSpPr/>
              <p:nvPr/>
            </p:nvSpPr>
            <p:spPr>
              <a:xfrm>
                <a:off x="93599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4" name="object 586">
                <a:extLst>
                  <a:ext uri="{FF2B5EF4-FFF2-40B4-BE49-F238E27FC236}">
                    <a16:creationId xmlns:a16="http://schemas.microsoft.com/office/drawing/2014/main" id="{449390E9-B7D5-400C-BC85-2CB992CA9AD3}"/>
                  </a:ext>
                </a:extLst>
              </p:cNvPr>
              <p:cNvSpPr/>
              <p:nvPr/>
            </p:nvSpPr>
            <p:spPr>
              <a:xfrm>
                <a:off x="93599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5" name="object 587">
                <a:extLst>
                  <a:ext uri="{FF2B5EF4-FFF2-40B4-BE49-F238E27FC236}">
                    <a16:creationId xmlns:a16="http://schemas.microsoft.com/office/drawing/2014/main" id="{F9399539-CF46-4282-8C6C-2D42062FDC57}"/>
                  </a:ext>
                </a:extLst>
              </p:cNvPr>
              <p:cNvSpPr/>
              <p:nvPr/>
            </p:nvSpPr>
            <p:spPr>
              <a:xfrm>
                <a:off x="94689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6" name="object 588">
                <a:extLst>
                  <a:ext uri="{FF2B5EF4-FFF2-40B4-BE49-F238E27FC236}">
                    <a16:creationId xmlns:a16="http://schemas.microsoft.com/office/drawing/2014/main" id="{FB0E1553-9B8A-4C91-9419-3967564CC064}"/>
                  </a:ext>
                </a:extLst>
              </p:cNvPr>
              <p:cNvSpPr/>
              <p:nvPr/>
            </p:nvSpPr>
            <p:spPr>
              <a:xfrm>
                <a:off x="94689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7" name="object 589">
                <a:extLst>
                  <a:ext uri="{FF2B5EF4-FFF2-40B4-BE49-F238E27FC236}">
                    <a16:creationId xmlns:a16="http://schemas.microsoft.com/office/drawing/2014/main" id="{603D00B9-6F20-4EEA-9B3B-9AF1A4D65508}"/>
                  </a:ext>
                </a:extLst>
              </p:cNvPr>
              <p:cNvSpPr/>
              <p:nvPr/>
            </p:nvSpPr>
            <p:spPr>
              <a:xfrm>
                <a:off x="957789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8" name="object 590">
                <a:extLst>
                  <a:ext uri="{FF2B5EF4-FFF2-40B4-BE49-F238E27FC236}">
                    <a16:creationId xmlns:a16="http://schemas.microsoft.com/office/drawing/2014/main" id="{9F201092-69A9-4ED8-AD6C-4161A435E602}"/>
                  </a:ext>
                </a:extLst>
              </p:cNvPr>
              <p:cNvSpPr/>
              <p:nvPr/>
            </p:nvSpPr>
            <p:spPr>
              <a:xfrm>
                <a:off x="957789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9" name="object 591">
                <a:extLst>
                  <a:ext uri="{FF2B5EF4-FFF2-40B4-BE49-F238E27FC236}">
                    <a16:creationId xmlns:a16="http://schemas.microsoft.com/office/drawing/2014/main" id="{E644E554-6CB0-4A27-9FC8-E9D1B0F79CAD}"/>
                  </a:ext>
                </a:extLst>
              </p:cNvPr>
              <p:cNvSpPr/>
              <p:nvPr/>
            </p:nvSpPr>
            <p:spPr>
              <a:xfrm>
                <a:off x="696956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0" name="object 592">
                <a:extLst>
                  <a:ext uri="{FF2B5EF4-FFF2-40B4-BE49-F238E27FC236}">
                    <a16:creationId xmlns:a16="http://schemas.microsoft.com/office/drawing/2014/main" id="{E6F38788-CAC3-45D5-BE49-7D7D537D58D0}"/>
                  </a:ext>
                </a:extLst>
              </p:cNvPr>
              <p:cNvSpPr/>
              <p:nvPr/>
            </p:nvSpPr>
            <p:spPr>
              <a:xfrm>
                <a:off x="696956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1" name="object 593">
                <a:extLst>
                  <a:ext uri="{FF2B5EF4-FFF2-40B4-BE49-F238E27FC236}">
                    <a16:creationId xmlns:a16="http://schemas.microsoft.com/office/drawing/2014/main" id="{794E74EA-EDBD-42DE-8452-ECD48AD223F1}"/>
                  </a:ext>
                </a:extLst>
              </p:cNvPr>
              <p:cNvSpPr/>
              <p:nvPr/>
            </p:nvSpPr>
            <p:spPr>
              <a:xfrm>
                <a:off x="707853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2" name="object 594">
                <a:extLst>
                  <a:ext uri="{FF2B5EF4-FFF2-40B4-BE49-F238E27FC236}">
                    <a16:creationId xmlns:a16="http://schemas.microsoft.com/office/drawing/2014/main" id="{40A63233-A356-4B81-84EF-4946C9E422B3}"/>
                  </a:ext>
                </a:extLst>
              </p:cNvPr>
              <p:cNvSpPr/>
              <p:nvPr/>
            </p:nvSpPr>
            <p:spPr>
              <a:xfrm>
                <a:off x="707853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3" name="object 595">
                <a:extLst>
                  <a:ext uri="{FF2B5EF4-FFF2-40B4-BE49-F238E27FC236}">
                    <a16:creationId xmlns:a16="http://schemas.microsoft.com/office/drawing/2014/main" id="{8E59737B-C4E0-4CF6-89A7-F4D70D813223}"/>
                  </a:ext>
                </a:extLst>
              </p:cNvPr>
              <p:cNvSpPr/>
              <p:nvPr/>
            </p:nvSpPr>
            <p:spPr>
              <a:xfrm>
                <a:off x="718673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4" name="object 596">
                <a:extLst>
                  <a:ext uri="{FF2B5EF4-FFF2-40B4-BE49-F238E27FC236}">
                    <a16:creationId xmlns:a16="http://schemas.microsoft.com/office/drawing/2014/main" id="{78CB457E-419F-43E9-9F44-5EF880AC7A0C}"/>
                  </a:ext>
                </a:extLst>
              </p:cNvPr>
              <p:cNvSpPr/>
              <p:nvPr/>
            </p:nvSpPr>
            <p:spPr>
              <a:xfrm>
                <a:off x="718673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5" name="object 597">
                <a:extLst>
                  <a:ext uri="{FF2B5EF4-FFF2-40B4-BE49-F238E27FC236}">
                    <a16:creationId xmlns:a16="http://schemas.microsoft.com/office/drawing/2014/main" id="{FBB9FD21-775E-4DD8-9129-A7B6BB4E3D6C}"/>
                  </a:ext>
                </a:extLst>
              </p:cNvPr>
              <p:cNvSpPr/>
              <p:nvPr/>
            </p:nvSpPr>
            <p:spPr>
              <a:xfrm>
                <a:off x="729570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6" name="object 598">
                <a:extLst>
                  <a:ext uri="{FF2B5EF4-FFF2-40B4-BE49-F238E27FC236}">
                    <a16:creationId xmlns:a16="http://schemas.microsoft.com/office/drawing/2014/main" id="{33EDBF22-C131-4755-AD85-FBA41F3F14B2}"/>
                  </a:ext>
                </a:extLst>
              </p:cNvPr>
              <p:cNvSpPr/>
              <p:nvPr/>
            </p:nvSpPr>
            <p:spPr>
              <a:xfrm>
                <a:off x="729570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7" name="object 599">
                <a:extLst>
                  <a:ext uri="{FF2B5EF4-FFF2-40B4-BE49-F238E27FC236}">
                    <a16:creationId xmlns:a16="http://schemas.microsoft.com/office/drawing/2014/main" id="{A42576C7-76CF-4DF0-9CB4-9A2A2D95BEDE}"/>
                  </a:ext>
                </a:extLst>
              </p:cNvPr>
              <p:cNvSpPr/>
              <p:nvPr/>
            </p:nvSpPr>
            <p:spPr>
              <a:xfrm>
                <a:off x="740466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8" name="object 600">
                <a:extLst>
                  <a:ext uri="{FF2B5EF4-FFF2-40B4-BE49-F238E27FC236}">
                    <a16:creationId xmlns:a16="http://schemas.microsoft.com/office/drawing/2014/main" id="{0A728858-E17B-4256-BB74-D65355757EE5}"/>
                  </a:ext>
                </a:extLst>
              </p:cNvPr>
              <p:cNvSpPr/>
              <p:nvPr/>
            </p:nvSpPr>
            <p:spPr>
              <a:xfrm>
                <a:off x="740466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9" name="object 601">
                <a:extLst>
                  <a:ext uri="{FF2B5EF4-FFF2-40B4-BE49-F238E27FC236}">
                    <a16:creationId xmlns:a16="http://schemas.microsoft.com/office/drawing/2014/main" id="{9EF1B2A2-CC2B-41CB-8D55-AF3861BD0BD2}"/>
                  </a:ext>
                </a:extLst>
              </p:cNvPr>
              <p:cNvSpPr/>
              <p:nvPr/>
            </p:nvSpPr>
            <p:spPr>
              <a:xfrm>
                <a:off x="75128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0" name="object 602">
                <a:extLst>
                  <a:ext uri="{FF2B5EF4-FFF2-40B4-BE49-F238E27FC236}">
                    <a16:creationId xmlns:a16="http://schemas.microsoft.com/office/drawing/2014/main" id="{F33E29A8-1792-40AA-A9DF-8A9EF8AB4466}"/>
                  </a:ext>
                </a:extLst>
              </p:cNvPr>
              <p:cNvSpPr/>
              <p:nvPr/>
            </p:nvSpPr>
            <p:spPr>
              <a:xfrm>
                <a:off x="75128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1" name="object 603">
                <a:extLst>
                  <a:ext uri="{FF2B5EF4-FFF2-40B4-BE49-F238E27FC236}">
                    <a16:creationId xmlns:a16="http://schemas.microsoft.com/office/drawing/2014/main" id="{EC03302C-72FE-4802-A275-837525596BCA}"/>
                  </a:ext>
                </a:extLst>
              </p:cNvPr>
              <p:cNvSpPr/>
              <p:nvPr/>
            </p:nvSpPr>
            <p:spPr>
              <a:xfrm>
                <a:off x="762183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2" name="object 604">
                <a:extLst>
                  <a:ext uri="{FF2B5EF4-FFF2-40B4-BE49-F238E27FC236}">
                    <a16:creationId xmlns:a16="http://schemas.microsoft.com/office/drawing/2014/main" id="{74E70DB1-B3E4-40D7-97AB-C94D1D239DF1}"/>
                  </a:ext>
                </a:extLst>
              </p:cNvPr>
              <p:cNvSpPr/>
              <p:nvPr/>
            </p:nvSpPr>
            <p:spPr>
              <a:xfrm>
                <a:off x="762183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3" name="object 605">
                <a:extLst>
                  <a:ext uri="{FF2B5EF4-FFF2-40B4-BE49-F238E27FC236}">
                    <a16:creationId xmlns:a16="http://schemas.microsoft.com/office/drawing/2014/main" id="{8784326C-3A28-4D32-9F8E-716DE3976D19}"/>
                  </a:ext>
                </a:extLst>
              </p:cNvPr>
              <p:cNvSpPr/>
              <p:nvPr/>
            </p:nvSpPr>
            <p:spPr>
              <a:xfrm>
                <a:off x="773004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4" name="object 606">
                <a:extLst>
                  <a:ext uri="{FF2B5EF4-FFF2-40B4-BE49-F238E27FC236}">
                    <a16:creationId xmlns:a16="http://schemas.microsoft.com/office/drawing/2014/main" id="{B999E436-30A7-4CF3-9753-96D8C4407D41}"/>
                  </a:ext>
                </a:extLst>
              </p:cNvPr>
              <p:cNvSpPr/>
              <p:nvPr/>
            </p:nvSpPr>
            <p:spPr>
              <a:xfrm>
                <a:off x="773004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5" name="object 607">
                <a:extLst>
                  <a:ext uri="{FF2B5EF4-FFF2-40B4-BE49-F238E27FC236}">
                    <a16:creationId xmlns:a16="http://schemas.microsoft.com/office/drawing/2014/main" id="{4CA7FC8F-93C9-459F-BCF0-AE85EE7831D6}"/>
                  </a:ext>
                </a:extLst>
              </p:cNvPr>
              <p:cNvSpPr/>
              <p:nvPr/>
            </p:nvSpPr>
            <p:spPr>
              <a:xfrm>
                <a:off x="783900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6" name="object 608">
                <a:extLst>
                  <a:ext uri="{FF2B5EF4-FFF2-40B4-BE49-F238E27FC236}">
                    <a16:creationId xmlns:a16="http://schemas.microsoft.com/office/drawing/2014/main" id="{7E908BB8-19BB-4998-A64C-9222E0307CCF}"/>
                  </a:ext>
                </a:extLst>
              </p:cNvPr>
              <p:cNvSpPr/>
              <p:nvPr/>
            </p:nvSpPr>
            <p:spPr>
              <a:xfrm>
                <a:off x="783900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7" name="object 609">
                <a:extLst>
                  <a:ext uri="{FF2B5EF4-FFF2-40B4-BE49-F238E27FC236}">
                    <a16:creationId xmlns:a16="http://schemas.microsoft.com/office/drawing/2014/main" id="{601FD49A-59BA-4213-93AA-431DE200BA6A}"/>
                  </a:ext>
                </a:extLst>
              </p:cNvPr>
              <p:cNvSpPr/>
              <p:nvPr/>
            </p:nvSpPr>
            <p:spPr>
              <a:xfrm>
                <a:off x="79479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8" name="object 610">
                <a:extLst>
                  <a:ext uri="{FF2B5EF4-FFF2-40B4-BE49-F238E27FC236}">
                    <a16:creationId xmlns:a16="http://schemas.microsoft.com/office/drawing/2014/main" id="{38DDF94F-A122-47D4-9D7D-46611AD79BE1}"/>
                  </a:ext>
                </a:extLst>
              </p:cNvPr>
              <p:cNvSpPr/>
              <p:nvPr/>
            </p:nvSpPr>
            <p:spPr>
              <a:xfrm>
                <a:off x="79479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9" name="object 611">
                <a:extLst>
                  <a:ext uri="{FF2B5EF4-FFF2-40B4-BE49-F238E27FC236}">
                    <a16:creationId xmlns:a16="http://schemas.microsoft.com/office/drawing/2014/main" id="{EF9C40BE-ED83-49CA-B818-F74624152AEB}"/>
                  </a:ext>
                </a:extLst>
              </p:cNvPr>
              <p:cNvSpPr/>
              <p:nvPr/>
            </p:nvSpPr>
            <p:spPr>
              <a:xfrm>
                <a:off x="80561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0" name="object 612">
                <a:extLst>
                  <a:ext uri="{FF2B5EF4-FFF2-40B4-BE49-F238E27FC236}">
                    <a16:creationId xmlns:a16="http://schemas.microsoft.com/office/drawing/2014/main" id="{4769AB75-8181-4F05-B905-34F95781CE9A}"/>
                  </a:ext>
                </a:extLst>
              </p:cNvPr>
              <p:cNvSpPr/>
              <p:nvPr/>
            </p:nvSpPr>
            <p:spPr>
              <a:xfrm>
                <a:off x="80561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1" name="object 613">
                <a:extLst>
                  <a:ext uri="{FF2B5EF4-FFF2-40B4-BE49-F238E27FC236}">
                    <a16:creationId xmlns:a16="http://schemas.microsoft.com/office/drawing/2014/main" id="{25DD8F92-BE07-4272-8554-F0CB2BE12FFC}"/>
                  </a:ext>
                </a:extLst>
              </p:cNvPr>
              <p:cNvSpPr/>
              <p:nvPr/>
            </p:nvSpPr>
            <p:spPr>
              <a:xfrm>
                <a:off x="816514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2" name="object 614">
                <a:extLst>
                  <a:ext uri="{FF2B5EF4-FFF2-40B4-BE49-F238E27FC236}">
                    <a16:creationId xmlns:a16="http://schemas.microsoft.com/office/drawing/2014/main" id="{9BE8A3B1-3635-4D71-9818-15A7943AF503}"/>
                  </a:ext>
                </a:extLst>
              </p:cNvPr>
              <p:cNvSpPr/>
              <p:nvPr/>
            </p:nvSpPr>
            <p:spPr>
              <a:xfrm>
                <a:off x="816514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3" name="object 615">
                <a:extLst>
                  <a:ext uri="{FF2B5EF4-FFF2-40B4-BE49-F238E27FC236}">
                    <a16:creationId xmlns:a16="http://schemas.microsoft.com/office/drawing/2014/main" id="{AF718975-1CCE-4D4C-9B99-A42B40E7DBFF}"/>
                  </a:ext>
                </a:extLst>
              </p:cNvPr>
              <p:cNvSpPr/>
              <p:nvPr/>
            </p:nvSpPr>
            <p:spPr>
              <a:xfrm>
                <a:off x="82733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4" name="object 616">
                <a:extLst>
                  <a:ext uri="{FF2B5EF4-FFF2-40B4-BE49-F238E27FC236}">
                    <a16:creationId xmlns:a16="http://schemas.microsoft.com/office/drawing/2014/main" id="{4E5F549E-F0CD-4FD7-8E36-2926595A4A80}"/>
                  </a:ext>
                </a:extLst>
              </p:cNvPr>
              <p:cNvSpPr/>
              <p:nvPr/>
            </p:nvSpPr>
            <p:spPr>
              <a:xfrm>
                <a:off x="82733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5" name="object 617">
                <a:extLst>
                  <a:ext uri="{FF2B5EF4-FFF2-40B4-BE49-F238E27FC236}">
                    <a16:creationId xmlns:a16="http://schemas.microsoft.com/office/drawing/2014/main" id="{5307DF74-535C-41C9-928C-F175E9D86C05}"/>
                  </a:ext>
                </a:extLst>
              </p:cNvPr>
              <p:cNvSpPr/>
              <p:nvPr/>
            </p:nvSpPr>
            <p:spPr>
              <a:xfrm>
                <a:off x="83823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6" name="object 618">
                <a:extLst>
                  <a:ext uri="{FF2B5EF4-FFF2-40B4-BE49-F238E27FC236}">
                    <a16:creationId xmlns:a16="http://schemas.microsoft.com/office/drawing/2014/main" id="{28C23632-B3AC-4686-8165-7362068DC345}"/>
                  </a:ext>
                </a:extLst>
              </p:cNvPr>
              <p:cNvSpPr/>
              <p:nvPr/>
            </p:nvSpPr>
            <p:spPr>
              <a:xfrm>
                <a:off x="83823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7" name="object 619">
                <a:extLst>
                  <a:ext uri="{FF2B5EF4-FFF2-40B4-BE49-F238E27FC236}">
                    <a16:creationId xmlns:a16="http://schemas.microsoft.com/office/drawing/2014/main" id="{33981104-BE38-4FA5-BB8D-8C24562AC365}"/>
                  </a:ext>
                </a:extLst>
              </p:cNvPr>
              <p:cNvSpPr/>
              <p:nvPr/>
            </p:nvSpPr>
            <p:spPr>
              <a:xfrm>
                <a:off x="8491280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8" name="object 620">
                <a:extLst>
                  <a:ext uri="{FF2B5EF4-FFF2-40B4-BE49-F238E27FC236}">
                    <a16:creationId xmlns:a16="http://schemas.microsoft.com/office/drawing/2014/main" id="{32D81071-4812-4DAB-845D-BE9C01D6ACCD}"/>
                  </a:ext>
                </a:extLst>
              </p:cNvPr>
              <p:cNvSpPr/>
              <p:nvPr/>
            </p:nvSpPr>
            <p:spPr>
              <a:xfrm>
                <a:off x="8491280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9" name="object 621">
                <a:extLst>
                  <a:ext uri="{FF2B5EF4-FFF2-40B4-BE49-F238E27FC236}">
                    <a16:creationId xmlns:a16="http://schemas.microsoft.com/office/drawing/2014/main" id="{525B1E55-E420-4E17-8D92-B00F38DFF024}"/>
                  </a:ext>
                </a:extLst>
              </p:cNvPr>
              <p:cNvSpPr/>
              <p:nvPr/>
            </p:nvSpPr>
            <p:spPr>
              <a:xfrm>
                <a:off x="85994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0" name="object 622">
                <a:extLst>
                  <a:ext uri="{FF2B5EF4-FFF2-40B4-BE49-F238E27FC236}">
                    <a16:creationId xmlns:a16="http://schemas.microsoft.com/office/drawing/2014/main" id="{939259EE-5EB7-4747-8E80-F8D09F348FBA}"/>
                  </a:ext>
                </a:extLst>
              </p:cNvPr>
              <p:cNvSpPr/>
              <p:nvPr/>
            </p:nvSpPr>
            <p:spPr>
              <a:xfrm>
                <a:off x="85994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1" name="object 623">
                <a:extLst>
                  <a:ext uri="{FF2B5EF4-FFF2-40B4-BE49-F238E27FC236}">
                    <a16:creationId xmlns:a16="http://schemas.microsoft.com/office/drawing/2014/main" id="{9E45A437-B45A-461B-BB13-79403C0BBC60}"/>
                  </a:ext>
                </a:extLst>
              </p:cNvPr>
              <p:cNvSpPr/>
              <p:nvPr/>
            </p:nvSpPr>
            <p:spPr>
              <a:xfrm>
                <a:off x="8708437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2" name="object 624">
                <a:extLst>
                  <a:ext uri="{FF2B5EF4-FFF2-40B4-BE49-F238E27FC236}">
                    <a16:creationId xmlns:a16="http://schemas.microsoft.com/office/drawing/2014/main" id="{67BBE308-6DAC-4393-9288-2085A335103F}"/>
                  </a:ext>
                </a:extLst>
              </p:cNvPr>
              <p:cNvSpPr/>
              <p:nvPr/>
            </p:nvSpPr>
            <p:spPr>
              <a:xfrm>
                <a:off x="8708437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3" name="object 625">
                <a:extLst>
                  <a:ext uri="{FF2B5EF4-FFF2-40B4-BE49-F238E27FC236}">
                    <a16:creationId xmlns:a16="http://schemas.microsoft.com/office/drawing/2014/main" id="{FCB612E9-EF26-4933-961D-3FE39BB27E8E}"/>
                  </a:ext>
                </a:extLst>
              </p:cNvPr>
              <p:cNvSpPr/>
              <p:nvPr/>
            </p:nvSpPr>
            <p:spPr>
              <a:xfrm>
                <a:off x="881665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4" name="object 626">
                <a:extLst>
                  <a:ext uri="{FF2B5EF4-FFF2-40B4-BE49-F238E27FC236}">
                    <a16:creationId xmlns:a16="http://schemas.microsoft.com/office/drawing/2014/main" id="{659F497D-5F9A-4CAC-8A77-5441ABD7F60E}"/>
                  </a:ext>
                </a:extLst>
              </p:cNvPr>
              <p:cNvSpPr/>
              <p:nvPr/>
            </p:nvSpPr>
            <p:spPr>
              <a:xfrm>
                <a:off x="881665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5" name="object 627">
                <a:extLst>
                  <a:ext uri="{FF2B5EF4-FFF2-40B4-BE49-F238E27FC236}">
                    <a16:creationId xmlns:a16="http://schemas.microsoft.com/office/drawing/2014/main" id="{DF72D5E8-3888-4123-97A2-D6884F89BFD2}"/>
                  </a:ext>
                </a:extLst>
              </p:cNvPr>
              <p:cNvSpPr/>
              <p:nvPr/>
            </p:nvSpPr>
            <p:spPr>
              <a:xfrm>
                <a:off x="8925620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6" name="object 628">
                <a:extLst>
                  <a:ext uri="{FF2B5EF4-FFF2-40B4-BE49-F238E27FC236}">
                    <a16:creationId xmlns:a16="http://schemas.microsoft.com/office/drawing/2014/main" id="{89EBC6F0-9FD4-41E3-AE31-50DA1CB457CD}"/>
                  </a:ext>
                </a:extLst>
              </p:cNvPr>
              <p:cNvSpPr/>
              <p:nvPr/>
            </p:nvSpPr>
            <p:spPr>
              <a:xfrm>
                <a:off x="8925620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7" name="object 629">
                <a:extLst>
                  <a:ext uri="{FF2B5EF4-FFF2-40B4-BE49-F238E27FC236}">
                    <a16:creationId xmlns:a16="http://schemas.microsoft.com/office/drawing/2014/main" id="{2950A03A-79F5-47FF-9DC3-338B51F79790}"/>
                  </a:ext>
                </a:extLst>
              </p:cNvPr>
              <p:cNvSpPr/>
              <p:nvPr/>
            </p:nvSpPr>
            <p:spPr>
              <a:xfrm>
                <a:off x="90345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8" name="object 630">
                <a:extLst>
                  <a:ext uri="{FF2B5EF4-FFF2-40B4-BE49-F238E27FC236}">
                    <a16:creationId xmlns:a16="http://schemas.microsoft.com/office/drawing/2014/main" id="{FB4D568E-EEA7-40EA-8187-9938128B1D69}"/>
                  </a:ext>
                </a:extLst>
              </p:cNvPr>
              <p:cNvSpPr/>
              <p:nvPr/>
            </p:nvSpPr>
            <p:spPr>
              <a:xfrm>
                <a:off x="90345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9" name="object 631">
                <a:extLst>
                  <a:ext uri="{FF2B5EF4-FFF2-40B4-BE49-F238E27FC236}">
                    <a16:creationId xmlns:a16="http://schemas.microsoft.com/office/drawing/2014/main" id="{7260E4F7-48D5-42AC-9EFD-0E371C8DF42E}"/>
                  </a:ext>
                </a:extLst>
              </p:cNvPr>
              <p:cNvSpPr/>
              <p:nvPr/>
            </p:nvSpPr>
            <p:spPr>
              <a:xfrm>
                <a:off x="91427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0" name="object 632">
                <a:extLst>
                  <a:ext uri="{FF2B5EF4-FFF2-40B4-BE49-F238E27FC236}">
                    <a16:creationId xmlns:a16="http://schemas.microsoft.com/office/drawing/2014/main" id="{146C5CEF-62C6-432F-A44B-2DEFDA963FB1}"/>
                  </a:ext>
                </a:extLst>
              </p:cNvPr>
              <p:cNvSpPr/>
              <p:nvPr/>
            </p:nvSpPr>
            <p:spPr>
              <a:xfrm>
                <a:off x="91427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1" name="object 633">
                <a:extLst>
                  <a:ext uri="{FF2B5EF4-FFF2-40B4-BE49-F238E27FC236}">
                    <a16:creationId xmlns:a16="http://schemas.microsoft.com/office/drawing/2014/main" id="{88A1D22E-BB3B-41D9-9DB0-CEF1368AC9EE}"/>
                  </a:ext>
                </a:extLst>
              </p:cNvPr>
              <p:cNvSpPr/>
              <p:nvPr/>
            </p:nvSpPr>
            <p:spPr>
              <a:xfrm>
                <a:off x="9251756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2" name="object 634">
                <a:extLst>
                  <a:ext uri="{FF2B5EF4-FFF2-40B4-BE49-F238E27FC236}">
                    <a16:creationId xmlns:a16="http://schemas.microsoft.com/office/drawing/2014/main" id="{5E84AB52-6285-4380-AA64-DBB602BE8C65}"/>
                  </a:ext>
                </a:extLst>
              </p:cNvPr>
              <p:cNvSpPr/>
              <p:nvPr/>
            </p:nvSpPr>
            <p:spPr>
              <a:xfrm>
                <a:off x="9251756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3" name="object 635">
                <a:extLst>
                  <a:ext uri="{FF2B5EF4-FFF2-40B4-BE49-F238E27FC236}">
                    <a16:creationId xmlns:a16="http://schemas.microsoft.com/office/drawing/2014/main" id="{929DE57E-B3DD-4B63-99CB-A73D12D67024}"/>
                  </a:ext>
                </a:extLst>
              </p:cNvPr>
              <p:cNvSpPr/>
              <p:nvPr/>
            </p:nvSpPr>
            <p:spPr>
              <a:xfrm>
                <a:off x="93599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4" name="object 636">
                <a:extLst>
                  <a:ext uri="{FF2B5EF4-FFF2-40B4-BE49-F238E27FC236}">
                    <a16:creationId xmlns:a16="http://schemas.microsoft.com/office/drawing/2014/main" id="{AAC475A2-4224-4E1B-A71A-FF51A9E38030}"/>
                  </a:ext>
                </a:extLst>
              </p:cNvPr>
              <p:cNvSpPr/>
              <p:nvPr/>
            </p:nvSpPr>
            <p:spPr>
              <a:xfrm>
                <a:off x="93599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5" name="object 637">
                <a:extLst>
                  <a:ext uri="{FF2B5EF4-FFF2-40B4-BE49-F238E27FC236}">
                    <a16:creationId xmlns:a16="http://schemas.microsoft.com/office/drawing/2014/main" id="{E761B69D-34D9-4C53-BCE0-21A0DBAE1567}"/>
                  </a:ext>
                </a:extLst>
              </p:cNvPr>
              <p:cNvSpPr/>
              <p:nvPr/>
            </p:nvSpPr>
            <p:spPr>
              <a:xfrm>
                <a:off x="94689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6" name="object 638">
                <a:extLst>
                  <a:ext uri="{FF2B5EF4-FFF2-40B4-BE49-F238E27FC236}">
                    <a16:creationId xmlns:a16="http://schemas.microsoft.com/office/drawing/2014/main" id="{998A42C8-68B9-457A-83AE-22DDDD0AD5D8}"/>
                  </a:ext>
                </a:extLst>
              </p:cNvPr>
              <p:cNvSpPr/>
              <p:nvPr/>
            </p:nvSpPr>
            <p:spPr>
              <a:xfrm>
                <a:off x="94689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7" name="object 639">
                <a:extLst>
                  <a:ext uri="{FF2B5EF4-FFF2-40B4-BE49-F238E27FC236}">
                    <a16:creationId xmlns:a16="http://schemas.microsoft.com/office/drawing/2014/main" id="{AABF0461-9432-40A2-91C8-F18F6D1E50F4}"/>
                  </a:ext>
                </a:extLst>
              </p:cNvPr>
              <p:cNvSpPr/>
              <p:nvPr/>
            </p:nvSpPr>
            <p:spPr>
              <a:xfrm>
                <a:off x="957789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8" name="object 640">
                <a:extLst>
                  <a:ext uri="{FF2B5EF4-FFF2-40B4-BE49-F238E27FC236}">
                    <a16:creationId xmlns:a16="http://schemas.microsoft.com/office/drawing/2014/main" id="{167524B4-4835-4F38-A1D1-974C9F2C79FA}"/>
                  </a:ext>
                </a:extLst>
              </p:cNvPr>
              <p:cNvSpPr/>
              <p:nvPr/>
            </p:nvSpPr>
            <p:spPr>
              <a:xfrm>
                <a:off x="957789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9" name="object 641">
                <a:extLst>
                  <a:ext uri="{FF2B5EF4-FFF2-40B4-BE49-F238E27FC236}">
                    <a16:creationId xmlns:a16="http://schemas.microsoft.com/office/drawing/2014/main" id="{134C05F0-14DE-4081-AEE7-C08C23B72C90}"/>
                  </a:ext>
                </a:extLst>
              </p:cNvPr>
              <p:cNvSpPr/>
              <p:nvPr/>
            </p:nvSpPr>
            <p:spPr>
              <a:xfrm>
                <a:off x="696956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0" name="object 642">
                <a:extLst>
                  <a:ext uri="{FF2B5EF4-FFF2-40B4-BE49-F238E27FC236}">
                    <a16:creationId xmlns:a16="http://schemas.microsoft.com/office/drawing/2014/main" id="{E95F3E29-1667-4FAB-806F-2014B08ABC70}"/>
                  </a:ext>
                </a:extLst>
              </p:cNvPr>
              <p:cNvSpPr/>
              <p:nvPr/>
            </p:nvSpPr>
            <p:spPr>
              <a:xfrm>
                <a:off x="696956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1" name="object 643">
                <a:extLst>
                  <a:ext uri="{FF2B5EF4-FFF2-40B4-BE49-F238E27FC236}">
                    <a16:creationId xmlns:a16="http://schemas.microsoft.com/office/drawing/2014/main" id="{6940C4C3-3E51-42AA-B8E0-A350832252A6}"/>
                  </a:ext>
                </a:extLst>
              </p:cNvPr>
              <p:cNvSpPr/>
              <p:nvPr/>
            </p:nvSpPr>
            <p:spPr>
              <a:xfrm>
                <a:off x="707853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2" name="object 644">
                <a:extLst>
                  <a:ext uri="{FF2B5EF4-FFF2-40B4-BE49-F238E27FC236}">
                    <a16:creationId xmlns:a16="http://schemas.microsoft.com/office/drawing/2014/main" id="{1B62CD59-1062-431F-830D-0F915BBEFE2F}"/>
                  </a:ext>
                </a:extLst>
              </p:cNvPr>
              <p:cNvSpPr/>
              <p:nvPr/>
            </p:nvSpPr>
            <p:spPr>
              <a:xfrm>
                <a:off x="707853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3" name="object 645">
                <a:extLst>
                  <a:ext uri="{FF2B5EF4-FFF2-40B4-BE49-F238E27FC236}">
                    <a16:creationId xmlns:a16="http://schemas.microsoft.com/office/drawing/2014/main" id="{ED4FCB14-E990-4309-B33E-A4116F134A25}"/>
                  </a:ext>
                </a:extLst>
              </p:cNvPr>
              <p:cNvSpPr/>
              <p:nvPr/>
            </p:nvSpPr>
            <p:spPr>
              <a:xfrm>
                <a:off x="718673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4" name="object 646">
                <a:extLst>
                  <a:ext uri="{FF2B5EF4-FFF2-40B4-BE49-F238E27FC236}">
                    <a16:creationId xmlns:a16="http://schemas.microsoft.com/office/drawing/2014/main" id="{BB98E312-EFEC-4D5A-9020-D1C263A94A08}"/>
                  </a:ext>
                </a:extLst>
              </p:cNvPr>
              <p:cNvSpPr/>
              <p:nvPr/>
            </p:nvSpPr>
            <p:spPr>
              <a:xfrm>
                <a:off x="718673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5" name="object 647">
                <a:extLst>
                  <a:ext uri="{FF2B5EF4-FFF2-40B4-BE49-F238E27FC236}">
                    <a16:creationId xmlns:a16="http://schemas.microsoft.com/office/drawing/2014/main" id="{135495AC-A111-41DA-BA2A-C4E036290C34}"/>
                  </a:ext>
                </a:extLst>
              </p:cNvPr>
              <p:cNvSpPr/>
              <p:nvPr/>
            </p:nvSpPr>
            <p:spPr>
              <a:xfrm>
                <a:off x="729570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6" name="object 648">
                <a:extLst>
                  <a:ext uri="{FF2B5EF4-FFF2-40B4-BE49-F238E27FC236}">
                    <a16:creationId xmlns:a16="http://schemas.microsoft.com/office/drawing/2014/main" id="{BB94FB79-4323-490F-B6F1-429DBFECBA9E}"/>
                  </a:ext>
                </a:extLst>
              </p:cNvPr>
              <p:cNvSpPr/>
              <p:nvPr/>
            </p:nvSpPr>
            <p:spPr>
              <a:xfrm>
                <a:off x="729570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7" name="object 649">
                <a:extLst>
                  <a:ext uri="{FF2B5EF4-FFF2-40B4-BE49-F238E27FC236}">
                    <a16:creationId xmlns:a16="http://schemas.microsoft.com/office/drawing/2014/main" id="{E0D79DA1-5565-4D3B-A7C3-C259A55059CC}"/>
                  </a:ext>
                </a:extLst>
              </p:cNvPr>
              <p:cNvSpPr/>
              <p:nvPr/>
            </p:nvSpPr>
            <p:spPr>
              <a:xfrm>
                <a:off x="740466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8" name="object 650">
                <a:extLst>
                  <a:ext uri="{FF2B5EF4-FFF2-40B4-BE49-F238E27FC236}">
                    <a16:creationId xmlns:a16="http://schemas.microsoft.com/office/drawing/2014/main" id="{6617BA7F-1734-4277-8C66-EA7F9A468AFA}"/>
                  </a:ext>
                </a:extLst>
              </p:cNvPr>
              <p:cNvSpPr/>
              <p:nvPr/>
            </p:nvSpPr>
            <p:spPr>
              <a:xfrm>
                <a:off x="740466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9" name="object 651">
                <a:extLst>
                  <a:ext uri="{FF2B5EF4-FFF2-40B4-BE49-F238E27FC236}">
                    <a16:creationId xmlns:a16="http://schemas.microsoft.com/office/drawing/2014/main" id="{37EBF517-C42E-4A9B-9E52-7FCB471598BB}"/>
                  </a:ext>
                </a:extLst>
              </p:cNvPr>
              <p:cNvSpPr/>
              <p:nvPr/>
            </p:nvSpPr>
            <p:spPr>
              <a:xfrm>
                <a:off x="75128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0" name="object 652">
                <a:extLst>
                  <a:ext uri="{FF2B5EF4-FFF2-40B4-BE49-F238E27FC236}">
                    <a16:creationId xmlns:a16="http://schemas.microsoft.com/office/drawing/2014/main" id="{120FB6DD-8046-42BB-9C55-4DD0CBF28060}"/>
                  </a:ext>
                </a:extLst>
              </p:cNvPr>
              <p:cNvSpPr/>
              <p:nvPr/>
            </p:nvSpPr>
            <p:spPr>
              <a:xfrm>
                <a:off x="75128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1" name="object 653">
                <a:extLst>
                  <a:ext uri="{FF2B5EF4-FFF2-40B4-BE49-F238E27FC236}">
                    <a16:creationId xmlns:a16="http://schemas.microsoft.com/office/drawing/2014/main" id="{36C63EB9-636D-4C80-9AE1-F27C8A7C0D6A}"/>
                  </a:ext>
                </a:extLst>
              </p:cNvPr>
              <p:cNvSpPr/>
              <p:nvPr/>
            </p:nvSpPr>
            <p:spPr>
              <a:xfrm>
                <a:off x="762183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2" name="object 654">
                <a:extLst>
                  <a:ext uri="{FF2B5EF4-FFF2-40B4-BE49-F238E27FC236}">
                    <a16:creationId xmlns:a16="http://schemas.microsoft.com/office/drawing/2014/main" id="{DF9713B6-47B2-4D8F-AC34-CE582C3ACFBE}"/>
                  </a:ext>
                </a:extLst>
              </p:cNvPr>
              <p:cNvSpPr/>
              <p:nvPr/>
            </p:nvSpPr>
            <p:spPr>
              <a:xfrm>
                <a:off x="762183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3" name="object 655">
                <a:extLst>
                  <a:ext uri="{FF2B5EF4-FFF2-40B4-BE49-F238E27FC236}">
                    <a16:creationId xmlns:a16="http://schemas.microsoft.com/office/drawing/2014/main" id="{B705A310-296D-4E53-BB23-2F6CCEBD7CC2}"/>
                  </a:ext>
                </a:extLst>
              </p:cNvPr>
              <p:cNvSpPr/>
              <p:nvPr/>
            </p:nvSpPr>
            <p:spPr>
              <a:xfrm>
                <a:off x="773004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4" name="object 656">
                <a:extLst>
                  <a:ext uri="{FF2B5EF4-FFF2-40B4-BE49-F238E27FC236}">
                    <a16:creationId xmlns:a16="http://schemas.microsoft.com/office/drawing/2014/main" id="{E91C19A4-ED41-47E0-B295-F16CE2C15950}"/>
                  </a:ext>
                </a:extLst>
              </p:cNvPr>
              <p:cNvSpPr/>
              <p:nvPr/>
            </p:nvSpPr>
            <p:spPr>
              <a:xfrm>
                <a:off x="773004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5" name="object 657">
                <a:extLst>
                  <a:ext uri="{FF2B5EF4-FFF2-40B4-BE49-F238E27FC236}">
                    <a16:creationId xmlns:a16="http://schemas.microsoft.com/office/drawing/2014/main" id="{EFD8698D-0077-44EF-9E50-003B848242F4}"/>
                  </a:ext>
                </a:extLst>
              </p:cNvPr>
              <p:cNvSpPr/>
              <p:nvPr/>
            </p:nvSpPr>
            <p:spPr>
              <a:xfrm>
                <a:off x="783900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6" name="object 658">
                <a:extLst>
                  <a:ext uri="{FF2B5EF4-FFF2-40B4-BE49-F238E27FC236}">
                    <a16:creationId xmlns:a16="http://schemas.microsoft.com/office/drawing/2014/main" id="{AA45E4B9-17F9-4676-B133-F654E50D16EB}"/>
                  </a:ext>
                </a:extLst>
              </p:cNvPr>
              <p:cNvSpPr/>
              <p:nvPr/>
            </p:nvSpPr>
            <p:spPr>
              <a:xfrm>
                <a:off x="783900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7" name="object 659">
                <a:extLst>
                  <a:ext uri="{FF2B5EF4-FFF2-40B4-BE49-F238E27FC236}">
                    <a16:creationId xmlns:a16="http://schemas.microsoft.com/office/drawing/2014/main" id="{151B5BD7-FC92-43A7-B438-0DDA9B7A9F21}"/>
                  </a:ext>
                </a:extLst>
              </p:cNvPr>
              <p:cNvSpPr/>
              <p:nvPr/>
            </p:nvSpPr>
            <p:spPr>
              <a:xfrm>
                <a:off x="79479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8" name="object 660">
                <a:extLst>
                  <a:ext uri="{FF2B5EF4-FFF2-40B4-BE49-F238E27FC236}">
                    <a16:creationId xmlns:a16="http://schemas.microsoft.com/office/drawing/2014/main" id="{7B1FA225-E215-41A9-B10A-82BD36F0F723}"/>
                  </a:ext>
                </a:extLst>
              </p:cNvPr>
              <p:cNvSpPr/>
              <p:nvPr/>
            </p:nvSpPr>
            <p:spPr>
              <a:xfrm>
                <a:off x="79479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9" name="object 661">
                <a:extLst>
                  <a:ext uri="{FF2B5EF4-FFF2-40B4-BE49-F238E27FC236}">
                    <a16:creationId xmlns:a16="http://schemas.microsoft.com/office/drawing/2014/main" id="{472D0B24-C4C3-49DC-97E5-E73D4BF98AB4}"/>
                  </a:ext>
                </a:extLst>
              </p:cNvPr>
              <p:cNvSpPr/>
              <p:nvPr/>
            </p:nvSpPr>
            <p:spPr>
              <a:xfrm>
                <a:off x="80561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0" name="object 662">
                <a:extLst>
                  <a:ext uri="{FF2B5EF4-FFF2-40B4-BE49-F238E27FC236}">
                    <a16:creationId xmlns:a16="http://schemas.microsoft.com/office/drawing/2014/main" id="{C1E6F2C6-A71E-4018-AD95-19B52B77B4F2}"/>
                  </a:ext>
                </a:extLst>
              </p:cNvPr>
              <p:cNvSpPr/>
              <p:nvPr/>
            </p:nvSpPr>
            <p:spPr>
              <a:xfrm>
                <a:off x="80561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1" name="object 663">
                <a:extLst>
                  <a:ext uri="{FF2B5EF4-FFF2-40B4-BE49-F238E27FC236}">
                    <a16:creationId xmlns:a16="http://schemas.microsoft.com/office/drawing/2014/main" id="{671D4818-27B5-4836-8FED-9E25BCDA7A3C}"/>
                  </a:ext>
                </a:extLst>
              </p:cNvPr>
              <p:cNvSpPr/>
              <p:nvPr/>
            </p:nvSpPr>
            <p:spPr>
              <a:xfrm>
                <a:off x="816514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2" name="object 664">
                <a:extLst>
                  <a:ext uri="{FF2B5EF4-FFF2-40B4-BE49-F238E27FC236}">
                    <a16:creationId xmlns:a16="http://schemas.microsoft.com/office/drawing/2014/main" id="{A1163FE0-3456-4250-8665-7F541348294F}"/>
                  </a:ext>
                </a:extLst>
              </p:cNvPr>
              <p:cNvSpPr/>
              <p:nvPr/>
            </p:nvSpPr>
            <p:spPr>
              <a:xfrm>
                <a:off x="816514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3" name="object 665">
                <a:extLst>
                  <a:ext uri="{FF2B5EF4-FFF2-40B4-BE49-F238E27FC236}">
                    <a16:creationId xmlns:a16="http://schemas.microsoft.com/office/drawing/2014/main" id="{E15692E4-4AE1-4799-9AD8-84C6E1131763}"/>
                  </a:ext>
                </a:extLst>
              </p:cNvPr>
              <p:cNvSpPr/>
              <p:nvPr/>
            </p:nvSpPr>
            <p:spPr>
              <a:xfrm>
                <a:off x="82733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4" name="object 666">
                <a:extLst>
                  <a:ext uri="{FF2B5EF4-FFF2-40B4-BE49-F238E27FC236}">
                    <a16:creationId xmlns:a16="http://schemas.microsoft.com/office/drawing/2014/main" id="{2FC35C52-A7DA-4AAA-BFB7-785342F2CB79}"/>
                  </a:ext>
                </a:extLst>
              </p:cNvPr>
              <p:cNvSpPr/>
              <p:nvPr/>
            </p:nvSpPr>
            <p:spPr>
              <a:xfrm>
                <a:off x="82733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5" name="object 667">
                <a:extLst>
                  <a:ext uri="{FF2B5EF4-FFF2-40B4-BE49-F238E27FC236}">
                    <a16:creationId xmlns:a16="http://schemas.microsoft.com/office/drawing/2014/main" id="{5D37DAED-FBB5-4E28-9E41-1DDAD9216B3D}"/>
                  </a:ext>
                </a:extLst>
              </p:cNvPr>
              <p:cNvSpPr/>
              <p:nvPr/>
            </p:nvSpPr>
            <p:spPr>
              <a:xfrm>
                <a:off x="83823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6" name="object 668">
                <a:extLst>
                  <a:ext uri="{FF2B5EF4-FFF2-40B4-BE49-F238E27FC236}">
                    <a16:creationId xmlns:a16="http://schemas.microsoft.com/office/drawing/2014/main" id="{D1C5485B-42A2-42D6-ABAB-94107D815D26}"/>
                  </a:ext>
                </a:extLst>
              </p:cNvPr>
              <p:cNvSpPr/>
              <p:nvPr/>
            </p:nvSpPr>
            <p:spPr>
              <a:xfrm>
                <a:off x="83823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7" name="object 669">
                <a:extLst>
                  <a:ext uri="{FF2B5EF4-FFF2-40B4-BE49-F238E27FC236}">
                    <a16:creationId xmlns:a16="http://schemas.microsoft.com/office/drawing/2014/main" id="{B9D6C808-C17D-4F51-A148-951E240D31B2}"/>
                  </a:ext>
                </a:extLst>
              </p:cNvPr>
              <p:cNvSpPr/>
              <p:nvPr/>
            </p:nvSpPr>
            <p:spPr>
              <a:xfrm>
                <a:off x="8491280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8" name="object 670">
                <a:extLst>
                  <a:ext uri="{FF2B5EF4-FFF2-40B4-BE49-F238E27FC236}">
                    <a16:creationId xmlns:a16="http://schemas.microsoft.com/office/drawing/2014/main" id="{EF28BC6C-33F6-4A95-ABCE-46275B11D284}"/>
                  </a:ext>
                </a:extLst>
              </p:cNvPr>
              <p:cNvSpPr/>
              <p:nvPr/>
            </p:nvSpPr>
            <p:spPr>
              <a:xfrm>
                <a:off x="8491280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9" name="object 671">
                <a:extLst>
                  <a:ext uri="{FF2B5EF4-FFF2-40B4-BE49-F238E27FC236}">
                    <a16:creationId xmlns:a16="http://schemas.microsoft.com/office/drawing/2014/main" id="{669B20A8-7C25-4323-8685-29FB65640F54}"/>
                  </a:ext>
                </a:extLst>
              </p:cNvPr>
              <p:cNvSpPr/>
              <p:nvPr/>
            </p:nvSpPr>
            <p:spPr>
              <a:xfrm>
                <a:off x="85994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0" name="object 672">
                <a:extLst>
                  <a:ext uri="{FF2B5EF4-FFF2-40B4-BE49-F238E27FC236}">
                    <a16:creationId xmlns:a16="http://schemas.microsoft.com/office/drawing/2014/main" id="{19D22641-C9F3-46E3-BD3A-77F19B21CB6B}"/>
                  </a:ext>
                </a:extLst>
              </p:cNvPr>
              <p:cNvSpPr/>
              <p:nvPr/>
            </p:nvSpPr>
            <p:spPr>
              <a:xfrm>
                <a:off x="85994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1" name="object 673">
                <a:extLst>
                  <a:ext uri="{FF2B5EF4-FFF2-40B4-BE49-F238E27FC236}">
                    <a16:creationId xmlns:a16="http://schemas.microsoft.com/office/drawing/2014/main" id="{0A82695C-F9FB-4453-A452-89451BEB4508}"/>
                  </a:ext>
                </a:extLst>
              </p:cNvPr>
              <p:cNvSpPr/>
              <p:nvPr/>
            </p:nvSpPr>
            <p:spPr>
              <a:xfrm>
                <a:off x="8708437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2" name="object 674">
                <a:extLst>
                  <a:ext uri="{FF2B5EF4-FFF2-40B4-BE49-F238E27FC236}">
                    <a16:creationId xmlns:a16="http://schemas.microsoft.com/office/drawing/2014/main" id="{87A3D2BE-440A-4901-8462-141A31EA8597}"/>
                  </a:ext>
                </a:extLst>
              </p:cNvPr>
              <p:cNvSpPr/>
              <p:nvPr/>
            </p:nvSpPr>
            <p:spPr>
              <a:xfrm>
                <a:off x="8708437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3" name="object 675">
                <a:extLst>
                  <a:ext uri="{FF2B5EF4-FFF2-40B4-BE49-F238E27FC236}">
                    <a16:creationId xmlns:a16="http://schemas.microsoft.com/office/drawing/2014/main" id="{61E3C74A-35C0-4EFA-9EBE-38C5527372F5}"/>
                  </a:ext>
                </a:extLst>
              </p:cNvPr>
              <p:cNvSpPr/>
              <p:nvPr/>
            </p:nvSpPr>
            <p:spPr>
              <a:xfrm>
                <a:off x="881665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4" name="object 676">
                <a:extLst>
                  <a:ext uri="{FF2B5EF4-FFF2-40B4-BE49-F238E27FC236}">
                    <a16:creationId xmlns:a16="http://schemas.microsoft.com/office/drawing/2014/main" id="{3339C389-FDB2-4E10-931B-1DF863C58B55}"/>
                  </a:ext>
                </a:extLst>
              </p:cNvPr>
              <p:cNvSpPr/>
              <p:nvPr/>
            </p:nvSpPr>
            <p:spPr>
              <a:xfrm>
                <a:off x="881665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5" name="object 677">
                <a:extLst>
                  <a:ext uri="{FF2B5EF4-FFF2-40B4-BE49-F238E27FC236}">
                    <a16:creationId xmlns:a16="http://schemas.microsoft.com/office/drawing/2014/main" id="{E87412AC-5FC6-41CC-B2D6-B0B1A7A79C36}"/>
                  </a:ext>
                </a:extLst>
              </p:cNvPr>
              <p:cNvSpPr/>
              <p:nvPr/>
            </p:nvSpPr>
            <p:spPr>
              <a:xfrm>
                <a:off x="8925620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6" name="object 678">
                <a:extLst>
                  <a:ext uri="{FF2B5EF4-FFF2-40B4-BE49-F238E27FC236}">
                    <a16:creationId xmlns:a16="http://schemas.microsoft.com/office/drawing/2014/main" id="{4D6DC6F4-77E5-4B4A-9B67-EBF88CEE3BC4}"/>
                  </a:ext>
                </a:extLst>
              </p:cNvPr>
              <p:cNvSpPr/>
              <p:nvPr/>
            </p:nvSpPr>
            <p:spPr>
              <a:xfrm>
                <a:off x="8925620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7" name="object 679">
                <a:extLst>
                  <a:ext uri="{FF2B5EF4-FFF2-40B4-BE49-F238E27FC236}">
                    <a16:creationId xmlns:a16="http://schemas.microsoft.com/office/drawing/2014/main" id="{9214C88F-FA24-400C-84DE-0B1947C3C883}"/>
                  </a:ext>
                </a:extLst>
              </p:cNvPr>
              <p:cNvSpPr/>
              <p:nvPr/>
            </p:nvSpPr>
            <p:spPr>
              <a:xfrm>
                <a:off x="90345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8" name="object 680">
                <a:extLst>
                  <a:ext uri="{FF2B5EF4-FFF2-40B4-BE49-F238E27FC236}">
                    <a16:creationId xmlns:a16="http://schemas.microsoft.com/office/drawing/2014/main" id="{7C69A5D4-E4F9-422D-B863-BA1DC3F3357D}"/>
                  </a:ext>
                </a:extLst>
              </p:cNvPr>
              <p:cNvSpPr/>
              <p:nvPr/>
            </p:nvSpPr>
            <p:spPr>
              <a:xfrm>
                <a:off x="90345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9" name="object 681">
                <a:extLst>
                  <a:ext uri="{FF2B5EF4-FFF2-40B4-BE49-F238E27FC236}">
                    <a16:creationId xmlns:a16="http://schemas.microsoft.com/office/drawing/2014/main" id="{1E3C6326-3D08-465D-9EAC-CCC80B4A178C}"/>
                  </a:ext>
                </a:extLst>
              </p:cNvPr>
              <p:cNvSpPr/>
              <p:nvPr/>
            </p:nvSpPr>
            <p:spPr>
              <a:xfrm>
                <a:off x="91427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0" name="object 682">
                <a:extLst>
                  <a:ext uri="{FF2B5EF4-FFF2-40B4-BE49-F238E27FC236}">
                    <a16:creationId xmlns:a16="http://schemas.microsoft.com/office/drawing/2014/main" id="{42D0204B-5107-4C63-8F94-2144B4824229}"/>
                  </a:ext>
                </a:extLst>
              </p:cNvPr>
              <p:cNvSpPr/>
              <p:nvPr/>
            </p:nvSpPr>
            <p:spPr>
              <a:xfrm>
                <a:off x="91427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1" name="object 683">
                <a:extLst>
                  <a:ext uri="{FF2B5EF4-FFF2-40B4-BE49-F238E27FC236}">
                    <a16:creationId xmlns:a16="http://schemas.microsoft.com/office/drawing/2014/main" id="{23A3F1FC-319F-4CC6-8CF7-DF58868ECD82}"/>
                  </a:ext>
                </a:extLst>
              </p:cNvPr>
              <p:cNvSpPr/>
              <p:nvPr/>
            </p:nvSpPr>
            <p:spPr>
              <a:xfrm>
                <a:off x="9251756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2" name="object 684">
                <a:extLst>
                  <a:ext uri="{FF2B5EF4-FFF2-40B4-BE49-F238E27FC236}">
                    <a16:creationId xmlns:a16="http://schemas.microsoft.com/office/drawing/2014/main" id="{913B5B0B-1801-4011-BB9C-902F460CFD56}"/>
                  </a:ext>
                </a:extLst>
              </p:cNvPr>
              <p:cNvSpPr/>
              <p:nvPr/>
            </p:nvSpPr>
            <p:spPr>
              <a:xfrm>
                <a:off x="9251756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3" name="object 685">
                <a:extLst>
                  <a:ext uri="{FF2B5EF4-FFF2-40B4-BE49-F238E27FC236}">
                    <a16:creationId xmlns:a16="http://schemas.microsoft.com/office/drawing/2014/main" id="{4B0C91E0-4F1D-4B07-9D3E-5FF391430DA1}"/>
                  </a:ext>
                </a:extLst>
              </p:cNvPr>
              <p:cNvSpPr/>
              <p:nvPr/>
            </p:nvSpPr>
            <p:spPr>
              <a:xfrm>
                <a:off x="93599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4" name="object 686">
                <a:extLst>
                  <a:ext uri="{FF2B5EF4-FFF2-40B4-BE49-F238E27FC236}">
                    <a16:creationId xmlns:a16="http://schemas.microsoft.com/office/drawing/2014/main" id="{B20F29F0-ABE7-4D6A-9352-26FA051676CC}"/>
                  </a:ext>
                </a:extLst>
              </p:cNvPr>
              <p:cNvSpPr/>
              <p:nvPr/>
            </p:nvSpPr>
            <p:spPr>
              <a:xfrm>
                <a:off x="93599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5" name="object 687">
                <a:extLst>
                  <a:ext uri="{FF2B5EF4-FFF2-40B4-BE49-F238E27FC236}">
                    <a16:creationId xmlns:a16="http://schemas.microsoft.com/office/drawing/2014/main" id="{9F3E4861-565D-4D16-82C1-6F63EDFF80D4}"/>
                  </a:ext>
                </a:extLst>
              </p:cNvPr>
              <p:cNvSpPr/>
              <p:nvPr/>
            </p:nvSpPr>
            <p:spPr>
              <a:xfrm>
                <a:off x="94689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6" name="object 688">
                <a:extLst>
                  <a:ext uri="{FF2B5EF4-FFF2-40B4-BE49-F238E27FC236}">
                    <a16:creationId xmlns:a16="http://schemas.microsoft.com/office/drawing/2014/main" id="{1F313131-F4C5-4A69-8495-39F7A360CC7C}"/>
                  </a:ext>
                </a:extLst>
              </p:cNvPr>
              <p:cNvSpPr/>
              <p:nvPr/>
            </p:nvSpPr>
            <p:spPr>
              <a:xfrm>
                <a:off x="94689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7" name="object 689">
                <a:extLst>
                  <a:ext uri="{FF2B5EF4-FFF2-40B4-BE49-F238E27FC236}">
                    <a16:creationId xmlns:a16="http://schemas.microsoft.com/office/drawing/2014/main" id="{D7384FD6-EA20-484F-86B6-F1ECCFC5F8EF}"/>
                  </a:ext>
                </a:extLst>
              </p:cNvPr>
              <p:cNvSpPr/>
              <p:nvPr/>
            </p:nvSpPr>
            <p:spPr>
              <a:xfrm>
                <a:off x="957789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8" name="object 690">
                <a:extLst>
                  <a:ext uri="{FF2B5EF4-FFF2-40B4-BE49-F238E27FC236}">
                    <a16:creationId xmlns:a16="http://schemas.microsoft.com/office/drawing/2014/main" id="{961A1C07-CC61-4309-95FF-33899769B8D2}"/>
                  </a:ext>
                </a:extLst>
              </p:cNvPr>
              <p:cNvSpPr/>
              <p:nvPr/>
            </p:nvSpPr>
            <p:spPr>
              <a:xfrm>
                <a:off x="957789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9" name="object 691">
                <a:extLst>
                  <a:ext uri="{FF2B5EF4-FFF2-40B4-BE49-F238E27FC236}">
                    <a16:creationId xmlns:a16="http://schemas.microsoft.com/office/drawing/2014/main" id="{1E071910-B474-412D-A3E1-C503D5AE8FEF}"/>
                  </a:ext>
                </a:extLst>
              </p:cNvPr>
              <p:cNvSpPr/>
              <p:nvPr/>
            </p:nvSpPr>
            <p:spPr>
              <a:xfrm>
                <a:off x="696956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0" name="object 692">
                <a:extLst>
                  <a:ext uri="{FF2B5EF4-FFF2-40B4-BE49-F238E27FC236}">
                    <a16:creationId xmlns:a16="http://schemas.microsoft.com/office/drawing/2014/main" id="{3C5D8BA9-B1D2-4D91-B380-7B4AB15F4750}"/>
                  </a:ext>
                </a:extLst>
              </p:cNvPr>
              <p:cNvSpPr/>
              <p:nvPr/>
            </p:nvSpPr>
            <p:spPr>
              <a:xfrm>
                <a:off x="696956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1" name="object 693">
                <a:extLst>
                  <a:ext uri="{FF2B5EF4-FFF2-40B4-BE49-F238E27FC236}">
                    <a16:creationId xmlns:a16="http://schemas.microsoft.com/office/drawing/2014/main" id="{CF8E7F11-817F-401B-8ABC-6BBB430832ED}"/>
                  </a:ext>
                </a:extLst>
              </p:cNvPr>
              <p:cNvSpPr/>
              <p:nvPr/>
            </p:nvSpPr>
            <p:spPr>
              <a:xfrm>
                <a:off x="707853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2" name="object 694">
                <a:extLst>
                  <a:ext uri="{FF2B5EF4-FFF2-40B4-BE49-F238E27FC236}">
                    <a16:creationId xmlns:a16="http://schemas.microsoft.com/office/drawing/2014/main" id="{5826F0CF-E62D-4ADF-A354-30DAAB9A4DE7}"/>
                  </a:ext>
                </a:extLst>
              </p:cNvPr>
              <p:cNvSpPr/>
              <p:nvPr/>
            </p:nvSpPr>
            <p:spPr>
              <a:xfrm>
                <a:off x="707853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3" name="object 695">
                <a:extLst>
                  <a:ext uri="{FF2B5EF4-FFF2-40B4-BE49-F238E27FC236}">
                    <a16:creationId xmlns:a16="http://schemas.microsoft.com/office/drawing/2014/main" id="{17A8B61D-E9AE-4138-A261-9BA69A5EC81D}"/>
                  </a:ext>
                </a:extLst>
              </p:cNvPr>
              <p:cNvSpPr/>
              <p:nvPr/>
            </p:nvSpPr>
            <p:spPr>
              <a:xfrm>
                <a:off x="718673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4" name="object 696">
                <a:extLst>
                  <a:ext uri="{FF2B5EF4-FFF2-40B4-BE49-F238E27FC236}">
                    <a16:creationId xmlns:a16="http://schemas.microsoft.com/office/drawing/2014/main" id="{4E0A359F-8633-4A02-AB76-FEDB37C0CABA}"/>
                  </a:ext>
                </a:extLst>
              </p:cNvPr>
              <p:cNvSpPr/>
              <p:nvPr/>
            </p:nvSpPr>
            <p:spPr>
              <a:xfrm>
                <a:off x="718673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5" name="object 697">
                <a:extLst>
                  <a:ext uri="{FF2B5EF4-FFF2-40B4-BE49-F238E27FC236}">
                    <a16:creationId xmlns:a16="http://schemas.microsoft.com/office/drawing/2014/main" id="{4C52CAE8-3C45-478E-9B03-D90F5A8E7909}"/>
                  </a:ext>
                </a:extLst>
              </p:cNvPr>
              <p:cNvSpPr/>
              <p:nvPr/>
            </p:nvSpPr>
            <p:spPr>
              <a:xfrm>
                <a:off x="729570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6" name="object 698">
                <a:extLst>
                  <a:ext uri="{FF2B5EF4-FFF2-40B4-BE49-F238E27FC236}">
                    <a16:creationId xmlns:a16="http://schemas.microsoft.com/office/drawing/2014/main" id="{C417522E-361C-4511-B3C2-A97A987B50AC}"/>
                  </a:ext>
                </a:extLst>
              </p:cNvPr>
              <p:cNvSpPr/>
              <p:nvPr/>
            </p:nvSpPr>
            <p:spPr>
              <a:xfrm>
                <a:off x="729570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7" name="object 699">
                <a:extLst>
                  <a:ext uri="{FF2B5EF4-FFF2-40B4-BE49-F238E27FC236}">
                    <a16:creationId xmlns:a16="http://schemas.microsoft.com/office/drawing/2014/main" id="{1C1E0FF4-33E9-400B-99DA-504D9F320AEE}"/>
                  </a:ext>
                </a:extLst>
              </p:cNvPr>
              <p:cNvSpPr/>
              <p:nvPr/>
            </p:nvSpPr>
            <p:spPr>
              <a:xfrm>
                <a:off x="740466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8" name="object 700">
                <a:extLst>
                  <a:ext uri="{FF2B5EF4-FFF2-40B4-BE49-F238E27FC236}">
                    <a16:creationId xmlns:a16="http://schemas.microsoft.com/office/drawing/2014/main" id="{99DE5316-7157-455E-A1E3-2C8010BB1017}"/>
                  </a:ext>
                </a:extLst>
              </p:cNvPr>
              <p:cNvSpPr/>
              <p:nvPr/>
            </p:nvSpPr>
            <p:spPr>
              <a:xfrm>
                <a:off x="740466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9" name="object 701">
                <a:extLst>
                  <a:ext uri="{FF2B5EF4-FFF2-40B4-BE49-F238E27FC236}">
                    <a16:creationId xmlns:a16="http://schemas.microsoft.com/office/drawing/2014/main" id="{5446865A-D28C-427A-9FA6-48D0BCA5B675}"/>
                  </a:ext>
                </a:extLst>
              </p:cNvPr>
              <p:cNvSpPr/>
              <p:nvPr/>
            </p:nvSpPr>
            <p:spPr>
              <a:xfrm>
                <a:off x="75128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0" name="object 702">
                <a:extLst>
                  <a:ext uri="{FF2B5EF4-FFF2-40B4-BE49-F238E27FC236}">
                    <a16:creationId xmlns:a16="http://schemas.microsoft.com/office/drawing/2014/main" id="{999B0481-0B59-402D-A435-B9B8897B87B4}"/>
                  </a:ext>
                </a:extLst>
              </p:cNvPr>
              <p:cNvSpPr/>
              <p:nvPr/>
            </p:nvSpPr>
            <p:spPr>
              <a:xfrm>
                <a:off x="75128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1" name="object 703">
                <a:extLst>
                  <a:ext uri="{FF2B5EF4-FFF2-40B4-BE49-F238E27FC236}">
                    <a16:creationId xmlns:a16="http://schemas.microsoft.com/office/drawing/2014/main" id="{F421B070-2D3F-40BD-9AB8-6DE08FAC64A0}"/>
                  </a:ext>
                </a:extLst>
              </p:cNvPr>
              <p:cNvSpPr/>
              <p:nvPr/>
            </p:nvSpPr>
            <p:spPr>
              <a:xfrm>
                <a:off x="762183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2" name="object 704">
                <a:extLst>
                  <a:ext uri="{FF2B5EF4-FFF2-40B4-BE49-F238E27FC236}">
                    <a16:creationId xmlns:a16="http://schemas.microsoft.com/office/drawing/2014/main" id="{FFA37FF5-385B-4921-80F8-ED346F47444D}"/>
                  </a:ext>
                </a:extLst>
              </p:cNvPr>
              <p:cNvSpPr/>
              <p:nvPr/>
            </p:nvSpPr>
            <p:spPr>
              <a:xfrm>
                <a:off x="762183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3" name="object 705">
                <a:extLst>
                  <a:ext uri="{FF2B5EF4-FFF2-40B4-BE49-F238E27FC236}">
                    <a16:creationId xmlns:a16="http://schemas.microsoft.com/office/drawing/2014/main" id="{9CF19DFC-C601-465D-8B1C-54ECBD7137BF}"/>
                  </a:ext>
                </a:extLst>
              </p:cNvPr>
              <p:cNvSpPr/>
              <p:nvPr/>
            </p:nvSpPr>
            <p:spPr>
              <a:xfrm>
                <a:off x="773004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4" name="object 706">
                <a:extLst>
                  <a:ext uri="{FF2B5EF4-FFF2-40B4-BE49-F238E27FC236}">
                    <a16:creationId xmlns:a16="http://schemas.microsoft.com/office/drawing/2014/main" id="{0565F377-9E05-4221-9B37-595134A649BF}"/>
                  </a:ext>
                </a:extLst>
              </p:cNvPr>
              <p:cNvSpPr/>
              <p:nvPr/>
            </p:nvSpPr>
            <p:spPr>
              <a:xfrm>
                <a:off x="773004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5" name="object 707">
                <a:extLst>
                  <a:ext uri="{FF2B5EF4-FFF2-40B4-BE49-F238E27FC236}">
                    <a16:creationId xmlns:a16="http://schemas.microsoft.com/office/drawing/2014/main" id="{C067D958-7760-49F7-8883-BAA588F835B8}"/>
                  </a:ext>
                </a:extLst>
              </p:cNvPr>
              <p:cNvSpPr/>
              <p:nvPr/>
            </p:nvSpPr>
            <p:spPr>
              <a:xfrm>
                <a:off x="783900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6" name="object 708">
                <a:extLst>
                  <a:ext uri="{FF2B5EF4-FFF2-40B4-BE49-F238E27FC236}">
                    <a16:creationId xmlns:a16="http://schemas.microsoft.com/office/drawing/2014/main" id="{5FCD8E08-B61A-46AA-9BF0-F634A2BCB505}"/>
                  </a:ext>
                </a:extLst>
              </p:cNvPr>
              <p:cNvSpPr/>
              <p:nvPr/>
            </p:nvSpPr>
            <p:spPr>
              <a:xfrm>
                <a:off x="783900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7" name="object 709">
                <a:extLst>
                  <a:ext uri="{FF2B5EF4-FFF2-40B4-BE49-F238E27FC236}">
                    <a16:creationId xmlns:a16="http://schemas.microsoft.com/office/drawing/2014/main" id="{0B877987-B6E1-4D33-A032-D5984A99A9C5}"/>
                  </a:ext>
                </a:extLst>
              </p:cNvPr>
              <p:cNvSpPr/>
              <p:nvPr/>
            </p:nvSpPr>
            <p:spPr>
              <a:xfrm>
                <a:off x="79479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8" name="object 710">
                <a:extLst>
                  <a:ext uri="{FF2B5EF4-FFF2-40B4-BE49-F238E27FC236}">
                    <a16:creationId xmlns:a16="http://schemas.microsoft.com/office/drawing/2014/main" id="{1E76309A-DF97-4C9B-A9FC-B7E267BAFCE2}"/>
                  </a:ext>
                </a:extLst>
              </p:cNvPr>
              <p:cNvSpPr/>
              <p:nvPr/>
            </p:nvSpPr>
            <p:spPr>
              <a:xfrm>
                <a:off x="79479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9" name="object 711">
                <a:extLst>
                  <a:ext uri="{FF2B5EF4-FFF2-40B4-BE49-F238E27FC236}">
                    <a16:creationId xmlns:a16="http://schemas.microsoft.com/office/drawing/2014/main" id="{97192E78-584C-4CB6-BED0-11E6B500493A}"/>
                  </a:ext>
                </a:extLst>
              </p:cNvPr>
              <p:cNvSpPr/>
              <p:nvPr/>
            </p:nvSpPr>
            <p:spPr>
              <a:xfrm>
                <a:off x="80561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0" name="object 712">
                <a:extLst>
                  <a:ext uri="{FF2B5EF4-FFF2-40B4-BE49-F238E27FC236}">
                    <a16:creationId xmlns:a16="http://schemas.microsoft.com/office/drawing/2014/main" id="{FE038BCC-1807-423C-AC2C-47B1A579CAA1}"/>
                  </a:ext>
                </a:extLst>
              </p:cNvPr>
              <p:cNvSpPr/>
              <p:nvPr/>
            </p:nvSpPr>
            <p:spPr>
              <a:xfrm>
                <a:off x="80561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1" name="object 713">
                <a:extLst>
                  <a:ext uri="{FF2B5EF4-FFF2-40B4-BE49-F238E27FC236}">
                    <a16:creationId xmlns:a16="http://schemas.microsoft.com/office/drawing/2014/main" id="{B484C2DC-317F-4289-8165-B6515A88C996}"/>
                  </a:ext>
                </a:extLst>
              </p:cNvPr>
              <p:cNvSpPr/>
              <p:nvPr/>
            </p:nvSpPr>
            <p:spPr>
              <a:xfrm>
                <a:off x="816514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2" name="object 714">
                <a:extLst>
                  <a:ext uri="{FF2B5EF4-FFF2-40B4-BE49-F238E27FC236}">
                    <a16:creationId xmlns:a16="http://schemas.microsoft.com/office/drawing/2014/main" id="{2F6F6A11-64C5-43E3-AB05-63974C14072A}"/>
                  </a:ext>
                </a:extLst>
              </p:cNvPr>
              <p:cNvSpPr/>
              <p:nvPr/>
            </p:nvSpPr>
            <p:spPr>
              <a:xfrm>
                <a:off x="816514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3" name="object 715">
                <a:extLst>
                  <a:ext uri="{FF2B5EF4-FFF2-40B4-BE49-F238E27FC236}">
                    <a16:creationId xmlns:a16="http://schemas.microsoft.com/office/drawing/2014/main" id="{B55C6C2A-0F0F-488A-86D8-B4E6480352DD}"/>
                  </a:ext>
                </a:extLst>
              </p:cNvPr>
              <p:cNvSpPr/>
              <p:nvPr/>
            </p:nvSpPr>
            <p:spPr>
              <a:xfrm>
                <a:off x="82733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4" name="object 716">
                <a:extLst>
                  <a:ext uri="{FF2B5EF4-FFF2-40B4-BE49-F238E27FC236}">
                    <a16:creationId xmlns:a16="http://schemas.microsoft.com/office/drawing/2014/main" id="{BAF374FB-F8A1-4298-8A1B-7D4BCE0CA009}"/>
                  </a:ext>
                </a:extLst>
              </p:cNvPr>
              <p:cNvSpPr/>
              <p:nvPr/>
            </p:nvSpPr>
            <p:spPr>
              <a:xfrm>
                <a:off x="82733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5" name="object 717">
                <a:extLst>
                  <a:ext uri="{FF2B5EF4-FFF2-40B4-BE49-F238E27FC236}">
                    <a16:creationId xmlns:a16="http://schemas.microsoft.com/office/drawing/2014/main" id="{CA1CB9A6-61C1-4305-8AB1-7D8EA85BA4EE}"/>
                  </a:ext>
                </a:extLst>
              </p:cNvPr>
              <p:cNvSpPr/>
              <p:nvPr/>
            </p:nvSpPr>
            <p:spPr>
              <a:xfrm>
                <a:off x="83823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FBD7BB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6" name="object 718">
                <a:extLst>
                  <a:ext uri="{FF2B5EF4-FFF2-40B4-BE49-F238E27FC236}">
                    <a16:creationId xmlns:a16="http://schemas.microsoft.com/office/drawing/2014/main" id="{5F0C47B7-D874-4ECC-A22C-925917C2AC74}"/>
                  </a:ext>
                </a:extLst>
              </p:cNvPr>
              <p:cNvSpPr/>
              <p:nvPr/>
            </p:nvSpPr>
            <p:spPr>
              <a:xfrm>
                <a:off x="83823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7" name="object 719">
                <a:extLst>
                  <a:ext uri="{FF2B5EF4-FFF2-40B4-BE49-F238E27FC236}">
                    <a16:creationId xmlns:a16="http://schemas.microsoft.com/office/drawing/2014/main" id="{BC7D9D6E-D737-4948-9E15-95E6977D92A2}"/>
                  </a:ext>
                </a:extLst>
              </p:cNvPr>
              <p:cNvSpPr/>
              <p:nvPr/>
            </p:nvSpPr>
            <p:spPr>
              <a:xfrm>
                <a:off x="8491280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8" name="object 720">
                <a:extLst>
                  <a:ext uri="{FF2B5EF4-FFF2-40B4-BE49-F238E27FC236}">
                    <a16:creationId xmlns:a16="http://schemas.microsoft.com/office/drawing/2014/main" id="{016ED56B-6819-49CB-889B-B9241B2A9BF0}"/>
                  </a:ext>
                </a:extLst>
              </p:cNvPr>
              <p:cNvSpPr/>
              <p:nvPr/>
            </p:nvSpPr>
            <p:spPr>
              <a:xfrm>
                <a:off x="8491280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9" name="object 721">
                <a:extLst>
                  <a:ext uri="{FF2B5EF4-FFF2-40B4-BE49-F238E27FC236}">
                    <a16:creationId xmlns:a16="http://schemas.microsoft.com/office/drawing/2014/main" id="{676F41EB-947B-421B-B3B3-7970B29B0CC4}"/>
                  </a:ext>
                </a:extLst>
              </p:cNvPr>
              <p:cNvSpPr/>
              <p:nvPr/>
            </p:nvSpPr>
            <p:spPr>
              <a:xfrm>
                <a:off x="85994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0" name="object 722">
                <a:extLst>
                  <a:ext uri="{FF2B5EF4-FFF2-40B4-BE49-F238E27FC236}">
                    <a16:creationId xmlns:a16="http://schemas.microsoft.com/office/drawing/2014/main" id="{463E0759-43E2-4D57-B0E1-833BE461522E}"/>
                  </a:ext>
                </a:extLst>
              </p:cNvPr>
              <p:cNvSpPr/>
              <p:nvPr/>
            </p:nvSpPr>
            <p:spPr>
              <a:xfrm>
                <a:off x="85994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1" name="object 723">
                <a:extLst>
                  <a:ext uri="{FF2B5EF4-FFF2-40B4-BE49-F238E27FC236}">
                    <a16:creationId xmlns:a16="http://schemas.microsoft.com/office/drawing/2014/main" id="{FF78B96A-64CF-44CC-81E6-AB50C2EC3342}"/>
                  </a:ext>
                </a:extLst>
              </p:cNvPr>
              <p:cNvSpPr/>
              <p:nvPr/>
            </p:nvSpPr>
            <p:spPr>
              <a:xfrm>
                <a:off x="8708437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2" name="object 724">
                <a:extLst>
                  <a:ext uri="{FF2B5EF4-FFF2-40B4-BE49-F238E27FC236}">
                    <a16:creationId xmlns:a16="http://schemas.microsoft.com/office/drawing/2014/main" id="{8FB9EA7C-3DC1-436B-BD01-4C5361DA4904}"/>
                  </a:ext>
                </a:extLst>
              </p:cNvPr>
              <p:cNvSpPr/>
              <p:nvPr/>
            </p:nvSpPr>
            <p:spPr>
              <a:xfrm>
                <a:off x="8708437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3" name="object 725">
                <a:extLst>
                  <a:ext uri="{FF2B5EF4-FFF2-40B4-BE49-F238E27FC236}">
                    <a16:creationId xmlns:a16="http://schemas.microsoft.com/office/drawing/2014/main" id="{EDEF89AD-6CCC-4245-8194-446D688767CB}"/>
                  </a:ext>
                </a:extLst>
              </p:cNvPr>
              <p:cNvSpPr/>
              <p:nvPr/>
            </p:nvSpPr>
            <p:spPr>
              <a:xfrm>
                <a:off x="881665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4" name="object 726">
                <a:extLst>
                  <a:ext uri="{FF2B5EF4-FFF2-40B4-BE49-F238E27FC236}">
                    <a16:creationId xmlns:a16="http://schemas.microsoft.com/office/drawing/2014/main" id="{16AAB207-30DC-4F5E-B95B-2233B3B1852B}"/>
                  </a:ext>
                </a:extLst>
              </p:cNvPr>
              <p:cNvSpPr/>
              <p:nvPr/>
            </p:nvSpPr>
            <p:spPr>
              <a:xfrm>
                <a:off x="881665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5" name="object 727">
                <a:extLst>
                  <a:ext uri="{FF2B5EF4-FFF2-40B4-BE49-F238E27FC236}">
                    <a16:creationId xmlns:a16="http://schemas.microsoft.com/office/drawing/2014/main" id="{41E4C6CF-6B96-49AA-B710-5FD7DA7C3F3E}"/>
                  </a:ext>
                </a:extLst>
              </p:cNvPr>
              <p:cNvSpPr/>
              <p:nvPr/>
            </p:nvSpPr>
            <p:spPr>
              <a:xfrm>
                <a:off x="8925620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6" name="object 728">
                <a:extLst>
                  <a:ext uri="{FF2B5EF4-FFF2-40B4-BE49-F238E27FC236}">
                    <a16:creationId xmlns:a16="http://schemas.microsoft.com/office/drawing/2014/main" id="{CE9F3E7C-AFB6-4291-B08A-6D349C8105C7}"/>
                  </a:ext>
                </a:extLst>
              </p:cNvPr>
              <p:cNvSpPr/>
              <p:nvPr/>
            </p:nvSpPr>
            <p:spPr>
              <a:xfrm>
                <a:off x="8925620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7" name="object 729">
                <a:extLst>
                  <a:ext uri="{FF2B5EF4-FFF2-40B4-BE49-F238E27FC236}">
                    <a16:creationId xmlns:a16="http://schemas.microsoft.com/office/drawing/2014/main" id="{ECDA510F-D54C-4408-83E8-3AE3D6F8336D}"/>
                  </a:ext>
                </a:extLst>
              </p:cNvPr>
              <p:cNvSpPr/>
              <p:nvPr/>
            </p:nvSpPr>
            <p:spPr>
              <a:xfrm>
                <a:off x="90345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8" name="object 730">
                <a:extLst>
                  <a:ext uri="{FF2B5EF4-FFF2-40B4-BE49-F238E27FC236}">
                    <a16:creationId xmlns:a16="http://schemas.microsoft.com/office/drawing/2014/main" id="{CA6DAA63-F18A-4A1E-BFDA-F1C3FA4DBB18}"/>
                  </a:ext>
                </a:extLst>
              </p:cNvPr>
              <p:cNvSpPr/>
              <p:nvPr/>
            </p:nvSpPr>
            <p:spPr>
              <a:xfrm>
                <a:off x="90345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9" name="object 731">
                <a:extLst>
                  <a:ext uri="{FF2B5EF4-FFF2-40B4-BE49-F238E27FC236}">
                    <a16:creationId xmlns:a16="http://schemas.microsoft.com/office/drawing/2014/main" id="{9DF9FCAE-10B6-4110-BEFC-42A008630566}"/>
                  </a:ext>
                </a:extLst>
              </p:cNvPr>
              <p:cNvSpPr/>
              <p:nvPr/>
            </p:nvSpPr>
            <p:spPr>
              <a:xfrm>
                <a:off x="91427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0" name="object 732">
                <a:extLst>
                  <a:ext uri="{FF2B5EF4-FFF2-40B4-BE49-F238E27FC236}">
                    <a16:creationId xmlns:a16="http://schemas.microsoft.com/office/drawing/2014/main" id="{B1503AEF-2DE3-451D-A1C4-8FE77796D762}"/>
                  </a:ext>
                </a:extLst>
              </p:cNvPr>
              <p:cNvSpPr/>
              <p:nvPr/>
            </p:nvSpPr>
            <p:spPr>
              <a:xfrm>
                <a:off x="91427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1" name="object 733">
                <a:extLst>
                  <a:ext uri="{FF2B5EF4-FFF2-40B4-BE49-F238E27FC236}">
                    <a16:creationId xmlns:a16="http://schemas.microsoft.com/office/drawing/2014/main" id="{11F30416-D8C5-46F7-8C76-67C93C52AA2A}"/>
                  </a:ext>
                </a:extLst>
              </p:cNvPr>
              <p:cNvSpPr/>
              <p:nvPr/>
            </p:nvSpPr>
            <p:spPr>
              <a:xfrm>
                <a:off x="9251756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2" name="object 734">
                <a:extLst>
                  <a:ext uri="{FF2B5EF4-FFF2-40B4-BE49-F238E27FC236}">
                    <a16:creationId xmlns:a16="http://schemas.microsoft.com/office/drawing/2014/main" id="{7876B3C7-36E6-4F47-8FBD-306B0EC1C4FF}"/>
                  </a:ext>
                </a:extLst>
              </p:cNvPr>
              <p:cNvSpPr/>
              <p:nvPr/>
            </p:nvSpPr>
            <p:spPr>
              <a:xfrm>
                <a:off x="9251756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3" name="object 735">
                <a:extLst>
                  <a:ext uri="{FF2B5EF4-FFF2-40B4-BE49-F238E27FC236}">
                    <a16:creationId xmlns:a16="http://schemas.microsoft.com/office/drawing/2014/main" id="{65C0A9F2-F764-4BC3-9E65-27C1CEF5AE4C}"/>
                  </a:ext>
                </a:extLst>
              </p:cNvPr>
              <p:cNvSpPr/>
              <p:nvPr/>
            </p:nvSpPr>
            <p:spPr>
              <a:xfrm>
                <a:off x="93599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4" name="object 736">
                <a:extLst>
                  <a:ext uri="{FF2B5EF4-FFF2-40B4-BE49-F238E27FC236}">
                    <a16:creationId xmlns:a16="http://schemas.microsoft.com/office/drawing/2014/main" id="{56408C60-A76A-4E9B-B88C-6186B51A705C}"/>
                  </a:ext>
                </a:extLst>
              </p:cNvPr>
              <p:cNvSpPr/>
              <p:nvPr/>
            </p:nvSpPr>
            <p:spPr>
              <a:xfrm>
                <a:off x="93599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5" name="object 737">
                <a:extLst>
                  <a:ext uri="{FF2B5EF4-FFF2-40B4-BE49-F238E27FC236}">
                    <a16:creationId xmlns:a16="http://schemas.microsoft.com/office/drawing/2014/main" id="{AD05562D-67DA-4B56-A461-20E80F387A52}"/>
                  </a:ext>
                </a:extLst>
              </p:cNvPr>
              <p:cNvSpPr/>
              <p:nvPr/>
            </p:nvSpPr>
            <p:spPr>
              <a:xfrm>
                <a:off x="94689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6" name="object 738">
                <a:extLst>
                  <a:ext uri="{FF2B5EF4-FFF2-40B4-BE49-F238E27FC236}">
                    <a16:creationId xmlns:a16="http://schemas.microsoft.com/office/drawing/2014/main" id="{3D9AA016-B45C-468F-AFFA-C89D5C64EC9D}"/>
                  </a:ext>
                </a:extLst>
              </p:cNvPr>
              <p:cNvSpPr/>
              <p:nvPr/>
            </p:nvSpPr>
            <p:spPr>
              <a:xfrm>
                <a:off x="94689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7" name="object 739">
                <a:extLst>
                  <a:ext uri="{FF2B5EF4-FFF2-40B4-BE49-F238E27FC236}">
                    <a16:creationId xmlns:a16="http://schemas.microsoft.com/office/drawing/2014/main" id="{98672E26-0A42-41C2-B3EC-6DFB14FB1C1B}"/>
                  </a:ext>
                </a:extLst>
              </p:cNvPr>
              <p:cNvSpPr/>
              <p:nvPr/>
            </p:nvSpPr>
            <p:spPr>
              <a:xfrm>
                <a:off x="957789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8" name="object 740">
                <a:extLst>
                  <a:ext uri="{FF2B5EF4-FFF2-40B4-BE49-F238E27FC236}">
                    <a16:creationId xmlns:a16="http://schemas.microsoft.com/office/drawing/2014/main" id="{351593EE-1F29-4732-B73E-0A9F4FEA6A4D}"/>
                  </a:ext>
                </a:extLst>
              </p:cNvPr>
              <p:cNvSpPr/>
              <p:nvPr/>
            </p:nvSpPr>
            <p:spPr>
              <a:xfrm>
                <a:off x="957789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9" name="object 741">
                <a:extLst>
                  <a:ext uri="{FF2B5EF4-FFF2-40B4-BE49-F238E27FC236}">
                    <a16:creationId xmlns:a16="http://schemas.microsoft.com/office/drawing/2014/main" id="{F311C554-F712-4012-A9D1-168A6C9A1BE4}"/>
                  </a:ext>
                </a:extLst>
              </p:cNvPr>
              <p:cNvSpPr/>
              <p:nvPr/>
            </p:nvSpPr>
            <p:spPr>
              <a:xfrm>
                <a:off x="696956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0" name="object 742">
                <a:extLst>
                  <a:ext uri="{FF2B5EF4-FFF2-40B4-BE49-F238E27FC236}">
                    <a16:creationId xmlns:a16="http://schemas.microsoft.com/office/drawing/2014/main" id="{B37CCECD-B467-4FB9-B4AA-0C4934200428}"/>
                  </a:ext>
                </a:extLst>
              </p:cNvPr>
              <p:cNvSpPr/>
              <p:nvPr/>
            </p:nvSpPr>
            <p:spPr>
              <a:xfrm>
                <a:off x="696956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1" name="object 743">
                <a:extLst>
                  <a:ext uri="{FF2B5EF4-FFF2-40B4-BE49-F238E27FC236}">
                    <a16:creationId xmlns:a16="http://schemas.microsoft.com/office/drawing/2014/main" id="{7E753D7A-1CBC-4D4E-86CE-BBBD2D941525}"/>
                  </a:ext>
                </a:extLst>
              </p:cNvPr>
              <p:cNvSpPr/>
              <p:nvPr/>
            </p:nvSpPr>
            <p:spPr>
              <a:xfrm>
                <a:off x="707853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2" name="object 744">
                <a:extLst>
                  <a:ext uri="{FF2B5EF4-FFF2-40B4-BE49-F238E27FC236}">
                    <a16:creationId xmlns:a16="http://schemas.microsoft.com/office/drawing/2014/main" id="{09757646-3EB4-4457-8996-8D917827B064}"/>
                  </a:ext>
                </a:extLst>
              </p:cNvPr>
              <p:cNvSpPr/>
              <p:nvPr/>
            </p:nvSpPr>
            <p:spPr>
              <a:xfrm>
                <a:off x="707853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3" name="object 745">
                <a:extLst>
                  <a:ext uri="{FF2B5EF4-FFF2-40B4-BE49-F238E27FC236}">
                    <a16:creationId xmlns:a16="http://schemas.microsoft.com/office/drawing/2014/main" id="{FAD95ADF-F4FC-4728-89A9-28EA285C1436}"/>
                  </a:ext>
                </a:extLst>
              </p:cNvPr>
              <p:cNvSpPr/>
              <p:nvPr/>
            </p:nvSpPr>
            <p:spPr>
              <a:xfrm>
                <a:off x="718673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4" name="object 746">
                <a:extLst>
                  <a:ext uri="{FF2B5EF4-FFF2-40B4-BE49-F238E27FC236}">
                    <a16:creationId xmlns:a16="http://schemas.microsoft.com/office/drawing/2014/main" id="{CE18747D-C442-4047-A5C9-DFA3A2F3232B}"/>
                  </a:ext>
                </a:extLst>
              </p:cNvPr>
              <p:cNvSpPr/>
              <p:nvPr/>
            </p:nvSpPr>
            <p:spPr>
              <a:xfrm>
                <a:off x="718673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5" name="object 747">
                <a:extLst>
                  <a:ext uri="{FF2B5EF4-FFF2-40B4-BE49-F238E27FC236}">
                    <a16:creationId xmlns:a16="http://schemas.microsoft.com/office/drawing/2014/main" id="{8AD2A2DE-316D-4802-A64C-5EBAA55FAF21}"/>
                  </a:ext>
                </a:extLst>
              </p:cNvPr>
              <p:cNvSpPr/>
              <p:nvPr/>
            </p:nvSpPr>
            <p:spPr>
              <a:xfrm>
                <a:off x="729570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6" name="object 748">
                <a:extLst>
                  <a:ext uri="{FF2B5EF4-FFF2-40B4-BE49-F238E27FC236}">
                    <a16:creationId xmlns:a16="http://schemas.microsoft.com/office/drawing/2014/main" id="{4074375C-E235-443A-AD97-3D70F1F4B749}"/>
                  </a:ext>
                </a:extLst>
              </p:cNvPr>
              <p:cNvSpPr/>
              <p:nvPr/>
            </p:nvSpPr>
            <p:spPr>
              <a:xfrm>
                <a:off x="729570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7" name="object 749">
                <a:extLst>
                  <a:ext uri="{FF2B5EF4-FFF2-40B4-BE49-F238E27FC236}">
                    <a16:creationId xmlns:a16="http://schemas.microsoft.com/office/drawing/2014/main" id="{2F8084A1-87D2-4DF1-8A87-48863BE60189}"/>
                  </a:ext>
                </a:extLst>
              </p:cNvPr>
              <p:cNvSpPr/>
              <p:nvPr/>
            </p:nvSpPr>
            <p:spPr>
              <a:xfrm>
                <a:off x="740466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8" name="object 750">
                <a:extLst>
                  <a:ext uri="{FF2B5EF4-FFF2-40B4-BE49-F238E27FC236}">
                    <a16:creationId xmlns:a16="http://schemas.microsoft.com/office/drawing/2014/main" id="{5CEB1840-656E-4CF7-832D-498EFFD28202}"/>
                  </a:ext>
                </a:extLst>
              </p:cNvPr>
              <p:cNvSpPr/>
              <p:nvPr/>
            </p:nvSpPr>
            <p:spPr>
              <a:xfrm>
                <a:off x="740466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9" name="object 751">
                <a:extLst>
                  <a:ext uri="{FF2B5EF4-FFF2-40B4-BE49-F238E27FC236}">
                    <a16:creationId xmlns:a16="http://schemas.microsoft.com/office/drawing/2014/main" id="{0E48FA38-C2CD-45D0-91E1-2CF43167F717}"/>
                  </a:ext>
                </a:extLst>
              </p:cNvPr>
              <p:cNvSpPr/>
              <p:nvPr/>
            </p:nvSpPr>
            <p:spPr>
              <a:xfrm>
                <a:off x="75128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0" name="object 752">
                <a:extLst>
                  <a:ext uri="{FF2B5EF4-FFF2-40B4-BE49-F238E27FC236}">
                    <a16:creationId xmlns:a16="http://schemas.microsoft.com/office/drawing/2014/main" id="{2578842A-4273-4FED-AF28-36F5DE393F3E}"/>
                  </a:ext>
                </a:extLst>
              </p:cNvPr>
              <p:cNvSpPr/>
              <p:nvPr/>
            </p:nvSpPr>
            <p:spPr>
              <a:xfrm>
                <a:off x="75128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1" name="object 753">
                <a:extLst>
                  <a:ext uri="{FF2B5EF4-FFF2-40B4-BE49-F238E27FC236}">
                    <a16:creationId xmlns:a16="http://schemas.microsoft.com/office/drawing/2014/main" id="{CAF03CF1-F833-4BBE-B239-B4EFE6329C6B}"/>
                  </a:ext>
                </a:extLst>
              </p:cNvPr>
              <p:cNvSpPr/>
              <p:nvPr/>
            </p:nvSpPr>
            <p:spPr>
              <a:xfrm>
                <a:off x="762183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2" name="object 754">
                <a:extLst>
                  <a:ext uri="{FF2B5EF4-FFF2-40B4-BE49-F238E27FC236}">
                    <a16:creationId xmlns:a16="http://schemas.microsoft.com/office/drawing/2014/main" id="{3F258C06-1EF5-43BD-B52F-C49BE6F74332}"/>
                  </a:ext>
                </a:extLst>
              </p:cNvPr>
              <p:cNvSpPr/>
              <p:nvPr/>
            </p:nvSpPr>
            <p:spPr>
              <a:xfrm>
                <a:off x="762183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3" name="object 755">
                <a:extLst>
                  <a:ext uri="{FF2B5EF4-FFF2-40B4-BE49-F238E27FC236}">
                    <a16:creationId xmlns:a16="http://schemas.microsoft.com/office/drawing/2014/main" id="{32DAEBBF-ABB8-4A32-AED3-9AEDE991B961}"/>
                  </a:ext>
                </a:extLst>
              </p:cNvPr>
              <p:cNvSpPr/>
              <p:nvPr/>
            </p:nvSpPr>
            <p:spPr>
              <a:xfrm>
                <a:off x="773004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4" name="object 756">
                <a:extLst>
                  <a:ext uri="{FF2B5EF4-FFF2-40B4-BE49-F238E27FC236}">
                    <a16:creationId xmlns:a16="http://schemas.microsoft.com/office/drawing/2014/main" id="{6F2124D1-1A09-4430-82C9-5B9C539B8FA7}"/>
                  </a:ext>
                </a:extLst>
              </p:cNvPr>
              <p:cNvSpPr/>
              <p:nvPr/>
            </p:nvSpPr>
            <p:spPr>
              <a:xfrm>
                <a:off x="773004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5" name="object 757">
                <a:extLst>
                  <a:ext uri="{FF2B5EF4-FFF2-40B4-BE49-F238E27FC236}">
                    <a16:creationId xmlns:a16="http://schemas.microsoft.com/office/drawing/2014/main" id="{4291A093-9476-4561-934F-31820D15D348}"/>
                  </a:ext>
                </a:extLst>
              </p:cNvPr>
              <p:cNvSpPr/>
              <p:nvPr/>
            </p:nvSpPr>
            <p:spPr>
              <a:xfrm>
                <a:off x="783900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6" name="object 758">
                <a:extLst>
                  <a:ext uri="{FF2B5EF4-FFF2-40B4-BE49-F238E27FC236}">
                    <a16:creationId xmlns:a16="http://schemas.microsoft.com/office/drawing/2014/main" id="{3A9B5AFE-531A-4587-80DA-F52D8DCB1B37}"/>
                  </a:ext>
                </a:extLst>
              </p:cNvPr>
              <p:cNvSpPr/>
              <p:nvPr/>
            </p:nvSpPr>
            <p:spPr>
              <a:xfrm>
                <a:off x="783900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7" name="object 759">
                <a:extLst>
                  <a:ext uri="{FF2B5EF4-FFF2-40B4-BE49-F238E27FC236}">
                    <a16:creationId xmlns:a16="http://schemas.microsoft.com/office/drawing/2014/main" id="{2DD87CCD-AE39-4B38-8F95-CCA366BCBE5F}"/>
                  </a:ext>
                </a:extLst>
              </p:cNvPr>
              <p:cNvSpPr/>
              <p:nvPr/>
            </p:nvSpPr>
            <p:spPr>
              <a:xfrm>
                <a:off x="79479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8" name="object 760">
                <a:extLst>
                  <a:ext uri="{FF2B5EF4-FFF2-40B4-BE49-F238E27FC236}">
                    <a16:creationId xmlns:a16="http://schemas.microsoft.com/office/drawing/2014/main" id="{44FC34AA-4E99-420F-ADA8-AE4BB87DCD73}"/>
                  </a:ext>
                </a:extLst>
              </p:cNvPr>
              <p:cNvSpPr/>
              <p:nvPr/>
            </p:nvSpPr>
            <p:spPr>
              <a:xfrm>
                <a:off x="79479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9" name="object 761">
                <a:extLst>
                  <a:ext uri="{FF2B5EF4-FFF2-40B4-BE49-F238E27FC236}">
                    <a16:creationId xmlns:a16="http://schemas.microsoft.com/office/drawing/2014/main" id="{5DEE13B0-09D2-4D99-8EA5-27955B735AF7}"/>
                  </a:ext>
                </a:extLst>
              </p:cNvPr>
              <p:cNvSpPr/>
              <p:nvPr/>
            </p:nvSpPr>
            <p:spPr>
              <a:xfrm>
                <a:off x="8056179" y="575410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52578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52578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0" name="object 762">
                <a:extLst>
                  <a:ext uri="{FF2B5EF4-FFF2-40B4-BE49-F238E27FC236}">
                    <a16:creationId xmlns:a16="http://schemas.microsoft.com/office/drawing/2014/main" id="{B16FC351-5540-401E-9C79-B0E9A7EECE9F}"/>
                  </a:ext>
                </a:extLst>
              </p:cNvPr>
              <p:cNvSpPr/>
              <p:nvPr/>
            </p:nvSpPr>
            <p:spPr>
              <a:xfrm>
                <a:off x="80561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1" name="object 763">
                <a:extLst>
                  <a:ext uri="{FF2B5EF4-FFF2-40B4-BE49-F238E27FC236}">
                    <a16:creationId xmlns:a16="http://schemas.microsoft.com/office/drawing/2014/main" id="{D067B01D-4D2B-4A65-B3CE-6281885319DC}"/>
                  </a:ext>
                </a:extLst>
              </p:cNvPr>
              <p:cNvSpPr/>
              <p:nvPr/>
            </p:nvSpPr>
            <p:spPr>
              <a:xfrm>
                <a:off x="816514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2" name="object 764">
                <a:extLst>
                  <a:ext uri="{FF2B5EF4-FFF2-40B4-BE49-F238E27FC236}">
                    <a16:creationId xmlns:a16="http://schemas.microsoft.com/office/drawing/2014/main" id="{34ECE102-DD69-4A40-8221-56FA91D59E8C}"/>
                  </a:ext>
                </a:extLst>
              </p:cNvPr>
              <p:cNvSpPr/>
              <p:nvPr/>
            </p:nvSpPr>
            <p:spPr>
              <a:xfrm>
                <a:off x="816514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3" name="object 765">
                <a:extLst>
                  <a:ext uri="{FF2B5EF4-FFF2-40B4-BE49-F238E27FC236}">
                    <a16:creationId xmlns:a16="http://schemas.microsoft.com/office/drawing/2014/main" id="{66053898-60D3-4032-BF17-77F1E42DB81B}"/>
                  </a:ext>
                </a:extLst>
              </p:cNvPr>
              <p:cNvSpPr/>
              <p:nvPr/>
            </p:nvSpPr>
            <p:spPr>
              <a:xfrm>
                <a:off x="82733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4" name="object 766">
                <a:extLst>
                  <a:ext uri="{FF2B5EF4-FFF2-40B4-BE49-F238E27FC236}">
                    <a16:creationId xmlns:a16="http://schemas.microsoft.com/office/drawing/2014/main" id="{84B00DE3-2342-4016-95B8-54ABBA79ECB4}"/>
                  </a:ext>
                </a:extLst>
              </p:cNvPr>
              <p:cNvSpPr/>
              <p:nvPr/>
            </p:nvSpPr>
            <p:spPr>
              <a:xfrm>
                <a:off x="82733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5" name="object 767">
                <a:extLst>
                  <a:ext uri="{FF2B5EF4-FFF2-40B4-BE49-F238E27FC236}">
                    <a16:creationId xmlns:a16="http://schemas.microsoft.com/office/drawing/2014/main" id="{6123BFA7-040E-4C4D-8A28-29402FE7D5E1}"/>
                  </a:ext>
                </a:extLst>
              </p:cNvPr>
              <p:cNvSpPr/>
              <p:nvPr/>
            </p:nvSpPr>
            <p:spPr>
              <a:xfrm>
                <a:off x="83823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6" name="object 768">
                <a:extLst>
                  <a:ext uri="{FF2B5EF4-FFF2-40B4-BE49-F238E27FC236}">
                    <a16:creationId xmlns:a16="http://schemas.microsoft.com/office/drawing/2014/main" id="{B751CE1F-20D7-41F6-AC15-1897A7F1D443}"/>
                  </a:ext>
                </a:extLst>
              </p:cNvPr>
              <p:cNvSpPr/>
              <p:nvPr/>
            </p:nvSpPr>
            <p:spPr>
              <a:xfrm>
                <a:off x="83823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7" name="object 769">
                <a:extLst>
                  <a:ext uri="{FF2B5EF4-FFF2-40B4-BE49-F238E27FC236}">
                    <a16:creationId xmlns:a16="http://schemas.microsoft.com/office/drawing/2014/main" id="{6F7F694B-B450-4793-994F-03ED2977FB8C}"/>
                  </a:ext>
                </a:extLst>
              </p:cNvPr>
              <p:cNvSpPr/>
              <p:nvPr/>
            </p:nvSpPr>
            <p:spPr>
              <a:xfrm>
                <a:off x="8491280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8" name="object 770">
                <a:extLst>
                  <a:ext uri="{FF2B5EF4-FFF2-40B4-BE49-F238E27FC236}">
                    <a16:creationId xmlns:a16="http://schemas.microsoft.com/office/drawing/2014/main" id="{E86BC336-8BC6-4445-BE27-4121AB124F41}"/>
                  </a:ext>
                </a:extLst>
              </p:cNvPr>
              <p:cNvSpPr/>
              <p:nvPr/>
            </p:nvSpPr>
            <p:spPr>
              <a:xfrm>
                <a:off x="8491280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9" name="object 771">
                <a:extLst>
                  <a:ext uri="{FF2B5EF4-FFF2-40B4-BE49-F238E27FC236}">
                    <a16:creationId xmlns:a16="http://schemas.microsoft.com/office/drawing/2014/main" id="{48C75A73-C774-41E7-B4EC-D95F8CD97630}"/>
                  </a:ext>
                </a:extLst>
              </p:cNvPr>
              <p:cNvSpPr/>
              <p:nvPr/>
            </p:nvSpPr>
            <p:spPr>
              <a:xfrm>
                <a:off x="85994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0" name="object 772">
                <a:extLst>
                  <a:ext uri="{FF2B5EF4-FFF2-40B4-BE49-F238E27FC236}">
                    <a16:creationId xmlns:a16="http://schemas.microsoft.com/office/drawing/2014/main" id="{429619CC-0540-4D59-BF80-446A349032DF}"/>
                  </a:ext>
                </a:extLst>
              </p:cNvPr>
              <p:cNvSpPr/>
              <p:nvPr/>
            </p:nvSpPr>
            <p:spPr>
              <a:xfrm>
                <a:off x="85994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1" name="object 773">
                <a:extLst>
                  <a:ext uri="{FF2B5EF4-FFF2-40B4-BE49-F238E27FC236}">
                    <a16:creationId xmlns:a16="http://schemas.microsoft.com/office/drawing/2014/main" id="{2D9DCCFE-115F-420D-82A4-F54B3AA0650D}"/>
                  </a:ext>
                </a:extLst>
              </p:cNvPr>
              <p:cNvSpPr/>
              <p:nvPr/>
            </p:nvSpPr>
            <p:spPr>
              <a:xfrm>
                <a:off x="8708437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2" name="object 774">
                <a:extLst>
                  <a:ext uri="{FF2B5EF4-FFF2-40B4-BE49-F238E27FC236}">
                    <a16:creationId xmlns:a16="http://schemas.microsoft.com/office/drawing/2014/main" id="{5D8BD102-62D9-4D0E-BDD4-C215C287C498}"/>
                  </a:ext>
                </a:extLst>
              </p:cNvPr>
              <p:cNvSpPr/>
              <p:nvPr/>
            </p:nvSpPr>
            <p:spPr>
              <a:xfrm>
                <a:off x="8708437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3" name="object 775">
                <a:extLst>
                  <a:ext uri="{FF2B5EF4-FFF2-40B4-BE49-F238E27FC236}">
                    <a16:creationId xmlns:a16="http://schemas.microsoft.com/office/drawing/2014/main" id="{5AF449B7-75AA-4298-92F7-68A77C0E0B7F}"/>
                  </a:ext>
                </a:extLst>
              </p:cNvPr>
              <p:cNvSpPr/>
              <p:nvPr/>
            </p:nvSpPr>
            <p:spPr>
              <a:xfrm>
                <a:off x="881665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4" name="object 776">
                <a:extLst>
                  <a:ext uri="{FF2B5EF4-FFF2-40B4-BE49-F238E27FC236}">
                    <a16:creationId xmlns:a16="http://schemas.microsoft.com/office/drawing/2014/main" id="{75FB0F15-91EB-434C-83DA-BE7E647034E0}"/>
                  </a:ext>
                </a:extLst>
              </p:cNvPr>
              <p:cNvSpPr/>
              <p:nvPr/>
            </p:nvSpPr>
            <p:spPr>
              <a:xfrm>
                <a:off x="881665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5" name="object 777">
                <a:extLst>
                  <a:ext uri="{FF2B5EF4-FFF2-40B4-BE49-F238E27FC236}">
                    <a16:creationId xmlns:a16="http://schemas.microsoft.com/office/drawing/2014/main" id="{8697B513-9EA0-43FA-B2B1-291EEDC4E309}"/>
                  </a:ext>
                </a:extLst>
              </p:cNvPr>
              <p:cNvSpPr/>
              <p:nvPr/>
            </p:nvSpPr>
            <p:spPr>
              <a:xfrm>
                <a:off x="8925620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6" name="object 778">
                <a:extLst>
                  <a:ext uri="{FF2B5EF4-FFF2-40B4-BE49-F238E27FC236}">
                    <a16:creationId xmlns:a16="http://schemas.microsoft.com/office/drawing/2014/main" id="{5552147B-1A29-444A-B0D3-B121D3355A75}"/>
                  </a:ext>
                </a:extLst>
              </p:cNvPr>
              <p:cNvSpPr/>
              <p:nvPr/>
            </p:nvSpPr>
            <p:spPr>
              <a:xfrm>
                <a:off x="8925620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7" name="object 779">
                <a:extLst>
                  <a:ext uri="{FF2B5EF4-FFF2-40B4-BE49-F238E27FC236}">
                    <a16:creationId xmlns:a16="http://schemas.microsoft.com/office/drawing/2014/main" id="{F4327499-4D4F-4DC4-B7FF-0E21323A4F0F}"/>
                  </a:ext>
                </a:extLst>
              </p:cNvPr>
              <p:cNvSpPr/>
              <p:nvPr/>
            </p:nvSpPr>
            <p:spPr>
              <a:xfrm>
                <a:off x="90345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8" name="object 780">
                <a:extLst>
                  <a:ext uri="{FF2B5EF4-FFF2-40B4-BE49-F238E27FC236}">
                    <a16:creationId xmlns:a16="http://schemas.microsoft.com/office/drawing/2014/main" id="{8A492B80-67EE-46C4-92CF-4C344C6756BD}"/>
                  </a:ext>
                </a:extLst>
              </p:cNvPr>
              <p:cNvSpPr/>
              <p:nvPr/>
            </p:nvSpPr>
            <p:spPr>
              <a:xfrm>
                <a:off x="90345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9" name="object 781">
                <a:extLst>
                  <a:ext uri="{FF2B5EF4-FFF2-40B4-BE49-F238E27FC236}">
                    <a16:creationId xmlns:a16="http://schemas.microsoft.com/office/drawing/2014/main" id="{4E59B8BE-5CE2-4F83-B41F-7721D47D054E}"/>
                  </a:ext>
                </a:extLst>
              </p:cNvPr>
              <p:cNvSpPr/>
              <p:nvPr/>
            </p:nvSpPr>
            <p:spPr>
              <a:xfrm>
                <a:off x="91427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0" name="object 782">
                <a:extLst>
                  <a:ext uri="{FF2B5EF4-FFF2-40B4-BE49-F238E27FC236}">
                    <a16:creationId xmlns:a16="http://schemas.microsoft.com/office/drawing/2014/main" id="{CC2E787E-7A5F-44C8-86B7-E355964C4AAE}"/>
                  </a:ext>
                </a:extLst>
              </p:cNvPr>
              <p:cNvSpPr/>
              <p:nvPr/>
            </p:nvSpPr>
            <p:spPr>
              <a:xfrm>
                <a:off x="91427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1" name="object 783">
                <a:extLst>
                  <a:ext uri="{FF2B5EF4-FFF2-40B4-BE49-F238E27FC236}">
                    <a16:creationId xmlns:a16="http://schemas.microsoft.com/office/drawing/2014/main" id="{51205B97-6B37-4F3B-A711-59FD25CDEE4C}"/>
                  </a:ext>
                </a:extLst>
              </p:cNvPr>
              <p:cNvSpPr/>
              <p:nvPr/>
            </p:nvSpPr>
            <p:spPr>
              <a:xfrm>
                <a:off x="9251756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2" name="object 784">
                <a:extLst>
                  <a:ext uri="{FF2B5EF4-FFF2-40B4-BE49-F238E27FC236}">
                    <a16:creationId xmlns:a16="http://schemas.microsoft.com/office/drawing/2014/main" id="{7BF61C18-EACB-4D86-B16B-369E16B84E10}"/>
                  </a:ext>
                </a:extLst>
              </p:cNvPr>
              <p:cNvSpPr/>
              <p:nvPr/>
            </p:nvSpPr>
            <p:spPr>
              <a:xfrm>
                <a:off x="9251756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3" name="object 785">
                <a:extLst>
                  <a:ext uri="{FF2B5EF4-FFF2-40B4-BE49-F238E27FC236}">
                    <a16:creationId xmlns:a16="http://schemas.microsoft.com/office/drawing/2014/main" id="{4590A80D-0F78-4536-907D-472FF7F89D08}"/>
                  </a:ext>
                </a:extLst>
              </p:cNvPr>
              <p:cNvSpPr/>
              <p:nvPr/>
            </p:nvSpPr>
            <p:spPr>
              <a:xfrm>
                <a:off x="93599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4" name="object 786">
                <a:extLst>
                  <a:ext uri="{FF2B5EF4-FFF2-40B4-BE49-F238E27FC236}">
                    <a16:creationId xmlns:a16="http://schemas.microsoft.com/office/drawing/2014/main" id="{B288B8A2-4F06-4E09-94CE-85B3D220394D}"/>
                  </a:ext>
                </a:extLst>
              </p:cNvPr>
              <p:cNvSpPr/>
              <p:nvPr/>
            </p:nvSpPr>
            <p:spPr>
              <a:xfrm>
                <a:off x="93599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5" name="object 787">
                <a:extLst>
                  <a:ext uri="{FF2B5EF4-FFF2-40B4-BE49-F238E27FC236}">
                    <a16:creationId xmlns:a16="http://schemas.microsoft.com/office/drawing/2014/main" id="{BCB39BA8-5846-404B-80AB-5C61DDECABC4}"/>
                  </a:ext>
                </a:extLst>
              </p:cNvPr>
              <p:cNvSpPr/>
              <p:nvPr/>
            </p:nvSpPr>
            <p:spPr>
              <a:xfrm>
                <a:off x="94689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6" name="object 788">
                <a:extLst>
                  <a:ext uri="{FF2B5EF4-FFF2-40B4-BE49-F238E27FC236}">
                    <a16:creationId xmlns:a16="http://schemas.microsoft.com/office/drawing/2014/main" id="{BDF706E9-F61D-40C9-A0D6-DED8A0865B5E}"/>
                  </a:ext>
                </a:extLst>
              </p:cNvPr>
              <p:cNvSpPr/>
              <p:nvPr/>
            </p:nvSpPr>
            <p:spPr>
              <a:xfrm>
                <a:off x="94689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7" name="object 789">
                <a:extLst>
                  <a:ext uri="{FF2B5EF4-FFF2-40B4-BE49-F238E27FC236}">
                    <a16:creationId xmlns:a16="http://schemas.microsoft.com/office/drawing/2014/main" id="{BA90103F-674A-4150-B9AE-69C8805F54C3}"/>
                  </a:ext>
                </a:extLst>
              </p:cNvPr>
              <p:cNvSpPr/>
              <p:nvPr/>
            </p:nvSpPr>
            <p:spPr>
              <a:xfrm>
                <a:off x="957789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8" name="object 790">
                <a:extLst>
                  <a:ext uri="{FF2B5EF4-FFF2-40B4-BE49-F238E27FC236}">
                    <a16:creationId xmlns:a16="http://schemas.microsoft.com/office/drawing/2014/main" id="{E18459C7-3225-4015-A099-C36AC600CB0E}"/>
                  </a:ext>
                </a:extLst>
              </p:cNvPr>
              <p:cNvSpPr/>
              <p:nvPr/>
            </p:nvSpPr>
            <p:spPr>
              <a:xfrm>
                <a:off x="957789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9" name="object 791">
                <a:extLst>
                  <a:ext uri="{FF2B5EF4-FFF2-40B4-BE49-F238E27FC236}">
                    <a16:creationId xmlns:a16="http://schemas.microsoft.com/office/drawing/2014/main" id="{C40BF88B-CCD9-46F0-92B5-97571CBD0A81}"/>
                  </a:ext>
                </a:extLst>
              </p:cNvPr>
              <p:cNvSpPr/>
              <p:nvPr/>
            </p:nvSpPr>
            <p:spPr>
              <a:xfrm>
                <a:off x="696956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0" name="object 792">
                <a:extLst>
                  <a:ext uri="{FF2B5EF4-FFF2-40B4-BE49-F238E27FC236}">
                    <a16:creationId xmlns:a16="http://schemas.microsoft.com/office/drawing/2014/main" id="{F9D9C781-7B93-4EF9-B3CE-351E6A4F915F}"/>
                  </a:ext>
                </a:extLst>
              </p:cNvPr>
              <p:cNvSpPr/>
              <p:nvPr/>
            </p:nvSpPr>
            <p:spPr>
              <a:xfrm>
                <a:off x="696956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1" name="object 793">
                <a:extLst>
                  <a:ext uri="{FF2B5EF4-FFF2-40B4-BE49-F238E27FC236}">
                    <a16:creationId xmlns:a16="http://schemas.microsoft.com/office/drawing/2014/main" id="{88D011E7-C889-41AE-AF56-01B6D25873B7}"/>
                  </a:ext>
                </a:extLst>
              </p:cNvPr>
              <p:cNvSpPr/>
              <p:nvPr/>
            </p:nvSpPr>
            <p:spPr>
              <a:xfrm>
                <a:off x="707853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2" name="object 794">
                <a:extLst>
                  <a:ext uri="{FF2B5EF4-FFF2-40B4-BE49-F238E27FC236}">
                    <a16:creationId xmlns:a16="http://schemas.microsoft.com/office/drawing/2014/main" id="{93CE0106-884A-484E-B8AC-D90C5BD1EE9A}"/>
                  </a:ext>
                </a:extLst>
              </p:cNvPr>
              <p:cNvSpPr/>
              <p:nvPr/>
            </p:nvSpPr>
            <p:spPr>
              <a:xfrm>
                <a:off x="707853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3" name="object 795">
                <a:extLst>
                  <a:ext uri="{FF2B5EF4-FFF2-40B4-BE49-F238E27FC236}">
                    <a16:creationId xmlns:a16="http://schemas.microsoft.com/office/drawing/2014/main" id="{FDE78E4B-C0F5-4360-9EA4-D52D9A1E1074}"/>
                  </a:ext>
                </a:extLst>
              </p:cNvPr>
              <p:cNvSpPr/>
              <p:nvPr/>
            </p:nvSpPr>
            <p:spPr>
              <a:xfrm>
                <a:off x="718673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4" name="object 796">
                <a:extLst>
                  <a:ext uri="{FF2B5EF4-FFF2-40B4-BE49-F238E27FC236}">
                    <a16:creationId xmlns:a16="http://schemas.microsoft.com/office/drawing/2014/main" id="{C0743CC9-C047-4506-A20B-9185EFA76CEF}"/>
                  </a:ext>
                </a:extLst>
              </p:cNvPr>
              <p:cNvSpPr/>
              <p:nvPr/>
            </p:nvSpPr>
            <p:spPr>
              <a:xfrm>
                <a:off x="718673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5" name="object 797">
                <a:extLst>
                  <a:ext uri="{FF2B5EF4-FFF2-40B4-BE49-F238E27FC236}">
                    <a16:creationId xmlns:a16="http://schemas.microsoft.com/office/drawing/2014/main" id="{0DA384E8-F24B-42BC-8F1C-817CDF291C29}"/>
                  </a:ext>
                </a:extLst>
              </p:cNvPr>
              <p:cNvSpPr/>
              <p:nvPr/>
            </p:nvSpPr>
            <p:spPr>
              <a:xfrm>
                <a:off x="729570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6" name="object 798">
                <a:extLst>
                  <a:ext uri="{FF2B5EF4-FFF2-40B4-BE49-F238E27FC236}">
                    <a16:creationId xmlns:a16="http://schemas.microsoft.com/office/drawing/2014/main" id="{3AB2A4A5-D99E-4FEF-972F-51335F89BF50}"/>
                  </a:ext>
                </a:extLst>
              </p:cNvPr>
              <p:cNvSpPr/>
              <p:nvPr/>
            </p:nvSpPr>
            <p:spPr>
              <a:xfrm>
                <a:off x="729570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7" name="object 799">
                <a:extLst>
                  <a:ext uri="{FF2B5EF4-FFF2-40B4-BE49-F238E27FC236}">
                    <a16:creationId xmlns:a16="http://schemas.microsoft.com/office/drawing/2014/main" id="{16AA3D04-D50A-4C78-AB42-93F0C7B904FC}"/>
                  </a:ext>
                </a:extLst>
              </p:cNvPr>
              <p:cNvSpPr/>
              <p:nvPr/>
            </p:nvSpPr>
            <p:spPr>
              <a:xfrm>
                <a:off x="740466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8" name="object 800">
                <a:extLst>
                  <a:ext uri="{FF2B5EF4-FFF2-40B4-BE49-F238E27FC236}">
                    <a16:creationId xmlns:a16="http://schemas.microsoft.com/office/drawing/2014/main" id="{6F8FE0C4-B298-4BEE-BAA2-D881E1214C39}"/>
                  </a:ext>
                </a:extLst>
              </p:cNvPr>
              <p:cNvSpPr/>
              <p:nvPr/>
            </p:nvSpPr>
            <p:spPr>
              <a:xfrm>
                <a:off x="740466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9" name="object 801">
                <a:extLst>
                  <a:ext uri="{FF2B5EF4-FFF2-40B4-BE49-F238E27FC236}">
                    <a16:creationId xmlns:a16="http://schemas.microsoft.com/office/drawing/2014/main" id="{AE9EBD06-6F97-4F20-9F35-385EADF8D757}"/>
                  </a:ext>
                </a:extLst>
              </p:cNvPr>
              <p:cNvSpPr/>
              <p:nvPr/>
            </p:nvSpPr>
            <p:spPr>
              <a:xfrm>
                <a:off x="75128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0" name="object 802">
                <a:extLst>
                  <a:ext uri="{FF2B5EF4-FFF2-40B4-BE49-F238E27FC236}">
                    <a16:creationId xmlns:a16="http://schemas.microsoft.com/office/drawing/2014/main" id="{3EF6F4ED-8D20-41F2-A611-4E14D313A8C7}"/>
                  </a:ext>
                </a:extLst>
              </p:cNvPr>
              <p:cNvSpPr/>
              <p:nvPr/>
            </p:nvSpPr>
            <p:spPr>
              <a:xfrm>
                <a:off x="75128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1" name="object 803">
                <a:extLst>
                  <a:ext uri="{FF2B5EF4-FFF2-40B4-BE49-F238E27FC236}">
                    <a16:creationId xmlns:a16="http://schemas.microsoft.com/office/drawing/2014/main" id="{2675A034-3366-4569-8CF8-971D12F473E9}"/>
                  </a:ext>
                </a:extLst>
              </p:cNvPr>
              <p:cNvSpPr/>
              <p:nvPr/>
            </p:nvSpPr>
            <p:spPr>
              <a:xfrm>
                <a:off x="762183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2" name="object 804">
                <a:extLst>
                  <a:ext uri="{FF2B5EF4-FFF2-40B4-BE49-F238E27FC236}">
                    <a16:creationId xmlns:a16="http://schemas.microsoft.com/office/drawing/2014/main" id="{1C740EFD-1CE1-4780-B16F-F464A335352A}"/>
                  </a:ext>
                </a:extLst>
              </p:cNvPr>
              <p:cNvSpPr/>
              <p:nvPr/>
            </p:nvSpPr>
            <p:spPr>
              <a:xfrm>
                <a:off x="762183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3" name="object 805">
                <a:extLst>
                  <a:ext uri="{FF2B5EF4-FFF2-40B4-BE49-F238E27FC236}">
                    <a16:creationId xmlns:a16="http://schemas.microsoft.com/office/drawing/2014/main" id="{194722DA-41D2-42F9-9C82-5C460C45C4C8}"/>
                  </a:ext>
                </a:extLst>
              </p:cNvPr>
              <p:cNvSpPr/>
              <p:nvPr/>
            </p:nvSpPr>
            <p:spPr>
              <a:xfrm>
                <a:off x="773004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4" name="object 806">
                <a:extLst>
                  <a:ext uri="{FF2B5EF4-FFF2-40B4-BE49-F238E27FC236}">
                    <a16:creationId xmlns:a16="http://schemas.microsoft.com/office/drawing/2014/main" id="{2F0E82A6-DC13-45CC-9FC6-2651B91FBC37}"/>
                  </a:ext>
                </a:extLst>
              </p:cNvPr>
              <p:cNvSpPr/>
              <p:nvPr/>
            </p:nvSpPr>
            <p:spPr>
              <a:xfrm>
                <a:off x="773004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5" name="object 807">
                <a:extLst>
                  <a:ext uri="{FF2B5EF4-FFF2-40B4-BE49-F238E27FC236}">
                    <a16:creationId xmlns:a16="http://schemas.microsoft.com/office/drawing/2014/main" id="{732BDF4F-155B-402F-AF20-F983F37BAF07}"/>
                  </a:ext>
                </a:extLst>
              </p:cNvPr>
              <p:cNvSpPr/>
              <p:nvPr/>
            </p:nvSpPr>
            <p:spPr>
              <a:xfrm>
                <a:off x="783900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6" name="object 808">
                <a:extLst>
                  <a:ext uri="{FF2B5EF4-FFF2-40B4-BE49-F238E27FC236}">
                    <a16:creationId xmlns:a16="http://schemas.microsoft.com/office/drawing/2014/main" id="{665D0503-AB6A-49B4-9019-4B3ACFB722F4}"/>
                  </a:ext>
                </a:extLst>
              </p:cNvPr>
              <p:cNvSpPr/>
              <p:nvPr/>
            </p:nvSpPr>
            <p:spPr>
              <a:xfrm>
                <a:off x="783900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7" name="object 809">
                <a:extLst>
                  <a:ext uri="{FF2B5EF4-FFF2-40B4-BE49-F238E27FC236}">
                    <a16:creationId xmlns:a16="http://schemas.microsoft.com/office/drawing/2014/main" id="{63D3A800-65CE-484E-8B4D-2A7C8D0BFA2B}"/>
                  </a:ext>
                </a:extLst>
              </p:cNvPr>
              <p:cNvSpPr/>
              <p:nvPr/>
            </p:nvSpPr>
            <p:spPr>
              <a:xfrm>
                <a:off x="79479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8" name="object 810">
                <a:extLst>
                  <a:ext uri="{FF2B5EF4-FFF2-40B4-BE49-F238E27FC236}">
                    <a16:creationId xmlns:a16="http://schemas.microsoft.com/office/drawing/2014/main" id="{69B3192A-8B62-46F8-87BD-2BF2499D58BC}"/>
                  </a:ext>
                </a:extLst>
              </p:cNvPr>
              <p:cNvSpPr/>
              <p:nvPr/>
            </p:nvSpPr>
            <p:spPr>
              <a:xfrm>
                <a:off x="79479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9" name="object 811">
                <a:extLst>
                  <a:ext uri="{FF2B5EF4-FFF2-40B4-BE49-F238E27FC236}">
                    <a16:creationId xmlns:a16="http://schemas.microsoft.com/office/drawing/2014/main" id="{B75EB1E7-05CE-4477-9BDA-75CF8F21FBC5}"/>
                  </a:ext>
                </a:extLst>
              </p:cNvPr>
              <p:cNvSpPr/>
              <p:nvPr/>
            </p:nvSpPr>
            <p:spPr>
              <a:xfrm>
                <a:off x="8056179" y="586307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8382" y="0"/>
                    </a:moveTo>
                    <a:lnTo>
                      <a:pt x="0" y="0"/>
                    </a:lnTo>
                    <a:lnTo>
                      <a:pt x="0" y="108966"/>
                    </a:lnTo>
                    <a:lnTo>
                      <a:pt x="8382" y="108966"/>
                    </a:lnTo>
                    <a:lnTo>
                      <a:pt x="8382" y="0"/>
                    </a:lnTo>
                    <a:close/>
                  </a:path>
                  <a:path w="109220" h="109220">
                    <a:moveTo>
                      <a:pt x="108966" y="0"/>
                    </a:moveTo>
                    <a:lnTo>
                      <a:pt x="100584" y="0"/>
                    </a:lnTo>
                    <a:lnTo>
                      <a:pt x="100584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0" name="object 812">
                <a:extLst>
                  <a:ext uri="{FF2B5EF4-FFF2-40B4-BE49-F238E27FC236}">
                    <a16:creationId xmlns:a16="http://schemas.microsoft.com/office/drawing/2014/main" id="{E89E9603-0950-41F6-B6CB-9DDF796EC5FA}"/>
                  </a:ext>
                </a:extLst>
              </p:cNvPr>
              <p:cNvSpPr/>
              <p:nvPr/>
            </p:nvSpPr>
            <p:spPr>
              <a:xfrm>
                <a:off x="80561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1" name="object 813">
                <a:extLst>
                  <a:ext uri="{FF2B5EF4-FFF2-40B4-BE49-F238E27FC236}">
                    <a16:creationId xmlns:a16="http://schemas.microsoft.com/office/drawing/2014/main" id="{42CF9A8C-C191-4246-B367-707B69D5BBB7}"/>
                  </a:ext>
                </a:extLst>
              </p:cNvPr>
              <p:cNvSpPr/>
              <p:nvPr/>
            </p:nvSpPr>
            <p:spPr>
              <a:xfrm>
                <a:off x="816514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2" name="object 814">
                <a:extLst>
                  <a:ext uri="{FF2B5EF4-FFF2-40B4-BE49-F238E27FC236}">
                    <a16:creationId xmlns:a16="http://schemas.microsoft.com/office/drawing/2014/main" id="{EEF27031-F875-4A7D-BC73-2761A005E9E0}"/>
                  </a:ext>
                </a:extLst>
              </p:cNvPr>
              <p:cNvSpPr/>
              <p:nvPr/>
            </p:nvSpPr>
            <p:spPr>
              <a:xfrm>
                <a:off x="816514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3" name="object 815">
                <a:extLst>
                  <a:ext uri="{FF2B5EF4-FFF2-40B4-BE49-F238E27FC236}">
                    <a16:creationId xmlns:a16="http://schemas.microsoft.com/office/drawing/2014/main" id="{8FE7A7AB-C69A-4EF3-AAFC-35772D062A22}"/>
                  </a:ext>
                </a:extLst>
              </p:cNvPr>
              <p:cNvSpPr/>
              <p:nvPr/>
            </p:nvSpPr>
            <p:spPr>
              <a:xfrm>
                <a:off x="82733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4" name="object 816">
                <a:extLst>
                  <a:ext uri="{FF2B5EF4-FFF2-40B4-BE49-F238E27FC236}">
                    <a16:creationId xmlns:a16="http://schemas.microsoft.com/office/drawing/2014/main" id="{F26B055B-B8F9-4E31-89EF-696AABD82F06}"/>
                  </a:ext>
                </a:extLst>
              </p:cNvPr>
              <p:cNvSpPr/>
              <p:nvPr/>
            </p:nvSpPr>
            <p:spPr>
              <a:xfrm>
                <a:off x="82733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5" name="object 817">
                <a:extLst>
                  <a:ext uri="{FF2B5EF4-FFF2-40B4-BE49-F238E27FC236}">
                    <a16:creationId xmlns:a16="http://schemas.microsoft.com/office/drawing/2014/main" id="{E8419396-02AF-4808-A564-8ECC5ECAC3ED}"/>
                  </a:ext>
                </a:extLst>
              </p:cNvPr>
              <p:cNvSpPr/>
              <p:nvPr/>
            </p:nvSpPr>
            <p:spPr>
              <a:xfrm>
                <a:off x="83823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6" name="object 818">
                <a:extLst>
                  <a:ext uri="{FF2B5EF4-FFF2-40B4-BE49-F238E27FC236}">
                    <a16:creationId xmlns:a16="http://schemas.microsoft.com/office/drawing/2014/main" id="{CBEE3BE2-7553-46E5-A248-95F3CCF02DCC}"/>
                  </a:ext>
                </a:extLst>
              </p:cNvPr>
              <p:cNvSpPr/>
              <p:nvPr/>
            </p:nvSpPr>
            <p:spPr>
              <a:xfrm>
                <a:off x="83823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7" name="object 819">
                <a:extLst>
                  <a:ext uri="{FF2B5EF4-FFF2-40B4-BE49-F238E27FC236}">
                    <a16:creationId xmlns:a16="http://schemas.microsoft.com/office/drawing/2014/main" id="{D5540A12-6E00-4D89-A0E8-67F4D8671B48}"/>
                  </a:ext>
                </a:extLst>
              </p:cNvPr>
              <p:cNvSpPr/>
              <p:nvPr/>
            </p:nvSpPr>
            <p:spPr>
              <a:xfrm>
                <a:off x="8491280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8" name="object 820">
                <a:extLst>
                  <a:ext uri="{FF2B5EF4-FFF2-40B4-BE49-F238E27FC236}">
                    <a16:creationId xmlns:a16="http://schemas.microsoft.com/office/drawing/2014/main" id="{B4081A11-2725-4CDE-9620-92D955D1CEAD}"/>
                  </a:ext>
                </a:extLst>
              </p:cNvPr>
              <p:cNvSpPr/>
              <p:nvPr/>
            </p:nvSpPr>
            <p:spPr>
              <a:xfrm>
                <a:off x="8491280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9" name="object 821">
                <a:extLst>
                  <a:ext uri="{FF2B5EF4-FFF2-40B4-BE49-F238E27FC236}">
                    <a16:creationId xmlns:a16="http://schemas.microsoft.com/office/drawing/2014/main" id="{B8C29B0D-3C28-4416-9535-99EA22A0127D}"/>
                  </a:ext>
                </a:extLst>
              </p:cNvPr>
              <p:cNvSpPr/>
              <p:nvPr/>
            </p:nvSpPr>
            <p:spPr>
              <a:xfrm>
                <a:off x="85994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0" name="object 822">
                <a:extLst>
                  <a:ext uri="{FF2B5EF4-FFF2-40B4-BE49-F238E27FC236}">
                    <a16:creationId xmlns:a16="http://schemas.microsoft.com/office/drawing/2014/main" id="{E7991659-6F84-440E-8BD4-316326EDAA93}"/>
                  </a:ext>
                </a:extLst>
              </p:cNvPr>
              <p:cNvSpPr/>
              <p:nvPr/>
            </p:nvSpPr>
            <p:spPr>
              <a:xfrm>
                <a:off x="85994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1" name="object 823">
                <a:extLst>
                  <a:ext uri="{FF2B5EF4-FFF2-40B4-BE49-F238E27FC236}">
                    <a16:creationId xmlns:a16="http://schemas.microsoft.com/office/drawing/2014/main" id="{D4EB3D55-C56C-4828-B366-D58DAE98230D}"/>
                  </a:ext>
                </a:extLst>
              </p:cNvPr>
              <p:cNvSpPr/>
              <p:nvPr/>
            </p:nvSpPr>
            <p:spPr>
              <a:xfrm>
                <a:off x="8708437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2" name="object 824">
                <a:extLst>
                  <a:ext uri="{FF2B5EF4-FFF2-40B4-BE49-F238E27FC236}">
                    <a16:creationId xmlns:a16="http://schemas.microsoft.com/office/drawing/2014/main" id="{D6D9D56C-DB2A-4BEA-AB55-9C683F7CA167}"/>
                  </a:ext>
                </a:extLst>
              </p:cNvPr>
              <p:cNvSpPr/>
              <p:nvPr/>
            </p:nvSpPr>
            <p:spPr>
              <a:xfrm>
                <a:off x="8708437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3" name="object 825">
                <a:extLst>
                  <a:ext uri="{FF2B5EF4-FFF2-40B4-BE49-F238E27FC236}">
                    <a16:creationId xmlns:a16="http://schemas.microsoft.com/office/drawing/2014/main" id="{1897CA28-565C-4E3D-945D-76E09D66457C}"/>
                  </a:ext>
                </a:extLst>
              </p:cNvPr>
              <p:cNvSpPr/>
              <p:nvPr/>
            </p:nvSpPr>
            <p:spPr>
              <a:xfrm>
                <a:off x="881665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4" name="object 826">
                <a:extLst>
                  <a:ext uri="{FF2B5EF4-FFF2-40B4-BE49-F238E27FC236}">
                    <a16:creationId xmlns:a16="http://schemas.microsoft.com/office/drawing/2014/main" id="{1DC1EE58-4EA2-4E68-B7F6-4B681A29541D}"/>
                  </a:ext>
                </a:extLst>
              </p:cNvPr>
              <p:cNvSpPr/>
              <p:nvPr/>
            </p:nvSpPr>
            <p:spPr>
              <a:xfrm>
                <a:off x="881665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5" name="object 827">
                <a:extLst>
                  <a:ext uri="{FF2B5EF4-FFF2-40B4-BE49-F238E27FC236}">
                    <a16:creationId xmlns:a16="http://schemas.microsoft.com/office/drawing/2014/main" id="{3EBDFADA-18AB-42E9-8902-9D174D7FD462}"/>
                  </a:ext>
                </a:extLst>
              </p:cNvPr>
              <p:cNvSpPr/>
              <p:nvPr/>
            </p:nvSpPr>
            <p:spPr>
              <a:xfrm>
                <a:off x="8925620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6" name="object 828">
                <a:extLst>
                  <a:ext uri="{FF2B5EF4-FFF2-40B4-BE49-F238E27FC236}">
                    <a16:creationId xmlns:a16="http://schemas.microsoft.com/office/drawing/2014/main" id="{AC042F68-DA83-4ED1-9562-E920698D8018}"/>
                  </a:ext>
                </a:extLst>
              </p:cNvPr>
              <p:cNvSpPr/>
              <p:nvPr/>
            </p:nvSpPr>
            <p:spPr>
              <a:xfrm>
                <a:off x="8925620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7" name="object 829">
                <a:extLst>
                  <a:ext uri="{FF2B5EF4-FFF2-40B4-BE49-F238E27FC236}">
                    <a16:creationId xmlns:a16="http://schemas.microsoft.com/office/drawing/2014/main" id="{0ED56385-ABDF-4150-B181-8213E2122F84}"/>
                  </a:ext>
                </a:extLst>
              </p:cNvPr>
              <p:cNvSpPr/>
              <p:nvPr/>
            </p:nvSpPr>
            <p:spPr>
              <a:xfrm>
                <a:off x="90345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8" name="object 830">
                <a:extLst>
                  <a:ext uri="{FF2B5EF4-FFF2-40B4-BE49-F238E27FC236}">
                    <a16:creationId xmlns:a16="http://schemas.microsoft.com/office/drawing/2014/main" id="{FCAD56D6-0B91-4C0F-8BD3-36D7D44A0051}"/>
                  </a:ext>
                </a:extLst>
              </p:cNvPr>
              <p:cNvSpPr/>
              <p:nvPr/>
            </p:nvSpPr>
            <p:spPr>
              <a:xfrm>
                <a:off x="90345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9" name="object 831">
                <a:extLst>
                  <a:ext uri="{FF2B5EF4-FFF2-40B4-BE49-F238E27FC236}">
                    <a16:creationId xmlns:a16="http://schemas.microsoft.com/office/drawing/2014/main" id="{EE0B4311-DBE3-499A-A167-D58596FF035A}"/>
                  </a:ext>
                </a:extLst>
              </p:cNvPr>
              <p:cNvSpPr/>
              <p:nvPr/>
            </p:nvSpPr>
            <p:spPr>
              <a:xfrm>
                <a:off x="91427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0" name="object 832">
                <a:extLst>
                  <a:ext uri="{FF2B5EF4-FFF2-40B4-BE49-F238E27FC236}">
                    <a16:creationId xmlns:a16="http://schemas.microsoft.com/office/drawing/2014/main" id="{F388A5FA-7926-4A30-8B7B-A6310430B3C4}"/>
                  </a:ext>
                </a:extLst>
              </p:cNvPr>
              <p:cNvSpPr/>
              <p:nvPr/>
            </p:nvSpPr>
            <p:spPr>
              <a:xfrm>
                <a:off x="91427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1" name="object 833">
                <a:extLst>
                  <a:ext uri="{FF2B5EF4-FFF2-40B4-BE49-F238E27FC236}">
                    <a16:creationId xmlns:a16="http://schemas.microsoft.com/office/drawing/2014/main" id="{934F558F-9CA9-40EE-BB52-AF5B5D669064}"/>
                  </a:ext>
                </a:extLst>
              </p:cNvPr>
              <p:cNvSpPr/>
              <p:nvPr/>
            </p:nvSpPr>
            <p:spPr>
              <a:xfrm>
                <a:off x="9251756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2" name="object 834">
                <a:extLst>
                  <a:ext uri="{FF2B5EF4-FFF2-40B4-BE49-F238E27FC236}">
                    <a16:creationId xmlns:a16="http://schemas.microsoft.com/office/drawing/2014/main" id="{14139474-7368-4BA2-9164-54DDA9CC6361}"/>
                  </a:ext>
                </a:extLst>
              </p:cNvPr>
              <p:cNvSpPr/>
              <p:nvPr/>
            </p:nvSpPr>
            <p:spPr>
              <a:xfrm>
                <a:off x="9251756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3" name="object 835">
                <a:extLst>
                  <a:ext uri="{FF2B5EF4-FFF2-40B4-BE49-F238E27FC236}">
                    <a16:creationId xmlns:a16="http://schemas.microsoft.com/office/drawing/2014/main" id="{9778763D-6DDE-44EE-9F88-A4269946DF96}"/>
                  </a:ext>
                </a:extLst>
              </p:cNvPr>
              <p:cNvSpPr/>
              <p:nvPr/>
            </p:nvSpPr>
            <p:spPr>
              <a:xfrm>
                <a:off x="93599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4" name="object 836">
                <a:extLst>
                  <a:ext uri="{FF2B5EF4-FFF2-40B4-BE49-F238E27FC236}">
                    <a16:creationId xmlns:a16="http://schemas.microsoft.com/office/drawing/2014/main" id="{47320A42-861B-45D4-AFF1-BBFC083917C7}"/>
                  </a:ext>
                </a:extLst>
              </p:cNvPr>
              <p:cNvSpPr/>
              <p:nvPr/>
            </p:nvSpPr>
            <p:spPr>
              <a:xfrm>
                <a:off x="93599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5" name="object 837">
                <a:extLst>
                  <a:ext uri="{FF2B5EF4-FFF2-40B4-BE49-F238E27FC236}">
                    <a16:creationId xmlns:a16="http://schemas.microsoft.com/office/drawing/2014/main" id="{AB0A9099-35A6-4338-9E93-C4B835C5BFB6}"/>
                  </a:ext>
                </a:extLst>
              </p:cNvPr>
              <p:cNvSpPr/>
              <p:nvPr/>
            </p:nvSpPr>
            <p:spPr>
              <a:xfrm>
                <a:off x="94689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6" name="object 838">
                <a:extLst>
                  <a:ext uri="{FF2B5EF4-FFF2-40B4-BE49-F238E27FC236}">
                    <a16:creationId xmlns:a16="http://schemas.microsoft.com/office/drawing/2014/main" id="{B12E35BE-1957-4F59-998E-1304052F9BA4}"/>
                  </a:ext>
                </a:extLst>
              </p:cNvPr>
              <p:cNvSpPr/>
              <p:nvPr/>
            </p:nvSpPr>
            <p:spPr>
              <a:xfrm>
                <a:off x="94689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7" name="object 839">
                <a:extLst>
                  <a:ext uri="{FF2B5EF4-FFF2-40B4-BE49-F238E27FC236}">
                    <a16:creationId xmlns:a16="http://schemas.microsoft.com/office/drawing/2014/main" id="{4180F32E-7F48-4B70-ABE4-E1328CCA3956}"/>
                  </a:ext>
                </a:extLst>
              </p:cNvPr>
              <p:cNvSpPr/>
              <p:nvPr/>
            </p:nvSpPr>
            <p:spPr>
              <a:xfrm>
                <a:off x="957789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8" name="object 840">
                <a:extLst>
                  <a:ext uri="{FF2B5EF4-FFF2-40B4-BE49-F238E27FC236}">
                    <a16:creationId xmlns:a16="http://schemas.microsoft.com/office/drawing/2014/main" id="{54F52F80-B7E0-4390-B95C-89EAF593FD1E}"/>
                  </a:ext>
                </a:extLst>
              </p:cNvPr>
              <p:cNvSpPr/>
              <p:nvPr/>
            </p:nvSpPr>
            <p:spPr>
              <a:xfrm>
                <a:off x="957789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9" name="object 841">
                <a:extLst>
                  <a:ext uri="{FF2B5EF4-FFF2-40B4-BE49-F238E27FC236}">
                    <a16:creationId xmlns:a16="http://schemas.microsoft.com/office/drawing/2014/main" id="{A5021F5F-6BC0-41F7-B49D-A2635E86FE40}"/>
                  </a:ext>
                </a:extLst>
              </p:cNvPr>
              <p:cNvSpPr/>
              <p:nvPr/>
            </p:nvSpPr>
            <p:spPr>
              <a:xfrm>
                <a:off x="696956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0" name="object 842">
                <a:extLst>
                  <a:ext uri="{FF2B5EF4-FFF2-40B4-BE49-F238E27FC236}">
                    <a16:creationId xmlns:a16="http://schemas.microsoft.com/office/drawing/2014/main" id="{7FE6443C-699C-42B8-B3F6-4448FC23574E}"/>
                  </a:ext>
                </a:extLst>
              </p:cNvPr>
              <p:cNvSpPr/>
              <p:nvPr/>
            </p:nvSpPr>
            <p:spPr>
              <a:xfrm>
                <a:off x="696956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1" name="object 843">
                <a:extLst>
                  <a:ext uri="{FF2B5EF4-FFF2-40B4-BE49-F238E27FC236}">
                    <a16:creationId xmlns:a16="http://schemas.microsoft.com/office/drawing/2014/main" id="{D6E25C72-9BB8-420D-91DB-DBD04CEB6F20}"/>
                  </a:ext>
                </a:extLst>
              </p:cNvPr>
              <p:cNvSpPr/>
              <p:nvPr/>
            </p:nvSpPr>
            <p:spPr>
              <a:xfrm>
                <a:off x="707853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2" name="object 844">
                <a:extLst>
                  <a:ext uri="{FF2B5EF4-FFF2-40B4-BE49-F238E27FC236}">
                    <a16:creationId xmlns:a16="http://schemas.microsoft.com/office/drawing/2014/main" id="{9EB1A1FF-950D-4B8A-8A64-BA8C1A5BDA2F}"/>
                  </a:ext>
                </a:extLst>
              </p:cNvPr>
              <p:cNvSpPr/>
              <p:nvPr/>
            </p:nvSpPr>
            <p:spPr>
              <a:xfrm>
                <a:off x="707853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3" name="object 845">
                <a:extLst>
                  <a:ext uri="{FF2B5EF4-FFF2-40B4-BE49-F238E27FC236}">
                    <a16:creationId xmlns:a16="http://schemas.microsoft.com/office/drawing/2014/main" id="{6BA3CA8A-0145-4373-81ED-839B57407D0C}"/>
                  </a:ext>
                </a:extLst>
              </p:cNvPr>
              <p:cNvSpPr/>
              <p:nvPr/>
            </p:nvSpPr>
            <p:spPr>
              <a:xfrm>
                <a:off x="718673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4" name="object 846">
                <a:extLst>
                  <a:ext uri="{FF2B5EF4-FFF2-40B4-BE49-F238E27FC236}">
                    <a16:creationId xmlns:a16="http://schemas.microsoft.com/office/drawing/2014/main" id="{F9941F99-B7E6-4ADC-B4FE-11E5C88680DE}"/>
                  </a:ext>
                </a:extLst>
              </p:cNvPr>
              <p:cNvSpPr/>
              <p:nvPr/>
            </p:nvSpPr>
            <p:spPr>
              <a:xfrm>
                <a:off x="718673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5" name="object 847">
                <a:extLst>
                  <a:ext uri="{FF2B5EF4-FFF2-40B4-BE49-F238E27FC236}">
                    <a16:creationId xmlns:a16="http://schemas.microsoft.com/office/drawing/2014/main" id="{6D6D4FA3-4595-40E0-9B35-B4653A703DD2}"/>
                  </a:ext>
                </a:extLst>
              </p:cNvPr>
              <p:cNvSpPr/>
              <p:nvPr/>
            </p:nvSpPr>
            <p:spPr>
              <a:xfrm>
                <a:off x="729570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6" name="object 848">
                <a:extLst>
                  <a:ext uri="{FF2B5EF4-FFF2-40B4-BE49-F238E27FC236}">
                    <a16:creationId xmlns:a16="http://schemas.microsoft.com/office/drawing/2014/main" id="{1778C879-AB2F-4DA1-8207-B078C62D8AB3}"/>
                  </a:ext>
                </a:extLst>
              </p:cNvPr>
              <p:cNvSpPr/>
              <p:nvPr/>
            </p:nvSpPr>
            <p:spPr>
              <a:xfrm>
                <a:off x="729570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7" name="object 849">
                <a:extLst>
                  <a:ext uri="{FF2B5EF4-FFF2-40B4-BE49-F238E27FC236}">
                    <a16:creationId xmlns:a16="http://schemas.microsoft.com/office/drawing/2014/main" id="{AE7C3EFD-0376-4B63-8B8E-DC1CE2FF6978}"/>
                  </a:ext>
                </a:extLst>
              </p:cNvPr>
              <p:cNvSpPr/>
              <p:nvPr/>
            </p:nvSpPr>
            <p:spPr>
              <a:xfrm>
                <a:off x="740466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8" name="object 850">
                <a:extLst>
                  <a:ext uri="{FF2B5EF4-FFF2-40B4-BE49-F238E27FC236}">
                    <a16:creationId xmlns:a16="http://schemas.microsoft.com/office/drawing/2014/main" id="{1A78E835-80DF-4BB7-8299-DA95F52F25DD}"/>
                  </a:ext>
                </a:extLst>
              </p:cNvPr>
              <p:cNvSpPr/>
              <p:nvPr/>
            </p:nvSpPr>
            <p:spPr>
              <a:xfrm>
                <a:off x="740466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9" name="object 851">
                <a:extLst>
                  <a:ext uri="{FF2B5EF4-FFF2-40B4-BE49-F238E27FC236}">
                    <a16:creationId xmlns:a16="http://schemas.microsoft.com/office/drawing/2014/main" id="{6FAADE21-77F1-447A-812A-09DB581DE741}"/>
                  </a:ext>
                </a:extLst>
              </p:cNvPr>
              <p:cNvSpPr/>
              <p:nvPr/>
            </p:nvSpPr>
            <p:spPr>
              <a:xfrm>
                <a:off x="75128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0" name="object 852">
                <a:extLst>
                  <a:ext uri="{FF2B5EF4-FFF2-40B4-BE49-F238E27FC236}">
                    <a16:creationId xmlns:a16="http://schemas.microsoft.com/office/drawing/2014/main" id="{CCE5AF57-679E-4DA3-A6FC-61A01AC0EAB1}"/>
                  </a:ext>
                </a:extLst>
              </p:cNvPr>
              <p:cNvSpPr/>
              <p:nvPr/>
            </p:nvSpPr>
            <p:spPr>
              <a:xfrm>
                <a:off x="75128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1" name="object 853">
                <a:extLst>
                  <a:ext uri="{FF2B5EF4-FFF2-40B4-BE49-F238E27FC236}">
                    <a16:creationId xmlns:a16="http://schemas.microsoft.com/office/drawing/2014/main" id="{ACF609E0-FF4C-4937-B814-1281FC242C17}"/>
                  </a:ext>
                </a:extLst>
              </p:cNvPr>
              <p:cNvSpPr/>
              <p:nvPr/>
            </p:nvSpPr>
            <p:spPr>
              <a:xfrm>
                <a:off x="762183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2" name="object 854">
                <a:extLst>
                  <a:ext uri="{FF2B5EF4-FFF2-40B4-BE49-F238E27FC236}">
                    <a16:creationId xmlns:a16="http://schemas.microsoft.com/office/drawing/2014/main" id="{E6DD2448-1A5D-4657-8357-CEF2AEBB7121}"/>
                  </a:ext>
                </a:extLst>
              </p:cNvPr>
              <p:cNvSpPr/>
              <p:nvPr/>
            </p:nvSpPr>
            <p:spPr>
              <a:xfrm>
                <a:off x="762183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3" name="object 855">
                <a:extLst>
                  <a:ext uri="{FF2B5EF4-FFF2-40B4-BE49-F238E27FC236}">
                    <a16:creationId xmlns:a16="http://schemas.microsoft.com/office/drawing/2014/main" id="{41D0F04C-7BB5-4A79-A719-A28285AC9B6F}"/>
                  </a:ext>
                </a:extLst>
              </p:cNvPr>
              <p:cNvSpPr/>
              <p:nvPr/>
            </p:nvSpPr>
            <p:spPr>
              <a:xfrm>
                <a:off x="773004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4" name="object 856">
                <a:extLst>
                  <a:ext uri="{FF2B5EF4-FFF2-40B4-BE49-F238E27FC236}">
                    <a16:creationId xmlns:a16="http://schemas.microsoft.com/office/drawing/2014/main" id="{D4549E51-B256-4234-B6B6-3E19C30661D4}"/>
                  </a:ext>
                </a:extLst>
              </p:cNvPr>
              <p:cNvSpPr/>
              <p:nvPr/>
            </p:nvSpPr>
            <p:spPr>
              <a:xfrm>
                <a:off x="773004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5" name="object 857">
                <a:extLst>
                  <a:ext uri="{FF2B5EF4-FFF2-40B4-BE49-F238E27FC236}">
                    <a16:creationId xmlns:a16="http://schemas.microsoft.com/office/drawing/2014/main" id="{9998FBC4-EA0B-4AEA-B422-8340C1853E4F}"/>
                  </a:ext>
                </a:extLst>
              </p:cNvPr>
              <p:cNvSpPr/>
              <p:nvPr/>
            </p:nvSpPr>
            <p:spPr>
              <a:xfrm>
                <a:off x="783900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6" name="object 858">
                <a:extLst>
                  <a:ext uri="{FF2B5EF4-FFF2-40B4-BE49-F238E27FC236}">
                    <a16:creationId xmlns:a16="http://schemas.microsoft.com/office/drawing/2014/main" id="{A5D02770-245F-46CA-ACFF-58F1B17F09B0}"/>
                  </a:ext>
                </a:extLst>
              </p:cNvPr>
              <p:cNvSpPr/>
              <p:nvPr/>
            </p:nvSpPr>
            <p:spPr>
              <a:xfrm>
                <a:off x="783900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7" name="object 859">
                <a:extLst>
                  <a:ext uri="{FF2B5EF4-FFF2-40B4-BE49-F238E27FC236}">
                    <a16:creationId xmlns:a16="http://schemas.microsoft.com/office/drawing/2014/main" id="{FBCD7929-C1C8-4119-B3D4-65010E105DBB}"/>
                  </a:ext>
                </a:extLst>
              </p:cNvPr>
              <p:cNvSpPr/>
              <p:nvPr/>
            </p:nvSpPr>
            <p:spPr>
              <a:xfrm>
                <a:off x="79479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8" name="object 860">
                <a:extLst>
                  <a:ext uri="{FF2B5EF4-FFF2-40B4-BE49-F238E27FC236}">
                    <a16:creationId xmlns:a16="http://schemas.microsoft.com/office/drawing/2014/main" id="{4E55D390-1B63-4E9B-85C2-A65FBC263A44}"/>
                  </a:ext>
                </a:extLst>
              </p:cNvPr>
              <p:cNvSpPr/>
              <p:nvPr/>
            </p:nvSpPr>
            <p:spPr>
              <a:xfrm>
                <a:off x="79479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9" name="object 861">
                <a:extLst>
                  <a:ext uri="{FF2B5EF4-FFF2-40B4-BE49-F238E27FC236}">
                    <a16:creationId xmlns:a16="http://schemas.microsoft.com/office/drawing/2014/main" id="{A50D16EB-ED23-4497-BC63-E11F7BF7B52C}"/>
                  </a:ext>
                </a:extLst>
              </p:cNvPr>
              <p:cNvSpPr/>
              <p:nvPr/>
            </p:nvSpPr>
            <p:spPr>
              <a:xfrm>
                <a:off x="8056179" y="597203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55626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55626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0" name="object 862">
                <a:extLst>
                  <a:ext uri="{FF2B5EF4-FFF2-40B4-BE49-F238E27FC236}">
                    <a16:creationId xmlns:a16="http://schemas.microsoft.com/office/drawing/2014/main" id="{B6006C37-0EE9-4A61-BF4F-27EED2DECC05}"/>
                  </a:ext>
                </a:extLst>
              </p:cNvPr>
              <p:cNvSpPr/>
              <p:nvPr/>
            </p:nvSpPr>
            <p:spPr>
              <a:xfrm>
                <a:off x="80561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1" name="object 863">
                <a:extLst>
                  <a:ext uri="{FF2B5EF4-FFF2-40B4-BE49-F238E27FC236}">
                    <a16:creationId xmlns:a16="http://schemas.microsoft.com/office/drawing/2014/main" id="{76D23FA3-3F5E-4DF5-B5BB-9C3D0F24DDFD}"/>
                  </a:ext>
                </a:extLst>
              </p:cNvPr>
              <p:cNvSpPr/>
              <p:nvPr/>
            </p:nvSpPr>
            <p:spPr>
              <a:xfrm>
                <a:off x="816514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2" name="object 864">
                <a:extLst>
                  <a:ext uri="{FF2B5EF4-FFF2-40B4-BE49-F238E27FC236}">
                    <a16:creationId xmlns:a16="http://schemas.microsoft.com/office/drawing/2014/main" id="{274DEAF6-46F6-4198-9135-F08073281C0B}"/>
                  </a:ext>
                </a:extLst>
              </p:cNvPr>
              <p:cNvSpPr/>
              <p:nvPr/>
            </p:nvSpPr>
            <p:spPr>
              <a:xfrm>
                <a:off x="816514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3" name="object 865">
                <a:extLst>
                  <a:ext uri="{FF2B5EF4-FFF2-40B4-BE49-F238E27FC236}">
                    <a16:creationId xmlns:a16="http://schemas.microsoft.com/office/drawing/2014/main" id="{00611574-DBFB-4D44-B476-50B2D2C840E0}"/>
                  </a:ext>
                </a:extLst>
              </p:cNvPr>
              <p:cNvSpPr/>
              <p:nvPr/>
            </p:nvSpPr>
            <p:spPr>
              <a:xfrm>
                <a:off x="82733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4" name="object 866">
                <a:extLst>
                  <a:ext uri="{FF2B5EF4-FFF2-40B4-BE49-F238E27FC236}">
                    <a16:creationId xmlns:a16="http://schemas.microsoft.com/office/drawing/2014/main" id="{0B045924-32C7-4612-88EB-0F5AEF7503B2}"/>
                  </a:ext>
                </a:extLst>
              </p:cNvPr>
              <p:cNvSpPr/>
              <p:nvPr/>
            </p:nvSpPr>
            <p:spPr>
              <a:xfrm>
                <a:off x="82733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5" name="object 867">
                <a:extLst>
                  <a:ext uri="{FF2B5EF4-FFF2-40B4-BE49-F238E27FC236}">
                    <a16:creationId xmlns:a16="http://schemas.microsoft.com/office/drawing/2014/main" id="{E4ED9132-8188-4400-B007-21235FAC230D}"/>
                  </a:ext>
                </a:extLst>
              </p:cNvPr>
              <p:cNvSpPr/>
              <p:nvPr/>
            </p:nvSpPr>
            <p:spPr>
              <a:xfrm>
                <a:off x="83823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6" name="object 868">
                <a:extLst>
                  <a:ext uri="{FF2B5EF4-FFF2-40B4-BE49-F238E27FC236}">
                    <a16:creationId xmlns:a16="http://schemas.microsoft.com/office/drawing/2014/main" id="{2D4E0DCB-1D0E-40BD-92FF-08ED4558CA75}"/>
                  </a:ext>
                </a:extLst>
              </p:cNvPr>
              <p:cNvSpPr/>
              <p:nvPr/>
            </p:nvSpPr>
            <p:spPr>
              <a:xfrm>
                <a:off x="83823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7" name="object 869">
                <a:extLst>
                  <a:ext uri="{FF2B5EF4-FFF2-40B4-BE49-F238E27FC236}">
                    <a16:creationId xmlns:a16="http://schemas.microsoft.com/office/drawing/2014/main" id="{C8E1B87D-3124-4E85-B22D-013D0FF17E6E}"/>
                  </a:ext>
                </a:extLst>
              </p:cNvPr>
              <p:cNvSpPr/>
              <p:nvPr/>
            </p:nvSpPr>
            <p:spPr>
              <a:xfrm>
                <a:off x="8491280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8" name="object 870">
                <a:extLst>
                  <a:ext uri="{FF2B5EF4-FFF2-40B4-BE49-F238E27FC236}">
                    <a16:creationId xmlns:a16="http://schemas.microsoft.com/office/drawing/2014/main" id="{A45F63B1-A899-4F28-A205-B17892892214}"/>
                  </a:ext>
                </a:extLst>
              </p:cNvPr>
              <p:cNvSpPr/>
              <p:nvPr/>
            </p:nvSpPr>
            <p:spPr>
              <a:xfrm>
                <a:off x="8491280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9" name="object 871">
                <a:extLst>
                  <a:ext uri="{FF2B5EF4-FFF2-40B4-BE49-F238E27FC236}">
                    <a16:creationId xmlns:a16="http://schemas.microsoft.com/office/drawing/2014/main" id="{7EECB26B-D998-4E36-A12C-B2482345B038}"/>
                  </a:ext>
                </a:extLst>
              </p:cNvPr>
              <p:cNvSpPr/>
              <p:nvPr/>
            </p:nvSpPr>
            <p:spPr>
              <a:xfrm>
                <a:off x="85994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0" name="object 872">
                <a:extLst>
                  <a:ext uri="{FF2B5EF4-FFF2-40B4-BE49-F238E27FC236}">
                    <a16:creationId xmlns:a16="http://schemas.microsoft.com/office/drawing/2014/main" id="{F215F47F-EB56-46B7-A608-B7F01DA62801}"/>
                  </a:ext>
                </a:extLst>
              </p:cNvPr>
              <p:cNvSpPr/>
              <p:nvPr/>
            </p:nvSpPr>
            <p:spPr>
              <a:xfrm>
                <a:off x="85994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1" name="object 873">
                <a:extLst>
                  <a:ext uri="{FF2B5EF4-FFF2-40B4-BE49-F238E27FC236}">
                    <a16:creationId xmlns:a16="http://schemas.microsoft.com/office/drawing/2014/main" id="{2A58FF54-25FA-404A-A230-379925B46EDB}"/>
                  </a:ext>
                </a:extLst>
              </p:cNvPr>
              <p:cNvSpPr/>
              <p:nvPr/>
            </p:nvSpPr>
            <p:spPr>
              <a:xfrm>
                <a:off x="8708437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2" name="object 874">
                <a:extLst>
                  <a:ext uri="{FF2B5EF4-FFF2-40B4-BE49-F238E27FC236}">
                    <a16:creationId xmlns:a16="http://schemas.microsoft.com/office/drawing/2014/main" id="{9C8CA0FE-B0FD-41D7-B7FE-B2A0228A985F}"/>
                  </a:ext>
                </a:extLst>
              </p:cNvPr>
              <p:cNvSpPr/>
              <p:nvPr/>
            </p:nvSpPr>
            <p:spPr>
              <a:xfrm>
                <a:off x="8708437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3" name="object 875">
                <a:extLst>
                  <a:ext uri="{FF2B5EF4-FFF2-40B4-BE49-F238E27FC236}">
                    <a16:creationId xmlns:a16="http://schemas.microsoft.com/office/drawing/2014/main" id="{E4C4B600-EBBA-4DD4-8FC3-6169271D2871}"/>
                  </a:ext>
                </a:extLst>
              </p:cNvPr>
              <p:cNvSpPr/>
              <p:nvPr/>
            </p:nvSpPr>
            <p:spPr>
              <a:xfrm>
                <a:off x="881665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4" name="object 876">
                <a:extLst>
                  <a:ext uri="{FF2B5EF4-FFF2-40B4-BE49-F238E27FC236}">
                    <a16:creationId xmlns:a16="http://schemas.microsoft.com/office/drawing/2014/main" id="{C418225F-6D8E-4E20-8D06-1C6EEDE62B68}"/>
                  </a:ext>
                </a:extLst>
              </p:cNvPr>
              <p:cNvSpPr/>
              <p:nvPr/>
            </p:nvSpPr>
            <p:spPr>
              <a:xfrm>
                <a:off x="881665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5" name="object 877">
                <a:extLst>
                  <a:ext uri="{FF2B5EF4-FFF2-40B4-BE49-F238E27FC236}">
                    <a16:creationId xmlns:a16="http://schemas.microsoft.com/office/drawing/2014/main" id="{FAC998D9-A512-4131-AB15-181BED3E80D4}"/>
                  </a:ext>
                </a:extLst>
              </p:cNvPr>
              <p:cNvSpPr/>
              <p:nvPr/>
            </p:nvSpPr>
            <p:spPr>
              <a:xfrm>
                <a:off x="8925620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6" name="object 878">
                <a:extLst>
                  <a:ext uri="{FF2B5EF4-FFF2-40B4-BE49-F238E27FC236}">
                    <a16:creationId xmlns:a16="http://schemas.microsoft.com/office/drawing/2014/main" id="{0E870246-3E23-4B17-AD71-BBDAA4B69750}"/>
                  </a:ext>
                </a:extLst>
              </p:cNvPr>
              <p:cNvSpPr/>
              <p:nvPr/>
            </p:nvSpPr>
            <p:spPr>
              <a:xfrm>
                <a:off x="8925620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7" name="object 879">
                <a:extLst>
                  <a:ext uri="{FF2B5EF4-FFF2-40B4-BE49-F238E27FC236}">
                    <a16:creationId xmlns:a16="http://schemas.microsoft.com/office/drawing/2014/main" id="{E1788BF4-C64C-45BC-A622-D05A806D2EBD}"/>
                  </a:ext>
                </a:extLst>
              </p:cNvPr>
              <p:cNvSpPr/>
              <p:nvPr/>
            </p:nvSpPr>
            <p:spPr>
              <a:xfrm>
                <a:off x="90345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8" name="object 880">
                <a:extLst>
                  <a:ext uri="{FF2B5EF4-FFF2-40B4-BE49-F238E27FC236}">
                    <a16:creationId xmlns:a16="http://schemas.microsoft.com/office/drawing/2014/main" id="{428997B9-09C6-4D13-93AE-6F24EA093111}"/>
                  </a:ext>
                </a:extLst>
              </p:cNvPr>
              <p:cNvSpPr/>
              <p:nvPr/>
            </p:nvSpPr>
            <p:spPr>
              <a:xfrm>
                <a:off x="90345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9" name="object 881">
                <a:extLst>
                  <a:ext uri="{FF2B5EF4-FFF2-40B4-BE49-F238E27FC236}">
                    <a16:creationId xmlns:a16="http://schemas.microsoft.com/office/drawing/2014/main" id="{7DD62C4F-512D-44CB-A6C7-20FE2F2433AC}"/>
                  </a:ext>
                </a:extLst>
              </p:cNvPr>
              <p:cNvSpPr/>
              <p:nvPr/>
            </p:nvSpPr>
            <p:spPr>
              <a:xfrm>
                <a:off x="91427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0" name="object 882">
                <a:extLst>
                  <a:ext uri="{FF2B5EF4-FFF2-40B4-BE49-F238E27FC236}">
                    <a16:creationId xmlns:a16="http://schemas.microsoft.com/office/drawing/2014/main" id="{BC0E1FF3-A589-4B2C-A84E-406DF97FFD1A}"/>
                  </a:ext>
                </a:extLst>
              </p:cNvPr>
              <p:cNvSpPr/>
              <p:nvPr/>
            </p:nvSpPr>
            <p:spPr>
              <a:xfrm>
                <a:off x="91427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1" name="object 883">
                <a:extLst>
                  <a:ext uri="{FF2B5EF4-FFF2-40B4-BE49-F238E27FC236}">
                    <a16:creationId xmlns:a16="http://schemas.microsoft.com/office/drawing/2014/main" id="{D4B3FA52-A5D2-4BD0-A19D-432E2A1E2F9F}"/>
                  </a:ext>
                </a:extLst>
              </p:cNvPr>
              <p:cNvSpPr/>
              <p:nvPr/>
            </p:nvSpPr>
            <p:spPr>
              <a:xfrm>
                <a:off x="9251756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2" name="object 884">
                <a:extLst>
                  <a:ext uri="{FF2B5EF4-FFF2-40B4-BE49-F238E27FC236}">
                    <a16:creationId xmlns:a16="http://schemas.microsoft.com/office/drawing/2014/main" id="{FFF78FC4-C04F-4542-8AD3-E9283102412C}"/>
                  </a:ext>
                </a:extLst>
              </p:cNvPr>
              <p:cNvSpPr/>
              <p:nvPr/>
            </p:nvSpPr>
            <p:spPr>
              <a:xfrm>
                <a:off x="9251756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3" name="object 885">
                <a:extLst>
                  <a:ext uri="{FF2B5EF4-FFF2-40B4-BE49-F238E27FC236}">
                    <a16:creationId xmlns:a16="http://schemas.microsoft.com/office/drawing/2014/main" id="{3F80AB19-75D2-4210-A19C-2CA79EDC59EF}"/>
                  </a:ext>
                </a:extLst>
              </p:cNvPr>
              <p:cNvSpPr/>
              <p:nvPr/>
            </p:nvSpPr>
            <p:spPr>
              <a:xfrm>
                <a:off x="93599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4" name="object 886">
                <a:extLst>
                  <a:ext uri="{FF2B5EF4-FFF2-40B4-BE49-F238E27FC236}">
                    <a16:creationId xmlns:a16="http://schemas.microsoft.com/office/drawing/2014/main" id="{AC8A515E-E5D9-4BAA-AB58-3FB068A209DC}"/>
                  </a:ext>
                </a:extLst>
              </p:cNvPr>
              <p:cNvSpPr/>
              <p:nvPr/>
            </p:nvSpPr>
            <p:spPr>
              <a:xfrm>
                <a:off x="93599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5" name="object 887">
                <a:extLst>
                  <a:ext uri="{FF2B5EF4-FFF2-40B4-BE49-F238E27FC236}">
                    <a16:creationId xmlns:a16="http://schemas.microsoft.com/office/drawing/2014/main" id="{7C54DCC5-B832-4FB4-B185-6E1FD063DBBF}"/>
                  </a:ext>
                </a:extLst>
              </p:cNvPr>
              <p:cNvSpPr/>
              <p:nvPr/>
            </p:nvSpPr>
            <p:spPr>
              <a:xfrm>
                <a:off x="94689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6" name="object 888">
                <a:extLst>
                  <a:ext uri="{FF2B5EF4-FFF2-40B4-BE49-F238E27FC236}">
                    <a16:creationId xmlns:a16="http://schemas.microsoft.com/office/drawing/2014/main" id="{3CDDCEB7-B526-416D-B742-38DCEB413E9F}"/>
                  </a:ext>
                </a:extLst>
              </p:cNvPr>
              <p:cNvSpPr/>
              <p:nvPr/>
            </p:nvSpPr>
            <p:spPr>
              <a:xfrm>
                <a:off x="94689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7" name="object 889">
                <a:extLst>
                  <a:ext uri="{FF2B5EF4-FFF2-40B4-BE49-F238E27FC236}">
                    <a16:creationId xmlns:a16="http://schemas.microsoft.com/office/drawing/2014/main" id="{06603A34-B663-49D2-9139-C11B762225AD}"/>
                  </a:ext>
                </a:extLst>
              </p:cNvPr>
              <p:cNvSpPr/>
              <p:nvPr/>
            </p:nvSpPr>
            <p:spPr>
              <a:xfrm>
                <a:off x="957789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8" name="object 890">
                <a:extLst>
                  <a:ext uri="{FF2B5EF4-FFF2-40B4-BE49-F238E27FC236}">
                    <a16:creationId xmlns:a16="http://schemas.microsoft.com/office/drawing/2014/main" id="{785F0186-19C0-47E3-B57E-EC93A72AF189}"/>
                  </a:ext>
                </a:extLst>
              </p:cNvPr>
              <p:cNvSpPr/>
              <p:nvPr/>
            </p:nvSpPr>
            <p:spPr>
              <a:xfrm>
                <a:off x="957789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9" name="object 891">
                <a:extLst>
                  <a:ext uri="{FF2B5EF4-FFF2-40B4-BE49-F238E27FC236}">
                    <a16:creationId xmlns:a16="http://schemas.microsoft.com/office/drawing/2014/main" id="{0DA33951-0693-4E36-A655-E72EA6204F58}"/>
                  </a:ext>
                </a:extLst>
              </p:cNvPr>
              <p:cNvSpPr/>
              <p:nvPr/>
            </p:nvSpPr>
            <p:spPr>
              <a:xfrm>
                <a:off x="696956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0" name="object 892">
                <a:extLst>
                  <a:ext uri="{FF2B5EF4-FFF2-40B4-BE49-F238E27FC236}">
                    <a16:creationId xmlns:a16="http://schemas.microsoft.com/office/drawing/2014/main" id="{FC2DE3C5-BADD-411F-8113-3A43A7B52036}"/>
                  </a:ext>
                </a:extLst>
              </p:cNvPr>
              <p:cNvSpPr/>
              <p:nvPr/>
            </p:nvSpPr>
            <p:spPr>
              <a:xfrm>
                <a:off x="696956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1" name="object 893">
                <a:extLst>
                  <a:ext uri="{FF2B5EF4-FFF2-40B4-BE49-F238E27FC236}">
                    <a16:creationId xmlns:a16="http://schemas.microsoft.com/office/drawing/2014/main" id="{6343F9E0-6A80-4F20-A834-25EA9C999804}"/>
                  </a:ext>
                </a:extLst>
              </p:cNvPr>
              <p:cNvSpPr/>
              <p:nvPr/>
            </p:nvSpPr>
            <p:spPr>
              <a:xfrm>
                <a:off x="707853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2" name="object 894">
                <a:extLst>
                  <a:ext uri="{FF2B5EF4-FFF2-40B4-BE49-F238E27FC236}">
                    <a16:creationId xmlns:a16="http://schemas.microsoft.com/office/drawing/2014/main" id="{CC79C21F-5C27-48C2-A45F-877803FA292D}"/>
                  </a:ext>
                </a:extLst>
              </p:cNvPr>
              <p:cNvSpPr/>
              <p:nvPr/>
            </p:nvSpPr>
            <p:spPr>
              <a:xfrm>
                <a:off x="707853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3" name="object 895">
                <a:extLst>
                  <a:ext uri="{FF2B5EF4-FFF2-40B4-BE49-F238E27FC236}">
                    <a16:creationId xmlns:a16="http://schemas.microsoft.com/office/drawing/2014/main" id="{E9DE73B1-A001-481A-84BA-DE81818EBED3}"/>
                  </a:ext>
                </a:extLst>
              </p:cNvPr>
              <p:cNvSpPr/>
              <p:nvPr/>
            </p:nvSpPr>
            <p:spPr>
              <a:xfrm>
                <a:off x="718673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4" name="object 896">
                <a:extLst>
                  <a:ext uri="{FF2B5EF4-FFF2-40B4-BE49-F238E27FC236}">
                    <a16:creationId xmlns:a16="http://schemas.microsoft.com/office/drawing/2014/main" id="{23089F8D-0058-40A0-99B4-41B3AD15817F}"/>
                  </a:ext>
                </a:extLst>
              </p:cNvPr>
              <p:cNvSpPr/>
              <p:nvPr/>
            </p:nvSpPr>
            <p:spPr>
              <a:xfrm>
                <a:off x="718673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5" name="object 897">
                <a:extLst>
                  <a:ext uri="{FF2B5EF4-FFF2-40B4-BE49-F238E27FC236}">
                    <a16:creationId xmlns:a16="http://schemas.microsoft.com/office/drawing/2014/main" id="{27677695-B7A8-4D6C-95F4-34E35DF91B0E}"/>
                  </a:ext>
                </a:extLst>
              </p:cNvPr>
              <p:cNvSpPr/>
              <p:nvPr/>
            </p:nvSpPr>
            <p:spPr>
              <a:xfrm>
                <a:off x="729570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6" name="object 898">
                <a:extLst>
                  <a:ext uri="{FF2B5EF4-FFF2-40B4-BE49-F238E27FC236}">
                    <a16:creationId xmlns:a16="http://schemas.microsoft.com/office/drawing/2014/main" id="{D91D8CE7-8669-4E95-8B1A-9EF24408B3DC}"/>
                  </a:ext>
                </a:extLst>
              </p:cNvPr>
              <p:cNvSpPr/>
              <p:nvPr/>
            </p:nvSpPr>
            <p:spPr>
              <a:xfrm>
                <a:off x="729570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7" name="object 899">
                <a:extLst>
                  <a:ext uri="{FF2B5EF4-FFF2-40B4-BE49-F238E27FC236}">
                    <a16:creationId xmlns:a16="http://schemas.microsoft.com/office/drawing/2014/main" id="{F6068A45-ED95-4285-96A8-C1E8B8903E5A}"/>
                  </a:ext>
                </a:extLst>
              </p:cNvPr>
              <p:cNvSpPr/>
              <p:nvPr/>
            </p:nvSpPr>
            <p:spPr>
              <a:xfrm>
                <a:off x="740466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8" name="object 900">
                <a:extLst>
                  <a:ext uri="{FF2B5EF4-FFF2-40B4-BE49-F238E27FC236}">
                    <a16:creationId xmlns:a16="http://schemas.microsoft.com/office/drawing/2014/main" id="{1D79D06F-F014-487D-97AC-E5ED4FC28A07}"/>
                  </a:ext>
                </a:extLst>
              </p:cNvPr>
              <p:cNvSpPr/>
              <p:nvPr/>
            </p:nvSpPr>
            <p:spPr>
              <a:xfrm>
                <a:off x="740466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9" name="object 901">
                <a:extLst>
                  <a:ext uri="{FF2B5EF4-FFF2-40B4-BE49-F238E27FC236}">
                    <a16:creationId xmlns:a16="http://schemas.microsoft.com/office/drawing/2014/main" id="{E4CB409E-8126-4FCA-977D-AEC8F190500A}"/>
                  </a:ext>
                </a:extLst>
              </p:cNvPr>
              <p:cNvSpPr/>
              <p:nvPr/>
            </p:nvSpPr>
            <p:spPr>
              <a:xfrm>
                <a:off x="75128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0" name="object 902">
                <a:extLst>
                  <a:ext uri="{FF2B5EF4-FFF2-40B4-BE49-F238E27FC236}">
                    <a16:creationId xmlns:a16="http://schemas.microsoft.com/office/drawing/2014/main" id="{A803835E-B3D9-4DB1-B1FD-6ECC71E7DA1B}"/>
                  </a:ext>
                </a:extLst>
              </p:cNvPr>
              <p:cNvSpPr/>
              <p:nvPr/>
            </p:nvSpPr>
            <p:spPr>
              <a:xfrm>
                <a:off x="75128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1" name="object 903">
                <a:extLst>
                  <a:ext uri="{FF2B5EF4-FFF2-40B4-BE49-F238E27FC236}">
                    <a16:creationId xmlns:a16="http://schemas.microsoft.com/office/drawing/2014/main" id="{70E2D0D8-327B-4E13-963D-FBBE94FA104D}"/>
                  </a:ext>
                </a:extLst>
              </p:cNvPr>
              <p:cNvSpPr/>
              <p:nvPr/>
            </p:nvSpPr>
            <p:spPr>
              <a:xfrm>
                <a:off x="762183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2" name="object 904">
                <a:extLst>
                  <a:ext uri="{FF2B5EF4-FFF2-40B4-BE49-F238E27FC236}">
                    <a16:creationId xmlns:a16="http://schemas.microsoft.com/office/drawing/2014/main" id="{DE13D024-D2C6-436D-9B20-89760B76D603}"/>
                  </a:ext>
                </a:extLst>
              </p:cNvPr>
              <p:cNvSpPr/>
              <p:nvPr/>
            </p:nvSpPr>
            <p:spPr>
              <a:xfrm>
                <a:off x="762183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3" name="object 905">
                <a:extLst>
                  <a:ext uri="{FF2B5EF4-FFF2-40B4-BE49-F238E27FC236}">
                    <a16:creationId xmlns:a16="http://schemas.microsoft.com/office/drawing/2014/main" id="{40C1D87A-F976-46F6-B0F7-A1A5508EC06A}"/>
                  </a:ext>
                </a:extLst>
              </p:cNvPr>
              <p:cNvSpPr/>
              <p:nvPr/>
            </p:nvSpPr>
            <p:spPr>
              <a:xfrm>
                <a:off x="773004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4" name="object 906">
                <a:extLst>
                  <a:ext uri="{FF2B5EF4-FFF2-40B4-BE49-F238E27FC236}">
                    <a16:creationId xmlns:a16="http://schemas.microsoft.com/office/drawing/2014/main" id="{91510E03-8AF4-45C7-A978-B5C4D29E6293}"/>
                  </a:ext>
                </a:extLst>
              </p:cNvPr>
              <p:cNvSpPr/>
              <p:nvPr/>
            </p:nvSpPr>
            <p:spPr>
              <a:xfrm>
                <a:off x="773004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5" name="object 907">
                <a:extLst>
                  <a:ext uri="{FF2B5EF4-FFF2-40B4-BE49-F238E27FC236}">
                    <a16:creationId xmlns:a16="http://schemas.microsoft.com/office/drawing/2014/main" id="{FE4737B2-D5FC-489A-AEF2-3A164D98A9C2}"/>
                  </a:ext>
                </a:extLst>
              </p:cNvPr>
              <p:cNvSpPr/>
              <p:nvPr/>
            </p:nvSpPr>
            <p:spPr>
              <a:xfrm>
                <a:off x="783900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6" name="object 908">
                <a:extLst>
                  <a:ext uri="{FF2B5EF4-FFF2-40B4-BE49-F238E27FC236}">
                    <a16:creationId xmlns:a16="http://schemas.microsoft.com/office/drawing/2014/main" id="{8A21299B-4036-4652-84F1-3F021867C807}"/>
                  </a:ext>
                </a:extLst>
              </p:cNvPr>
              <p:cNvSpPr/>
              <p:nvPr/>
            </p:nvSpPr>
            <p:spPr>
              <a:xfrm>
                <a:off x="783900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7" name="object 909">
                <a:extLst>
                  <a:ext uri="{FF2B5EF4-FFF2-40B4-BE49-F238E27FC236}">
                    <a16:creationId xmlns:a16="http://schemas.microsoft.com/office/drawing/2014/main" id="{2B064338-C219-4E38-887B-12F8555B5CB8}"/>
                  </a:ext>
                </a:extLst>
              </p:cNvPr>
              <p:cNvSpPr/>
              <p:nvPr/>
            </p:nvSpPr>
            <p:spPr>
              <a:xfrm>
                <a:off x="79479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8" name="object 910">
                <a:extLst>
                  <a:ext uri="{FF2B5EF4-FFF2-40B4-BE49-F238E27FC236}">
                    <a16:creationId xmlns:a16="http://schemas.microsoft.com/office/drawing/2014/main" id="{364A8045-1978-4BBE-AF32-DD0E404371E0}"/>
                  </a:ext>
                </a:extLst>
              </p:cNvPr>
              <p:cNvSpPr/>
              <p:nvPr/>
            </p:nvSpPr>
            <p:spPr>
              <a:xfrm>
                <a:off x="79479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9" name="object 911">
                <a:extLst>
                  <a:ext uri="{FF2B5EF4-FFF2-40B4-BE49-F238E27FC236}">
                    <a16:creationId xmlns:a16="http://schemas.microsoft.com/office/drawing/2014/main" id="{F97DC87F-1B28-4C3F-A428-0D6B3906B249}"/>
                  </a:ext>
                </a:extLst>
              </p:cNvPr>
              <p:cNvSpPr/>
              <p:nvPr/>
            </p:nvSpPr>
            <p:spPr>
              <a:xfrm>
                <a:off x="80561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6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0" name="object 912">
                <a:extLst>
                  <a:ext uri="{FF2B5EF4-FFF2-40B4-BE49-F238E27FC236}">
                    <a16:creationId xmlns:a16="http://schemas.microsoft.com/office/drawing/2014/main" id="{B6F912B4-62EA-40A7-894C-9AFCD18A5401}"/>
                  </a:ext>
                </a:extLst>
              </p:cNvPr>
              <p:cNvSpPr/>
              <p:nvPr/>
            </p:nvSpPr>
            <p:spPr>
              <a:xfrm>
                <a:off x="80561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1" name="object 913">
                <a:extLst>
                  <a:ext uri="{FF2B5EF4-FFF2-40B4-BE49-F238E27FC236}">
                    <a16:creationId xmlns:a16="http://schemas.microsoft.com/office/drawing/2014/main" id="{E74D7F40-C8D0-46D2-AAAC-40D90F2B0A77}"/>
                  </a:ext>
                </a:extLst>
              </p:cNvPr>
              <p:cNvSpPr/>
              <p:nvPr/>
            </p:nvSpPr>
            <p:spPr>
              <a:xfrm>
                <a:off x="8165145" y="608024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4" y="0"/>
                    </a:moveTo>
                    <a:lnTo>
                      <a:pt x="0" y="0"/>
                    </a:lnTo>
                    <a:lnTo>
                      <a:pt x="0" y="100584"/>
                    </a:ln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100584"/>
                    </a:lnTo>
                    <a:lnTo>
                      <a:pt x="108204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2" name="object 914">
                <a:extLst>
                  <a:ext uri="{FF2B5EF4-FFF2-40B4-BE49-F238E27FC236}">
                    <a16:creationId xmlns:a16="http://schemas.microsoft.com/office/drawing/2014/main" id="{F84942E9-CBFB-4C1A-B27E-E1FF400CCCA5}"/>
                  </a:ext>
                </a:extLst>
              </p:cNvPr>
              <p:cNvSpPr/>
              <p:nvPr/>
            </p:nvSpPr>
            <p:spPr>
              <a:xfrm>
                <a:off x="816514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3" name="object 915">
                <a:extLst>
                  <a:ext uri="{FF2B5EF4-FFF2-40B4-BE49-F238E27FC236}">
                    <a16:creationId xmlns:a16="http://schemas.microsoft.com/office/drawing/2014/main" id="{EB222FC0-9091-4CAB-B150-BF81408B3DA9}"/>
                  </a:ext>
                </a:extLst>
              </p:cNvPr>
              <p:cNvSpPr/>
              <p:nvPr/>
            </p:nvSpPr>
            <p:spPr>
              <a:xfrm>
                <a:off x="8273348" y="6080231"/>
                <a:ext cx="10922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0965">
                    <a:moveTo>
                      <a:pt x="0" y="100584"/>
                    </a:moveTo>
                    <a:lnTo>
                      <a:pt x="108965" y="100584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00584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4" name="object 916">
                <a:extLst>
                  <a:ext uri="{FF2B5EF4-FFF2-40B4-BE49-F238E27FC236}">
                    <a16:creationId xmlns:a16="http://schemas.microsoft.com/office/drawing/2014/main" id="{197DC760-FFA4-41B3-ABB6-F1861BC31D9C}"/>
                  </a:ext>
                </a:extLst>
              </p:cNvPr>
              <p:cNvSpPr/>
              <p:nvPr/>
            </p:nvSpPr>
            <p:spPr>
              <a:xfrm>
                <a:off x="82733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5" name="object 917">
                <a:extLst>
                  <a:ext uri="{FF2B5EF4-FFF2-40B4-BE49-F238E27FC236}">
                    <a16:creationId xmlns:a16="http://schemas.microsoft.com/office/drawing/2014/main" id="{2654A4E2-264D-43BC-8CAA-87EBBF84C496}"/>
                  </a:ext>
                </a:extLst>
              </p:cNvPr>
              <p:cNvSpPr/>
              <p:nvPr/>
            </p:nvSpPr>
            <p:spPr>
              <a:xfrm>
                <a:off x="8382315" y="608024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00584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10058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6" name="object 918">
                <a:extLst>
                  <a:ext uri="{FF2B5EF4-FFF2-40B4-BE49-F238E27FC236}">
                    <a16:creationId xmlns:a16="http://schemas.microsoft.com/office/drawing/2014/main" id="{EDEA4B8D-E361-46BD-9DC7-32BCD53DCAE3}"/>
                  </a:ext>
                </a:extLst>
              </p:cNvPr>
              <p:cNvSpPr/>
              <p:nvPr/>
            </p:nvSpPr>
            <p:spPr>
              <a:xfrm>
                <a:off x="83823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7" name="object 919">
                <a:extLst>
                  <a:ext uri="{FF2B5EF4-FFF2-40B4-BE49-F238E27FC236}">
                    <a16:creationId xmlns:a16="http://schemas.microsoft.com/office/drawing/2014/main" id="{CDB72B39-8D57-445F-BEEC-0990887103BE}"/>
                  </a:ext>
                </a:extLst>
              </p:cNvPr>
              <p:cNvSpPr/>
              <p:nvPr/>
            </p:nvSpPr>
            <p:spPr>
              <a:xfrm>
                <a:off x="8491280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8" name="object 920">
                <a:extLst>
                  <a:ext uri="{FF2B5EF4-FFF2-40B4-BE49-F238E27FC236}">
                    <a16:creationId xmlns:a16="http://schemas.microsoft.com/office/drawing/2014/main" id="{28D934FB-D8E0-498F-BD1D-1FACE3DCACF0}"/>
                  </a:ext>
                </a:extLst>
              </p:cNvPr>
              <p:cNvSpPr/>
              <p:nvPr/>
            </p:nvSpPr>
            <p:spPr>
              <a:xfrm>
                <a:off x="8491280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9" name="object 921">
                <a:extLst>
                  <a:ext uri="{FF2B5EF4-FFF2-40B4-BE49-F238E27FC236}">
                    <a16:creationId xmlns:a16="http://schemas.microsoft.com/office/drawing/2014/main" id="{1267BCD2-4C3F-4AEC-96FC-426B0FCC5D54}"/>
                  </a:ext>
                </a:extLst>
              </p:cNvPr>
              <p:cNvSpPr/>
              <p:nvPr/>
            </p:nvSpPr>
            <p:spPr>
              <a:xfrm>
                <a:off x="85994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6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0" name="object 922">
                <a:extLst>
                  <a:ext uri="{FF2B5EF4-FFF2-40B4-BE49-F238E27FC236}">
                    <a16:creationId xmlns:a16="http://schemas.microsoft.com/office/drawing/2014/main" id="{2DCCE4A3-2639-4B8E-B192-8AC2CEA1D451}"/>
                  </a:ext>
                </a:extLst>
              </p:cNvPr>
              <p:cNvSpPr/>
              <p:nvPr/>
            </p:nvSpPr>
            <p:spPr>
              <a:xfrm>
                <a:off x="85994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1" name="object 923">
                <a:extLst>
                  <a:ext uri="{FF2B5EF4-FFF2-40B4-BE49-F238E27FC236}">
                    <a16:creationId xmlns:a16="http://schemas.microsoft.com/office/drawing/2014/main" id="{209647AC-3589-4BA1-B3D0-F61B4346E7A9}"/>
                  </a:ext>
                </a:extLst>
              </p:cNvPr>
              <p:cNvSpPr/>
              <p:nvPr/>
            </p:nvSpPr>
            <p:spPr>
              <a:xfrm>
                <a:off x="8708437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2" name="object 924">
                <a:extLst>
                  <a:ext uri="{FF2B5EF4-FFF2-40B4-BE49-F238E27FC236}">
                    <a16:creationId xmlns:a16="http://schemas.microsoft.com/office/drawing/2014/main" id="{71FC3D18-2555-491F-911F-CD0B60FE5A26}"/>
                  </a:ext>
                </a:extLst>
              </p:cNvPr>
              <p:cNvSpPr/>
              <p:nvPr/>
            </p:nvSpPr>
            <p:spPr>
              <a:xfrm>
                <a:off x="8708437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3" name="object 925">
                <a:extLst>
                  <a:ext uri="{FF2B5EF4-FFF2-40B4-BE49-F238E27FC236}">
                    <a16:creationId xmlns:a16="http://schemas.microsoft.com/office/drawing/2014/main" id="{7B1375A5-C6C5-4814-A964-0BB2C1AD77AF}"/>
                  </a:ext>
                </a:extLst>
              </p:cNvPr>
              <p:cNvSpPr/>
              <p:nvPr/>
            </p:nvSpPr>
            <p:spPr>
              <a:xfrm>
                <a:off x="881665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4" name="object 926">
                <a:extLst>
                  <a:ext uri="{FF2B5EF4-FFF2-40B4-BE49-F238E27FC236}">
                    <a16:creationId xmlns:a16="http://schemas.microsoft.com/office/drawing/2014/main" id="{9BCB99D4-37BE-42EF-A72F-4F2BC75788E1}"/>
                  </a:ext>
                </a:extLst>
              </p:cNvPr>
              <p:cNvSpPr/>
              <p:nvPr/>
            </p:nvSpPr>
            <p:spPr>
              <a:xfrm>
                <a:off x="881665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5" name="object 927">
                <a:extLst>
                  <a:ext uri="{FF2B5EF4-FFF2-40B4-BE49-F238E27FC236}">
                    <a16:creationId xmlns:a16="http://schemas.microsoft.com/office/drawing/2014/main" id="{052363A4-9F6C-472F-A267-E17DE628F366}"/>
                  </a:ext>
                </a:extLst>
              </p:cNvPr>
              <p:cNvSpPr/>
              <p:nvPr/>
            </p:nvSpPr>
            <p:spPr>
              <a:xfrm>
                <a:off x="8925620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6" name="object 928">
                <a:extLst>
                  <a:ext uri="{FF2B5EF4-FFF2-40B4-BE49-F238E27FC236}">
                    <a16:creationId xmlns:a16="http://schemas.microsoft.com/office/drawing/2014/main" id="{C44BD450-9ED1-48FE-85DB-01BFA52FC52F}"/>
                  </a:ext>
                </a:extLst>
              </p:cNvPr>
              <p:cNvSpPr/>
              <p:nvPr/>
            </p:nvSpPr>
            <p:spPr>
              <a:xfrm>
                <a:off x="8925620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7" name="object 929">
                <a:extLst>
                  <a:ext uri="{FF2B5EF4-FFF2-40B4-BE49-F238E27FC236}">
                    <a16:creationId xmlns:a16="http://schemas.microsoft.com/office/drawing/2014/main" id="{F97ED06B-7703-4E6E-BAB4-A2509417FFDD}"/>
                  </a:ext>
                </a:extLst>
              </p:cNvPr>
              <p:cNvSpPr/>
              <p:nvPr/>
            </p:nvSpPr>
            <p:spPr>
              <a:xfrm>
                <a:off x="90345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8" name="object 930">
                <a:extLst>
                  <a:ext uri="{FF2B5EF4-FFF2-40B4-BE49-F238E27FC236}">
                    <a16:creationId xmlns:a16="http://schemas.microsoft.com/office/drawing/2014/main" id="{243D6176-6E49-40BC-B55C-A1C1EED72AE8}"/>
                  </a:ext>
                </a:extLst>
              </p:cNvPr>
              <p:cNvSpPr/>
              <p:nvPr/>
            </p:nvSpPr>
            <p:spPr>
              <a:xfrm>
                <a:off x="90345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9" name="object 931">
                <a:extLst>
                  <a:ext uri="{FF2B5EF4-FFF2-40B4-BE49-F238E27FC236}">
                    <a16:creationId xmlns:a16="http://schemas.microsoft.com/office/drawing/2014/main" id="{D2651A7C-4294-4CC1-BE82-13E2819E8BAC}"/>
                  </a:ext>
                </a:extLst>
              </p:cNvPr>
              <p:cNvSpPr/>
              <p:nvPr/>
            </p:nvSpPr>
            <p:spPr>
              <a:xfrm>
                <a:off x="91427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0" name="object 932">
                <a:extLst>
                  <a:ext uri="{FF2B5EF4-FFF2-40B4-BE49-F238E27FC236}">
                    <a16:creationId xmlns:a16="http://schemas.microsoft.com/office/drawing/2014/main" id="{55540676-3445-4A98-B59B-8FE03F6100AF}"/>
                  </a:ext>
                </a:extLst>
              </p:cNvPr>
              <p:cNvSpPr/>
              <p:nvPr/>
            </p:nvSpPr>
            <p:spPr>
              <a:xfrm>
                <a:off x="91427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1" name="object 933">
                <a:extLst>
                  <a:ext uri="{FF2B5EF4-FFF2-40B4-BE49-F238E27FC236}">
                    <a16:creationId xmlns:a16="http://schemas.microsoft.com/office/drawing/2014/main" id="{953139AF-05A3-4094-9BE6-5C16AE00CCBA}"/>
                  </a:ext>
                </a:extLst>
              </p:cNvPr>
              <p:cNvSpPr/>
              <p:nvPr/>
            </p:nvSpPr>
            <p:spPr>
              <a:xfrm>
                <a:off x="9251756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2" name="object 934">
                <a:extLst>
                  <a:ext uri="{FF2B5EF4-FFF2-40B4-BE49-F238E27FC236}">
                    <a16:creationId xmlns:a16="http://schemas.microsoft.com/office/drawing/2014/main" id="{543039F2-E01C-4E80-B633-6525726A3B30}"/>
                  </a:ext>
                </a:extLst>
              </p:cNvPr>
              <p:cNvSpPr/>
              <p:nvPr/>
            </p:nvSpPr>
            <p:spPr>
              <a:xfrm>
                <a:off x="9251756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3" name="object 935">
                <a:extLst>
                  <a:ext uri="{FF2B5EF4-FFF2-40B4-BE49-F238E27FC236}">
                    <a16:creationId xmlns:a16="http://schemas.microsoft.com/office/drawing/2014/main" id="{763ED71A-9B3C-4FF0-B578-BC44928744FB}"/>
                  </a:ext>
                </a:extLst>
              </p:cNvPr>
              <p:cNvSpPr/>
              <p:nvPr/>
            </p:nvSpPr>
            <p:spPr>
              <a:xfrm>
                <a:off x="93599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4" name="object 936">
                <a:extLst>
                  <a:ext uri="{FF2B5EF4-FFF2-40B4-BE49-F238E27FC236}">
                    <a16:creationId xmlns:a16="http://schemas.microsoft.com/office/drawing/2014/main" id="{94137902-3607-42FE-8594-2425591F9F72}"/>
                  </a:ext>
                </a:extLst>
              </p:cNvPr>
              <p:cNvSpPr/>
              <p:nvPr/>
            </p:nvSpPr>
            <p:spPr>
              <a:xfrm>
                <a:off x="93599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5" name="object 937">
                <a:extLst>
                  <a:ext uri="{FF2B5EF4-FFF2-40B4-BE49-F238E27FC236}">
                    <a16:creationId xmlns:a16="http://schemas.microsoft.com/office/drawing/2014/main" id="{519843F7-8FB2-42CD-8727-37E88329E57E}"/>
                  </a:ext>
                </a:extLst>
              </p:cNvPr>
              <p:cNvSpPr/>
              <p:nvPr/>
            </p:nvSpPr>
            <p:spPr>
              <a:xfrm>
                <a:off x="94689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6" name="object 938">
                <a:extLst>
                  <a:ext uri="{FF2B5EF4-FFF2-40B4-BE49-F238E27FC236}">
                    <a16:creationId xmlns:a16="http://schemas.microsoft.com/office/drawing/2014/main" id="{639F672F-6A98-4ACC-97B0-E8946F252836}"/>
                  </a:ext>
                </a:extLst>
              </p:cNvPr>
              <p:cNvSpPr/>
              <p:nvPr/>
            </p:nvSpPr>
            <p:spPr>
              <a:xfrm>
                <a:off x="94689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7" name="object 939">
                <a:extLst>
                  <a:ext uri="{FF2B5EF4-FFF2-40B4-BE49-F238E27FC236}">
                    <a16:creationId xmlns:a16="http://schemas.microsoft.com/office/drawing/2014/main" id="{7A5ECE99-4757-440C-9AE6-3D8CEC5ED494}"/>
                  </a:ext>
                </a:extLst>
              </p:cNvPr>
              <p:cNvSpPr/>
              <p:nvPr/>
            </p:nvSpPr>
            <p:spPr>
              <a:xfrm>
                <a:off x="957789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8" name="object 940">
                <a:extLst>
                  <a:ext uri="{FF2B5EF4-FFF2-40B4-BE49-F238E27FC236}">
                    <a16:creationId xmlns:a16="http://schemas.microsoft.com/office/drawing/2014/main" id="{688E8C6E-0AB6-44F2-A942-EF7C388B6C8F}"/>
                  </a:ext>
                </a:extLst>
              </p:cNvPr>
              <p:cNvSpPr/>
              <p:nvPr/>
            </p:nvSpPr>
            <p:spPr>
              <a:xfrm>
                <a:off x="957789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9" name="object 941">
                <a:extLst>
                  <a:ext uri="{FF2B5EF4-FFF2-40B4-BE49-F238E27FC236}">
                    <a16:creationId xmlns:a16="http://schemas.microsoft.com/office/drawing/2014/main" id="{2FD6EC9A-6F57-4DC7-8237-D15CBC2F1FA8}"/>
                  </a:ext>
                </a:extLst>
              </p:cNvPr>
              <p:cNvSpPr/>
              <p:nvPr/>
            </p:nvSpPr>
            <p:spPr>
              <a:xfrm>
                <a:off x="7478582" y="3823949"/>
                <a:ext cx="3022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22600" h="171450">
                    <a:moveTo>
                      <a:pt x="0" y="154685"/>
                    </a:moveTo>
                    <a:lnTo>
                      <a:pt x="307848" y="0"/>
                    </a:lnTo>
                  </a:path>
                  <a:path w="3022600" h="171450">
                    <a:moveTo>
                      <a:pt x="2682989" y="171449"/>
                    </a:moveTo>
                    <a:lnTo>
                      <a:pt x="3022092" y="1523"/>
                    </a:lnTo>
                  </a:path>
                </a:pathLst>
              </a:custGeom>
              <a:ln w="7670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0" name="object 942">
                <a:extLst>
                  <a:ext uri="{FF2B5EF4-FFF2-40B4-BE49-F238E27FC236}">
                    <a16:creationId xmlns:a16="http://schemas.microsoft.com/office/drawing/2014/main" id="{C2A09222-60BE-4727-B750-086E9DF38406}"/>
                  </a:ext>
                </a:extLst>
              </p:cNvPr>
              <p:cNvSpPr/>
              <p:nvPr/>
            </p:nvSpPr>
            <p:spPr>
              <a:xfrm>
                <a:off x="9686096" y="5754095"/>
                <a:ext cx="869950" cy="435609"/>
              </a:xfrm>
              <a:custGeom>
                <a:avLst/>
                <a:gdLst/>
                <a:ahLst/>
                <a:cxnLst/>
                <a:rect l="l" t="t" r="r" b="b"/>
                <a:pathLst>
                  <a:path w="869950" h="435609">
                    <a:moveTo>
                      <a:pt x="0" y="435101"/>
                    </a:moveTo>
                    <a:lnTo>
                      <a:pt x="869441" y="0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1" name="object 943">
                <a:extLst>
                  <a:ext uri="{FF2B5EF4-FFF2-40B4-BE49-F238E27FC236}">
                    <a16:creationId xmlns:a16="http://schemas.microsoft.com/office/drawing/2014/main" id="{F739077A-3670-4BB1-9017-73CDDCAF5A13}"/>
                  </a:ext>
                </a:extLst>
              </p:cNvPr>
              <p:cNvSpPr/>
              <p:nvPr/>
            </p:nvSpPr>
            <p:spPr>
              <a:xfrm>
                <a:off x="9686096" y="6148049"/>
                <a:ext cx="41275" cy="55244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5245">
                    <a:moveTo>
                      <a:pt x="13716" y="0"/>
                    </a:moveTo>
                    <a:lnTo>
                      <a:pt x="0" y="41148"/>
                    </a:lnTo>
                    <a:lnTo>
                      <a:pt x="41148" y="54864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2" name="object 944">
                <a:extLst>
                  <a:ext uri="{FF2B5EF4-FFF2-40B4-BE49-F238E27FC236}">
                    <a16:creationId xmlns:a16="http://schemas.microsoft.com/office/drawing/2014/main" id="{B6680229-47DF-4D0D-B979-4561A313B153}"/>
                  </a:ext>
                </a:extLst>
              </p:cNvPr>
              <p:cNvSpPr/>
              <p:nvPr/>
            </p:nvSpPr>
            <p:spPr>
              <a:xfrm>
                <a:off x="10514390" y="5740379"/>
                <a:ext cx="4127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5879">
                    <a:moveTo>
                      <a:pt x="27431" y="55625"/>
                    </a:moveTo>
                    <a:lnTo>
                      <a:pt x="41147" y="13715"/>
                    </a:lnTo>
                    <a:lnTo>
                      <a:pt x="0" y="0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3" name="object 945">
                <a:extLst>
                  <a:ext uri="{FF2B5EF4-FFF2-40B4-BE49-F238E27FC236}">
                    <a16:creationId xmlns:a16="http://schemas.microsoft.com/office/drawing/2014/main" id="{F567587D-A7AD-4056-8FEC-0418489068EE}"/>
                  </a:ext>
                </a:extLst>
              </p:cNvPr>
              <p:cNvSpPr/>
              <p:nvPr/>
            </p:nvSpPr>
            <p:spPr>
              <a:xfrm>
                <a:off x="9948224" y="5811245"/>
                <a:ext cx="345440" cy="321310"/>
              </a:xfrm>
              <a:custGeom>
                <a:avLst/>
                <a:gdLst/>
                <a:ahLst/>
                <a:cxnLst/>
                <a:rect l="l" t="t" r="r" b="b"/>
                <a:pathLst>
                  <a:path w="345440" h="321309">
                    <a:moveTo>
                      <a:pt x="345186" y="197357"/>
                    </a:moveTo>
                    <a:lnTo>
                      <a:pt x="246888" y="0"/>
                    </a:lnTo>
                    <a:lnTo>
                      <a:pt x="0" y="123443"/>
                    </a:lnTo>
                    <a:lnTo>
                      <a:pt x="98298" y="320801"/>
                    </a:lnTo>
                    <a:lnTo>
                      <a:pt x="345186" y="1973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4" name="object 946">
                <a:extLst>
                  <a:ext uri="{FF2B5EF4-FFF2-40B4-BE49-F238E27FC236}">
                    <a16:creationId xmlns:a16="http://schemas.microsoft.com/office/drawing/2014/main" id="{D7A3AE7B-B269-40F9-9061-717273836AA5}"/>
                  </a:ext>
                </a:extLst>
              </p:cNvPr>
              <p:cNvSpPr/>
              <p:nvPr/>
            </p:nvSpPr>
            <p:spPr>
              <a:xfrm>
                <a:off x="10000028" y="5866556"/>
                <a:ext cx="254635" cy="210185"/>
              </a:xfrm>
              <a:custGeom>
                <a:avLst/>
                <a:gdLst/>
                <a:ahLst/>
                <a:cxnLst/>
                <a:rect l="l" t="t" r="r" b="b"/>
                <a:pathLst>
                  <a:path w="254634" h="210185">
                    <a:moveTo>
                      <a:pt x="39623" y="88706"/>
                    </a:moveTo>
                    <a:lnTo>
                      <a:pt x="38861" y="71942"/>
                    </a:lnTo>
                    <a:lnTo>
                      <a:pt x="0" y="90992"/>
                    </a:lnTo>
                    <a:lnTo>
                      <a:pt x="0" y="143570"/>
                    </a:lnTo>
                    <a:lnTo>
                      <a:pt x="6857" y="140846"/>
                    </a:lnTo>
                    <a:lnTo>
                      <a:pt x="6857" y="104708"/>
                    </a:lnTo>
                    <a:lnTo>
                      <a:pt x="39623" y="88706"/>
                    </a:lnTo>
                    <a:close/>
                  </a:path>
                  <a:path w="254634" h="210185">
                    <a:moveTo>
                      <a:pt x="76961" y="165668"/>
                    </a:moveTo>
                    <a:lnTo>
                      <a:pt x="76961" y="160334"/>
                    </a:lnTo>
                    <a:lnTo>
                      <a:pt x="76199" y="154238"/>
                    </a:lnTo>
                    <a:lnTo>
                      <a:pt x="48767" y="122234"/>
                    </a:lnTo>
                    <a:lnTo>
                      <a:pt x="27431" y="119026"/>
                    </a:lnTo>
                    <a:lnTo>
                      <a:pt x="18014" y="119984"/>
                    </a:lnTo>
                    <a:lnTo>
                      <a:pt x="6857" y="122996"/>
                    </a:lnTo>
                    <a:lnTo>
                      <a:pt x="6857" y="140846"/>
                    </a:lnTo>
                    <a:lnTo>
                      <a:pt x="7584" y="140558"/>
                    </a:lnTo>
                    <a:lnTo>
                      <a:pt x="14382" y="138331"/>
                    </a:lnTo>
                    <a:lnTo>
                      <a:pt x="20466" y="136819"/>
                    </a:lnTo>
                    <a:lnTo>
                      <a:pt x="25145" y="136072"/>
                    </a:lnTo>
                    <a:lnTo>
                      <a:pt x="35051" y="135950"/>
                    </a:lnTo>
                    <a:lnTo>
                      <a:pt x="43433" y="136712"/>
                    </a:lnTo>
                    <a:lnTo>
                      <a:pt x="70103" y="169478"/>
                    </a:lnTo>
                    <a:lnTo>
                      <a:pt x="70103" y="185861"/>
                    </a:lnTo>
                    <a:lnTo>
                      <a:pt x="72389" y="182432"/>
                    </a:lnTo>
                    <a:lnTo>
                      <a:pt x="73913" y="177098"/>
                    </a:lnTo>
                    <a:lnTo>
                      <a:pt x="76199" y="171764"/>
                    </a:lnTo>
                    <a:lnTo>
                      <a:pt x="76961" y="165668"/>
                    </a:lnTo>
                    <a:close/>
                  </a:path>
                  <a:path w="254634" h="210185">
                    <a:moveTo>
                      <a:pt x="70103" y="185861"/>
                    </a:moveTo>
                    <a:lnTo>
                      <a:pt x="70103" y="169478"/>
                    </a:lnTo>
                    <a:lnTo>
                      <a:pt x="67817" y="177098"/>
                    </a:lnTo>
                    <a:lnTo>
                      <a:pt x="64769" y="183956"/>
                    </a:lnTo>
                    <a:lnTo>
                      <a:pt x="60959" y="189290"/>
                    </a:lnTo>
                    <a:lnTo>
                      <a:pt x="54863" y="192338"/>
                    </a:lnTo>
                    <a:lnTo>
                      <a:pt x="50291" y="193862"/>
                    </a:lnTo>
                    <a:lnTo>
                      <a:pt x="45719" y="194624"/>
                    </a:lnTo>
                    <a:lnTo>
                      <a:pt x="40385" y="193862"/>
                    </a:lnTo>
                    <a:lnTo>
                      <a:pt x="36575" y="193862"/>
                    </a:lnTo>
                    <a:lnTo>
                      <a:pt x="34289" y="193100"/>
                    </a:lnTo>
                    <a:lnTo>
                      <a:pt x="33527" y="193100"/>
                    </a:lnTo>
                    <a:lnTo>
                      <a:pt x="32003" y="193862"/>
                    </a:lnTo>
                    <a:lnTo>
                      <a:pt x="30479" y="193862"/>
                    </a:lnTo>
                    <a:lnTo>
                      <a:pt x="27431" y="195386"/>
                    </a:lnTo>
                    <a:lnTo>
                      <a:pt x="25907" y="196910"/>
                    </a:lnTo>
                    <a:lnTo>
                      <a:pt x="25145" y="198434"/>
                    </a:lnTo>
                    <a:lnTo>
                      <a:pt x="25145" y="202244"/>
                    </a:lnTo>
                    <a:lnTo>
                      <a:pt x="25907" y="203768"/>
                    </a:lnTo>
                    <a:lnTo>
                      <a:pt x="26669" y="206054"/>
                    </a:lnTo>
                    <a:lnTo>
                      <a:pt x="29717" y="208340"/>
                    </a:lnTo>
                    <a:lnTo>
                      <a:pt x="33527" y="209102"/>
                    </a:lnTo>
                    <a:lnTo>
                      <a:pt x="38099" y="209864"/>
                    </a:lnTo>
                    <a:lnTo>
                      <a:pt x="43433" y="208340"/>
                    </a:lnTo>
                    <a:lnTo>
                      <a:pt x="49529" y="205292"/>
                    </a:lnTo>
                    <a:lnTo>
                      <a:pt x="56387" y="201482"/>
                    </a:lnTo>
                    <a:lnTo>
                      <a:pt x="61721" y="196910"/>
                    </a:lnTo>
                    <a:lnTo>
                      <a:pt x="66293" y="190814"/>
                    </a:lnTo>
                    <a:lnTo>
                      <a:pt x="69341" y="187004"/>
                    </a:lnTo>
                    <a:lnTo>
                      <a:pt x="70103" y="185861"/>
                    </a:lnTo>
                    <a:close/>
                  </a:path>
                  <a:path w="254634" h="210185">
                    <a:moveTo>
                      <a:pt x="166877" y="144332"/>
                    </a:moveTo>
                    <a:lnTo>
                      <a:pt x="165353" y="141284"/>
                    </a:lnTo>
                    <a:lnTo>
                      <a:pt x="160019" y="143570"/>
                    </a:lnTo>
                    <a:lnTo>
                      <a:pt x="156971" y="144332"/>
                    </a:lnTo>
                    <a:lnTo>
                      <a:pt x="150875" y="144332"/>
                    </a:lnTo>
                    <a:lnTo>
                      <a:pt x="149351" y="142808"/>
                    </a:lnTo>
                    <a:lnTo>
                      <a:pt x="148589" y="141284"/>
                    </a:lnTo>
                    <a:lnTo>
                      <a:pt x="146303" y="137474"/>
                    </a:lnTo>
                    <a:lnTo>
                      <a:pt x="97535" y="39938"/>
                    </a:lnTo>
                    <a:lnTo>
                      <a:pt x="94487" y="40700"/>
                    </a:lnTo>
                    <a:lnTo>
                      <a:pt x="74675" y="67370"/>
                    </a:lnTo>
                    <a:lnTo>
                      <a:pt x="76961" y="68894"/>
                    </a:lnTo>
                    <a:lnTo>
                      <a:pt x="82295" y="63560"/>
                    </a:lnTo>
                    <a:lnTo>
                      <a:pt x="86867" y="61274"/>
                    </a:lnTo>
                    <a:lnTo>
                      <a:pt x="88391" y="62036"/>
                    </a:lnTo>
                    <a:lnTo>
                      <a:pt x="89915" y="62036"/>
                    </a:lnTo>
                    <a:lnTo>
                      <a:pt x="92201" y="64322"/>
                    </a:lnTo>
                    <a:lnTo>
                      <a:pt x="130301" y="138236"/>
                    </a:lnTo>
                    <a:lnTo>
                      <a:pt x="134873" y="148904"/>
                    </a:lnTo>
                    <a:lnTo>
                      <a:pt x="134873" y="160334"/>
                    </a:lnTo>
                    <a:lnTo>
                      <a:pt x="166877" y="144332"/>
                    </a:lnTo>
                    <a:close/>
                  </a:path>
                  <a:path w="254634" h="210185">
                    <a:moveTo>
                      <a:pt x="134873" y="160334"/>
                    </a:moveTo>
                    <a:lnTo>
                      <a:pt x="134873" y="153476"/>
                    </a:lnTo>
                    <a:lnTo>
                      <a:pt x="133349" y="155000"/>
                    </a:lnTo>
                    <a:lnTo>
                      <a:pt x="132587" y="156524"/>
                    </a:lnTo>
                    <a:lnTo>
                      <a:pt x="129539" y="158810"/>
                    </a:lnTo>
                    <a:lnTo>
                      <a:pt x="124205" y="161858"/>
                    </a:lnTo>
                    <a:lnTo>
                      <a:pt x="125729" y="164906"/>
                    </a:lnTo>
                    <a:lnTo>
                      <a:pt x="134873" y="160334"/>
                    </a:lnTo>
                    <a:close/>
                  </a:path>
                  <a:path w="254634" h="210185">
                    <a:moveTo>
                      <a:pt x="218693" y="35366"/>
                    </a:moveTo>
                    <a:lnTo>
                      <a:pt x="218693" y="28508"/>
                    </a:lnTo>
                    <a:lnTo>
                      <a:pt x="217169" y="22412"/>
                    </a:lnTo>
                    <a:lnTo>
                      <a:pt x="214121" y="17078"/>
                    </a:lnTo>
                    <a:lnTo>
                      <a:pt x="210311" y="9458"/>
                    </a:lnTo>
                    <a:lnTo>
                      <a:pt x="204215" y="4124"/>
                    </a:lnTo>
                    <a:lnTo>
                      <a:pt x="195071" y="1076"/>
                    </a:lnTo>
                    <a:lnTo>
                      <a:pt x="188975" y="0"/>
                    </a:lnTo>
                    <a:lnTo>
                      <a:pt x="182117" y="28"/>
                    </a:lnTo>
                    <a:lnTo>
                      <a:pt x="150697" y="28532"/>
                    </a:lnTo>
                    <a:lnTo>
                      <a:pt x="150209" y="35366"/>
                    </a:lnTo>
                    <a:lnTo>
                      <a:pt x="151006" y="42772"/>
                    </a:lnTo>
                    <a:lnTo>
                      <a:pt x="153161" y="50606"/>
                    </a:lnTo>
                    <a:lnTo>
                      <a:pt x="155447" y="49463"/>
                    </a:lnTo>
                    <a:lnTo>
                      <a:pt x="155447" y="41462"/>
                    </a:lnTo>
                    <a:lnTo>
                      <a:pt x="156209" y="35366"/>
                    </a:lnTo>
                    <a:lnTo>
                      <a:pt x="158495" y="30032"/>
                    </a:lnTo>
                    <a:lnTo>
                      <a:pt x="161543" y="24698"/>
                    </a:lnTo>
                    <a:lnTo>
                      <a:pt x="165353" y="20888"/>
                    </a:lnTo>
                    <a:lnTo>
                      <a:pt x="170687" y="18602"/>
                    </a:lnTo>
                    <a:lnTo>
                      <a:pt x="176783" y="15554"/>
                    </a:lnTo>
                    <a:lnTo>
                      <a:pt x="182879" y="14792"/>
                    </a:lnTo>
                    <a:lnTo>
                      <a:pt x="188975" y="17078"/>
                    </a:lnTo>
                    <a:lnTo>
                      <a:pt x="195833" y="19364"/>
                    </a:lnTo>
                    <a:lnTo>
                      <a:pt x="208395" y="89369"/>
                    </a:lnTo>
                    <a:lnTo>
                      <a:pt x="209097" y="87134"/>
                    </a:lnTo>
                    <a:lnTo>
                      <a:pt x="213359" y="72704"/>
                    </a:lnTo>
                    <a:lnTo>
                      <a:pt x="215800" y="62262"/>
                    </a:lnTo>
                    <a:lnTo>
                      <a:pt x="217455" y="52606"/>
                    </a:lnTo>
                    <a:lnTo>
                      <a:pt x="218396" y="43665"/>
                    </a:lnTo>
                    <a:lnTo>
                      <a:pt x="218693" y="35366"/>
                    </a:lnTo>
                    <a:close/>
                  </a:path>
                  <a:path w="254634" h="210185">
                    <a:moveTo>
                      <a:pt x="156209" y="49082"/>
                    </a:moveTo>
                    <a:lnTo>
                      <a:pt x="155447" y="41462"/>
                    </a:lnTo>
                    <a:lnTo>
                      <a:pt x="155447" y="49463"/>
                    </a:lnTo>
                    <a:lnTo>
                      <a:pt x="156209" y="49082"/>
                    </a:lnTo>
                    <a:close/>
                  </a:path>
                  <a:path w="254634" h="210185">
                    <a:moveTo>
                      <a:pt x="208395" y="89369"/>
                    </a:moveTo>
                    <a:lnTo>
                      <a:pt x="208395" y="56523"/>
                    </a:lnTo>
                    <a:lnTo>
                      <a:pt x="207263" y="67370"/>
                    </a:lnTo>
                    <a:lnTo>
                      <a:pt x="204835" y="79371"/>
                    </a:lnTo>
                    <a:lnTo>
                      <a:pt x="200977" y="93659"/>
                    </a:lnTo>
                    <a:lnTo>
                      <a:pt x="195691" y="110232"/>
                    </a:lnTo>
                    <a:lnTo>
                      <a:pt x="188975" y="129092"/>
                    </a:lnTo>
                    <a:lnTo>
                      <a:pt x="190499" y="132140"/>
                    </a:lnTo>
                    <a:lnTo>
                      <a:pt x="201167" y="126806"/>
                    </a:lnTo>
                    <a:lnTo>
                      <a:pt x="201167" y="111566"/>
                    </a:lnTo>
                    <a:lnTo>
                      <a:pt x="205549" y="98421"/>
                    </a:lnTo>
                    <a:lnTo>
                      <a:pt x="208395" y="89369"/>
                    </a:lnTo>
                    <a:close/>
                  </a:path>
                  <a:path w="254634" h="210185">
                    <a:moveTo>
                      <a:pt x="254507" y="100136"/>
                    </a:moveTo>
                    <a:lnTo>
                      <a:pt x="251459" y="74990"/>
                    </a:lnTo>
                    <a:lnTo>
                      <a:pt x="248411" y="76514"/>
                    </a:lnTo>
                    <a:lnTo>
                      <a:pt x="248411" y="79562"/>
                    </a:lnTo>
                    <a:lnTo>
                      <a:pt x="247649" y="82610"/>
                    </a:lnTo>
                    <a:lnTo>
                      <a:pt x="246887" y="84896"/>
                    </a:lnTo>
                    <a:lnTo>
                      <a:pt x="245363" y="87182"/>
                    </a:lnTo>
                    <a:lnTo>
                      <a:pt x="243839" y="88706"/>
                    </a:lnTo>
                    <a:lnTo>
                      <a:pt x="241553" y="90230"/>
                    </a:lnTo>
                    <a:lnTo>
                      <a:pt x="239267" y="92516"/>
                    </a:lnTo>
                    <a:lnTo>
                      <a:pt x="235457" y="94802"/>
                    </a:lnTo>
                    <a:lnTo>
                      <a:pt x="229361" y="97088"/>
                    </a:lnTo>
                    <a:lnTo>
                      <a:pt x="201167" y="111566"/>
                    </a:lnTo>
                    <a:lnTo>
                      <a:pt x="201167" y="126806"/>
                    </a:lnTo>
                    <a:lnTo>
                      <a:pt x="254507" y="10013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cxnSp>
            <p:nvCxnSpPr>
              <p:cNvPr id="945" name="Straight Arrow Connector 944">
                <a:extLst>
                  <a:ext uri="{FF2B5EF4-FFF2-40B4-BE49-F238E27FC236}">
                    <a16:creationId xmlns:a16="http://schemas.microsoft.com/office/drawing/2014/main" id="{A70F80E2-35DB-4FA2-80A5-48F7A75EE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2063" y="5374365"/>
                <a:ext cx="0" cy="8143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46" name="Straight Arrow Connector 945">
                <a:extLst>
                  <a:ext uri="{FF2B5EF4-FFF2-40B4-BE49-F238E27FC236}">
                    <a16:creationId xmlns:a16="http://schemas.microsoft.com/office/drawing/2014/main" id="{3A7337FC-61D4-4048-BEE5-09AD6A278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834" y="4257115"/>
                <a:ext cx="0" cy="7536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47" name="object 13">
                <a:extLst>
                  <a:ext uri="{FF2B5EF4-FFF2-40B4-BE49-F238E27FC236}">
                    <a16:creationId xmlns:a16="http://schemas.microsoft.com/office/drawing/2014/main" id="{F56F26DE-0CF5-40C0-A3D6-7B4B35217041}"/>
                  </a:ext>
                </a:extLst>
              </p:cNvPr>
              <p:cNvSpPr txBox="1"/>
              <p:nvPr/>
            </p:nvSpPr>
            <p:spPr>
              <a:xfrm>
                <a:off x="6719337" y="5020389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18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948" name="Straight Arrow Connector 947">
                <a:extLst>
                  <a:ext uri="{FF2B5EF4-FFF2-40B4-BE49-F238E27FC236}">
                    <a16:creationId xmlns:a16="http://schemas.microsoft.com/office/drawing/2014/main" id="{8F43565B-0A5C-4BB9-9645-72598817E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5001" y="6312569"/>
                <a:ext cx="111417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Arrow Connector 948">
                <a:extLst>
                  <a:ext uri="{FF2B5EF4-FFF2-40B4-BE49-F238E27FC236}">
                    <a16:creationId xmlns:a16="http://schemas.microsoft.com/office/drawing/2014/main" id="{E31A770D-DF47-4A04-8C94-EBE02FC9B1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53692" y="6312569"/>
                <a:ext cx="12114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0" name="object 13">
                <a:extLst>
                  <a:ext uri="{FF2B5EF4-FFF2-40B4-BE49-F238E27FC236}">
                    <a16:creationId xmlns:a16="http://schemas.microsoft.com/office/drawing/2014/main" id="{1FE0C3B5-D142-429A-9BB4-4D98DDC89236}"/>
                  </a:ext>
                </a:extLst>
              </p:cNvPr>
              <p:cNvSpPr txBox="1"/>
              <p:nvPr/>
            </p:nvSpPr>
            <p:spPr>
              <a:xfrm>
                <a:off x="8267561" y="6166524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25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1B2DA28-65B2-4778-BAD0-9D776E3CCA04}"/>
                </a:ext>
              </a:extLst>
            </p:cNvPr>
            <p:cNvSpPr/>
            <p:nvPr/>
          </p:nvSpPr>
          <p:spPr>
            <a:xfrm>
              <a:off x="7122694" y="4167738"/>
              <a:ext cx="756000" cy="1296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895C5E-9D78-4111-BD3E-A7F7D6709CBA}"/>
                </a:ext>
              </a:extLst>
            </p:cNvPr>
            <p:cNvSpPr/>
            <p:nvPr/>
          </p:nvSpPr>
          <p:spPr>
            <a:xfrm>
              <a:off x="6785613" y="3748378"/>
              <a:ext cx="77777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(7, 2)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176B7C-7E8E-4CE6-B312-089314FD0DAF}"/>
                </a:ext>
              </a:extLst>
            </p:cNvPr>
            <p:cNvSpPr/>
            <p:nvPr/>
          </p:nvSpPr>
          <p:spPr>
            <a:xfrm>
              <a:off x="7783157" y="5267094"/>
              <a:ext cx="10342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(13, 13)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946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D30C-7E9C-4C66-B57E-ADF43E0D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division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596F0-E956-4FBF-AAD5-793270591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cs typeface="+mn-ea"/>
                    <a:sym typeface="+mn-lt"/>
                  </a:rPr>
                  <a:t>将</a:t>
                </a:r>
                <a:r>
                  <a:rPr lang="en-US" altLang="zh-CN" dirty="0">
                    <a:cs typeface="+mn-ea"/>
                    <a:sym typeface="+mn-lt"/>
                  </a:rPr>
                  <a:t>RoI</a:t>
                </a:r>
                <a:r>
                  <a:rPr lang="zh-CN" altLang="en-US" dirty="0">
                    <a:cs typeface="+mn-ea"/>
                    <a:sym typeface="+mn-lt"/>
                  </a:rPr>
                  <a:t>映射后的特征</a:t>
                </a:r>
                <a:r>
                  <a:rPr lang="en-US" altLang="zh-CN" dirty="0">
                    <a:cs typeface="+mn-ea"/>
                    <a:sym typeface="+mn-lt"/>
                  </a:rPr>
                  <a:t>width</a:t>
                </a:r>
                <a:r>
                  <a:rPr lang="zh-CN" altLang="en-US" dirty="0">
                    <a:cs typeface="+mn-ea"/>
                    <a:sym typeface="+mn-lt"/>
                  </a:rPr>
                  <a:t>、</a:t>
                </a:r>
                <a:r>
                  <a:rPr lang="en-US" altLang="zh-CN" dirty="0">
                    <a:cs typeface="+mn-ea"/>
                    <a:sym typeface="+mn-lt"/>
                  </a:rPr>
                  <a:t>height</a:t>
                </a:r>
                <a:r>
                  <a:rPr lang="zh-CN" altLang="en-US" dirty="0">
                    <a:cs typeface="+mn-ea"/>
                    <a:sym typeface="+mn-lt"/>
                  </a:rPr>
                  <a:t>除以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r>
                  <a:rPr lang="zh-CN" altLang="en-US" dirty="0">
                    <a:cs typeface="+mn-ea"/>
                    <a:sym typeface="+mn-lt"/>
                  </a:rPr>
                  <a:t>通过向下取整得到每一个</a:t>
                </a:r>
                <a:r>
                  <a:rPr lang="en-US" altLang="zh-CN" dirty="0">
                    <a:cs typeface="+mn-ea"/>
                    <a:sym typeface="+mn-lt"/>
                  </a:rPr>
                  <a:t>grid</a:t>
                </a:r>
                <a:r>
                  <a:rPr lang="zh-CN" altLang="en-US" dirty="0">
                    <a:cs typeface="+mn-ea"/>
                    <a:sym typeface="+mn-lt"/>
                  </a:rPr>
                  <a:t>的大小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596F0-E956-4FBF-AAD5-793270591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C0F2AF6-5FDF-4C74-8900-6A09B44544AB}"/>
              </a:ext>
            </a:extLst>
          </p:cNvPr>
          <p:cNvGrpSpPr/>
          <p:nvPr/>
        </p:nvGrpSpPr>
        <p:grpSpPr>
          <a:xfrm>
            <a:off x="1730812" y="3335505"/>
            <a:ext cx="3836709" cy="2668203"/>
            <a:chOff x="1547937" y="3508760"/>
            <a:chExt cx="3836709" cy="26682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B5EA06-1ACF-469F-A9F1-117A4307771B}"/>
                </a:ext>
              </a:extLst>
            </p:cNvPr>
            <p:cNvGrpSpPr/>
            <p:nvPr/>
          </p:nvGrpSpPr>
          <p:grpSpPr>
            <a:xfrm>
              <a:off x="1547937" y="3508760"/>
              <a:ext cx="3836709" cy="2668203"/>
              <a:chOff x="6096000" y="3508760"/>
              <a:chExt cx="3836709" cy="266820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0C1CAF0-F487-4E37-B1A7-4543B57CB6B7}"/>
                  </a:ext>
                </a:extLst>
              </p:cNvPr>
              <p:cNvGrpSpPr/>
              <p:nvPr/>
            </p:nvGrpSpPr>
            <p:grpSpPr>
              <a:xfrm>
                <a:off x="6096000" y="3508760"/>
                <a:ext cx="3836709" cy="2668203"/>
                <a:chOff x="6719337" y="3798041"/>
                <a:chExt cx="3836709" cy="2668203"/>
              </a:xfrm>
            </p:grpSpPr>
            <p:sp>
              <p:nvSpPr>
                <p:cNvPr id="19" name="object 33">
                  <a:extLst>
                    <a:ext uri="{FF2B5EF4-FFF2-40B4-BE49-F238E27FC236}">
                      <a16:creationId xmlns:a16="http://schemas.microsoft.com/office/drawing/2014/main" id="{58BDA32E-6C75-4B42-9DF2-B9CE8056DCA2}"/>
                    </a:ext>
                  </a:extLst>
                </p:cNvPr>
                <p:cNvSpPr/>
                <p:nvPr/>
              </p:nvSpPr>
              <p:spPr>
                <a:xfrm>
                  <a:off x="7244648" y="4391639"/>
                  <a:ext cx="2112264" cy="1662683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34">
                  <a:extLst>
                    <a:ext uri="{FF2B5EF4-FFF2-40B4-BE49-F238E27FC236}">
                      <a16:creationId xmlns:a16="http://schemas.microsoft.com/office/drawing/2014/main" id="{1F00ED24-BF71-4B7F-A7D7-9AEBFD7CB0C4}"/>
                    </a:ext>
                  </a:extLst>
                </p:cNvPr>
                <p:cNvSpPr/>
                <p:nvPr/>
              </p:nvSpPr>
              <p:spPr>
                <a:xfrm>
                  <a:off x="8783114" y="4398509"/>
                  <a:ext cx="604520" cy="133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520" h="1337310">
                      <a:moveTo>
                        <a:pt x="32766" y="679704"/>
                      </a:moveTo>
                      <a:lnTo>
                        <a:pt x="4572" y="675894"/>
                      </a:lnTo>
                      <a:lnTo>
                        <a:pt x="0" y="704088"/>
                      </a:lnTo>
                      <a:lnTo>
                        <a:pt x="28194" y="707898"/>
                      </a:lnTo>
                      <a:lnTo>
                        <a:pt x="32766" y="679704"/>
                      </a:lnTo>
                      <a:close/>
                    </a:path>
                    <a:path w="604520" h="1337310">
                      <a:moveTo>
                        <a:pt x="40386" y="623316"/>
                      </a:moveTo>
                      <a:lnTo>
                        <a:pt x="12192" y="619506"/>
                      </a:lnTo>
                      <a:lnTo>
                        <a:pt x="8382" y="647700"/>
                      </a:lnTo>
                      <a:lnTo>
                        <a:pt x="36576" y="651510"/>
                      </a:lnTo>
                      <a:lnTo>
                        <a:pt x="40386" y="623316"/>
                      </a:lnTo>
                      <a:close/>
                    </a:path>
                    <a:path w="604520" h="1337310">
                      <a:moveTo>
                        <a:pt x="48768" y="566928"/>
                      </a:moveTo>
                      <a:lnTo>
                        <a:pt x="19812" y="563118"/>
                      </a:lnTo>
                      <a:lnTo>
                        <a:pt x="16002" y="591312"/>
                      </a:lnTo>
                      <a:lnTo>
                        <a:pt x="44196" y="595122"/>
                      </a:lnTo>
                      <a:lnTo>
                        <a:pt x="48768" y="566928"/>
                      </a:lnTo>
                      <a:close/>
                    </a:path>
                    <a:path w="604520" h="1337310">
                      <a:moveTo>
                        <a:pt x="56388" y="510540"/>
                      </a:moveTo>
                      <a:lnTo>
                        <a:pt x="28194" y="505968"/>
                      </a:lnTo>
                      <a:lnTo>
                        <a:pt x="24384" y="534162"/>
                      </a:lnTo>
                      <a:lnTo>
                        <a:pt x="52578" y="538734"/>
                      </a:lnTo>
                      <a:lnTo>
                        <a:pt x="56388" y="510540"/>
                      </a:lnTo>
                      <a:close/>
                    </a:path>
                    <a:path w="604520" h="1337310">
                      <a:moveTo>
                        <a:pt x="64770" y="453390"/>
                      </a:moveTo>
                      <a:lnTo>
                        <a:pt x="35814" y="449580"/>
                      </a:lnTo>
                      <a:lnTo>
                        <a:pt x="32004" y="477774"/>
                      </a:lnTo>
                      <a:lnTo>
                        <a:pt x="60198" y="481584"/>
                      </a:lnTo>
                      <a:lnTo>
                        <a:pt x="64770" y="453390"/>
                      </a:lnTo>
                      <a:close/>
                    </a:path>
                    <a:path w="604520" h="1337310">
                      <a:moveTo>
                        <a:pt x="72390" y="397002"/>
                      </a:moveTo>
                      <a:lnTo>
                        <a:pt x="44196" y="393192"/>
                      </a:lnTo>
                      <a:lnTo>
                        <a:pt x="40386" y="421386"/>
                      </a:lnTo>
                      <a:lnTo>
                        <a:pt x="68580" y="425196"/>
                      </a:lnTo>
                      <a:lnTo>
                        <a:pt x="72390" y="397002"/>
                      </a:lnTo>
                      <a:close/>
                    </a:path>
                    <a:path w="604520" h="1337310">
                      <a:moveTo>
                        <a:pt x="80772" y="340614"/>
                      </a:moveTo>
                      <a:lnTo>
                        <a:pt x="51816" y="336804"/>
                      </a:lnTo>
                      <a:lnTo>
                        <a:pt x="48006" y="364998"/>
                      </a:lnTo>
                      <a:lnTo>
                        <a:pt x="76200" y="368808"/>
                      </a:lnTo>
                      <a:lnTo>
                        <a:pt x="80772" y="340614"/>
                      </a:lnTo>
                      <a:close/>
                    </a:path>
                    <a:path w="604520" h="1337310">
                      <a:moveTo>
                        <a:pt x="88392" y="284226"/>
                      </a:moveTo>
                      <a:lnTo>
                        <a:pt x="60198" y="279654"/>
                      </a:lnTo>
                      <a:lnTo>
                        <a:pt x="56388" y="307848"/>
                      </a:lnTo>
                      <a:lnTo>
                        <a:pt x="84582" y="312420"/>
                      </a:lnTo>
                      <a:lnTo>
                        <a:pt x="88392" y="284226"/>
                      </a:lnTo>
                      <a:close/>
                    </a:path>
                    <a:path w="604520" h="1337310">
                      <a:moveTo>
                        <a:pt x="96774" y="227076"/>
                      </a:moveTo>
                      <a:lnTo>
                        <a:pt x="67818" y="223266"/>
                      </a:lnTo>
                      <a:lnTo>
                        <a:pt x="64008" y="251460"/>
                      </a:lnTo>
                      <a:lnTo>
                        <a:pt x="92202" y="255270"/>
                      </a:lnTo>
                      <a:lnTo>
                        <a:pt x="96774" y="227076"/>
                      </a:lnTo>
                      <a:close/>
                    </a:path>
                    <a:path w="604520" h="1337310">
                      <a:moveTo>
                        <a:pt x="104394" y="170688"/>
                      </a:moveTo>
                      <a:lnTo>
                        <a:pt x="76200" y="166878"/>
                      </a:lnTo>
                      <a:lnTo>
                        <a:pt x="72390" y="195072"/>
                      </a:lnTo>
                      <a:lnTo>
                        <a:pt x="100584" y="198882"/>
                      </a:lnTo>
                      <a:lnTo>
                        <a:pt x="104394" y="170688"/>
                      </a:lnTo>
                      <a:close/>
                    </a:path>
                    <a:path w="604520" h="1337310">
                      <a:moveTo>
                        <a:pt x="112776" y="114300"/>
                      </a:moveTo>
                      <a:lnTo>
                        <a:pt x="83820" y="109728"/>
                      </a:lnTo>
                      <a:lnTo>
                        <a:pt x="80010" y="138684"/>
                      </a:lnTo>
                      <a:lnTo>
                        <a:pt x="108204" y="142494"/>
                      </a:lnTo>
                      <a:lnTo>
                        <a:pt x="112776" y="114300"/>
                      </a:lnTo>
                      <a:close/>
                    </a:path>
                    <a:path w="604520" h="1337310">
                      <a:moveTo>
                        <a:pt x="144780" y="91440"/>
                      </a:moveTo>
                      <a:lnTo>
                        <a:pt x="114300" y="0"/>
                      </a:lnTo>
                      <a:lnTo>
                        <a:pt x="59436" y="79248"/>
                      </a:lnTo>
                      <a:lnTo>
                        <a:pt x="88392" y="83375"/>
                      </a:lnTo>
                      <a:lnTo>
                        <a:pt x="118110" y="87630"/>
                      </a:lnTo>
                      <a:lnTo>
                        <a:pt x="144780" y="91440"/>
                      </a:lnTo>
                      <a:close/>
                    </a:path>
                    <a:path w="604520" h="1337310">
                      <a:moveTo>
                        <a:pt x="171450" y="915924"/>
                      </a:moveTo>
                      <a:lnTo>
                        <a:pt x="150876" y="896874"/>
                      </a:lnTo>
                      <a:lnTo>
                        <a:pt x="131064" y="917448"/>
                      </a:lnTo>
                      <a:lnTo>
                        <a:pt x="152400" y="937260"/>
                      </a:lnTo>
                      <a:lnTo>
                        <a:pt x="171450" y="915924"/>
                      </a:lnTo>
                      <a:close/>
                    </a:path>
                    <a:path w="604520" h="1337310">
                      <a:moveTo>
                        <a:pt x="213360" y="954786"/>
                      </a:moveTo>
                      <a:lnTo>
                        <a:pt x="192786" y="935736"/>
                      </a:lnTo>
                      <a:lnTo>
                        <a:pt x="172974" y="956310"/>
                      </a:lnTo>
                      <a:lnTo>
                        <a:pt x="194310" y="976122"/>
                      </a:lnTo>
                      <a:lnTo>
                        <a:pt x="213360" y="954786"/>
                      </a:lnTo>
                      <a:close/>
                    </a:path>
                    <a:path w="604520" h="1337310">
                      <a:moveTo>
                        <a:pt x="255270" y="993648"/>
                      </a:moveTo>
                      <a:lnTo>
                        <a:pt x="234696" y="974598"/>
                      </a:lnTo>
                      <a:lnTo>
                        <a:pt x="214884" y="995172"/>
                      </a:lnTo>
                      <a:lnTo>
                        <a:pt x="236220" y="1014984"/>
                      </a:lnTo>
                      <a:lnTo>
                        <a:pt x="255270" y="993648"/>
                      </a:lnTo>
                      <a:close/>
                    </a:path>
                    <a:path w="604520" h="1337310">
                      <a:moveTo>
                        <a:pt x="297180" y="1032510"/>
                      </a:moveTo>
                      <a:lnTo>
                        <a:pt x="276606" y="1013460"/>
                      </a:lnTo>
                      <a:lnTo>
                        <a:pt x="256794" y="1034034"/>
                      </a:lnTo>
                      <a:lnTo>
                        <a:pt x="278130" y="1053846"/>
                      </a:lnTo>
                      <a:lnTo>
                        <a:pt x="297180" y="1032510"/>
                      </a:lnTo>
                      <a:close/>
                    </a:path>
                    <a:path w="604520" h="1337310">
                      <a:moveTo>
                        <a:pt x="339090" y="1071372"/>
                      </a:moveTo>
                      <a:lnTo>
                        <a:pt x="318516" y="1052322"/>
                      </a:lnTo>
                      <a:lnTo>
                        <a:pt x="298704" y="1072896"/>
                      </a:lnTo>
                      <a:lnTo>
                        <a:pt x="320040" y="1092708"/>
                      </a:lnTo>
                      <a:lnTo>
                        <a:pt x="339090" y="1071372"/>
                      </a:lnTo>
                      <a:close/>
                    </a:path>
                    <a:path w="604520" h="1337310">
                      <a:moveTo>
                        <a:pt x="381000" y="1110234"/>
                      </a:moveTo>
                      <a:lnTo>
                        <a:pt x="360426" y="1091184"/>
                      </a:lnTo>
                      <a:lnTo>
                        <a:pt x="340614" y="1111758"/>
                      </a:lnTo>
                      <a:lnTo>
                        <a:pt x="361950" y="1131570"/>
                      </a:lnTo>
                      <a:lnTo>
                        <a:pt x="381000" y="1110234"/>
                      </a:lnTo>
                      <a:close/>
                    </a:path>
                    <a:path w="604520" h="1337310">
                      <a:moveTo>
                        <a:pt x="422910" y="1149096"/>
                      </a:moveTo>
                      <a:lnTo>
                        <a:pt x="402336" y="1130046"/>
                      </a:lnTo>
                      <a:lnTo>
                        <a:pt x="382524" y="1150620"/>
                      </a:lnTo>
                      <a:lnTo>
                        <a:pt x="403860" y="1170432"/>
                      </a:lnTo>
                      <a:lnTo>
                        <a:pt x="422910" y="1149096"/>
                      </a:lnTo>
                      <a:close/>
                    </a:path>
                    <a:path w="604520" h="1337310">
                      <a:moveTo>
                        <a:pt x="464820" y="1187958"/>
                      </a:moveTo>
                      <a:lnTo>
                        <a:pt x="444246" y="1168908"/>
                      </a:lnTo>
                      <a:lnTo>
                        <a:pt x="424434" y="1189482"/>
                      </a:lnTo>
                      <a:lnTo>
                        <a:pt x="445770" y="1209294"/>
                      </a:lnTo>
                      <a:lnTo>
                        <a:pt x="464820" y="1187958"/>
                      </a:lnTo>
                      <a:close/>
                    </a:path>
                    <a:path w="604520" h="1337310">
                      <a:moveTo>
                        <a:pt x="506730" y="1226820"/>
                      </a:moveTo>
                      <a:lnTo>
                        <a:pt x="486156" y="1207770"/>
                      </a:lnTo>
                      <a:lnTo>
                        <a:pt x="466344" y="1228344"/>
                      </a:lnTo>
                      <a:lnTo>
                        <a:pt x="487680" y="1248156"/>
                      </a:lnTo>
                      <a:lnTo>
                        <a:pt x="506730" y="1226820"/>
                      </a:lnTo>
                      <a:close/>
                    </a:path>
                    <a:path w="604520" h="1337310">
                      <a:moveTo>
                        <a:pt x="548640" y="1265682"/>
                      </a:moveTo>
                      <a:lnTo>
                        <a:pt x="528066" y="1246632"/>
                      </a:lnTo>
                      <a:lnTo>
                        <a:pt x="508254" y="1267206"/>
                      </a:lnTo>
                      <a:lnTo>
                        <a:pt x="529590" y="1287018"/>
                      </a:lnTo>
                      <a:lnTo>
                        <a:pt x="548640" y="1265682"/>
                      </a:lnTo>
                      <a:close/>
                    </a:path>
                    <a:path w="604520" h="1337310">
                      <a:moveTo>
                        <a:pt x="604266" y="1337310"/>
                      </a:moveTo>
                      <a:lnTo>
                        <a:pt x="570738" y="1247394"/>
                      </a:lnTo>
                      <a:lnTo>
                        <a:pt x="512064" y="1309878"/>
                      </a:lnTo>
                      <a:lnTo>
                        <a:pt x="604266" y="133731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35">
                  <a:extLst>
                    <a:ext uri="{FF2B5EF4-FFF2-40B4-BE49-F238E27FC236}">
                      <a16:creationId xmlns:a16="http://schemas.microsoft.com/office/drawing/2014/main" id="{686636B3-8724-4E7B-B26C-D41B4EC7A4C0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3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36">
                  <a:extLst>
                    <a:ext uri="{FF2B5EF4-FFF2-40B4-BE49-F238E27FC236}">
                      <a16:creationId xmlns:a16="http://schemas.microsoft.com/office/drawing/2014/main" id="{CDF2A3BF-4DB5-4440-8EEE-12D5364EC1ED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3"/>
                      </a:lnTo>
                      <a:lnTo>
                        <a:pt x="2716530" y="1956053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37">
                  <a:extLst>
                    <a:ext uri="{FF2B5EF4-FFF2-40B4-BE49-F238E27FC236}">
                      <a16:creationId xmlns:a16="http://schemas.microsoft.com/office/drawing/2014/main" id="{10E4596C-3B32-4F8A-A980-849F292B5060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2716530" y="1956816"/>
                      </a:moveTo>
                      <a:lnTo>
                        <a:pt x="2716530" y="0"/>
                      </a:lnTo>
                      <a:lnTo>
                        <a:pt x="0" y="0"/>
                      </a:lnTo>
                      <a:lnTo>
                        <a:pt x="0" y="1956816"/>
                      </a:lnTo>
                      <a:lnTo>
                        <a:pt x="2716530" y="195681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object 38">
                  <a:extLst>
                    <a:ext uri="{FF2B5EF4-FFF2-40B4-BE49-F238E27FC236}">
                      <a16:creationId xmlns:a16="http://schemas.microsoft.com/office/drawing/2014/main" id="{F29175FC-6F2B-40AA-9901-BB95D1B4724A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0" y="0"/>
                      </a:moveTo>
                      <a:lnTo>
                        <a:pt x="0" y="1956815"/>
                      </a:lnTo>
                      <a:lnTo>
                        <a:pt x="2716530" y="1956815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object 39">
                  <a:extLst>
                    <a:ext uri="{FF2B5EF4-FFF2-40B4-BE49-F238E27FC236}">
                      <a16:creationId xmlns:a16="http://schemas.microsoft.com/office/drawing/2014/main" id="{3AC1108D-DFD0-4777-A95C-A44EAB4E8458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4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4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40">
                  <a:extLst>
                    <a:ext uri="{FF2B5EF4-FFF2-40B4-BE49-F238E27FC236}">
                      <a16:creationId xmlns:a16="http://schemas.microsoft.com/office/drawing/2014/main" id="{AD5CDEC5-5A35-4BA8-97EB-60C3B27EF254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4"/>
                      </a:lnTo>
                      <a:lnTo>
                        <a:pt x="2716530" y="1956054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bject 41">
                  <a:extLst>
                    <a:ext uri="{FF2B5EF4-FFF2-40B4-BE49-F238E27FC236}">
                      <a16:creationId xmlns:a16="http://schemas.microsoft.com/office/drawing/2014/main" id="{62B76CF7-FA2D-4148-A34A-3DBCF10443A8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bject 42">
                  <a:extLst>
                    <a:ext uri="{FF2B5EF4-FFF2-40B4-BE49-F238E27FC236}">
                      <a16:creationId xmlns:a16="http://schemas.microsoft.com/office/drawing/2014/main" id="{79D197F8-14D8-449E-A5D6-2B1D0163126D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object 43">
                  <a:extLst>
                    <a:ext uri="{FF2B5EF4-FFF2-40B4-BE49-F238E27FC236}">
                      <a16:creationId xmlns:a16="http://schemas.microsoft.com/office/drawing/2014/main" id="{61000832-0E50-41E3-81EC-48F6948CA766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object 44">
                  <a:extLst>
                    <a:ext uri="{FF2B5EF4-FFF2-40B4-BE49-F238E27FC236}">
                      <a16:creationId xmlns:a16="http://schemas.microsoft.com/office/drawing/2014/main" id="{653FA0CD-DAA0-466E-A165-674678C400B9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object 45">
                  <a:extLst>
                    <a:ext uri="{FF2B5EF4-FFF2-40B4-BE49-F238E27FC236}">
                      <a16:creationId xmlns:a16="http://schemas.microsoft.com/office/drawing/2014/main" id="{31E4B31F-57BE-4B2F-B5ED-5077C3095CEB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object 46">
                  <a:extLst>
                    <a:ext uri="{FF2B5EF4-FFF2-40B4-BE49-F238E27FC236}">
                      <a16:creationId xmlns:a16="http://schemas.microsoft.com/office/drawing/2014/main" id="{CFA77B3F-38B2-49C6-BC0F-58F0EB85E7F4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object 47">
                  <a:extLst>
                    <a:ext uri="{FF2B5EF4-FFF2-40B4-BE49-F238E27FC236}">
                      <a16:creationId xmlns:a16="http://schemas.microsoft.com/office/drawing/2014/main" id="{81FF09C3-9CD5-46A1-BE3E-02A2116AB79A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bject 48">
                  <a:extLst>
                    <a:ext uri="{FF2B5EF4-FFF2-40B4-BE49-F238E27FC236}">
                      <a16:creationId xmlns:a16="http://schemas.microsoft.com/office/drawing/2014/main" id="{61A49BD0-40FC-4B9B-9200-83C180E86690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object 49">
                  <a:extLst>
                    <a:ext uri="{FF2B5EF4-FFF2-40B4-BE49-F238E27FC236}">
                      <a16:creationId xmlns:a16="http://schemas.microsoft.com/office/drawing/2014/main" id="{5DCA6832-CBC6-44F8-AF7A-9865FB8DEE79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object 50">
                  <a:extLst>
                    <a:ext uri="{FF2B5EF4-FFF2-40B4-BE49-F238E27FC236}">
                      <a16:creationId xmlns:a16="http://schemas.microsoft.com/office/drawing/2014/main" id="{BFC90E6E-6E46-4BA5-91A1-82ED9DD245A2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object 51">
                  <a:extLst>
                    <a:ext uri="{FF2B5EF4-FFF2-40B4-BE49-F238E27FC236}">
                      <a16:creationId xmlns:a16="http://schemas.microsoft.com/office/drawing/2014/main" id="{395E7313-C0B1-42F1-A95B-A1C88DABF15E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object 52">
                  <a:extLst>
                    <a:ext uri="{FF2B5EF4-FFF2-40B4-BE49-F238E27FC236}">
                      <a16:creationId xmlns:a16="http://schemas.microsoft.com/office/drawing/2014/main" id="{FD99CE7D-F4F1-4525-A2C0-34F42AE5A9C8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object 53">
                  <a:extLst>
                    <a:ext uri="{FF2B5EF4-FFF2-40B4-BE49-F238E27FC236}">
                      <a16:creationId xmlns:a16="http://schemas.microsoft.com/office/drawing/2014/main" id="{9BF358B6-BA07-4BF7-9ACE-94A24D5AD8C6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object 54">
                  <a:extLst>
                    <a:ext uri="{FF2B5EF4-FFF2-40B4-BE49-F238E27FC236}">
                      <a16:creationId xmlns:a16="http://schemas.microsoft.com/office/drawing/2014/main" id="{3BD26770-6CC3-4954-9090-F7B133F5405C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object 55">
                  <a:extLst>
                    <a:ext uri="{FF2B5EF4-FFF2-40B4-BE49-F238E27FC236}">
                      <a16:creationId xmlns:a16="http://schemas.microsoft.com/office/drawing/2014/main" id="{1F8AD02E-C33E-43B7-8E43-DDCA5E286AF7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object 56">
                  <a:extLst>
                    <a:ext uri="{FF2B5EF4-FFF2-40B4-BE49-F238E27FC236}">
                      <a16:creationId xmlns:a16="http://schemas.microsoft.com/office/drawing/2014/main" id="{CDF1ADE2-80F3-4094-8C78-1EC71874437D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object 57">
                  <a:extLst>
                    <a:ext uri="{FF2B5EF4-FFF2-40B4-BE49-F238E27FC236}">
                      <a16:creationId xmlns:a16="http://schemas.microsoft.com/office/drawing/2014/main" id="{81B4C91F-84EF-4462-AFBA-04E82E0678E4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object 58">
                  <a:extLst>
                    <a:ext uri="{FF2B5EF4-FFF2-40B4-BE49-F238E27FC236}">
                      <a16:creationId xmlns:a16="http://schemas.microsoft.com/office/drawing/2014/main" id="{C40293CA-1588-4A1E-89EE-042B7FF0F660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object 59">
                  <a:extLst>
                    <a:ext uri="{FF2B5EF4-FFF2-40B4-BE49-F238E27FC236}">
                      <a16:creationId xmlns:a16="http://schemas.microsoft.com/office/drawing/2014/main" id="{91E77C2C-BA2B-40B2-9A6A-3CE9642DD054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object 60">
                  <a:extLst>
                    <a:ext uri="{FF2B5EF4-FFF2-40B4-BE49-F238E27FC236}">
                      <a16:creationId xmlns:a16="http://schemas.microsoft.com/office/drawing/2014/main" id="{F5BE5374-9B61-4587-B870-E6AED4388BEB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object 61">
                  <a:extLst>
                    <a:ext uri="{FF2B5EF4-FFF2-40B4-BE49-F238E27FC236}">
                      <a16:creationId xmlns:a16="http://schemas.microsoft.com/office/drawing/2014/main" id="{1FD9C577-5B86-4FE7-943A-D91A44909B62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object 62">
                  <a:extLst>
                    <a:ext uri="{FF2B5EF4-FFF2-40B4-BE49-F238E27FC236}">
                      <a16:creationId xmlns:a16="http://schemas.microsoft.com/office/drawing/2014/main" id="{DFBD5475-7F37-494C-B693-F5B4D515E3F1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object 63">
                  <a:extLst>
                    <a:ext uri="{FF2B5EF4-FFF2-40B4-BE49-F238E27FC236}">
                      <a16:creationId xmlns:a16="http://schemas.microsoft.com/office/drawing/2014/main" id="{34D10A2E-D488-449D-AE4A-70F1F8E89898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object 64">
                  <a:extLst>
                    <a:ext uri="{FF2B5EF4-FFF2-40B4-BE49-F238E27FC236}">
                      <a16:creationId xmlns:a16="http://schemas.microsoft.com/office/drawing/2014/main" id="{78E641B2-9AC6-488F-9BFB-029E004FEDDD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object 65">
                  <a:extLst>
                    <a:ext uri="{FF2B5EF4-FFF2-40B4-BE49-F238E27FC236}">
                      <a16:creationId xmlns:a16="http://schemas.microsoft.com/office/drawing/2014/main" id="{2009B124-AC75-49FA-89A6-229367CF049B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object 66">
                  <a:extLst>
                    <a:ext uri="{FF2B5EF4-FFF2-40B4-BE49-F238E27FC236}">
                      <a16:creationId xmlns:a16="http://schemas.microsoft.com/office/drawing/2014/main" id="{15BD0DCC-BA1F-4187-9D9E-B72720F1D113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object 67">
                  <a:extLst>
                    <a:ext uri="{FF2B5EF4-FFF2-40B4-BE49-F238E27FC236}">
                      <a16:creationId xmlns:a16="http://schemas.microsoft.com/office/drawing/2014/main" id="{25CB9D2C-B6B6-4E5E-8163-8EF1DC16121A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object 68">
                  <a:extLst>
                    <a:ext uri="{FF2B5EF4-FFF2-40B4-BE49-F238E27FC236}">
                      <a16:creationId xmlns:a16="http://schemas.microsoft.com/office/drawing/2014/main" id="{3563484E-9FC9-41D5-81FE-45AD867A2D28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object 69">
                  <a:extLst>
                    <a:ext uri="{FF2B5EF4-FFF2-40B4-BE49-F238E27FC236}">
                      <a16:creationId xmlns:a16="http://schemas.microsoft.com/office/drawing/2014/main" id="{900F0B71-D4F9-461B-AD66-7BFA176E142F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object 70">
                  <a:extLst>
                    <a:ext uri="{FF2B5EF4-FFF2-40B4-BE49-F238E27FC236}">
                      <a16:creationId xmlns:a16="http://schemas.microsoft.com/office/drawing/2014/main" id="{AAD832CF-D744-4B1E-9E1B-ADF232D237D6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object 71">
                  <a:extLst>
                    <a:ext uri="{FF2B5EF4-FFF2-40B4-BE49-F238E27FC236}">
                      <a16:creationId xmlns:a16="http://schemas.microsoft.com/office/drawing/2014/main" id="{4E802A7E-9EE2-4226-A330-D2CC57403DF4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object 72">
                  <a:extLst>
                    <a:ext uri="{FF2B5EF4-FFF2-40B4-BE49-F238E27FC236}">
                      <a16:creationId xmlns:a16="http://schemas.microsoft.com/office/drawing/2014/main" id="{9EA8FD09-D3CE-4FC5-8F8F-FE0B671BBEAA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object 73">
                  <a:extLst>
                    <a:ext uri="{FF2B5EF4-FFF2-40B4-BE49-F238E27FC236}">
                      <a16:creationId xmlns:a16="http://schemas.microsoft.com/office/drawing/2014/main" id="{E19C6C13-647C-4BA9-9D23-12917A04D0E9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object 74">
                  <a:extLst>
                    <a:ext uri="{FF2B5EF4-FFF2-40B4-BE49-F238E27FC236}">
                      <a16:creationId xmlns:a16="http://schemas.microsoft.com/office/drawing/2014/main" id="{BCC81958-F010-41A5-BF0A-512E4CA2E89F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object 75">
                  <a:extLst>
                    <a:ext uri="{FF2B5EF4-FFF2-40B4-BE49-F238E27FC236}">
                      <a16:creationId xmlns:a16="http://schemas.microsoft.com/office/drawing/2014/main" id="{642C70EF-DDF5-414B-973F-D000DC288998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object 76">
                  <a:extLst>
                    <a:ext uri="{FF2B5EF4-FFF2-40B4-BE49-F238E27FC236}">
                      <a16:creationId xmlns:a16="http://schemas.microsoft.com/office/drawing/2014/main" id="{9AA89E64-6B16-416E-B236-5DAD22F02278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object 77">
                  <a:extLst>
                    <a:ext uri="{FF2B5EF4-FFF2-40B4-BE49-F238E27FC236}">
                      <a16:creationId xmlns:a16="http://schemas.microsoft.com/office/drawing/2014/main" id="{126CC88F-055A-4416-8315-18B6EC37E663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bject 78">
                  <a:extLst>
                    <a:ext uri="{FF2B5EF4-FFF2-40B4-BE49-F238E27FC236}">
                      <a16:creationId xmlns:a16="http://schemas.microsoft.com/office/drawing/2014/main" id="{6F7A4D38-392C-4958-AFE4-85EA98D2872A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object 79">
                  <a:extLst>
                    <a:ext uri="{FF2B5EF4-FFF2-40B4-BE49-F238E27FC236}">
                      <a16:creationId xmlns:a16="http://schemas.microsoft.com/office/drawing/2014/main" id="{07962118-2D92-4BDC-BD6C-810C40DB1A43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object 80">
                  <a:extLst>
                    <a:ext uri="{FF2B5EF4-FFF2-40B4-BE49-F238E27FC236}">
                      <a16:creationId xmlns:a16="http://schemas.microsoft.com/office/drawing/2014/main" id="{6C4E0DEA-E98F-418B-879A-65B5E2CC2250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object 81">
                  <a:extLst>
                    <a:ext uri="{FF2B5EF4-FFF2-40B4-BE49-F238E27FC236}">
                      <a16:creationId xmlns:a16="http://schemas.microsoft.com/office/drawing/2014/main" id="{519BBF5B-2B78-4C89-A0AD-EE147F240960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object 82">
                  <a:extLst>
                    <a:ext uri="{FF2B5EF4-FFF2-40B4-BE49-F238E27FC236}">
                      <a16:creationId xmlns:a16="http://schemas.microsoft.com/office/drawing/2014/main" id="{55C730EC-B473-4562-B7F3-42D8B596C10A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object 83">
                  <a:extLst>
                    <a:ext uri="{FF2B5EF4-FFF2-40B4-BE49-F238E27FC236}">
                      <a16:creationId xmlns:a16="http://schemas.microsoft.com/office/drawing/2014/main" id="{114BCB57-099B-42E0-832B-FBE8BA673B27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object 84">
                  <a:extLst>
                    <a:ext uri="{FF2B5EF4-FFF2-40B4-BE49-F238E27FC236}">
                      <a16:creationId xmlns:a16="http://schemas.microsoft.com/office/drawing/2014/main" id="{845C7F74-5FA1-4E57-936C-846803B9C768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object 85">
                  <a:extLst>
                    <a:ext uri="{FF2B5EF4-FFF2-40B4-BE49-F238E27FC236}">
                      <a16:creationId xmlns:a16="http://schemas.microsoft.com/office/drawing/2014/main" id="{B3CA2601-EF0B-465D-8792-79E7871BF630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object 86">
                  <a:extLst>
                    <a:ext uri="{FF2B5EF4-FFF2-40B4-BE49-F238E27FC236}">
                      <a16:creationId xmlns:a16="http://schemas.microsoft.com/office/drawing/2014/main" id="{AEF887B1-5E1D-44AA-A5D0-20E00F0DBBC5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object 87">
                  <a:extLst>
                    <a:ext uri="{FF2B5EF4-FFF2-40B4-BE49-F238E27FC236}">
                      <a16:creationId xmlns:a16="http://schemas.microsoft.com/office/drawing/2014/main" id="{8C80ADCC-8C27-492E-A19F-49FA01048CA7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object 88">
                  <a:extLst>
                    <a:ext uri="{FF2B5EF4-FFF2-40B4-BE49-F238E27FC236}">
                      <a16:creationId xmlns:a16="http://schemas.microsoft.com/office/drawing/2014/main" id="{203533D4-9AEA-4AD4-941F-D7510467320F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object 89">
                  <a:extLst>
                    <a:ext uri="{FF2B5EF4-FFF2-40B4-BE49-F238E27FC236}">
                      <a16:creationId xmlns:a16="http://schemas.microsoft.com/office/drawing/2014/main" id="{B1C8062E-A45C-42B5-8DB5-E9112E79DEE8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object 90">
                  <a:extLst>
                    <a:ext uri="{FF2B5EF4-FFF2-40B4-BE49-F238E27FC236}">
                      <a16:creationId xmlns:a16="http://schemas.microsoft.com/office/drawing/2014/main" id="{4238917F-C7CB-4121-B3B9-B894F823A15E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object 91">
                  <a:extLst>
                    <a:ext uri="{FF2B5EF4-FFF2-40B4-BE49-F238E27FC236}">
                      <a16:creationId xmlns:a16="http://schemas.microsoft.com/office/drawing/2014/main" id="{06CCA97B-6E1B-4BE4-A390-C6D0AB1E2967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object 92">
                  <a:extLst>
                    <a:ext uri="{FF2B5EF4-FFF2-40B4-BE49-F238E27FC236}">
                      <a16:creationId xmlns:a16="http://schemas.microsoft.com/office/drawing/2014/main" id="{BAD1D884-712C-4A1E-8ACE-5519FC6F22D9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object 93">
                  <a:extLst>
                    <a:ext uri="{FF2B5EF4-FFF2-40B4-BE49-F238E27FC236}">
                      <a16:creationId xmlns:a16="http://schemas.microsoft.com/office/drawing/2014/main" id="{AD375307-473D-4CD0-A564-A741FAD99B5D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object 94">
                  <a:extLst>
                    <a:ext uri="{FF2B5EF4-FFF2-40B4-BE49-F238E27FC236}">
                      <a16:creationId xmlns:a16="http://schemas.microsoft.com/office/drawing/2014/main" id="{36C0E373-B47A-4F15-A2B5-6DE92F35BE8A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object 95">
                  <a:extLst>
                    <a:ext uri="{FF2B5EF4-FFF2-40B4-BE49-F238E27FC236}">
                      <a16:creationId xmlns:a16="http://schemas.microsoft.com/office/drawing/2014/main" id="{5A2BBC27-ABBE-41FF-B7B4-D558AC61AB6E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object 96">
                  <a:extLst>
                    <a:ext uri="{FF2B5EF4-FFF2-40B4-BE49-F238E27FC236}">
                      <a16:creationId xmlns:a16="http://schemas.microsoft.com/office/drawing/2014/main" id="{6E985A8D-FB35-4DE5-9A5A-23A00AE0C55F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object 97">
                  <a:extLst>
                    <a:ext uri="{FF2B5EF4-FFF2-40B4-BE49-F238E27FC236}">
                      <a16:creationId xmlns:a16="http://schemas.microsoft.com/office/drawing/2014/main" id="{99C177B4-251F-48C6-81C8-7835BDFCB764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object 98">
                  <a:extLst>
                    <a:ext uri="{FF2B5EF4-FFF2-40B4-BE49-F238E27FC236}">
                      <a16:creationId xmlns:a16="http://schemas.microsoft.com/office/drawing/2014/main" id="{7469B589-24BD-4A03-A2E0-47C7CCDEB1EB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object 99">
                  <a:extLst>
                    <a:ext uri="{FF2B5EF4-FFF2-40B4-BE49-F238E27FC236}">
                      <a16:creationId xmlns:a16="http://schemas.microsoft.com/office/drawing/2014/main" id="{23FD84A9-18DE-496A-B231-54465880B644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object 100">
                  <a:extLst>
                    <a:ext uri="{FF2B5EF4-FFF2-40B4-BE49-F238E27FC236}">
                      <a16:creationId xmlns:a16="http://schemas.microsoft.com/office/drawing/2014/main" id="{07944843-51B0-4281-8497-543F29F3297B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object 101">
                  <a:extLst>
                    <a:ext uri="{FF2B5EF4-FFF2-40B4-BE49-F238E27FC236}">
                      <a16:creationId xmlns:a16="http://schemas.microsoft.com/office/drawing/2014/main" id="{F41B142E-3321-4C24-803A-8C1E4ABD22F9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object 102">
                  <a:extLst>
                    <a:ext uri="{FF2B5EF4-FFF2-40B4-BE49-F238E27FC236}">
                      <a16:creationId xmlns:a16="http://schemas.microsoft.com/office/drawing/2014/main" id="{21D19121-4D4A-4173-8EEB-0187104E7D73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object 103">
                  <a:extLst>
                    <a:ext uri="{FF2B5EF4-FFF2-40B4-BE49-F238E27FC236}">
                      <a16:creationId xmlns:a16="http://schemas.microsoft.com/office/drawing/2014/main" id="{318D3420-5F2A-4F6E-A0EC-7680550FBC27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object 104">
                  <a:extLst>
                    <a:ext uri="{FF2B5EF4-FFF2-40B4-BE49-F238E27FC236}">
                      <a16:creationId xmlns:a16="http://schemas.microsoft.com/office/drawing/2014/main" id="{91995B8C-CB2B-4B97-A3BC-1C98DDCA6B63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object 105">
                  <a:extLst>
                    <a:ext uri="{FF2B5EF4-FFF2-40B4-BE49-F238E27FC236}">
                      <a16:creationId xmlns:a16="http://schemas.microsoft.com/office/drawing/2014/main" id="{9C003F69-2574-40DD-BE18-B72BFE77AE06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object 106">
                  <a:extLst>
                    <a:ext uri="{FF2B5EF4-FFF2-40B4-BE49-F238E27FC236}">
                      <a16:creationId xmlns:a16="http://schemas.microsoft.com/office/drawing/2014/main" id="{7C228FD2-B2AD-41BB-994F-ED6BF3CD55D5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object 107">
                  <a:extLst>
                    <a:ext uri="{FF2B5EF4-FFF2-40B4-BE49-F238E27FC236}">
                      <a16:creationId xmlns:a16="http://schemas.microsoft.com/office/drawing/2014/main" id="{5273960F-2A06-4AE6-AC31-D8BE81ACE926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object 108">
                  <a:extLst>
                    <a:ext uri="{FF2B5EF4-FFF2-40B4-BE49-F238E27FC236}">
                      <a16:creationId xmlns:a16="http://schemas.microsoft.com/office/drawing/2014/main" id="{6F48ABB6-28DB-4DA1-83D5-0E00CDD276D4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object 109">
                  <a:extLst>
                    <a:ext uri="{FF2B5EF4-FFF2-40B4-BE49-F238E27FC236}">
                      <a16:creationId xmlns:a16="http://schemas.microsoft.com/office/drawing/2014/main" id="{D255BAE3-3F71-4B4E-B397-B711861ED052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object 110">
                  <a:extLst>
                    <a:ext uri="{FF2B5EF4-FFF2-40B4-BE49-F238E27FC236}">
                      <a16:creationId xmlns:a16="http://schemas.microsoft.com/office/drawing/2014/main" id="{4FEAA237-494B-4DA0-B343-9EEA20EF24B8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bject 111">
                  <a:extLst>
                    <a:ext uri="{FF2B5EF4-FFF2-40B4-BE49-F238E27FC236}">
                      <a16:creationId xmlns:a16="http://schemas.microsoft.com/office/drawing/2014/main" id="{507FA4C4-4467-4075-AF7D-2A2FC7A152E9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object 112">
                  <a:extLst>
                    <a:ext uri="{FF2B5EF4-FFF2-40B4-BE49-F238E27FC236}">
                      <a16:creationId xmlns:a16="http://schemas.microsoft.com/office/drawing/2014/main" id="{0B52F869-26C8-4AE8-924F-484CA34CDA30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object 113">
                  <a:extLst>
                    <a:ext uri="{FF2B5EF4-FFF2-40B4-BE49-F238E27FC236}">
                      <a16:creationId xmlns:a16="http://schemas.microsoft.com/office/drawing/2014/main" id="{1120EE87-9F0C-4C76-A6C6-F7C765276EAA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object 114">
                  <a:extLst>
                    <a:ext uri="{FF2B5EF4-FFF2-40B4-BE49-F238E27FC236}">
                      <a16:creationId xmlns:a16="http://schemas.microsoft.com/office/drawing/2014/main" id="{5F256A2C-0866-4137-BBA1-7969CA4E66FD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object 115">
                  <a:extLst>
                    <a:ext uri="{FF2B5EF4-FFF2-40B4-BE49-F238E27FC236}">
                      <a16:creationId xmlns:a16="http://schemas.microsoft.com/office/drawing/2014/main" id="{D08CB67E-F75C-4DCB-98A4-DE4A0B29125A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object 116">
                  <a:extLst>
                    <a:ext uri="{FF2B5EF4-FFF2-40B4-BE49-F238E27FC236}">
                      <a16:creationId xmlns:a16="http://schemas.microsoft.com/office/drawing/2014/main" id="{63653FFE-FA27-419E-807F-98725DA6CF76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object 117">
                  <a:extLst>
                    <a:ext uri="{FF2B5EF4-FFF2-40B4-BE49-F238E27FC236}">
                      <a16:creationId xmlns:a16="http://schemas.microsoft.com/office/drawing/2014/main" id="{66D90125-69BD-4329-AEE4-71564D7CB52C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object 118">
                  <a:extLst>
                    <a:ext uri="{FF2B5EF4-FFF2-40B4-BE49-F238E27FC236}">
                      <a16:creationId xmlns:a16="http://schemas.microsoft.com/office/drawing/2014/main" id="{61AE9D81-B6F3-4237-BC97-E8816AE8FCA0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object 119">
                  <a:extLst>
                    <a:ext uri="{FF2B5EF4-FFF2-40B4-BE49-F238E27FC236}">
                      <a16:creationId xmlns:a16="http://schemas.microsoft.com/office/drawing/2014/main" id="{8C4F8148-19D3-4349-AE78-EEB39B14D57F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object 120">
                  <a:extLst>
                    <a:ext uri="{FF2B5EF4-FFF2-40B4-BE49-F238E27FC236}">
                      <a16:creationId xmlns:a16="http://schemas.microsoft.com/office/drawing/2014/main" id="{3AD578AA-5D55-4D44-B1CD-AA0BFE7B5A90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object 121">
                  <a:extLst>
                    <a:ext uri="{FF2B5EF4-FFF2-40B4-BE49-F238E27FC236}">
                      <a16:creationId xmlns:a16="http://schemas.microsoft.com/office/drawing/2014/main" id="{6C8AF32C-E898-4A22-9E12-CBBEFB6F0650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object 122">
                  <a:extLst>
                    <a:ext uri="{FF2B5EF4-FFF2-40B4-BE49-F238E27FC236}">
                      <a16:creationId xmlns:a16="http://schemas.microsoft.com/office/drawing/2014/main" id="{63B92649-F9D9-43E2-8AED-3F8CB4F0388F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object 123">
                  <a:extLst>
                    <a:ext uri="{FF2B5EF4-FFF2-40B4-BE49-F238E27FC236}">
                      <a16:creationId xmlns:a16="http://schemas.microsoft.com/office/drawing/2014/main" id="{6329AB48-12BF-4940-B9EC-EAE60FFC6B8A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object 124">
                  <a:extLst>
                    <a:ext uri="{FF2B5EF4-FFF2-40B4-BE49-F238E27FC236}">
                      <a16:creationId xmlns:a16="http://schemas.microsoft.com/office/drawing/2014/main" id="{3D869005-7A71-4AA2-B773-AF9FFBF463D6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object 125">
                  <a:extLst>
                    <a:ext uri="{FF2B5EF4-FFF2-40B4-BE49-F238E27FC236}">
                      <a16:creationId xmlns:a16="http://schemas.microsoft.com/office/drawing/2014/main" id="{4A5CF2DF-1CD4-47D4-A668-FAB3A8ECD55F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object 126">
                  <a:extLst>
                    <a:ext uri="{FF2B5EF4-FFF2-40B4-BE49-F238E27FC236}">
                      <a16:creationId xmlns:a16="http://schemas.microsoft.com/office/drawing/2014/main" id="{0F9A3DB9-56C9-4246-9494-D414E203FAE5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object 127">
                  <a:extLst>
                    <a:ext uri="{FF2B5EF4-FFF2-40B4-BE49-F238E27FC236}">
                      <a16:creationId xmlns:a16="http://schemas.microsoft.com/office/drawing/2014/main" id="{27B4F637-9FC0-4F68-A343-1CD0DEA28E36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object 128">
                  <a:extLst>
                    <a:ext uri="{FF2B5EF4-FFF2-40B4-BE49-F238E27FC236}">
                      <a16:creationId xmlns:a16="http://schemas.microsoft.com/office/drawing/2014/main" id="{CC4CB801-3581-4F04-B95C-4040C70A4710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object 129">
                  <a:extLst>
                    <a:ext uri="{FF2B5EF4-FFF2-40B4-BE49-F238E27FC236}">
                      <a16:creationId xmlns:a16="http://schemas.microsoft.com/office/drawing/2014/main" id="{318E2D16-F518-4705-98B2-A66D0E7E9657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object 130">
                  <a:extLst>
                    <a:ext uri="{FF2B5EF4-FFF2-40B4-BE49-F238E27FC236}">
                      <a16:creationId xmlns:a16="http://schemas.microsoft.com/office/drawing/2014/main" id="{99B4BF2D-1CBA-40C4-B8F4-CFE0241486F5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object 131">
                  <a:extLst>
                    <a:ext uri="{FF2B5EF4-FFF2-40B4-BE49-F238E27FC236}">
                      <a16:creationId xmlns:a16="http://schemas.microsoft.com/office/drawing/2014/main" id="{9D27BB72-43BE-426F-A9F7-3C403A49126F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object 132">
                  <a:extLst>
                    <a:ext uri="{FF2B5EF4-FFF2-40B4-BE49-F238E27FC236}">
                      <a16:creationId xmlns:a16="http://schemas.microsoft.com/office/drawing/2014/main" id="{F1C3B407-78AF-412A-919E-3E3D16441125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object 133">
                  <a:extLst>
                    <a:ext uri="{FF2B5EF4-FFF2-40B4-BE49-F238E27FC236}">
                      <a16:creationId xmlns:a16="http://schemas.microsoft.com/office/drawing/2014/main" id="{D1F41552-F5C3-4E54-9E73-EE6A1E7C4859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object 134">
                  <a:extLst>
                    <a:ext uri="{FF2B5EF4-FFF2-40B4-BE49-F238E27FC236}">
                      <a16:creationId xmlns:a16="http://schemas.microsoft.com/office/drawing/2014/main" id="{7E82146F-EF44-4F38-9BDA-61F24BF7E62E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object 135">
                  <a:extLst>
                    <a:ext uri="{FF2B5EF4-FFF2-40B4-BE49-F238E27FC236}">
                      <a16:creationId xmlns:a16="http://schemas.microsoft.com/office/drawing/2014/main" id="{9AA32896-299D-4B71-A0E1-BFF8CC849EA8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object 136">
                  <a:extLst>
                    <a:ext uri="{FF2B5EF4-FFF2-40B4-BE49-F238E27FC236}">
                      <a16:creationId xmlns:a16="http://schemas.microsoft.com/office/drawing/2014/main" id="{49B3C468-9FCF-4EED-9476-F2A4964F96F6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object 137">
                  <a:extLst>
                    <a:ext uri="{FF2B5EF4-FFF2-40B4-BE49-F238E27FC236}">
                      <a16:creationId xmlns:a16="http://schemas.microsoft.com/office/drawing/2014/main" id="{455D6E0C-31FA-408B-988D-577D0C53189F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object 138">
                  <a:extLst>
                    <a:ext uri="{FF2B5EF4-FFF2-40B4-BE49-F238E27FC236}">
                      <a16:creationId xmlns:a16="http://schemas.microsoft.com/office/drawing/2014/main" id="{46844B29-B315-4117-9280-8C3B61F6672D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object 139">
                  <a:extLst>
                    <a:ext uri="{FF2B5EF4-FFF2-40B4-BE49-F238E27FC236}">
                      <a16:creationId xmlns:a16="http://schemas.microsoft.com/office/drawing/2014/main" id="{95FCF24D-01B2-4779-81D9-CD7AFC3AE47E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object 140">
                  <a:extLst>
                    <a:ext uri="{FF2B5EF4-FFF2-40B4-BE49-F238E27FC236}">
                      <a16:creationId xmlns:a16="http://schemas.microsoft.com/office/drawing/2014/main" id="{2F0D35BC-70D0-42FC-9944-A6C0CDA2CAEE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object 141">
                  <a:extLst>
                    <a:ext uri="{FF2B5EF4-FFF2-40B4-BE49-F238E27FC236}">
                      <a16:creationId xmlns:a16="http://schemas.microsoft.com/office/drawing/2014/main" id="{CB5496C1-CEE2-49C2-A83F-6BCD02D0CF6B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object 142">
                  <a:extLst>
                    <a:ext uri="{FF2B5EF4-FFF2-40B4-BE49-F238E27FC236}">
                      <a16:creationId xmlns:a16="http://schemas.microsoft.com/office/drawing/2014/main" id="{7E68CEC9-5CFB-4AD2-A16A-7F3F2526C26B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object 143">
                  <a:extLst>
                    <a:ext uri="{FF2B5EF4-FFF2-40B4-BE49-F238E27FC236}">
                      <a16:creationId xmlns:a16="http://schemas.microsoft.com/office/drawing/2014/main" id="{EEA1EED3-4398-4148-8F34-55E159ED98D6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object 144">
                  <a:extLst>
                    <a:ext uri="{FF2B5EF4-FFF2-40B4-BE49-F238E27FC236}">
                      <a16:creationId xmlns:a16="http://schemas.microsoft.com/office/drawing/2014/main" id="{84B27EA8-0B26-4EEB-8952-E53AE59D983B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object 145">
                  <a:extLst>
                    <a:ext uri="{FF2B5EF4-FFF2-40B4-BE49-F238E27FC236}">
                      <a16:creationId xmlns:a16="http://schemas.microsoft.com/office/drawing/2014/main" id="{2D433ECF-F46B-4CCA-ACE4-38238918FD2E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object 146">
                  <a:extLst>
                    <a:ext uri="{FF2B5EF4-FFF2-40B4-BE49-F238E27FC236}">
                      <a16:creationId xmlns:a16="http://schemas.microsoft.com/office/drawing/2014/main" id="{B23D1BB3-B596-4B8A-9C21-EB9426AECF7D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object 147">
                  <a:extLst>
                    <a:ext uri="{FF2B5EF4-FFF2-40B4-BE49-F238E27FC236}">
                      <a16:creationId xmlns:a16="http://schemas.microsoft.com/office/drawing/2014/main" id="{E9CBBBDD-C418-4B43-9FEF-368371F059CD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object 148">
                  <a:extLst>
                    <a:ext uri="{FF2B5EF4-FFF2-40B4-BE49-F238E27FC236}">
                      <a16:creationId xmlns:a16="http://schemas.microsoft.com/office/drawing/2014/main" id="{1B5CE4E5-2E3E-4FF5-B19C-B5255451AAA1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object 149">
                  <a:extLst>
                    <a:ext uri="{FF2B5EF4-FFF2-40B4-BE49-F238E27FC236}">
                      <a16:creationId xmlns:a16="http://schemas.microsoft.com/office/drawing/2014/main" id="{9414E44D-67D1-4198-AA8B-BCA6881FBB6B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object 150">
                  <a:extLst>
                    <a:ext uri="{FF2B5EF4-FFF2-40B4-BE49-F238E27FC236}">
                      <a16:creationId xmlns:a16="http://schemas.microsoft.com/office/drawing/2014/main" id="{476632B3-1810-4B53-89C1-3AC1400FFE36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object 151">
                  <a:extLst>
                    <a:ext uri="{FF2B5EF4-FFF2-40B4-BE49-F238E27FC236}">
                      <a16:creationId xmlns:a16="http://schemas.microsoft.com/office/drawing/2014/main" id="{D0E1F7DB-4CEC-4CED-B39D-42B453E08F15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object 152">
                  <a:extLst>
                    <a:ext uri="{FF2B5EF4-FFF2-40B4-BE49-F238E27FC236}">
                      <a16:creationId xmlns:a16="http://schemas.microsoft.com/office/drawing/2014/main" id="{A24229B6-9A72-4677-BC13-EC659D0D6116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object 153">
                  <a:extLst>
                    <a:ext uri="{FF2B5EF4-FFF2-40B4-BE49-F238E27FC236}">
                      <a16:creationId xmlns:a16="http://schemas.microsoft.com/office/drawing/2014/main" id="{8264E207-FDC4-47B9-A5F1-DBCF87D7E334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object 154">
                  <a:extLst>
                    <a:ext uri="{FF2B5EF4-FFF2-40B4-BE49-F238E27FC236}">
                      <a16:creationId xmlns:a16="http://schemas.microsoft.com/office/drawing/2014/main" id="{0F4A7C09-E773-4DDF-A113-B9C8DD78FDB2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object 155">
                  <a:extLst>
                    <a:ext uri="{FF2B5EF4-FFF2-40B4-BE49-F238E27FC236}">
                      <a16:creationId xmlns:a16="http://schemas.microsoft.com/office/drawing/2014/main" id="{83CFF7BD-54D4-4DCC-85C1-6FC8BA8ED9AF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FBD7BB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object 156">
                  <a:extLst>
                    <a:ext uri="{FF2B5EF4-FFF2-40B4-BE49-F238E27FC236}">
                      <a16:creationId xmlns:a16="http://schemas.microsoft.com/office/drawing/2014/main" id="{E8B0FD62-575A-487A-838F-C831275A2D47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object 157">
                  <a:extLst>
                    <a:ext uri="{FF2B5EF4-FFF2-40B4-BE49-F238E27FC236}">
                      <a16:creationId xmlns:a16="http://schemas.microsoft.com/office/drawing/2014/main" id="{77DA41A7-5BB8-43DF-BDED-4BD621A7F147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object 158">
                  <a:extLst>
                    <a:ext uri="{FF2B5EF4-FFF2-40B4-BE49-F238E27FC236}">
                      <a16:creationId xmlns:a16="http://schemas.microsoft.com/office/drawing/2014/main" id="{279B3632-5BC5-4B8A-87A7-7DD8BD31D46A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object 159">
                  <a:extLst>
                    <a:ext uri="{FF2B5EF4-FFF2-40B4-BE49-F238E27FC236}">
                      <a16:creationId xmlns:a16="http://schemas.microsoft.com/office/drawing/2014/main" id="{A3E378FF-3DE4-4C77-B037-8C2EFBCF7A63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object 160">
                  <a:extLst>
                    <a:ext uri="{FF2B5EF4-FFF2-40B4-BE49-F238E27FC236}">
                      <a16:creationId xmlns:a16="http://schemas.microsoft.com/office/drawing/2014/main" id="{0BECFEC2-F4CD-4B8C-B114-330CBD7ECFDA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object 161">
                  <a:extLst>
                    <a:ext uri="{FF2B5EF4-FFF2-40B4-BE49-F238E27FC236}">
                      <a16:creationId xmlns:a16="http://schemas.microsoft.com/office/drawing/2014/main" id="{006E4BC3-6498-436C-842A-D16DB2B81691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object 162">
                  <a:extLst>
                    <a:ext uri="{FF2B5EF4-FFF2-40B4-BE49-F238E27FC236}">
                      <a16:creationId xmlns:a16="http://schemas.microsoft.com/office/drawing/2014/main" id="{9B4B59CF-8B8D-43DD-B50A-7155A7B5497A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object 163">
                  <a:extLst>
                    <a:ext uri="{FF2B5EF4-FFF2-40B4-BE49-F238E27FC236}">
                      <a16:creationId xmlns:a16="http://schemas.microsoft.com/office/drawing/2014/main" id="{521CA49B-676A-4E3F-92E4-AD93F3DC2DA0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object 164">
                  <a:extLst>
                    <a:ext uri="{FF2B5EF4-FFF2-40B4-BE49-F238E27FC236}">
                      <a16:creationId xmlns:a16="http://schemas.microsoft.com/office/drawing/2014/main" id="{61FD8D58-8204-4C12-BED4-028E41B57AFD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object 165">
                  <a:extLst>
                    <a:ext uri="{FF2B5EF4-FFF2-40B4-BE49-F238E27FC236}">
                      <a16:creationId xmlns:a16="http://schemas.microsoft.com/office/drawing/2014/main" id="{9CBD0F7A-5C82-4045-BE26-4D0C69139DF1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object 166">
                  <a:extLst>
                    <a:ext uri="{FF2B5EF4-FFF2-40B4-BE49-F238E27FC236}">
                      <a16:creationId xmlns:a16="http://schemas.microsoft.com/office/drawing/2014/main" id="{9D6DE439-D8D0-436D-A0C8-FB1739B032AC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object 167">
                  <a:extLst>
                    <a:ext uri="{FF2B5EF4-FFF2-40B4-BE49-F238E27FC236}">
                      <a16:creationId xmlns:a16="http://schemas.microsoft.com/office/drawing/2014/main" id="{60E87FF0-0C46-413F-AD59-54E30ABCE295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object 168">
                  <a:extLst>
                    <a:ext uri="{FF2B5EF4-FFF2-40B4-BE49-F238E27FC236}">
                      <a16:creationId xmlns:a16="http://schemas.microsoft.com/office/drawing/2014/main" id="{F8512C77-DCB2-46AB-9A33-A641DB7CA40D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object 169">
                  <a:extLst>
                    <a:ext uri="{FF2B5EF4-FFF2-40B4-BE49-F238E27FC236}">
                      <a16:creationId xmlns:a16="http://schemas.microsoft.com/office/drawing/2014/main" id="{F6E0AD42-5133-44F9-98E7-8553B69B5671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object 170">
                  <a:extLst>
                    <a:ext uri="{FF2B5EF4-FFF2-40B4-BE49-F238E27FC236}">
                      <a16:creationId xmlns:a16="http://schemas.microsoft.com/office/drawing/2014/main" id="{22F4E449-F7CA-456E-9A02-61C868B373C3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object 171">
                  <a:extLst>
                    <a:ext uri="{FF2B5EF4-FFF2-40B4-BE49-F238E27FC236}">
                      <a16:creationId xmlns:a16="http://schemas.microsoft.com/office/drawing/2014/main" id="{45080760-AE8F-4251-82A5-7A7197F6CD71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object 172">
                  <a:extLst>
                    <a:ext uri="{FF2B5EF4-FFF2-40B4-BE49-F238E27FC236}">
                      <a16:creationId xmlns:a16="http://schemas.microsoft.com/office/drawing/2014/main" id="{3710668A-24B0-4653-A7E1-0C2041DD282D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object 173">
                  <a:extLst>
                    <a:ext uri="{FF2B5EF4-FFF2-40B4-BE49-F238E27FC236}">
                      <a16:creationId xmlns:a16="http://schemas.microsoft.com/office/drawing/2014/main" id="{69C157C2-AC7C-4412-BCE7-1AFB8F29102B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object 174">
                  <a:extLst>
                    <a:ext uri="{FF2B5EF4-FFF2-40B4-BE49-F238E27FC236}">
                      <a16:creationId xmlns:a16="http://schemas.microsoft.com/office/drawing/2014/main" id="{526D9986-68B6-4916-99F8-05E61E6D2637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object 175">
                  <a:extLst>
                    <a:ext uri="{FF2B5EF4-FFF2-40B4-BE49-F238E27FC236}">
                      <a16:creationId xmlns:a16="http://schemas.microsoft.com/office/drawing/2014/main" id="{7BFCF473-8E45-4C4F-B318-F7141245FF51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2" name="object 176">
                  <a:extLst>
                    <a:ext uri="{FF2B5EF4-FFF2-40B4-BE49-F238E27FC236}">
                      <a16:creationId xmlns:a16="http://schemas.microsoft.com/office/drawing/2014/main" id="{89C2BC54-6DC1-498D-B6F2-1D8E6AEBFD6C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3" name="object 177">
                  <a:extLst>
                    <a:ext uri="{FF2B5EF4-FFF2-40B4-BE49-F238E27FC236}">
                      <a16:creationId xmlns:a16="http://schemas.microsoft.com/office/drawing/2014/main" id="{0CB844E0-AC91-4C1C-87E7-3D533A71E60C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4" name="object 178">
                  <a:extLst>
                    <a:ext uri="{FF2B5EF4-FFF2-40B4-BE49-F238E27FC236}">
                      <a16:creationId xmlns:a16="http://schemas.microsoft.com/office/drawing/2014/main" id="{F2B879E7-9FB7-4D00-811D-14D6509996C4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object 179">
                  <a:extLst>
                    <a:ext uri="{FF2B5EF4-FFF2-40B4-BE49-F238E27FC236}">
                      <a16:creationId xmlns:a16="http://schemas.microsoft.com/office/drawing/2014/main" id="{97F60128-1A01-4D7D-90DD-6656D80EA606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6" name="object 180">
                  <a:extLst>
                    <a:ext uri="{FF2B5EF4-FFF2-40B4-BE49-F238E27FC236}">
                      <a16:creationId xmlns:a16="http://schemas.microsoft.com/office/drawing/2014/main" id="{CDC5D9F8-AF11-4963-BBB9-E98515E9EE38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7" name="object 181">
                  <a:extLst>
                    <a:ext uri="{FF2B5EF4-FFF2-40B4-BE49-F238E27FC236}">
                      <a16:creationId xmlns:a16="http://schemas.microsoft.com/office/drawing/2014/main" id="{A11C242B-CE38-4875-BB7F-0F1AB4CDE3E3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8" name="object 182">
                  <a:extLst>
                    <a:ext uri="{FF2B5EF4-FFF2-40B4-BE49-F238E27FC236}">
                      <a16:creationId xmlns:a16="http://schemas.microsoft.com/office/drawing/2014/main" id="{61125513-2D0A-47D7-AD1D-A1183EB5D9BC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9" name="object 183">
                  <a:extLst>
                    <a:ext uri="{FF2B5EF4-FFF2-40B4-BE49-F238E27FC236}">
                      <a16:creationId xmlns:a16="http://schemas.microsoft.com/office/drawing/2014/main" id="{71737E0C-F6BE-4411-AB27-A0C9B11E4FC1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0" name="object 184">
                  <a:extLst>
                    <a:ext uri="{FF2B5EF4-FFF2-40B4-BE49-F238E27FC236}">
                      <a16:creationId xmlns:a16="http://schemas.microsoft.com/office/drawing/2014/main" id="{7D50D03C-EB8F-462A-A203-88BB3787F7E2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1" name="object 185">
                  <a:extLst>
                    <a:ext uri="{FF2B5EF4-FFF2-40B4-BE49-F238E27FC236}">
                      <a16:creationId xmlns:a16="http://schemas.microsoft.com/office/drawing/2014/main" id="{D21687CA-A6C7-4E63-B748-F08BC5E24798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2" name="object 186">
                  <a:extLst>
                    <a:ext uri="{FF2B5EF4-FFF2-40B4-BE49-F238E27FC236}">
                      <a16:creationId xmlns:a16="http://schemas.microsoft.com/office/drawing/2014/main" id="{083B9C55-D6FC-4C18-B3BA-BB1E01EA0D88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3" name="object 187">
                  <a:extLst>
                    <a:ext uri="{FF2B5EF4-FFF2-40B4-BE49-F238E27FC236}">
                      <a16:creationId xmlns:a16="http://schemas.microsoft.com/office/drawing/2014/main" id="{414FD84A-ECB1-4F1A-9B44-A4CC5C20A5D5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object 188">
                  <a:extLst>
                    <a:ext uri="{FF2B5EF4-FFF2-40B4-BE49-F238E27FC236}">
                      <a16:creationId xmlns:a16="http://schemas.microsoft.com/office/drawing/2014/main" id="{12E51EC0-387D-484F-8393-3F3070C74C2D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object 189">
                  <a:extLst>
                    <a:ext uri="{FF2B5EF4-FFF2-40B4-BE49-F238E27FC236}">
                      <a16:creationId xmlns:a16="http://schemas.microsoft.com/office/drawing/2014/main" id="{45FBEDCB-31C8-4EC8-8B5C-AF095D65D3BD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object 190">
                  <a:extLst>
                    <a:ext uri="{FF2B5EF4-FFF2-40B4-BE49-F238E27FC236}">
                      <a16:creationId xmlns:a16="http://schemas.microsoft.com/office/drawing/2014/main" id="{6FE786AA-1796-4868-9D72-FBF30B009878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object 191">
                  <a:extLst>
                    <a:ext uri="{FF2B5EF4-FFF2-40B4-BE49-F238E27FC236}">
                      <a16:creationId xmlns:a16="http://schemas.microsoft.com/office/drawing/2014/main" id="{3BDDF998-BFE2-4E15-8364-19F3A4E34177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object 192">
                  <a:extLst>
                    <a:ext uri="{FF2B5EF4-FFF2-40B4-BE49-F238E27FC236}">
                      <a16:creationId xmlns:a16="http://schemas.microsoft.com/office/drawing/2014/main" id="{F305F3E8-9BEA-4B6A-BC6E-F7C37BE8B318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object 193">
                  <a:extLst>
                    <a:ext uri="{FF2B5EF4-FFF2-40B4-BE49-F238E27FC236}">
                      <a16:creationId xmlns:a16="http://schemas.microsoft.com/office/drawing/2014/main" id="{F0884E7A-5AD2-41AB-9FFE-FB305E151069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object 194">
                  <a:extLst>
                    <a:ext uri="{FF2B5EF4-FFF2-40B4-BE49-F238E27FC236}">
                      <a16:creationId xmlns:a16="http://schemas.microsoft.com/office/drawing/2014/main" id="{5BDE0966-5F6C-41FC-8D64-4A46DD45BD2C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bject 195">
                  <a:extLst>
                    <a:ext uri="{FF2B5EF4-FFF2-40B4-BE49-F238E27FC236}">
                      <a16:creationId xmlns:a16="http://schemas.microsoft.com/office/drawing/2014/main" id="{851C3012-4056-44E9-B7F4-27406620CEAF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object 196">
                  <a:extLst>
                    <a:ext uri="{FF2B5EF4-FFF2-40B4-BE49-F238E27FC236}">
                      <a16:creationId xmlns:a16="http://schemas.microsoft.com/office/drawing/2014/main" id="{78893D0E-9C5D-49B2-858E-090A1ABD5D11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bject 197">
                  <a:extLst>
                    <a:ext uri="{FF2B5EF4-FFF2-40B4-BE49-F238E27FC236}">
                      <a16:creationId xmlns:a16="http://schemas.microsoft.com/office/drawing/2014/main" id="{3CD4F0C5-27CD-4DC8-B72C-E5E2D3D42D7F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object 198">
                  <a:extLst>
                    <a:ext uri="{FF2B5EF4-FFF2-40B4-BE49-F238E27FC236}">
                      <a16:creationId xmlns:a16="http://schemas.microsoft.com/office/drawing/2014/main" id="{BD0B3628-B4F7-4B19-950F-758FE64CCC66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object 199">
                  <a:extLst>
                    <a:ext uri="{FF2B5EF4-FFF2-40B4-BE49-F238E27FC236}">
                      <a16:creationId xmlns:a16="http://schemas.microsoft.com/office/drawing/2014/main" id="{E32B47EA-76CF-4E43-A6E8-B3E8AD71A132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object 200">
                  <a:extLst>
                    <a:ext uri="{FF2B5EF4-FFF2-40B4-BE49-F238E27FC236}">
                      <a16:creationId xmlns:a16="http://schemas.microsoft.com/office/drawing/2014/main" id="{8F653FF5-98FF-4916-AE18-EC95A79B6A50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object 201">
                  <a:extLst>
                    <a:ext uri="{FF2B5EF4-FFF2-40B4-BE49-F238E27FC236}">
                      <a16:creationId xmlns:a16="http://schemas.microsoft.com/office/drawing/2014/main" id="{DA91098C-7D97-4C76-89F9-3C7517529825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object 202">
                  <a:extLst>
                    <a:ext uri="{FF2B5EF4-FFF2-40B4-BE49-F238E27FC236}">
                      <a16:creationId xmlns:a16="http://schemas.microsoft.com/office/drawing/2014/main" id="{6A3F6BA0-5A59-4AE9-A544-987B4EB8E03E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object 203">
                  <a:extLst>
                    <a:ext uri="{FF2B5EF4-FFF2-40B4-BE49-F238E27FC236}">
                      <a16:creationId xmlns:a16="http://schemas.microsoft.com/office/drawing/2014/main" id="{5D79F896-9204-4895-A5B7-F0F34AB842A8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object 204">
                  <a:extLst>
                    <a:ext uri="{FF2B5EF4-FFF2-40B4-BE49-F238E27FC236}">
                      <a16:creationId xmlns:a16="http://schemas.microsoft.com/office/drawing/2014/main" id="{08E93164-9218-44EA-9B0D-B32C3EF57D79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object 205">
                  <a:extLst>
                    <a:ext uri="{FF2B5EF4-FFF2-40B4-BE49-F238E27FC236}">
                      <a16:creationId xmlns:a16="http://schemas.microsoft.com/office/drawing/2014/main" id="{4923667F-2FC5-4331-B4D3-4DE44258AC1E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2" name="object 206">
                  <a:extLst>
                    <a:ext uri="{FF2B5EF4-FFF2-40B4-BE49-F238E27FC236}">
                      <a16:creationId xmlns:a16="http://schemas.microsoft.com/office/drawing/2014/main" id="{B129CABF-ABD2-4503-967E-F29398E5C426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3" name="object 207">
                  <a:extLst>
                    <a:ext uri="{FF2B5EF4-FFF2-40B4-BE49-F238E27FC236}">
                      <a16:creationId xmlns:a16="http://schemas.microsoft.com/office/drawing/2014/main" id="{88D1D5C3-FD16-4196-8BAF-3063F0B4150D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4" name="object 208">
                  <a:extLst>
                    <a:ext uri="{FF2B5EF4-FFF2-40B4-BE49-F238E27FC236}">
                      <a16:creationId xmlns:a16="http://schemas.microsoft.com/office/drawing/2014/main" id="{C3FDD5F1-E125-49C4-BBCD-45463512B5AE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5" name="object 209">
                  <a:extLst>
                    <a:ext uri="{FF2B5EF4-FFF2-40B4-BE49-F238E27FC236}">
                      <a16:creationId xmlns:a16="http://schemas.microsoft.com/office/drawing/2014/main" id="{D31B09BC-7564-4D37-95EA-4D46A4B09E8B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6" name="object 210">
                  <a:extLst>
                    <a:ext uri="{FF2B5EF4-FFF2-40B4-BE49-F238E27FC236}">
                      <a16:creationId xmlns:a16="http://schemas.microsoft.com/office/drawing/2014/main" id="{761AC28C-5ED1-4C5E-81DC-796AAB6C96DE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7" name="object 211">
                  <a:extLst>
                    <a:ext uri="{FF2B5EF4-FFF2-40B4-BE49-F238E27FC236}">
                      <a16:creationId xmlns:a16="http://schemas.microsoft.com/office/drawing/2014/main" id="{A9B20481-6007-42EC-B23A-819CEACA9DE9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8" name="object 212">
                  <a:extLst>
                    <a:ext uri="{FF2B5EF4-FFF2-40B4-BE49-F238E27FC236}">
                      <a16:creationId xmlns:a16="http://schemas.microsoft.com/office/drawing/2014/main" id="{597949B3-2A45-4DAF-AACE-2C0662E6A219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9" name="object 213">
                  <a:extLst>
                    <a:ext uri="{FF2B5EF4-FFF2-40B4-BE49-F238E27FC236}">
                      <a16:creationId xmlns:a16="http://schemas.microsoft.com/office/drawing/2014/main" id="{BBE7440E-A92D-4B07-9AC8-777D8B3F293A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0" name="object 214">
                  <a:extLst>
                    <a:ext uri="{FF2B5EF4-FFF2-40B4-BE49-F238E27FC236}">
                      <a16:creationId xmlns:a16="http://schemas.microsoft.com/office/drawing/2014/main" id="{6C68D560-9352-4A93-888A-BA3868144D43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1" name="object 215">
                  <a:extLst>
                    <a:ext uri="{FF2B5EF4-FFF2-40B4-BE49-F238E27FC236}">
                      <a16:creationId xmlns:a16="http://schemas.microsoft.com/office/drawing/2014/main" id="{4621DDA1-5913-46D5-BBFD-F8030170E115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2" name="object 216">
                  <a:extLst>
                    <a:ext uri="{FF2B5EF4-FFF2-40B4-BE49-F238E27FC236}">
                      <a16:creationId xmlns:a16="http://schemas.microsoft.com/office/drawing/2014/main" id="{CA03A64E-DDE0-4277-A3BA-79C07E592675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3" name="object 217">
                  <a:extLst>
                    <a:ext uri="{FF2B5EF4-FFF2-40B4-BE49-F238E27FC236}">
                      <a16:creationId xmlns:a16="http://schemas.microsoft.com/office/drawing/2014/main" id="{5016DAFD-B635-4F63-9F29-184CD1E63681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4" name="object 218">
                  <a:extLst>
                    <a:ext uri="{FF2B5EF4-FFF2-40B4-BE49-F238E27FC236}">
                      <a16:creationId xmlns:a16="http://schemas.microsoft.com/office/drawing/2014/main" id="{2EF8B93E-B75F-4DCD-9B3E-914849843DB4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5" name="object 219">
                  <a:extLst>
                    <a:ext uri="{FF2B5EF4-FFF2-40B4-BE49-F238E27FC236}">
                      <a16:creationId xmlns:a16="http://schemas.microsoft.com/office/drawing/2014/main" id="{57774B55-B623-4F40-A42E-FEA2E16EC1D5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6" name="object 220">
                  <a:extLst>
                    <a:ext uri="{FF2B5EF4-FFF2-40B4-BE49-F238E27FC236}">
                      <a16:creationId xmlns:a16="http://schemas.microsoft.com/office/drawing/2014/main" id="{6E912DC9-67D5-40D5-9CEF-4096FA097F5C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object 221">
                  <a:extLst>
                    <a:ext uri="{FF2B5EF4-FFF2-40B4-BE49-F238E27FC236}">
                      <a16:creationId xmlns:a16="http://schemas.microsoft.com/office/drawing/2014/main" id="{4D6773E3-5FAC-42B8-849B-39DCD454609D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object 222">
                  <a:extLst>
                    <a:ext uri="{FF2B5EF4-FFF2-40B4-BE49-F238E27FC236}">
                      <a16:creationId xmlns:a16="http://schemas.microsoft.com/office/drawing/2014/main" id="{24A28C22-5E91-4AC0-AD62-1AC15397AB5A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object 223">
                  <a:extLst>
                    <a:ext uri="{FF2B5EF4-FFF2-40B4-BE49-F238E27FC236}">
                      <a16:creationId xmlns:a16="http://schemas.microsoft.com/office/drawing/2014/main" id="{D3955682-FF3D-47A7-A307-176C5A780F03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object 224">
                  <a:extLst>
                    <a:ext uri="{FF2B5EF4-FFF2-40B4-BE49-F238E27FC236}">
                      <a16:creationId xmlns:a16="http://schemas.microsoft.com/office/drawing/2014/main" id="{17B6668B-F82B-4EF4-A456-C92A5B6B1E67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object 225">
                  <a:extLst>
                    <a:ext uri="{FF2B5EF4-FFF2-40B4-BE49-F238E27FC236}">
                      <a16:creationId xmlns:a16="http://schemas.microsoft.com/office/drawing/2014/main" id="{109E64A9-663A-4573-813B-65B40A344FA4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2" name="object 226">
                  <a:extLst>
                    <a:ext uri="{FF2B5EF4-FFF2-40B4-BE49-F238E27FC236}">
                      <a16:creationId xmlns:a16="http://schemas.microsoft.com/office/drawing/2014/main" id="{3995C2A8-65BF-4392-A416-3520013DAFD5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3" name="object 227">
                  <a:extLst>
                    <a:ext uri="{FF2B5EF4-FFF2-40B4-BE49-F238E27FC236}">
                      <a16:creationId xmlns:a16="http://schemas.microsoft.com/office/drawing/2014/main" id="{844BF6C8-253F-44F8-9767-D71F501999FB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4" name="object 228">
                  <a:extLst>
                    <a:ext uri="{FF2B5EF4-FFF2-40B4-BE49-F238E27FC236}">
                      <a16:creationId xmlns:a16="http://schemas.microsoft.com/office/drawing/2014/main" id="{9846B29D-4B22-4E34-BFE5-08FA185909FB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5" name="object 229">
                  <a:extLst>
                    <a:ext uri="{FF2B5EF4-FFF2-40B4-BE49-F238E27FC236}">
                      <a16:creationId xmlns:a16="http://schemas.microsoft.com/office/drawing/2014/main" id="{44C15FD6-E23A-4565-BA3D-017C7477EB09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6" name="object 230">
                  <a:extLst>
                    <a:ext uri="{FF2B5EF4-FFF2-40B4-BE49-F238E27FC236}">
                      <a16:creationId xmlns:a16="http://schemas.microsoft.com/office/drawing/2014/main" id="{9A0E7058-6185-4A03-9530-42C461316AA4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7" name="object 231">
                  <a:extLst>
                    <a:ext uri="{FF2B5EF4-FFF2-40B4-BE49-F238E27FC236}">
                      <a16:creationId xmlns:a16="http://schemas.microsoft.com/office/drawing/2014/main" id="{0C1DF036-483A-4EAE-A4D6-15FB028B1E66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8" name="object 232">
                  <a:extLst>
                    <a:ext uri="{FF2B5EF4-FFF2-40B4-BE49-F238E27FC236}">
                      <a16:creationId xmlns:a16="http://schemas.microsoft.com/office/drawing/2014/main" id="{957A6C99-4B50-4AFB-A9D2-AB591A7DE9FE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9" name="object 233">
                  <a:extLst>
                    <a:ext uri="{FF2B5EF4-FFF2-40B4-BE49-F238E27FC236}">
                      <a16:creationId xmlns:a16="http://schemas.microsoft.com/office/drawing/2014/main" id="{6A293821-C88C-4576-9149-208F9CA18AC5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0" name="object 234">
                  <a:extLst>
                    <a:ext uri="{FF2B5EF4-FFF2-40B4-BE49-F238E27FC236}">
                      <a16:creationId xmlns:a16="http://schemas.microsoft.com/office/drawing/2014/main" id="{1263CF2E-DFB9-4AE2-A68A-AE9D6C035953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1" name="object 235">
                  <a:extLst>
                    <a:ext uri="{FF2B5EF4-FFF2-40B4-BE49-F238E27FC236}">
                      <a16:creationId xmlns:a16="http://schemas.microsoft.com/office/drawing/2014/main" id="{5DB54D6B-55F8-441A-B87F-5E49A7F7819A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2" name="object 236">
                  <a:extLst>
                    <a:ext uri="{FF2B5EF4-FFF2-40B4-BE49-F238E27FC236}">
                      <a16:creationId xmlns:a16="http://schemas.microsoft.com/office/drawing/2014/main" id="{6C039942-2FF4-4431-A033-7798D2BEC566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3" name="object 237">
                  <a:extLst>
                    <a:ext uri="{FF2B5EF4-FFF2-40B4-BE49-F238E27FC236}">
                      <a16:creationId xmlns:a16="http://schemas.microsoft.com/office/drawing/2014/main" id="{A5FF90DC-FA42-40F7-BA93-DDBFAE5613B0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4" name="object 238">
                  <a:extLst>
                    <a:ext uri="{FF2B5EF4-FFF2-40B4-BE49-F238E27FC236}">
                      <a16:creationId xmlns:a16="http://schemas.microsoft.com/office/drawing/2014/main" id="{C0341C7D-B7F4-4C78-B18F-42D391A4937B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5" name="object 239">
                  <a:extLst>
                    <a:ext uri="{FF2B5EF4-FFF2-40B4-BE49-F238E27FC236}">
                      <a16:creationId xmlns:a16="http://schemas.microsoft.com/office/drawing/2014/main" id="{C1D1C2C9-0C15-4F16-A61C-D4B097FF1A31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6" name="object 240">
                  <a:extLst>
                    <a:ext uri="{FF2B5EF4-FFF2-40B4-BE49-F238E27FC236}">
                      <a16:creationId xmlns:a16="http://schemas.microsoft.com/office/drawing/2014/main" id="{1C37A53E-EC2C-44DC-991C-8DFBC397BB84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7" name="object 241">
                  <a:extLst>
                    <a:ext uri="{FF2B5EF4-FFF2-40B4-BE49-F238E27FC236}">
                      <a16:creationId xmlns:a16="http://schemas.microsoft.com/office/drawing/2014/main" id="{BE1A03A1-1021-4120-84AB-A6C575E5D843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8" name="object 242">
                  <a:extLst>
                    <a:ext uri="{FF2B5EF4-FFF2-40B4-BE49-F238E27FC236}">
                      <a16:creationId xmlns:a16="http://schemas.microsoft.com/office/drawing/2014/main" id="{0A589BCB-2B2E-4C87-825E-3A4E8B02F3B8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9" name="object 243">
                  <a:extLst>
                    <a:ext uri="{FF2B5EF4-FFF2-40B4-BE49-F238E27FC236}">
                      <a16:creationId xmlns:a16="http://schemas.microsoft.com/office/drawing/2014/main" id="{E24840B8-6C26-4402-8EE9-037FD8B18E8B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0" name="object 244">
                  <a:extLst>
                    <a:ext uri="{FF2B5EF4-FFF2-40B4-BE49-F238E27FC236}">
                      <a16:creationId xmlns:a16="http://schemas.microsoft.com/office/drawing/2014/main" id="{9C49CF2D-43A8-4637-8778-883C2F7FF6B5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1" name="object 245">
                  <a:extLst>
                    <a:ext uri="{FF2B5EF4-FFF2-40B4-BE49-F238E27FC236}">
                      <a16:creationId xmlns:a16="http://schemas.microsoft.com/office/drawing/2014/main" id="{25457EFA-9274-455B-BBD7-D381FE846474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2" name="object 246">
                  <a:extLst>
                    <a:ext uri="{FF2B5EF4-FFF2-40B4-BE49-F238E27FC236}">
                      <a16:creationId xmlns:a16="http://schemas.microsoft.com/office/drawing/2014/main" id="{9AC0CFD6-FB05-43EC-B70F-972767657B94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3" name="object 247">
                  <a:extLst>
                    <a:ext uri="{FF2B5EF4-FFF2-40B4-BE49-F238E27FC236}">
                      <a16:creationId xmlns:a16="http://schemas.microsoft.com/office/drawing/2014/main" id="{F1028832-1338-4565-B5F5-8743A52EFBE0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4" name="object 248">
                  <a:extLst>
                    <a:ext uri="{FF2B5EF4-FFF2-40B4-BE49-F238E27FC236}">
                      <a16:creationId xmlns:a16="http://schemas.microsoft.com/office/drawing/2014/main" id="{52BE9F16-9020-42F5-81C7-64856E851259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5" name="object 249">
                  <a:extLst>
                    <a:ext uri="{FF2B5EF4-FFF2-40B4-BE49-F238E27FC236}">
                      <a16:creationId xmlns:a16="http://schemas.microsoft.com/office/drawing/2014/main" id="{4FB72F85-3657-402E-8DBC-B2668AFFDEB9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6" name="object 250">
                  <a:extLst>
                    <a:ext uri="{FF2B5EF4-FFF2-40B4-BE49-F238E27FC236}">
                      <a16:creationId xmlns:a16="http://schemas.microsoft.com/office/drawing/2014/main" id="{93BD7EB9-3EF6-4F07-8266-DE51F049DCAC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7" name="object 251">
                  <a:extLst>
                    <a:ext uri="{FF2B5EF4-FFF2-40B4-BE49-F238E27FC236}">
                      <a16:creationId xmlns:a16="http://schemas.microsoft.com/office/drawing/2014/main" id="{E2C4E9B3-7EC3-4EC1-AE28-5EEC688ECC65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8" name="object 252">
                  <a:extLst>
                    <a:ext uri="{FF2B5EF4-FFF2-40B4-BE49-F238E27FC236}">
                      <a16:creationId xmlns:a16="http://schemas.microsoft.com/office/drawing/2014/main" id="{DDACC1ED-5AFB-43E6-860F-EAFFC8B33D41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9" name="object 253">
                  <a:extLst>
                    <a:ext uri="{FF2B5EF4-FFF2-40B4-BE49-F238E27FC236}">
                      <a16:creationId xmlns:a16="http://schemas.microsoft.com/office/drawing/2014/main" id="{F03793C3-5A49-471B-BAE4-FB37EE0E82B2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0" name="object 254">
                  <a:extLst>
                    <a:ext uri="{FF2B5EF4-FFF2-40B4-BE49-F238E27FC236}">
                      <a16:creationId xmlns:a16="http://schemas.microsoft.com/office/drawing/2014/main" id="{2091BF72-BCCF-4D8D-AF34-060440EC5CAF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1" name="object 255">
                  <a:extLst>
                    <a:ext uri="{FF2B5EF4-FFF2-40B4-BE49-F238E27FC236}">
                      <a16:creationId xmlns:a16="http://schemas.microsoft.com/office/drawing/2014/main" id="{96F4E0DF-80FA-4571-BB18-9A20C69132BA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2" name="object 256">
                  <a:extLst>
                    <a:ext uri="{FF2B5EF4-FFF2-40B4-BE49-F238E27FC236}">
                      <a16:creationId xmlns:a16="http://schemas.microsoft.com/office/drawing/2014/main" id="{A2F9FC2B-6FEA-4B82-833C-49DC2248646F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3" name="object 257">
                  <a:extLst>
                    <a:ext uri="{FF2B5EF4-FFF2-40B4-BE49-F238E27FC236}">
                      <a16:creationId xmlns:a16="http://schemas.microsoft.com/office/drawing/2014/main" id="{5843C218-B145-4F9C-8F0B-69AD101BC080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4" name="object 258">
                  <a:extLst>
                    <a:ext uri="{FF2B5EF4-FFF2-40B4-BE49-F238E27FC236}">
                      <a16:creationId xmlns:a16="http://schemas.microsoft.com/office/drawing/2014/main" id="{255DCE9C-DF32-47B7-A22C-DE9EC25B6463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5" name="object 259">
                  <a:extLst>
                    <a:ext uri="{FF2B5EF4-FFF2-40B4-BE49-F238E27FC236}">
                      <a16:creationId xmlns:a16="http://schemas.microsoft.com/office/drawing/2014/main" id="{3B6D60C8-DE84-4C9C-BF47-A5003D798A1F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6" name="object 260">
                  <a:extLst>
                    <a:ext uri="{FF2B5EF4-FFF2-40B4-BE49-F238E27FC236}">
                      <a16:creationId xmlns:a16="http://schemas.microsoft.com/office/drawing/2014/main" id="{670D76B3-73C1-4BA1-A77F-292CEC4955E3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7" name="object 261">
                  <a:extLst>
                    <a:ext uri="{FF2B5EF4-FFF2-40B4-BE49-F238E27FC236}">
                      <a16:creationId xmlns:a16="http://schemas.microsoft.com/office/drawing/2014/main" id="{A5983375-99A0-4BEB-8BED-FE8C9BF5225F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8" name="object 262">
                  <a:extLst>
                    <a:ext uri="{FF2B5EF4-FFF2-40B4-BE49-F238E27FC236}">
                      <a16:creationId xmlns:a16="http://schemas.microsoft.com/office/drawing/2014/main" id="{D3F74858-E516-41EB-A8EA-992664E36CA8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9" name="object 263">
                  <a:extLst>
                    <a:ext uri="{FF2B5EF4-FFF2-40B4-BE49-F238E27FC236}">
                      <a16:creationId xmlns:a16="http://schemas.microsoft.com/office/drawing/2014/main" id="{84C60A2F-9ADE-4453-A1BB-0B532AFF2AE3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0" name="object 264">
                  <a:extLst>
                    <a:ext uri="{FF2B5EF4-FFF2-40B4-BE49-F238E27FC236}">
                      <a16:creationId xmlns:a16="http://schemas.microsoft.com/office/drawing/2014/main" id="{33CAE092-B95A-43D7-B463-9BF2ADCC4E93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1" name="object 265">
                  <a:extLst>
                    <a:ext uri="{FF2B5EF4-FFF2-40B4-BE49-F238E27FC236}">
                      <a16:creationId xmlns:a16="http://schemas.microsoft.com/office/drawing/2014/main" id="{53FBCE66-16BC-4C01-BE18-6EC4F823715E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2" name="object 266">
                  <a:extLst>
                    <a:ext uri="{FF2B5EF4-FFF2-40B4-BE49-F238E27FC236}">
                      <a16:creationId xmlns:a16="http://schemas.microsoft.com/office/drawing/2014/main" id="{C36A8F2A-14EA-4CCF-89C3-240A8DE6574E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3" name="object 267">
                  <a:extLst>
                    <a:ext uri="{FF2B5EF4-FFF2-40B4-BE49-F238E27FC236}">
                      <a16:creationId xmlns:a16="http://schemas.microsoft.com/office/drawing/2014/main" id="{DF66F7EC-3D39-4E8C-849E-6F890B0CF355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4" name="object 268">
                  <a:extLst>
                    <a:ext uri="{FF2B5EF4-FFF2-40B4-BE49-F238E27FC236}">
                      <a16:creationId xmlns:a16="http://schemas.microsoft.com/office/drawing/2014/main" id="{FFA928BB-0420-4F50-8021-5FADD41CCCF3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5" name="object 269">
                  <a:extLst>
                    <a:ext uri="{FF2B5EF4-FFF2-40B4-BE49-F238E27FC236}">
                      <a16:creationId xmlns:a16="http://schemas.microsoft.com/office/drawing/2014/main" id="{D45F01DA-7377-41CA-BB5C-5D2CD19550FC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6" name="object 270">
                  <a:extLst>
                    <a:ext uri="{FF2B5EF4-FFF2-40B4-BE49-F238E27FC236}">
                      <a16:creationId xmlns:a16="http://schemas.microsoft.com/office/drawing/2014/main" id="{A0DFC48B-0AE6-4295-8183-B6AAD60846CA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7" name="object 271">
                  <a:extLst>
                    <a:ext uri="{FF2B5EF4-FFF2-40B4-BE49-F238E27FC236}">
                      <a16:creationId xmlns:a16="http://schemas.microsoft.com/office/drawing/2014/main" id="{5383CA54-95B6-4856-B408-DDD613BEDA3D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8" name="object 272">
                  <a:extLst>
                    <a:ext uri="{FF2B5EF4-FFF2-40B4-BE49-F238E27FC236}">
                      <a16:creationId xmlns:a16="http://schemas.microsoft.com/office/drawing/2014/main" id="{A8D73955-D7E7-4FAB-83FD-6DB3A442FCD4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9" name="object 273">
                  <a:extLst>
                    <a:ext uri="{FF2B5EF4-FFF2-40B4-BE49-F238E27FC236}">
                      <a16:creationId xmlns:a16="http://schemas.microsoft.com/office/drawing/2014/main" id="{58C19E65-4E99-4223-A187-A472A11B86B3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0" name="object 274">
                  <a:extLst>
                    <a:ext uri="{FF2B5EF4-FFF2-40B4-BE49-F238E27FC236}">
                      <a16:creationId xmlns:a16="http://schemas.microsoft.com/office/drawing/2014/main" id="{A5398EE1-E72A-4117-8338-0C925EEB8DAC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1" name="object 275">
                  <a:extLst>
                    <a:ext uri="{FF2B5EF4-FFF2-40B4-BE49-F238E27FC236}">
                      <a16:creationId xmlns:a16="http://schemas.microsoft.com/office/drawing/2014/main" id="{10C27045-A581-4056-829B-964F9BEFF832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2" name="object 276">
                  <a:extLst>
                    <a:ext uri="{FF2B5EF4-FFF2-40B4-BE49-F238E27FC236}">
                      <a16:creationId xmlns:a16="http://schemas.microsoft.com/office/drawing/2014/main" id="{200A9C00-C4FE-4EF7-9B71-7F59ED09940F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3" name="object 277">
                  <a:extLst>
                    <a:ext uri="{FF2B5EF4-FFF2-40B4-BE49-F238E27FC236}">
                      <a16:creationId xmlns:a16="http://schemas.microsoft.com/office/drawing/2014/main" id="{EB948BF0-DF6D-4AF5-9054-A650BA500DB3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4" name="object 278">
                  <a:extLst>
                    <a:ext uri="{FF2B5EF4-FFF2-40B4-BE49-F238E27FC236}">
                      <a16:creationId xmlns:a16="http://schemas.microsoft.com/office/drawing/2014/main" id="{74566532-005E-493D-9E9C-00CCB162330A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5" name="object 279">
                  <a:extLst>
                    <a:ext uri="{FF2B5EF4-FFF2-40B4-BE49-F238E27FC236}">
                      <a16:creationId xmlns:a16="http://schemas.microsoft.com/office/drawing/2014/main" id="{5E4679FA-406A-451A-99B9-CCBB2CA0CB14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6" name="object 280">
                  <a:extLst>
                    <a:ext uri="{FF2B5EF4-FFF2-40B4-BE49-F238E27FC236}">
                      <a16:creationId xmlns:a16="http://schemas.microsoft.com/office/drawing/2014/main" id="{01B022B2-6E57-4587-958F-2C1B47EDEC1F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7" name="object 281">
                  <a:extLst>
                    <a:ext uri="{FF2B5EF4-FFF2-40B4-BE49-F238E27FC236}">
                      <a16:creationId xmlns:a16="http://schemas.microsoft.com/office/drawing/2014/main" id="{DE58914D-FC2C-4B3F-90FE-F4B92F46AFDA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8" name="object 282">
                  <a:extLst>
                    <a:ext uri="{FF2B5EF4-FFF2-40B4-BE49-F238E27FC236}">
                      <a16:creationId xmlns:a16="http://schemas.microsoft.com/office/drawing/2014/main" id="{C8325701-8EF0-4F44-98CA-9C1F22407890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9" name="object 283">
                  <a:extLst>
                    <a:ext uri="{FF2B5EF4-FFF2-40B4-BE49-F238E27FC236}">
                      <a16:creationId xmlns:a16="http://schemas.microsoft.com/office/drawing/2014/main" id="{7A241E01-4312-404A-8967-520E10BFD533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0" name="object 284">
                  <a:extLst>
                    <a:ext uri="{FF2B5EF4-FFF2-40B4-BE49-F238E27FC236}">
                      <a16:creationId xmlns:a16="http://schemas.microsoft.com/office/drawing/2014/main" id="{2EA7F3B0-2179-46F6-B954-AFB5AFF7E5EB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1" name="object 285">
                  <a:extLst>
                    <a:ext uri="{FF2B5EF4-FFF2-40B4-BE49-F238E27FC236}">
                      <a16:creationId xmlns:a16="http://schemas.microsoft.com/office/drawing/2014/main" id="{4E2227DD-1471-47F5-BE3A-E118A4EF54F3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2" name="object 286">
                  <a:extLst>
                    <a:ext uri="{FF2B5EF4-FFF2-40B4-BE49-F238E27FC236}">
                      <a16:creationId xmlns:a16="http://schemas.microsoft.com/office/drawing/2014/main" id="{4C95D289-C3B6-4893-83AD-132D76EB35D3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3" name="object 287">
                  <a:extLst>
                    <a:ext uri="{FF2B5EF4-FFF2-40B4-BE49-F238E27FC236}">
                      <a16:creationId xmlns:a16="http://schemas.microsoft.com/office/drawing/2014/main" id="{F17EDE1C-0EA4-47B8-8280-B28B64EE0ED3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4" name="object 288">
                  <a:extLst>
                    <a:ext uri="{FF2B5EF4-FFF2-40B4-BE49-F238E27FC236}">
                      <a16:creationId xmlns:a16="http://schemas.microsoft.com/office/drawing/2014/main" id="{31FFC2AA-E8E8-482D-9F36-ACF1F1B04D67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5" name="object 289">
                  <a:extLst>
                    <a:ext uri="{FF2B5EF4-FFF2-40B4-BE49-F238E27FC236}">
                      <a16:creationId xmlns:a16="http://schemas.microsoft.com/office/drawing/2014/main" id="{79945F3D-440D-4139-9EF5-A85B51310A44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6" name="object 290">
                  <a:extLst>
                    <a:ext uri="{FF2B5EF4-FFF2-40B4-BE49-F238E27FC236}">
                      <a16:creationId xmlns:a16="http://schemas.microsoft.com/office/drawing/2014/main" id="{A26A1BAA-E875-4CC6-8636-E8B93988F2B8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7" name="object 291">
                  <a:extLst>
                    <a:ext uri="{FF2B5EF4-FFF2-40B4-BE49-F238E27FC236}">
                      <a16:creationId xmlns:a16="http://schemas.microsoft.com/office/drawing/2014/main" id="{E9EF094B-C544-43A9-8BF3-B4F81700E8CA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8" name="object 292">
                  <a:extLst>
                    <a:ext uri="{FF2B5EF4-FFF2-40B4-BE49-F238E27FC236}">
                      <a16:creationId xmlns:a16="http://schemas.microsoft.com/office/drawing/2014/main" id="{460412BB-D47B-4828-A472-5EA64A95F9D3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9" name="object 293">
                  <a:extLst>
                    <a:ext uri="{FF2B5EF4-FFF2-40B4-BE49-F238E27FC236}">
                      <a16:creationId xmlns:a16="http://schemas.microsoft.com/office/drawing/2014/main" id="{93ACE526-5852-4712-9DE6-E0E546C8427D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0" name="object 294">
                  <a:extLst>
                    <a:ext uri="{FF2B5EF4-FFF2-40B4-BE49-F238E27FC236}">
                      <a16:creationId xmlns:a16="http://schemas.microsoft.com/office/drawing/2014/main" id="{2D971555-CCFC-492F-A688-7A5079710262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1" name="object 295">
                  <a:extLst>
                    <a:ext uri="{FF2B5EF4-FFF2-40B4-BE49-F238E27FC236}">
                      <a16:creationId xmlns:a16="http://schemas.microsoft.com/office/drawing/2014/main" id="{7F4BCE62-5F36-4517-B10C-6AC8EBDDB6BF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2" name="object 296">
                  <a:extLst>
                    <a:ext uri="{FF2B5EF4-FFF2-40B4-BE49-F238E27FC236}">
                      <a16:creationId xmlns:a16="http://schemas.microsoft.com/office/drawing/2014/main" id="{CBB9614D-D2F2-4214-943F-57BF3E879B1A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3" name="object 297">
                  <a:extLst>
                    <a:ext uri="{FF2B5EF4-FFF2-40B4-BE49-F238E27FC236}">
                      <a16:creationId xmlns:a16="http://schemas.microsoft.com/office/drawing/2014/main" id="{521AB109-B731-494F-9A0A-B3622C992977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4" name="object 298">
                  <a:extLst>
                    <a:ext uri="{FF2B5EF4-FFF2-40B4-BE49-F238E27FC236}">
                      <a16:creationId xmlns:a16="http://schemas.microsoft.com/office/drawing/2014/main" id="{4D5DE61F-B741-4191-AA22-479E9D0C7455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" name="object 299">
                  <a:extLst>
                    <a:ext uri="{FF2B5EF4-FFF2-40B4-BE49-F238E27FC236}">
                      <a16:creationId xmlns:a16="http://schemas.microsoft.com/office/drawing/2014/main" id="{AFA1751A-79E1-44D2-9C3B-1DDDC9BA8BE4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" name="object 300">
                  <a:extLst>
                    <a:ext uri="{FF2B5EF4-FFF2-40B4-BE49-F238E27FC236}">
                      <a16:creationId xmlns:a16="http://schemas.microsoft.com/office/drawing/2014/main" id="{00B87F00-8CE2-4FB4-B25A-0842390476BC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" name="object 301">
                  <a:extLst>
                    <a:ext uri="{FF2B5EF4-FFF2-40B4-BE49-F238E27FC236}">
                      <a16:creationId xmlns:a16="http://schemas.microsoft.com/office/drawing/2014/main" id="{0B1E7FFE-5C7E-488F-90C8-FAAC1B4E8E83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" name="object 302">
                  <a:extLst>
                    <a:ext uri="{FF2B5EF4-FFF2-40B4-BE49-F238E27FC236}">
                      <a16:creationId xmlns:a16="http://schemas.microsoft.com/office/drawing/2014/main" id="{8691232F-17C9-447F-B55E-94378BFE21F8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" name="object 303">
                  <a:extLst>
                    <a:ext uri="{FF2B5EF4-FFF2-40B4-BE49-F238E27FC236}">
                      <a16:creationId xmlns:a16="http://schemas.microsoft.com/office/drawing/2014/main" id="{6DB5B935-3BA1-4334-80FE-CA468CB590A2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0" name="object 304">
                  <a:extLst>
                    <a:ext uri="{FF2B5EF4-FFF2-40B4-BE49-F238E27FC236}">
                      <a16:creationId xmlns:a16="http://schemas.microsoft.com/office/drawing/2014/main" id="{DB62BEDC-9DEF-47C8-9C5D-FDC24C3C4155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1" name="object 305">
                  <a:extLst>
                    <a:ext uri="{FF2B5EF4-FFF2-40B4-BE49-F238E27FC236}">
                      <a16:creationId xmlns:a16="http://schemas.microsoft.com/office/drawing/2014/main" id="{8B38CF04-7569-4ED9-9DCD-2A049280B728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2" name="object 306">
                  <a:extLst>
                    <a:ext uri="{FF2B5EF4-FFF2-40B4-BE49-F238E27FC236}">
                      <a16:creationId xmlns:a16="http://schemas.microsoft.com/office/drawing/2014/main" id="{7419C7A9-2323-4BD1-AD09-77D9A9A0F28E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3" name="object 307">
                  <a:extLst>
                    <a:ext uri="{FF2B5EF4-FFF2-40B4-BE49-F238E27FC236}">
                      <a16:creationId xmlns:a16="http://schemas.microsoft.com/office/drawing/2014/main" id="{436594A0-B54F-4FA5-8B13-A4025F691D5D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4" name="object 308">
                  <a:extLst>
                    <a:ext uri="{FF2B5EF4-FFF2-40B4-BE49-F238E27FC236}">
                      <a16:creationId xmlns:a16="http://schemas.microsoft.com/office/drawing/2014/main" id="{68EEE99B-53FC-4024-9854-A51FCB4B19B1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5" name="object 309">
                  <a:extLst>
                    <a:ext uri="{FF2B5EF4-FFF2-40B4-BE49-F238E27FC236}">
                      <a16:creationId xmlns:a16="http://schemas.microsoft.com/office/drawing/2014/main" id="{311E846A-0ADA-4D9B-AD44-7A2BD1DE8F4A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6" name="object 310">
                  <a:extLst>
                    <a:ext uri="{FF2B5EF4-FFF2-40B4-BE49-F238E27FC236}">
                      <a16:creationId xmlns:a16="http://schemas.microsoft.com/office/drawing/2014/main" id="{20A25CB0-9B58-4A48-BA17-D61DEEAA7CFD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7" name="object 311">
                  <a:extLst>
                    <a:ext uri="{FF2B5EF4-FFF2-40B4-BE49-F238E27FC236}">
                      <a16:creationId xmlns:a16="http://schemas.microsoft.com/office/drawing/2014/main" id="{4B3D7D4C-C026-43C0-8DE4-9F1315C7165D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8" name="object 312">
                  <a:extLst>
                    <a:ext uri="{FF2B5EF4-FFF2-40B4-BE49-F238E27FC236}">
                      <a16:creationId xmlns:a16="http://schemas.microsoft.com/office/drawing/2014/main" id="{4DC43CAA-BCC6-44A3-9259-467B3E3B34EF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9" name="object 313">
                  <a:extLst>
                    <a:ext uri="{FF2B5EF4-FFF2-40B4-BE49-F238E27FC236}">
                      <a16:creationId xmlns:a16="http://schemas.microsoft.com/office/drawing/2014/main" id="{64B788AA-940C-45E4-8442-B2898805CCEC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object 314">
                  <a:extLst>
                    <a:ext uri="{FF2B5EF4-FFF2-40B4-BE49-F238E27FC236}">
                      <a16:creationId xmlns:a16="http://schemas.microsoft.com/office/drawing/2014/main" id="{50256C49-F179-4C00-A1B1-FCF68D67DEF9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1" name="object 315">
                  <a:extLst>
                    <a:ext uri="{FF2B5EF4-FFF2-40B4-BE49-F238E27FC236}">
                      <a16:creationId xmlns:a16="http://schemas.microsoft.com/office/drawing/2014/main" id="{4B32DC3D-DE75-4EEA-A8F9-BDEFF679A58E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2" name="object 316">
                  <a:extLst>
                    <a:ext uri="{FF2B5EF4-FFF2-40B4-BE49-F238E27FC236}">
                      <a16:creationId xmlns:a16="http://schemas.microsoft.com/office/drawing/2014/main" id="{524CE2C7-83C2-47B0-9609-24E8153706A2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3" name="object 317">
                  <a:extLst>
                    <a:ext uri="{FF2B5EF4-FFF2-40B4-BE49-F238E27FC236}">
                      <a16:creationId xmlns:a16="http://schemas.microsoft.com/office/drawing/2014/main" id="{2FA60B19-1C4A-4722-8582-403175CF96D6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4" name="object 318">
                  <a:extLst>
                    <a:ext uri="{FF2B5EF4-FFF2-40B4-BE49-F238E27FC236}">
                      <a16:creationId xmlns:a16="http://schemas.microsoft.com/office/drawing/2014/main" id="{7817AA1A-25D0-4621-BCFC-BDFFFDBD113B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5" name="object 319">
                  <a:extLst>
                    <a:ext uri="{FF2B5EF4-FFF2-40B4-BE49-F238E27FC236}">
                      <a16:creationId xmlns:a16="http://schemas.microsoft.com/office/drawing/2014/main" id="{6DE2E82F-8CFD-4756-BE7D-05DC8028159C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6" name="object 320">
                  <a:extLst>
                    <a:ext uri="{FF2B5EF4-FFF2-40B4-BE49-F238E27FC236}">
                      <a16:creationId xmlns:a16="http://schemas.microsoft.com/office/drawing/2014/main" id="{CDE9614F-1729-4590-8278-A80ACB66B990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7" name="object 321">
                  <a:extLst>
                    <a:ext uri="{FF2B5EF4-FFF2-40B4-BE49-F238E27FC236}">
                      <a16:creationId xmlns:a16="http://schemas.microsoft.com/office/drawing/2014/main" id="{EC07B7D5-6F15-4BD1-8360-C5B7AB456E1A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8" name="object 322">
                  <a:extLst>
                    <a:ext uri="{FF2B5EF4-FFF2-40B4-BE49-F238E27FC236}">
                      <a16:creationId xmlns:a16="http://schemas.microsoft.com/office/drawing/2014/main" id="{C834410B-033C-4747-9547-39EFB8FF2606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9" name="object 323">
                  <a:extLst>
                    <a:ext uri="{FF2B5EF4-FFF2-40B4-BE49-F238E27FC236}">
                      <a16:creationId xmlns:a16="http://schemas.microsoft.com/office/drawing/2014/main" id="{768FE071-7745-47F5-91E1-5AB537411C68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0" name="object 324">
                  <a:extLst>
                    <a:ext uri="{FF2B5EF4-FFF2-40B4-BE49-F238E27FC236}">
                      <a16:creationId xmlns:a16="http://schemas.microsoft.com/office/drawing/2014/main" id="{7AA69F0C-C6A7-4A40-A2B8-43D974365B13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1" name="object 325">
                  <a:extLst>
                    <a:ext uri="{FF2B5EF4-FFF2-40B4-BE49-F238E27FC236}">
                      <a16:creationId xmlns:a16="http://schemas.microsoft.com/office/drawing/2014/main" id="{5826257A-E861-43FB-AAF6-BCAD017B1377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2" name="object 326">
                  <a:extLst>
                    <a:ext uri="{FF2B5EF4-FFF2-40B4-BE49-F238E27FC236}">
                      <a16:creationId xmlns:a16="http://schemas.microsoft.com/office/drawing/2014/main" id="{A9B1C88D-E914-4B63-8426-454D5DD687F0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3" name="object 327">
                  <a:extLst>
                    <a:ext uri="{FF2B5EF4-FFF2-40B4-BE49-F238E27FC236}">
                      <a16:creationId xmlns:a16="http://schemas.microsoft.com/office/drawing/2014/main" id="{BCA25F09-F86F-41A7-A7AC-4288FB07A596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4" name="object 328">
                  <a:extLst>
                    <a:ext uri="{FF2B5EF4-FFF2-40B4-BE49-F238E27FC236}">
                      <a16:creationId xmlns:a16="http://schemas.microsoft.com/office/drawing/2014/main" id="{5DEC4109-AE69-4EDD-9DA1-386F7EBA0D80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5" name="object 329">
                  <a:extLst>
                    <a:ext uri="{FF2B5EF4-FFF2-40B4-BE49-F238E27FC236}">
                      <a16:creationId xmlns:a16="http://schemas.microsoft.com/office/drawing/2014/main" id="{BDBAA783-7C0E-435F-910B-588AFB2E7CBD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6" name="object 330">
                  <a:extLst>
                    <a:ext uri="{FF2B5EF4-FFF2-40B4-BE49-F238E27FC236}">
                      <a16:creationId xmlns:a16="http://schemas.microsoft.com/office/drawing/2014/main" id="{440E0E81-7462-4F07-ACCA-EFE846A9E626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object 331">
                  <a:extLst>
                    <a:ext uri="{FF2B5EF4-FFF2-40B4-BE49-F238E27FC236}">
                      <a16:creationId xmlns:a16="http://schemas.microsoft.com/office/drawing/2014/main" id="{54BAD842-0D98-4A1F-9A2A-64C7633F7782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object 332">
                  <a:extLst>
                    <a:ext uri="{FF2B5EF4-FFF2-40B4-BE49-F238E27FC236}">
                      <a16:creationId xmlns:a16="http://schemas.microsoft.com/office/drawing/2014/main" id="{94D2051F-81E7-4238-8F40-94311302C389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object 333">
                  <a:extLst>
                    <a:ext uri="{FF2B5EF4-FFF2-40B4-BE49-F238E27FC236}">
                      <a16:creationId xmlns:a16="http://schemas.microsoft.com/office/drawing/2014/main" id="{1DC70B7E-AB21-43C4-B402-D133CA6817C6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object 334">
                  <a:extLst>
                    <a:ext uri="{FF2B5EF4-FFF2-40B4-BE49-F238E27FC236}">
                      <a16:creationId xmlns:a16="http://schemas.microsoft.com/office/drawing/2014/main" id="{FADE2831-0048-4F09-AA53-85C83A7AC359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object 335">
                  <a:extLst>
                    <a:ext uri="{FF2B5EF4-FFF2-40B4-BE49-F238E27FC236}">
                      <a16:creationId xmlns:a16="http://schemas.microsoft.com/office/drawing/2014/main" id="{C09D2501-140B-40D0-AE24-02759B1E821E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object 336">
                  <a:extLst>
                    <a:ext uri="{FF2B5EF4-FFF2-40B4-BE49-F238E27FC236}">
                      <a16:creationId xmlns:a16="http://schemas.microsoft.com/office/drawing/2014/main" id="{8D88743F-B458-40A6-896E-D45249327852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object 337">
                  <a:extLst>
                    <a:ext uri="{FF2B5EF4-FFF2-40B4-BE49-F238E27FC236}">
                      <a16:creationId xmlns:a16="http://schemas.microsoft.com/office/drawing/2014/main" id="{32974EA7-CF0F-4BA6-AF47-64B2DA76D4E7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bject 338">
                  <a:extLst>
                    <a:ext uri="{FF2B5EF4-FFF2-40B4-BE49-F238E27FC236}">
                      <a16:creationId xmlns:a16="http://schemas.microsoft.com/office/drawing/2014/main" id="{589EEB3B-AE62-4E82-A00E-13C028533963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object 339">
                  <a:extLst>
                    <a:ext uri="{FF2B5EF4-FFF2-40B4-BE49-F238E27FC236}">
                      <a16:creationId xmlns:a16="http://schemas.microsoft.com/office/drawing/2014/main" id="{58CC5E6A-A8C2-4475-AAD7-B478042FCA56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bject 340">
                  <a:extLst>
                    <a:ext uri="{FF2B5EF4-FFF2-40B4-BE49-F238E27FC236}">
                      <a16:creationId xmlns:a16="http://schemas.microsoft.com/office/drawing/2014/main" id="{A4B4C104-97E5-41D6-A12F-48B0F37FC678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object 341">
                  <a:extLst>
                    <a:ext uri="{FF2B5EF4-FFF2-40B4-BE49-F238E27FC236}">
                      <a16:creationId xmlns:a16="http://schemas.microsoft.com/office/drawing/2014/main" id="{88C74954-0E0C-465F-9F5F-1BB6AAAF0EA3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object 342">
                  <a:extLst>
                    <a:ext uri="{FF2B5EF4-FFF2-40B4-BE49-F238E27FC236}">
                      <a16:creationId xmlns:a16="http://schemas.microsoft.com/office/drawing/2014/main" id="{31ECADF8-EA29-4B18-903D-9AA9B4E423C0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object 343">
                  <a:extLst>
                    <a:ext uri="{FF2B5EF4-FFF2-40B4-BE49-F238E27FC236}">
                      <a16:creationId xmlns:a16="http://schemas.microsoft.com/office/drawing/2014/main" id="{207C7C34-0D6F-406F-94B3-85CB038082B9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object 344">
                  <a:extLst>
                    <a:ext uri="{FF2B5EF4-FFF2-40B4-BE49-F238E27FC236}">
                      <a16:creationId xmlns:a16="http://schemas.microsoft.com/office/drawing/2014/main" id="{FF4B2EC6-8837-43E7-8230-542A2C1C3228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object 345">
                  <a:extLst>
                    <a:ext uri="{FF2B5EF4-FFF2-40B4-BE49-F238E27FC236}">
                      <a16:creationId xmlns:a16="http://schemas.microsoft.com/office/drawing/2014/main" id="{DA88C4E8-248C-480B-9B50-2512CE48EE6A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object 346">
                  <a:extLst>
                    <a:ext uri="{FF2B5EF4-FFF2-40B4-BE49-F238E27FC236}">
                      <a16:creationId xmlns:a16="http://schemas.microsoft.com/office/drawing/2014/main" id="{CAC0D1E6-9571-486E-901F-87E58CD4C333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object 347">
                  <a:extLst>
                    <a:ext uri="{FF2B5EF4-FFF2-40B4-BE49-F238E27FC236}">
                      <a16:creationId xmlns:a16="http://schemas.microsoft.com/office/drawing/2014/main" id="{07C2DD7E-E18F-4484-8A85-19245F5E07F0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object 348">
                  <a:extLst>
                    <a:ext uri="{FF2B5EF4-FFF2-40B4-BE49-F238E27FC236}">
                      <a16:creationId xmlns:a16="http://schemas.microsoft.com/office/drawing/2014/main" id="{11D45E11-B4E3-4218-B8D2-FBEA17B4A063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object 349">
                  <a:extLst>
                    <a:ext uri="{FF2B5EF4-FFF2-40B4-BE49-F238E27FC236}">
                      <a16:creationId xmlns:a16="http://schemas.microsoft.com/office/drawing/2014/main" id="{98F0F772-F0AA-43BD-90AE-713E555AA44D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object 350">
                  <a:extLst>
                    <a:ext uri="{FF2B5EF4-FFF2-40B4-BE49-F238E27FC236}">
                      <a16:creationId xmlns:a16="http://schemas.microsoft.com/office/drawing/2014/main" id="{6754D938-4059-40D2-B95C-4AEC0DD489A6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object 351">
                  <a:extLst>
                    <a:ext uri="{FF2B5EF4-FFF2-40B4-BE49-F238E27FC236}">
                      <a16:creationId xmlns:a16="http://schemas.microsoft.com/office/drawing/2014/main" id="{FBC7E399-65F5-4D0A-A365-65F2E555F4C7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object 352">
                  <a:extLst>
                    <a:ext uri="{FF2B5EF4-FFF2-40B4-BE49-F238E27FC236}">
                      <a16:creationId xmlns:a16="http://schemas.microsoft.com/office/drawing/2014/main" id="{686CE15A-D94F-4BA3-9928-606A557CCDED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object 353">
                  <a:extLst>
                    <a:ext uri="{FF2B5EF4-FFF2-40B4-BE49-F238E27FC236}">
                      <a16:creationId xmlns:a16="http://schemas.microsoft.com/office/drawing/2014/main" id="{C502193F-3A90-4737-BBF1-EB7B2199ED04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object 354">
                  <a:extLst>
                    <a:ext uri="{FF2B5EF4-FFF2-40B4-BE49-F238E27FC236}">
                      <a16:creationId xmlns:a16="http://schemas.microsoft.com/office/drawing/2014/main" id="{E0CEEDD2-06F0-4CE9-B23F-7E1D36894A8C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1" name="object 355">
                  <a:extLst>
                    <a:ext uri="{FF2B5EF4-FFF2-40B4-BE49-F238E27FC236}">
                      <a16:creationId xmlns:a16="http://schemas.microsoft.com/office/drawing/2014/main" id="{90AB159C-EF85-48CE-9271-2F4953D9CFCE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2" name="object 356">
                  <a:extLst>
                    <a:ext uri="{FF2B5EF4-FFF2-40B4-BE49-F238E27FC236}">
                      <a16:creationId xmlns:a16="http://schemas.microsoft.com/office/drawing/2014/main" id="{BBE8A8B1-77E4-472A-B3A0-D0D676E8E2AE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3" name="object 357">
                  <a:extLst>
                    <a:ext uri="{FF2B5EF4-FFF2-40B4-BE49-F238E27FC236}">
                      <a16:creationId xmlns:a16="http://schemas.microsoft.com/office/drawing/2014/main" id="{147E68A2-537C-4DCA-BEBF-A87CD606A0D8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4" name="object 358">
                  <a:extLst>
                    <a:ext uri="{FF2B5EF4-FFF2-40B4-BE49-F238E27FC236}">
                      <a16:creationId xmlns:a16="http://schemas.microsoft.com/office/drawing/2014/main" id="{572C1D44-755C-43E0-A75C-3236C1F4FDC6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5" name="object 359">
                  <a:extLst>
                    <a:ext uri="{FF2B5EF4-FFF2-40B4-BE49-F238E27FC236}">
                      <a16:creationId xmlns:a16="http://schemas.microsoft.com/office/drawing/2014/main" id="{72A7DF25-268B-449A-9DA7-066E7941AADC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6" name="object 360">
                  <a:extLst>
                    <a:ext uri="{FF2B5EF4-FFF2-40B4-BE49-F238E27FC236}">
                      <a16:creationId xmlns:a16="http://schemas.microsoft.com/office/drawing/2014/main" id="{FA2C76DA-4BA8-44B5-BC46-0DBBC3AC817E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7" name="object 361">
                  <a:extLst>
                    <a:ext uri="{FF2B5EF4-FFF2-40B4-BE49-F238E27FC236}">
                      <a16:creationId xmlns:a16="http://schemas.microsoft.com/office/drawing/2014/main" id="{1BA1C7D7-26A2-42DF-8B99-67F4E5DA1477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8" name="object 362">
                  <a:extLst>
                    <a:ext uri="{FF2B5EF4-FFF2-40B4-BE49-F238E27FC236}">
                      <a16:creationId xmlns:a16="http://schemas.microsoft.com/office/drawing/2014/main" id="{7F38BCB5-9E67-4ACE-9897-62080A3B2BE7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9" name="object 363">
                  <a:extLst>
                    <a:ext uri="{FF2B5EF4-FFF2-40B4-BE49-F238E27FC236}">
                      <a16:creationId xmlns:a16="http://schemas.microsoft.com/office/drawing/2014/main" id="{93E67F96-C666-49C4-8D3A-25B77118A4AC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0" name="object 364">
                  <a:extLst>
                    <a:ext uri="{FF2B5EF4-FFF2-40B4-BE49-F238E27FC236}">
                      <a16:creationId xmlns:a16="http://schemas.microsoft.com/office/drawing/2014/main" id="{32DB495A-9B1C-40E6-BB96-01CF67ED244C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1" name="object 365">
                  <a:extLst>
                    <a:ext uri="{FF2B5EF4-FFF2-40B4-BE49-F238E27FC236}">
                      <a16:creationId xmlns:a16="http://schemas.microsoft.com/office/drawing/2014/main" id="{C19DEC14-2C8A-4B68-9E26-58837C3D7D1E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2" name="object 366">
                  <a:extLst>
                    <a:ext uri="{FF2B5EF4-FFF2-40B4-BE49-F238E27FC236}">
                      <a16:creationId xmlns:a16="http://schemas.microsoft.com/office/drawing/2014/main" id="{B8EC98E5-9B6A-46A8-AEE8-1D4069AC5D6A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3" name="object 367">
                  <a:extLst>
                    <a:ext uri="{FF2B5EF4-FFF2-40B4-BE49-F238E27FC236}">
                      <a16:creationId xmlns:a16="http://schemas.microsoft.com/office/drawing/2014/main" id="{BB2EB3DA-E773-4F53-9CBF-5B84ACC9D11C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4" name="object 368">
                  <a:extLst>
                    <a:ext uri="{FF2B5EF4-FFF2-40B4-BE49-F238E27FC236}">
                      <a16:creationId xmlns:a16="http://schemas.microsoft.com/office/drawing/2014/main" id="{B275A561-36EB-4719-B011-8691D0681791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5" name="object 369">
                  <a:extLst>
                    <a:ext uri="{FF2B5EF4-FFF2-40B4-BE49-F238E27FC236}">
                      <a16:creationId xmlns:a16="http://schemas.microsoft.com/office/drawing/2014/main" id="{25EB5DD6-79D7-4C0B-91A5-7464AAE5B7BD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6" name="object 370">
                  <a:extLst>
                    <a:ext uri="{FF2B5EF4-FFF2-40B4-BE49-F238E27FC236}">
                      <a16:creationId xmlns:a16="http://schemas.microsoft.com/office/drawing/2014/main" id="{7795B97F-E650-48D1-A272-81BBE3F45A53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7" name="object 371">
                  <a:extLst>
                    <a:ext uri="{FF2B5EF4-FFF2-40B4-BE49-F238E27FC236}">
                      <a16:creationId xmlns:a16="http://schemas.microsoft.com/office/drawing/2014/main" id="{59CB6B56-E43D-4F6F-9A14-364374E7F49A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8" name="object 372">
                  <a:extLst>
                    <a:ext uri="{FF2B5EF4-FFF2-40B4-BE49-F238E27FC236}">
                      <a16:creationId xmlns:a16="http://schemas.microsoft.com/office/drawing/2014/main" id="{7CDB2FB3-404A-4EBE-B274-01E66036558A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9" name="object 373">
                  <a:extLst>
                    <a:ext uri="{FF2B5EF4-FFF2-40B4-BE49-F238E27FC236}">
                      <a16:creationId xmlns:a16="http://schemas.microsoft.com/office/drawing/2014/main" id="{57074627-427B-4C53-817A-6EB264899F52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0" name="object 374">
                  <a:extLst>
                    <a:ext uri="{FF2B5EF4-FFF2-40B4-BE49-F238E27FC236}">
                      <a16:creationId xmlns:a16="http://schemas.microsoft.com/office/drawing/2014/main" id="{18027693-E8CB-4275-8861-9B3FDA4795F3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1" name="object 375">
                  <a:extLst>
                    <a:ext uri="{FF2B5EF4-FFF2-40B4-BE49-F238E27FC236}">
                      <a16:creationId xmlns:a16="http://schemas.microsoft.com/office/drawing/2014/main" id="{EE562D99-2DD6-40D1-88DB-09FD13B10223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2" name="object 376">
                  <a:extLst>
                    <a:ext uri="{FF2B5EF4-FFF2-40B4-BE49-F238E27FC236}">
                      <a16:creationId xmlns:a16="http://schemas.microsoft.com/office/drawing/2014/main" id="{BF220C73-FCA1-4324-8CD7-44AE23C511FE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3" name="object 377">
                  <a:extLst>
                    <a:ext uri="{FF2B5EF4-FFF2-40B4-BE49-F238E27FC236}">
                      <a16:creationId xmlns:a16="http://schemas.microsoft.com/office/drawing/2014/main" id="{2FB94672-E0CF-4157-9A3C-02D8E90153D9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4" name="object 378">
                  <a:extLst>
                    <a:ext uri="{FF2B5EF4-FFF2-40B4-BE49-F238E27FC236}">
                      <a16:creationId xmlns:a16="http://schemas.microsoft.com/office/drawing/2014/main" id="{9278877F-5144-4DAE-B31E-BF676AE24AEA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5" name="object 379">
                  <a:extLst>
                    <a:ext uri="{FF2B5EF4-FFF2-40B4-BE49-F238E27FC236}">
                      <a16:creationId xmlns:a16="http://schemas.microsoft.com/office/drawing/2014/main" id="{E02873BF-1D3F-42E6-B57F-DD317B47E4DC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6" name="object 380">
                  <a:extLst>
                    <a:ext uri="{FF2B5EF4-FFF2-40B4-BE49-F238E27FC236}">
                      <a16:creationId xmlns:a16="http://schemas.microsoft.com/office/drawing/2014/main" id="{3E255B38-D4E5-4AB2-9E35-53377D227D97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7" name="object 381">
                  <a:extLst>
                    <a:ext uri="{FF2B5EF4-FFF2-40B4-BE49-F238E27FC236}">
                      <a16:creationId xmlns:a16="http://schemas.microsoft.com/office/drawing/2014/main" id="{FC269D16-29B8-452D-B161-35767952F16B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8" name="object 382">
                  <a:extLst>
                    <a:ext uri="{FF2B5EF4-FFF2-40B4-BE49-F238E27FC236}">
                      <a16:creationId xmlns:a16="http://schemas.microsoft.com/office/drawing/2014/main" id="{180A581D-2D02-418C-BD04-D04836423CAD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9" name="object 383">
                  <a:extLst>
                    <a:ext uri="{FF2B5EF4-FFF2-40B4-BE49-F238E27FC236}">
                      <a16:creationId xmlns:a16="http://schemas.microsoft.com/office/drawing/2014/main" id="{18FAB3CA-3F58-4163-B149-9E70CD44107D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0" name="object 384">
                  <a:extLst>
                    <a:ext uri="{FF2B5EF4-FFF2-40B4-BE49-F238E27FC236}">
                      <a16:creationId xmlns:a16="http://schemas.microsoft.com/office/drawing/2014/main" id="{2C56767B-847D-4A47-9DA2-EFDC3AAFA520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1" name="object 385">
                  <a:extLst>
                    <a:ext uri="{FF2B5EF4-FFF2-40B4-BE49-F238E27FC236}">
                      <a16:creationId xmlns:a16="http://schemas.microsoft.com/office/drawing/2014/main" id="{05CA3227-8FFF-4EF4-B73B-C154DD756A28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2" name="object 386">
                  <a:extLst>
                    <a:ext uri="{FF2B5EF4-FFF2-40B4-BE49-F238E27FC236}">
                      <a16:creationId xmlns:a16="http://schemas.microsoft.com/office/drawing/2014/main" id="{CD24F628-6FDA-428E-B4C9-F5B3F3C56F7A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3" name="object 387">
                  <a:extLst>
                    <a:ext uri="{FF2B5EF4-FFF2-40B4-BE49-F238E27FC236}">
                      <a16:creationId xmlns:a16="http://schemas.microsoft.com/office/drawing/2014/main" id="{454712CE-9491-4E3C-9B1D-DA3617AB22ED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4" name="object 388">
                  <a:extLst>
                    <a:ext uri="{FF2B5EF4-FFF2-40B4-BE49-F238E27FC236}">
                      <a16:creationId xmlns:a16="http://schemas.microsoft.com/office/drawing/2014/main" id="{0878A49F-9B61-41B1-ADBB-A70D43ACDFC2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5" name="object 389">
                  <a:extLst>
                    <a:ext uri="{FF2B5EF4-FFF2-40B4-BE49-F238E27FC236}">
                      <a16:creationId xmlns:a16="http://schemas.microsoft.com/office/drawing/2014/main" id="{C437A19E-1C2A-41A0-9FA9-550F827D8992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6" name="object 390">
                  <a:extLst>
                    <a:ext uri="{FF2B5EF4-FFF2-40B4-BE49-F238E27FC236}">
                      <a16:creationId xmlns:a16="http://schemas.microsoft.com/office/drawing/2014/main" id="{BCB3A059-C67F-4953-99BF-3BAAD8196FCE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7" name="object 391">
                  <a:extLst>
                    <a:ext uri="{FF2B5EF4-FFF2-40B4-BE49-F238E27FC236}">
                      <a16:creationId xmlns:a16="http://schemas.microsoft.com/office/drawing/2014/main" id="{CFAB9394-B687-48E8-9BFE-911DD26402C0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object 392">
                  <a:extLst>
                    <a:ext uri="{FF2B5EF4-FFF2-40B4-BE49-F238E27FC236}">
                      <a16:creationId xmlns:a16="http://schemas.microsoft.com/office/drawing/2014/main" id="{D8A7538A-F1FF-4FD2-A5DB-85799D46A921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object 393">
                  <a:extLst>
                    <a:ext uri="{FF2B5EF4-FFF2-40B4-BE49-F238E27FC236}">
                      <a16:creationId xmlns:a16="http://schemas.microsoft.com/office/drawing/2014/main" id="{BCFFB6E1-F5AE-4357-B928-FB75CB2638D6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0" name="object 394">
                  <a:extLst>
                    <a:ext uri="{FF2B5EF4-FFF2-40B4-BE49-F238E27FC236}">
                      <a16:creationId xmlns:a16="http://schemas.microsoft.com/office/drawing/2014/main" id="{3985C280-E2A0-4F11-816B-B8A1D04A4C93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1" name="object 395">
                  <a:extLst>
                    <a:ext uri="{FF2B5EF4-FFF2-40B4-BE49-F238E27FC236}">
                      <a16:creationId xmlns:a16="http://schemas.microsoft.com/office/drawing/2014/main" id="{EEEDA9AC-50F8-4079-9026-4316DBAC9C5E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2" name="object 396">
                  <a:extLst>
                    <a:ext uri="{FF2B5EF4-FFF2-40B4-BE49-F238E27FC236}">
                      <a16:creationId xmlns:a16="http://schemas.microsoft.com/office/drawing/2014/main" id="{01DB6E67-A2E1-407E-9879-77FE6A8322AD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object 397">
                  <a:extLst>
                    <a:ext uri="{FF2B5EF4-FFF2-40B4-BE49-F238E27FC236}">
                      <a16:creationId xmlns:a16="http://schemas.microsoft.com/office/drawing/2014/main" id="{67645D5B-1491-4D92-80A1-8525745C56DB}"/>
                    </a:ext>
                  </a:extLst>
                </p:cNvPr>
                <p:cNvSpPr/>
                <p:nvPr/>
              </p:nvSpPr>
              <p:spPr>
                <a:xfrm>
                  <a:off x="7295702" y="49936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object 398">
                  <a:extLst>
                    <a:ext uri="{FF2B5EF4-FFF2-40B4-BE49-F238E27FC236}">
                      <a16:creationId xmlns:a16="http://schemas.microsoft.com/office/drawing/2014/main" id="{E0D39BAB-F9C4-4F96-965D-A2C672996F55}"/>
                    </a:ext>
                  </a:extLst>
                </p:cNvPr>
                <p:cNvSpPr/>
                <p:nvPr/>
              </p:nvSpPr>
              <p:spPr>
                <a:xfrm>
                  <a:off x="729570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object 399">
                  <a:extLst>
                    <a:ext uri="{FF2B5EF4-FFF2-40B4-BE49-F238E27FC236}">
                      <a16:creationId xmlns:a16="http://schemas.microsoft.com/office/drawing/2014/main" id="{7A37F6D0-1481-4D66-A4D2-8DB3FBE0B63C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object 400">
                  <a:extLst>
                    <a:ext uri="{FF2B5EF4-FFF2-40B4-BE49-F238E27FC236}">
                      <a16:creationId xmlns:a16="http://schemas.microsoft.com/office/drawing/2014/main" id="{69C25A75-5630-49D9-A161-3BFDA19BBCE3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object 401">
                  <a:extLst>
                    <a:ext uri="{FF2B5EF4-FFF2-40B4-BE49-F238E27FC236}">
                      <a16:creationId xmlns:a16="http://schemas.microsoft.com/office/drawing/2014/main" id="{7A68420B-F236-4C9B-9D5A-4F06976A9CDB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object 402">
                  <a:extLst>
                    <a:ext uri="{FF2B5EF4-FFF2-40B4-BE49-F238E27FC236}">
                      <a16:creationId xmlns:a16="http://schemas.microsoft.com/office/drawing/2014/main" id="{D8F51D04-36FB-46C3-A214-1EAC056674AC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object 403">
                  <a:extLst>
                    <a:ext uri="{FF2B5EF4-FFF2-40B4-BE49-F238E27FC236}">
                      <a16:creationId xmlns:a16="http://schemas.microsoft.com/office/drawing/2014/main" id="{2BBAC2B3-0D79-4269-AD8C-624913DCA38A}"/>
                    </a:ext>
                  </a:extLst>
                </p:cNvPr>
                <p:cNvSpPr/>
                <p:nvPr/>
              </p:nvSpPr>
              <p:spPr>
                <a:xfrm>
                  <a:off x="7621839" y="49936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191" y="108966"/>
                      </a:lnTo>
                      <a:lnTo>
                        <a:pt x="108191" y="16764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0" name="object 404">
                  <a:extLst>
                    <a:ext uri="{FF2B5EF4-FFF2-40B4-BE49-F238E27FC236}">
                      <a16:creationId xmlns:a16="http://schemas.microsoft.com/office/drawing/2014/main" id="{A9528BA9-99BB-4947-AC0E-ACFA756AACBF}"/>
                    </a:ext>
                  </a:extLst>
                </p:cNvPr>
                <p:cNvSpPr/>
                <p:nvPr/>
              </p:nvSpPr>
              <p:spPr>
                <a:xfrm>
                  <a:off x="762183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1" name="object 405">
                  <a:extLst>
                    <a:ext uri="{FF2B5EF4-FFF2-40B4-BE49-F238E27FC236}">
                      <a16:creationId xmlns:a16="http://schemas.microsoft.com/office/drawing/2014/main" id="{283959D9-0396-4111-8CA5-45E5F7EADDB1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2" name="object 406">
                  <a:extLst>
                    <a:ext uri="{FF2B5EF4-FFF2-40B4-BE49-F238E27FC236}">
                      <a16:creationId xmlns:a16="http://schemas.microsoft.com/office/drawing/2014/main" id="{DA2D2B62-31D3-4452-9635-41C1F2CE5908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object 407">
                  <a:extLst>
                    <a:ext uri="{FF2B5EF4-FFF2-40B4-BE49-F238E27FC236}">
                      <a16:creationId xmlns:a16="http://schemas.microsoft.com/office/drawing/2014/main" id="{94378843-06A7-4604-9547-05123D22C078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object 408">
                  <a:extLst>
                    <a:ext uri="{FF2B5EF4-FFF2-40B4-BE49-F238E27FC236}">
                      <a16:creationId xmlns:a16="http://schemas.microsoft.com/office/drawing/2014/main" id="{2F340E97-5098-4500-B647-D81D8676EF8A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object 409">
                  <a:extLst>
                    <a:ext uri="{FF2B5EF4-FFF2-40B4-BE49-F238E27FC236}">
                      <a16:creationId xmlns:a16="http://schemas.microsoft.com/office/drawing/2014/main" id="{68E1744B-F1A2-4EF1-BFA6-96F344D49E34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object 410">
                  <a:extLst>
                    <a:ext uri="{FF2B5EF4-FFF2-40B4-BE49-F238E27FC236}">
                      <a16:creationId xmlns:a16="http://schemas.microsoft.com/office/drawing/2014/main" id="{95E73A0D-677D-405A-8C1F-E5320EEF0E08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7" name="object 411">
                  <a:extLst>
                    <a:ext uri="{FF2B5EF4-FFF2-40B4-BE49-F238E27FC236}">
                      <a16:creationId xmlns:a16="http://schemas.microsoft.com/office/drawing/2014/main" id="{0617EA4B-6751-4FEB-A6F0-352985DE3692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8" name="object 412">
                  <a:extLst>
                    <a:ext uri="{FF2B5EF4-FFF2-40B4-BE49-F238E27FC236}">
                      <a16:creationId xmlns:a16="http://schemas.microsoft.com/office/drawing/2014/main" id="{394BB8DD-24BC-4691-9460-A658C11DE191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9" name="object 413">
                  <a:extLst>
                    <a:ext uri="{FF2B5EF4-FFF2-40B4-BE49-F238E27FC236}">
                      <a16:creationId xmlns:a16="http://schemas.microsoft.com/office/drawing/2014/main" id="{C6F7CEFB-04D7-48B7-8CCE-9A60CEAD0730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0" name="object 414">
                  <a:extLst>
                    <a:ext uri="{FF2B5EF4-FFF2-40B4-BE49-F238E27FC236}">
                      <a16:creationId xmlns:a16="http://schemas.microsoft.com/office/drawing/2014/main" id="{4B3AF7DC-A463-4A25-B652-9FFD081E25C8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1" name="object 415">
                  <a:extLst>
                    <a:ext uri="{FF2B5EF4-FFF2-40B4-BE49-F238E27FC236}">
                      <a16:creationId xmlns:a16="http://schemas.microsoft.com/office/drawing/2014/main" id="{3C6969DA-62FC-40C0-9126-7EC5515ABFD9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2" name="object 416">
                  <a:extLst>
                    <a:ext uri="{FF2B5EF4-FFF2-40B4-BE49-F238E27FC236}">
                      <a16:creationId xmlns:a16="http://schemas.microsoft.com/office/drawing/2014/main" id="{DBC6C5C7-E4DC-40AE-8286-BCFFF5823881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3" name="object 417">
                  <a:extLst>
                    <a:ext uri="{FF2B5EF4-FFF2-40B4-BE49-F238E27FC236}">
                      <a16:creationId xmlns:a16="http://schemas.microsoft.com/office/drawing/2014/main" id="{C34DE6CD-7DE3-4DBE-BFFC-5E83B11D13B0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4" name="object 418">
                  <a:extLst>
                    <a:ext uri="{FF2B5EF4-FFF2-40B4-BE49-F238E27FC236}">
                      <a16:creationId xmlns:a16="http://schemas.microsoft.com/office/drawing/2014/main" id="{6E394699-21FC-46CD-B19D-8FB260B34CBE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5" name="object 419">
                  <a:extLst>
                    <a:ext uri="{FF2B5EF4-FFF2-40B4-BE49-F238E27FC236}">
                      <a16:creationId xmlns:a16="http://schemas.microsoft.com/office/drawing/2014/main" id="{0CB969F8-D5C7-425E-BFE2-678F85CB4B82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6" name="object 420">
                  <a:extLst>
                    <a:ext uri="{FF2B5EF4-FFF2-40B4-BE49-F238E27FC236}">
                      <a16:creationId xmlns:a16="http://schemas.microsoft.com/office/drawing/2014/main" id="{A234A4E5-2320-429B-AED0-36CC7C40A6CB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object 421">
                  <a:extLst>
                    <a:ext uri="{FF2B5EF4-FFF2-40B4-BE49-F238E27FC236}">
                      <a16:creationId xmlns:a16="http://schemas.microsoft.com/office/drawing/2014/main" id="{527BA473-DE8F-4A49-83BF-66D09E1F5586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8" name="object 422">
                  <a:extLst>
                    <a:ext uri="{FF2B5EF4-FFF2-40B4-BE49-F238E27FC236}">
                      <a16:creationId xmlns:a16="http://schemas.microsoft.com/office/drawing/2014/main" id="{F0AD26C5-4734-481B-9845-0AEBDFD8FC80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object 423">
                  <a:extLst>
                    <a:ext uri="{FF2B5EF4-FFF2-40B4-BE49-F238E27FC236}">
                      <a16:creationId xmlns:a16="http://schemas.microsoft.com/office/drawing/2014/main" id="{A6B63EB7-0BA4-49B4-9E63-06CB8081B33D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0" name="object 424">
                  <a:extLst>
                    <a:ext uri="{FF2B5EF4-FFF2-40B4-BE49-F238E27FC236}">
                      <a16:creationId xmlns:a16="http://schemas.microsoft.com/office/drawing/2014/main" id="{BB187BFA-3AB7-4BA9-813D-0DF8E9564D1B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object 425">
                  <a:extLst>
                    <a:ext uri="{FF2B5EF4-FFF2-40B4-BE49-F238E27FC236}">
                      <a16:creationId xmlns:a16="http://schemas.microsoft.com/office/drawing/2014/main" id="{B051E68E-894E-431C-AA9B-F8BDC3795ECB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2" name="object 426">
                  <a:extLst>
                    <a:ext uri="{FF2B5EF4-FFF2-40B4-BE49-F238E27FC236}">
                      <a16:creationId xmlns:a16="http://schemas.microsoft.com/office/drawing/2014/main" id="{4C5A69B3-E6E5-4074-883E-1B177F8F58D7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3" name="object 427">
                  <a:extLst>
                    <a:ext uri="{FF2B5EF4-FFF2-40B4-BE49-F238E27FC236}">
                      <a16:creationId xmlns:a16="http://schemas.microsoft.com/office/drawing/2014/main" id="{D213C86C-7D6C-4CD8-BD34-5B8D68181A6E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4" name="object 428">
                  <a:extLst>
                    <a:ext uri="{FF2B5EF4-FFF2-40B4-BE49-F238E27FC236}">
                      <a16:creationId xmlns:a16="http://schemas.microsoft.com/office/drawing/2014/main" id="{51760A61-5F35-432A-B78A-F59E062A7A24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5" name="object 429">
                  <a:extLst>
                    <a:ext uri="{FF2B5EF4-FFF2-40B4-BE49-F238E27FC236}">
                      <a16:creationId xmlns:a16="http://schemas.microsoft.com/office/drawing/2014/main" id="{D3766CA3-E9E5-4700-B5CA-AE646326B91A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6" name="object 430">
                  <a:extLst>
                    <a:ext uri="{FF2B5EF4-FFF2-40B4-BE49-F238E27FC236}">
                      <a16:creationId xmlns:a16="http://schemas.microsoft.com/office/drawing/2014/main" id="{26C4A8CF-C7F7-45DF-ACE7-B918A1310E49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7" name="object 431">
                  <a:extLst>
                    <a:ext uri="{FF2B5EF4-FFF2-40B4-BE49-F238E27FC236}">
                      <a16:creationId xmlns:a16="http://schemas.microsoft.com/office/drawing/2014/main" id="{C3D7E4DA-A6E3-48C0-A7C4-EE7812CFB41B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8" name="object 432">
                  <a:extLst>
                    <a:ext uri="{FF2B5EF4-FFF2-40B4-BE49-F238E27FC236}">
                      <a16:creationId xmlns:a16="http://schemas.microsoft.com/office/drawing/2014/main" id="{E8A4040A-1FAA-4AF7-8343-21BCF5D6DA5F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9" name="object 433">
                  <a:extLst>
                    <a:ext uri="{FF2B5EF4-FFF2-40B4-BE49-F238E27FC236}">
                      <a16:creationId xmlns:a16="http://schemas.microsoft.com/office/drawing/2014/main" id="{B7E945BA-32AC-4E26-B2C1-A8E0B1D090C4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0" name="object 434">
                  <a:extLst>
                    <a:ext uri="{FF2B5EF4-FFF2-40B4-BE49-F238E27FC236}">
                      <a16:creationId xmlns:a16="http://schemas.microsoft.com/office/drawing/2014/main" id="{5E68E391-3251-4AB4-8642-4949AC0CB97E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1" name="object 435">
                  <a:extLst>
                    <a:ext uri="{FF2B5EF4-FFF2-40B4-BE49-F238E27FC236}">
                      <a16:creationId xmlns:a16="http://schemas.microsoft.com/office/drawing/2014/main" id="{C7F0ACA6-9F4B-4596-B298-850B70D9D86A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2" name="object 436">
                  <a:extLst>
                    <a:ext uri="{FF2B5EF4-FFF2-40B4-BE49-F238E27FC236}">
                      <a16:creationId xmlns:a16="http://schemas.microsoft.com/office/drawing/2014/main" id="{12AC19E2-C671-4D6A-A7B3-50682860C8FA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3" name="object 437">
                  <a:extLst>
                    <a:ext uri="{FF2B5EF4-FFF2-40B4-BE49-F238E27FC236}">
                      <a16:creationId xmlns:a16="http://schemas.microsoft.com/office/drawing/2014/main" id="{C2053F81-FE4C-40C3-B539-D7C57C76C161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4" name="object 438">
                  <a:extLst>
                    <a:ext uri="{FF2B5EF4-FFF2-40B4-BE49-F238E27FC236}">
                      <a16:creationId xmlns:a16="http://schemas.microsoft.com/office/drawing/2014/main" id="{762F793C-43C4-4DE8-8697-D285C49841FB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5" name="object 439">
                  <a:extLst>
                    <a:ext uri="{FF2B5EF4-FFF2-40B4-BE49-F238E27FC236}">
                      <a16:creationId xmlns:a16="http://schemas.microsoft.com/office/drawing/2014/main" id="{32A835CA-A627-4358-BAD9-3C59D1AA2DB9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6" name="object 440">
                  <a:extLst>
                    <a:ext uri="{FF2B5EF4-FFF2-40B4-BE49-F238E27FC236}">
                      <a16:creationId xmlns:a16="http://schemas.microsoft.com/office/drawing/2014/main" id="{644A272F-B650-4222-A474-CE2B63C68C3E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7" name="object 441">
                  <a:extLst>
                    <a:ext uri="{FF2B5EF4-FFF2-40B4-BE49-F238E27FC236}">
                      <a16:creationId xmlns:a16="http://schemas.microsoft.com/office/drawing/2014/main" id="{5E3C67AE-335B-4135-89A4-2209380F9AFF}"/>
                    </a:ext>
                  </a:extLst>
                </p:cNvPr>
                <p:cNvSpPr/>
                <p:nvPr/>
              </p:nvSpPr>
              <p:spPr>
                <a:xfrm>
                  <a:off x="6969566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8" name="object 442">
                  <a:extLst>
                    <a:ext uri="{FF2B5EF4-FFF2-40B4-BE49-F238E27FC236}">
                      <a16:creationId xmlns:a16="http://schemas.microsoft.com/office/drawing/2014/main" id="{5F4B2ECF-0416-4955-84B4-95D5E82F32E7}"/>
                    </a:ext>
                  </a:extLst>
                </p:cNvPr>
                <p:cNvSpPr/>
                <p:nvPr/>
              </p:nvSpPr>
              <p:spPr>
                <a:xfrm>
                  <a:off x="696956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9" name="object 443">
                  <a:extLst>
                    <a:ext uri="{FF2B5EF4-FFF2-40B4-BE49-F238E27FC236}">
                      <a16:creationId xmlns:a16="http://schemas.microsoft.com/office/drawing/2014/main" id="{E9FFF943-E50E-4EA0-B5FD-07E75F369CF4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0" name="object 444">
                  <a:extLst>
                    <a:ext uri="{FF2B5EF4-FFF2-40B4-BE49-F238E27FC236}">
                      <a16:creationId xmlns:a16="http://schemas.microsoft.com/office/drawing/2014/main" id="{835B2DA1-A964-4E86-B646-6F63109CF94D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1" name="object 445">
                  <a:extLst>
                    <a:ext uri="{FF2B5EF4-FFF2-40B4-BE49-F238E27FC236}">
                      <a16:creationId xmlns:a16="http://schemas.microsoft.com/office/drawing/2014/main" id="{98C4EA95-27A6-41D4-AD47-67C2AD58F791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2" name="object 446">
                  <a:extLst>
                    <a:ext uri="{FF2B5EF4-FFF2-40B4-BE49-F238E27FC236}">
                      <a16:creationId xmlns:a16="http://schemas.microsoft.com/office/drawing/2014/main" id="{E2A7E5FB-13C5-4021-90BB-CEFE58A48282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3" name="object 447">
                  <a:extLst>
                    <a:ext uri="{FF2B5EF4-FFF2-40B4-BE49-F238E27FC236}">
                      <a16:creationId xmlns:a16="http://schemas.microsoft.com/office/drawing/2014/main" id="{B00556E8-1B6E-41FF-B701-666FB3CC4614}"/>
                    </a:ext>
                  </a:extLst>
                </p:cNvPr>
                <p:cNvSpPr/>
                <p:nvPr/>
              </p:nvSpPr>
              <p:spPr>
                <a:xfrm>
                  <a:off x="7295702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91440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4" name="object 448">
                  <a:extLst>
                    <a:ext uri="{FF2B5EF4-FFF2-40B4-BE49-F238E27FC236}">
                      <a16:creationId xmlns:a16="http://schemas.microsoft.com/office/drawing/2014/main" id="{5403A1E9-F16B-4BE7-9422-63155A8641BD}"/>
                    </a:ext>
                  </a:extLst>
                </p:cNvPr>
                <p:cNvSpPr/>
                <p:nvPr/>
              </p:nvSpPr>
              <p:spPr>
                <a:xfrm>
                  <a:off x="729570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5" name="object 449">
                  <a:extLst>
                    <a:ext uri="{FF2B5EF4-FFF2-40B4-BE49-F238E27FC236}">
                      <a16:creationId xmlns:a16="http://schemas.microsoft.com/office/drawing/2014/main" id="{6520D122-DE24-4F79-ABCA-0269A0EBC1BF}"/>
                    </a:ext>
                  </a:extLst>
                </p:cNvPr>
                <p:cNvSpPr/>
                <p:nvPr/>
              </p:nvSpPr>
              <p:spPr>
                <a:xfrm>
                  <a:off x="7404668" y="5194025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6" name="object 450">
                  <a:extLst>
                    <a:ext uri="{FF2B5EF4-FFF2-40B4-BE49-F238E27FC236}">
                      <a16:creationId xmlns:a16="http://schemas.microsoft.com/office/drawing/2014/main" id="{B121C5BF-08B4-4D90-A860-8F2D17F25744}"/>
                    </a:ext>
                  </a:extLst>
                </p:cNvPr>
                <p:cNvSpPr/>
                <p:nvPr/>
              </p:nvSpPr>
              <p:spPr>
                <a:xfrm>
                  <a:off x="740466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7" name="object 451">
                  <a:extLst>
                    <a:ext uri="{FF2B5EF4-FFF2-40B4-BE49-F238E27FC236}">
                      <a16:creationId xmlns:a16="http://schemas.microsoft.com/office/drawing/2014/main" id="{1C4C4C49-3FCB-45A0-8DD6-61FDB1157633}"/>
                    </a:ext>
                  </a:extLst>
                </p:cNvPr>
                <p:cNvSpPr/>
                <p:nvPr/>
              </p:nvSpPr>
              <p:spPr>
                <a:xfrm>
                  <a:off x="7512872" y="5194025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8" name="object 452">
                  <a:extLst>
                    <a:ext uri="{FF2B5EF4-FFF2-40B4-BE49-F238E27FC236}">
                      <a16:creationId xmlns:a16="http://schemas.microsoft.com/office/drawing/2014/main" id="{550AECB2-6522-4187-B15E-C4320EBF357F}"/>
                    </a:ext>
                  </a:extLst>
                </p:cNvPr>
                <p:cNvSpPr/>
                <p:nvPr/>
              </p:nvSpPr>
              <p:spPr>
                <a:xfrm>
                  <a:off x="75128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9" name="object 453">
                  <a:extLst>
                    <a:ext uri="{FF2B5EF4-FFF2-40B4-BE49-F238E27FC236}">
                      <a16:creationId xmlns:a16="http://schemas.microsoft.com/office/drawing/2014/main" id="{94870FE5-9BEC-45DA-84B0-CA6A8CE33D6C}"/>
                    </a:ext>
                  </a:extLst>
                </p:cNvPr>
                <p:cNvSpPr/>
                <p:nvPr/>
              </p:nvSpPr>
              <p:spPr>
                <a:xfrm>
                  <a:off x="7621839" y="510259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191" y="108204"/>
                      </a:lnTo>
                      <a:lnTo>
                        <a:pt x="108191" y="91440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0" name="object 454">
                  <a:extLst>
                    <a:ext uri="{FF2B5EF4-FFF2-40B4-BE49-F238E27FC236}">
                      <a16:creationId xmlns:a16="http://schemas.microsoft.com/office/drawing/2014/main" id="{84040B74-629C-4AC1-9A76-2389F2CCF0A0}"/>
                    </a:ext>
                  </a:extLst>
                </p:cNvPr>
                <p:cNvSpPr/>
                <p:nvPr/>
              </p:nvSpPr>
              <p:spPr>
                <a:xfrm>
                  <a:off x="762183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1" name="object 455">
                  <a:extLst>
                    <a:ext uri="{FF2B5EF4-FFF2-40B4-BE49-F238E27FC236}">
                      <a16:creationId xmlns:a16="http://schemas.microsoft.com/office/drawing/2014/main" id="{43E9181F-F022-4348-8299-B57854CCBBDB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2" name="object 456">
                  <a:extLst>
                    <a:ext uri="{FF2B5EF4-FFF2-40B4-BE49-F238E27FC236}">
                      <a16:creationId xmlns:a16="http://schemas.microsoft.com/office/drawing/2014/main" id="{829D421C-E030-433F-92CC-C4A4A9386FF7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3" name="object 457">
                  <a:extLst>
                    <a:ext uri="{FF2B5EF4-FFF2-40B4-BE49-F238E27FC236}">
                      <a16:creationId xmlns:a16="http://schemas.microsoft.com/office/drawing/2014/main" id="{CC1057D3-E80C-407B-9E13-12C91A3A8C99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4" name="object 458">
                  <a:extLst>
                    <a:ext uri="{FF2B5EF4-FFF2-40B4-BE49-F238E27FC236}">
                      <a16:creationId xmlns:a16="http://schemas.microsoft.com/office/drawing/2014/main" id="{17675AE5-C9D0-4B7E-BAAD-965D2932DF6D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5" name="object 459">
                  <a:extLst>
                    <a:ext uri="{FF2B5EF4-FFF2-40B4-BE49-F238E27FC236}">
                      <a16:creationId xmlns:a16="http://schemas.microsoft.com/office/drawing/2014/main" id="{45D8DD61-FDC0-4405-B217-B4F44FC04945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6" name="object 460">
                  <a:extLst>
                    <a:ext uri="{FF2B5EF4-FFF2-40B4-BE49-F238E27FC236}">
                      <a16:creationId xmlns:a16="http://schemas.microsoft.com/office/drawing/2014/main" id="{B1E58281-71E3-4216-992F-09A13D60BFB6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7" name="object 461">
                  <a:extLst>
                    <a:ext uri="{FF2B5EF4-FFF2-40B4-BE49-F238E27FC236}">
                      <a16:creationId xmlns:a16="http://schemas.microsoft.com/office/drawing/2014/main" id="{5EA7F96C-0697-4E27-8731-2BF12918DD45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8" name="object 462">
                  <a:extLst>
                    <a:ext uri="{FF2B5EF4-FFF2-40B4-BE49-F238E27FC236}">
                      <a16:creationId xmlns:a16="http://schemas.microsoft.com/office/drawing/2014/main" id="{F4EC9FC9-0A0A-4582-A12B-A50665BDD411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9" name="object 463">
                  <a:extLst>
                    <a:ext uri="{FF2B5EF4-FFF2-40B4-BE49-F238E27FC236}">
                      <a16:creationId xmlns:a16="http://schemas.microsoft.com/office/drawing/2014/main" id="{7F903A1D-B6D5-4898-855A-61EEF6141048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0" name="object 464">
                  <a:extLst>
                    <a:ext uri="{FF2B5EF4-FFF2-40B4-BE49-F238E27FC236}">
                      <a16:creationId xmlns:a16="http://schemas.microsoft.com/office/drawing/2014/main" id="{59FBBC0A-054A-4458-B854-416154C9146C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1" name="object 465">
                  <a:extLst>
                    <a:ext uri="{FF2B5EF4-FFF2-40B4-BE49-F238E27FC236}">
                      <a16:creationId xmlns:a16="http://schemas.microsoft.com/office/drawing/2014/main" id="{95D5925A-D2C5-4DFE-93AB-1F7D82EDF08E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2" name="object 466">
                  <a:extLst>
                    <a:ext uri="{FF2B5EF4-FFF2-40B4-BE49-F238E27FC236}">
                      <a16:creationId xmlns:a16="http://schemas.microsoft.com/office/drawing/2014/main" id="{7C0B14C2-C788-4084-BE15-58CD69DC2779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3" name="object 467">
                  <a:extLst>
                    <a:ext uri="{FF2B5EF4-FFF2-40B4-BE49-F238E27FC236}">
                      <a16:creationId xmlns:a16="http://schemas.microsoft.com/office/drawing/2014/main" id="{34225A95-883A-4AE2-99DB-576296292E84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4" name="object 468">
                  <a:extLst>
                    <a:ext uri="{FF2B5EF4-FFF2-40B4-BE49-F238E27FC236}">
                      <a16:creationId xmlns:a16="http://schemas.microsoft.com/office/drawing/2014/main" id="{99BE1DA0-05AA-4B3E-9C23-CF4A4A068F4D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5" name="object 469">
                  <a:extLst>
                    <a:ext uri="{FF2B5EF4-FFF2-40B4-BE49-F238E27FC236}">
                      <a16:creationId xmlns:a16="http://schemas.microsoft.com/office/drawing/2014/main" id="{E9C7C3C4-B9E3-4047-AFF0-6307A9EA8C45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6" name="object 470">
                  <a:extLst>
                    <a:ext uri="{FF2B5EF4-FFF2-40B4-BE49-F238E27FC236}">
                      <a16:creationId xmlns:a16="http://schemas.microsoft.com/office/drawing/2014/main" id="{EF1981CB-5D41-4750-B1FC-66C5F047686B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7" name="object 471">
                  <a:extLst>
                    <a:ext uri="{FF2B5EF4-FFF2-40B4-BE49-F238E27FC236}">
                      <a16:creationId xmlns:a16="http://schemas.microsoft.com/office/drawing/2014/main" id="{2324AD2E-EB0A-47B4-B62E-C50E457D5D19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8" name="object 472">
                  <a:extLst>
                    <a:ext uri="{FF2B5EF4-FFF2-40B4-BE49-F238E27FC236}">
                      <a16:creationId xmlns:a16="http://schemas.microsoft.com/office/drawing/2014/main" id="{02D07DCD-42D7-4906-B360-BEA5F753E407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9" name="object 473">
                  <a:extLst>
                    <a:ext uri="{FF2B5EF4-FFF2-40B4-BE49-F238E27FC236}">
                      <a16:creationId xmlns:a16="http://schemas.microsoft.com/office/drawing/2014/main" id="{7E1B3DF0-9C21-47DC-972F-B4C146CE427E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0" name="object 474">
                  <a:extLst>
                    <a:ext uri="{FF2B5EF4-FFF2-40B4-BE49-F238E27FC236}">
                      <a16:creationId xmlns:a16="http://schemas.microsoft.com/office/drawing/2014/main" id="{4944614B-2F30-4444-ADCF-DA15ABF1519A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1" name="object 475">
                  <a:extLst>
                    <a:ext uri="{FF2B5EF4-FFF2-40B4-BE49-F238E27FC236}">
                      <a16:creationId xmlns:a16="http://schemas.microsoft.com/office/drawing/2014/main" id="{872EEE20-1B94-4B62-AC3D-2F93863C0325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2" name="object 476">
                  <a:extLst>
                    <a:ext uri="{FF2B5EF4-FFF2-40B4-BE49-F238E27FC236}">
                      <a16:creationId xmlns:a16="http://schemas.microsoft.com/office/drawing/2014/main" id="{B407D6F3-3DDF-47E2-8F9F-7E1B859D49D6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3" name="object 477">
                  <a:extLst>
                    <a:ext uri="{FF2B5EF4-FFF2-40B4-BE49-F238E27FC236}">
                      <a16:creationId xmlns:a16="http://schemas.microsoft.com/office/drawing/2014/main" id="{7D0D1047-DA8A-4A43-8447-F726B5FA2768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4" name="object 478">
                  <a:extLst>
                    <a:ext uri="{FF2B5EF4-FFF2-40B4-BE49-F238E27FC236}">
                      <a16:creationId xmlns:a16="http://schemas.microsoft.com/office/drawing/2014/main" id="{CC7A39A5-1ED1-44DC-B021-3BBCF8F786D0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5" name="object 479">
                  <a:extLst>
                    <a:ext uri="{FF2B5EF4-FFF2-40B4-BE49-F238E27FC236}">
                      <a16:creationId xmlns:a16="http://schemas.microsoft.com/office/drawing/2014/main" id="{111037BA-B1DE-45BC-B0FD-4D0F4F38F2AF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6" name="object 480">
                  <a:extLst>
                    <a:ext uri="{FF2B5EF4-FFF2-40B4-BE49-F238E27FC236}">
                      <a16:creationId xmlns:a16="http://schemas.microsoft.com/office/drawing/2014/main" id="{68D78E12-8D0C-40D0-92A7-B5CC2328736D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7" name="object 481">
                  <a:extLst>
                    <a:ext uri="{FF2B5EF4-FFF2-40B4-BE49-F238E27FC236}">
                      <a16:creationId xmlns:a16="http://schemas.microsoft.com/office/drawing/2014/main" id="{C27D8C9C-E1B5-43D6-A3AD-F7D06AE86059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8" name="object 482">
                  <a:extLst>
                    <a:ext uri="{FF2B5EF4-FFF2-40B4-BE49-F238E27FC236}">
                      <a16:creationId xmlns:a16="http://schemas.microsoft.com/office/drawing/2014/main" id="{BB16B116-3CD1-401F-81DB-8A8A379AD737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9" name="object 483">
                  <a:extLst>
                    <a:ext uri="{FF2B5EF4-FFF2-40B4-BE49-F238E27FC236}">
                      <a16:creationId xmlns:a16="http://schemas.microsoft.com/office/drawing/2014/main" id="{D3C52290-5C55-4C30-8933-560E497EA0AE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0" name="object 484">
                  <a:extLst>
                    <a:ext uri="{FF2B5EF4-FFF2-40B4-BE49-F238E27FC236}">
                      <a16:creationId xmlns:a16="http://schemas.microsoft.com/office/drawing/2014/main" id="{37EB8838-BF38-4223-827B-05547AE8C62C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1" name="object 485">
                  <a:extLst>
                    <a:ext uri="{FF2B5EF4-FFF2-40B4-BE49-F238E27FC236}">
                      <a16:creationId xmlns:a16="http://schemas.microsoft.com/office/drawing/2014/main" id="{17A8E67A-9EB5-4534-A7F4-ADC0B1456904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2" name="object 486">
                  <a:extLst>
                    <a:ext uri="{FF2B5EF4-FFF2-40B4-BE49-F238E27FC236}">
                      <a16:creationId xmlns:a16="http://schemas.microsoft.com/office/drawing/2014/main" id="{9C61092D-77E4-47A1-A0BA-D21921B4D94F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3" name="object 487">
                  <a:extLst>
                    <a:ext uri="{FF2B5EF4-FFF2-40B4-BE49-F238E27FC236}">
                      <a16:creationId xmlns:a16="http://schemas.microsoft.com/office/drawing/2014/main" id="{29D7ABC6-45B2-4E73-A29D-83EA877B8CA5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4" name="object 488">
                  <a:extLst>
                    <a:ext uri="{FF2B5EF4-FFF2-40B4-BE49-F238E27FC236}">
                      <a16:creationId xmlns:a16="http://schemas.microsoft.com/office/drawing/2014/main" id="{FB4314C9-1771-4F1C-A8D2-416FB2BCBDC0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5" name="object 489">
                  <a:extLst>
                    <a:ext uri="{FF2B5EF4-FFF2-40B4-BE49-F238E27FC236}">
                      <a16:creationId xmlns:a16="http://schemas.microsoft.com/office/drawing/2014/main" id="{3E002125-0668-4D0E-B5AC-1C6F20397438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6" name="object 490">
                  <a:extLst>
                    <a:ext uri="{FF2B5EF4-FFF2-40B4-BE49-F238E27FC236}">
                      <a16:creationId xmlns:a16="http://schemas.microsoft.com/office/drawing/2014/main" id="{D8C0ECAE-D774-4352-8774-50B8E68178D7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7" name="object 491">
                  <a:extLst>
                    <a:ext uri="{FF2B5EF4-FFF2-40B4-BE49-F238E27FC236}">
                      <a16:creationId xmlns:a16="http://schemas.microsoft.com/office/drawing/2014/main" id="{C7F31421-1FF0-48F1-A6B2-3981A065BB8A}"/>
                    </a:ext>
                  </a:extLst>
                </p:cNvPr>
                <p:cNvSpPr/>
                <p:nvPr/>
              </p:nvSpPr>
              <p:spPr>
                <a:xfrm>
                  <a:off x="6969566" y="521080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2202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92202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8" name="object 492">
                  <a:extLst>
                    <a:ext uri="{FF2B5EF4-FFF2-40B4-BE49-F238E27FC236}">
                      <a16:creationId xmlns:a16="http://schemas.microsoft.com/office/drawing/2014/main" id="{E2524271-A1B6-4CF2-B0C2-941C5F977DC3}"/>
                    </a:ext>
                  </a:extLst>
                </p:cNvPr>
                <p:cNvSpPr/>
                <p:nvPr/>
              </p:nvSpPr>
              <p:spPr>
                <a:xfrm>
                  <a:off x="696956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9" name="object 493">
                  <a:extLst>
                    <a:ext uri="{FF2B5EF4-FFF2-40B4-BE49-F238E27FC236}">
                      <a16:creationId xmlns:a16="http://schemas.microsoft.com/office/drawing/2014/main" id="{D0D5B9C0-B933-47D9-861B-721064125BB7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0" name="object 494">
                  <a:extLst>
                    <a:ext uri="{FF2B5EF4-FFF2-40B4-BE49-F238E27FC236}">
                      <a16:creationId xmlns:a16="http://schemas.microsoft.com/office/drawing/2014/main" id="{E89E2952-2E19-459C-9C25-B2BF9CFE4B12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1" name="object 495">
                  <a:extLst>
                    <a:ext uri="{FF2B5EF4-FFF2-40B4-BE49-F238E27FC236}">
                      <a16:creationId xmlns:a16="http://schemas.microsoft.com/office/drawing/2014/main" id="{54B28296-D478-4ACF-AB85-055A3A2DA1B9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2" name="object 496">
                  <a:extLst>
                    <a:ext uri="{FF2B5EF4-FFF2-40B4-BE49-F238E27FC236}">
                      <a16:creationId xmlns:a16="http://schemas.microsoft.com/office/drawing/2014/main" id="{B10E5B72-87B6-4EF2-A8F1-3CF61CB41070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3" name="object 497">
                  <a:extLst>
                    <a:ext uri="{FF2B5EF4-FFF2-40B4-BE49-F238E27FC236}">
                      <a16:creationId xmlns:a16="http://schemas.microsoft.com/office/drawing/2014/main" id="{B985EB13-60A7-4741-A1D6-7B0D8325C29E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4" name="object 498">
                  <a:extLst>
                    <a:ext uri="{FF2B5EF4-FFF2-40B4-BE49-F238E27FC236}">
                      <a16:creationId xmlns:a16="http://schemas.microsoft.com/office/drawing/2014/main" id="{B8676C82-0C6D-4704-884B-10F4B2E698E2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5" name="object 499">
                  <a:extLst>
                    <a:ext uri="{FF2B5EF4-FFF2-40B4-BE49-F238E27FC236}">
                      <a16:creationId xmlns:a16="http://schemas.microsoft.com/office/drawing/2014/main" id="{E2A8135E-0329-4E2C-BF14-671A6D5FE328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6" name="object 500">
                  <a:extLst>
                    <a:ext uri="{FF2B5EF4-FFF2-40B4-BE49-F238E27FC236}">
                      <a16:creationId xmlns:a16="http://schemas.microsoft.com/office/drawing/2014/main" id="{AF43B7D3-57C8-4E8B-A4EA-C5ADC225F929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7" name="object 501">
                  <a:extLst>
                    <a:ext uri="{FF2B5EF4-FFF2-40B4-BE49-F238E27FC236}">
                      <a16:creationId xmlns:a16="http://schemas.microsoft.com/office/drawing/2014/main" id="{57DAD782-E177-4ABB-B661-0DA19AAF5463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8" name="object 502">
                  <a:extLst>
                    <a:ext uri="{FF2B5EF4-FFF2-40B4-BE49-F238E27FC236}">
                      <a16:creationId xmlns:a16="http://schemas.microsoft.com/office/drawing/2014/main" id="{F53D6842-FBF5-4FC6-B71C-7943DBF1BEC8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9" name="object 503">
                  <a:extLst>
                    <a:ext uri="{FF2B5EF4-FFF2-40B4-BE49-F238E27FC236}">
                      <a16:creationId xmlns:a16="http://schemas.microsoft.com/office/drawing/2014/main" id="{FC0E79B0-ABC7-4D8C-8C0C-6CEDA6501CBD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0" name="object 504">
                  <a:extLst>
                    <a:ext uri="{FF2B5EF4-FFF2-40B4-BE49-F238E27FC236}">
                      <a16:creationId xmlns:a16="http://schemas.microsoft.com/office/drawing/2014/main" id="{A69531B2-59B4-4032-AA11-06B2FE583FC2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1" name="object 505">
                  <a:extLst>
                    <a:ext uri="{FF2B5EF4-FFF2-40B4-BE49-F238E27FC236}">
                      <a16:creationId xmlns:a16="http://schemas.microsoft.com/office/drawing/2014/main" id="{708A8BF8-2353-4A01-9404-BC0416AAD68D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2" name="object 506">
                  <a:extLst>
                    <a:ext uri="{FF2B5EF4-FFF2-40B4-BE49-F238E27FC236}">
                      <a16:creationId xmlns:a16="http://schemas.microsoft.com/office/drawing/2014/main" id="{BBC5D5E6-0921-481A-A127-B4D9CB437DEB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3" name="object 507">
                  <a:extLst>
                    <a:ext uri="{FF2B5EF4-FFF2-40B4-BE49-F238E27FC236}">
                      <a16:creationId xmlns:a16="http://schemas.microsoft.com/office/drawing/2014/main" id="{955A3E57-D12E-4D5D-8398-064E209454FF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4" name="object 508">
                  <a:extLst>
                    <a:ext uri="{FF2B5EF4-FFF2-40B4-BE49-F238E27FC236}">
                      <a16:creationId xmlns:a16="http://schemas.microsoft.com/office/drawing/2014/main" id="{4FB62CF6-BE6E-489D-A9E9-42A3A77C1D7A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5" name="object 509">
                  <a:extLst>
                    <a:ext uri="{FF2B5EF4-FFF2-40B4-BE49-F238E27FC236}">
                      <a16:creationId xmlns:a16="http://schemas.microsoft.com/office/drawing/2014/main" id="{F65699F2-6554-4634-8F6E-E3A2B750C21D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6" name="object 510">
                  <a:extLst>
                    <a:ext uri="{FF2B5EF4-FFF2-40B4-BE49-F238E27FC236}">
                      <a16:creationId xmlns:a16="http://schemas.microsoft.com/office/drawing/2014/main" id="{A56E4538-A1AC-4955-8952-B8D47F066200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7" name="object 511">
                  <a:extLst>
                    <a:ext uri="{FF2B5EF4-FFF2-40B4-BE49-F238E27FC236}">
                      <a16:creationId xmlns:a16="http://schemas.microsoft.com/office/drawing/2014/main" id="{B0283F94-F146-47A7-8B42-9244CBBBB46E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8" name="object 512">
                  <a:extLst>
                    <a:ext uri="{FF2B5EF4-FFF2-40B4-BE49-F238E27FC236}">
                      <a16:creationId xmlns:a16="http://schemas.microsoft.com/office/drawing/2014/main" id="{BD7F0851-0669-4D5D-BC8D-A87AE1172E63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9" name="object 513">
                  <a:extLst>
                    <a:ext uri="{FF2B5EF4-FFF2-40B4-BE49-F238E27FC236}">
                      <a16:creationId xmlns:a16="http://schemas.microsoft.com/office/drawing/2014/main" id="{E73A7474-B0D4-48F0-83DC-C17C28C0D7C8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0" name="object 514">
                  <a:extLst>
                    <a:ext uri="{FF2B5EF4-FFF2-40B4-BE49-F238E27FC236}">
                      <a16:creationId xmlns:a16="http://schemas.microsoft.com/office/drawing/2014/main" id="{153E59F6-148D-478C-B72D-78A85602FE54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1" name="object 515">
                  <a:extLst>
                    <a:ext uri="{FF2B5EF4-FFF2-40B4-BE49-F238E27FC236}">
                      <a16:creationId xmlns:a16="http://schemas.microsoft.com/office/drawing/2014/main" id="{4B719B2B-D760-4EA2-82DA-91BE227BF574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2" name="object 516">
                  <a:extLst>
                    <a:ext uri="{FF2B5EF4-FFF2-40B4-BE49-F238E27FC236}">
                      <a16:creationId xmlns:a16="http://schemas.microsoft.com/office/drawing/2014/main" id="{B3403857-150B-4155-BA27-1FD1A96F7049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3" name="object 517">
                  <a:extLst>
                    <a:ext uri="{FF2B5EF4-FFF2-40B4-BE49-F238E27FC236}">
                      <a16:creationId xmlns:a16="http://schemas.microsoft.com/office/drawing/2014/main" id="{D02F452E-36E9-491B-81CC-14D0ADE13261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4" name="object 518">
                  <a:extLst>
                    <a:ext uri="{FF2B5EF4-FFF2-40B4-BE49-F238E27FC236}">
                      <a16:creationId xmlns:a16="http://schemas.microsoft.com/office/drawing/2014/main" id="{1A6858B0-7D02-4D62-97B9-918B9EF1D3E3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5" name="object 519">
                  <a:extLst>
                    <a:ext uri="{FF2B5EF4-FFF2-40B4-BE49-F238E27FC236}">
                      <a16:creationId xmlns:a16="http://schemas.microsoft.com/office/drawing/2014/main" id="{486E7BD8-24C9-4A6D-8644-3606297797BE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6" name="object 520">
                  <a:extLst>
                    <a:ext uri="{FF2B5EF4-FFF2-40B4-BE49-F238E27FC236}">
                      <a16:creationId xmlns:a16="http://schemas.microsoft.com/office/drawing/2014/main" id="{A03FE7EE-2D75-454E-9AA7-1B75414FAC57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7" name="object 521">
                  <a:extLst>
                    <a:ext uri="{FF2B5EF4-FFF2-40B4-BE49-F238E27FC236}">
                      <a16:creationId xmlns:a16="http://schemas.microsoft.com/office/drawing/2014/main" id="{509678ED-CFA9-4FDC-AAE8-324B99C9E317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8" name="object 522">
                  <a:extLst>
                    <a:ext uri="{FF2B5EF4-FFF2-40B4-BE49-F238E27FC236}">
                      <a16:creationId xmlns:a16="http://schemas.microsoft.com/office/drawing/2014/main" id="{666E9EC9-8167-4A74-8836-527BD946EC31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9" name="object 523">
                  <a:extLst>
                    <a:ext uri="{FF2B5EF4-FFF2-40B4-BE49-F238E27FC236}">
                      <a16:creationId xmlns:a16="http://schemas.microsoft.com/office/drawing/2014/main" id="{F4F10734-E9A8-4324-85C3-E75204F3A654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0" name="object 524">
                  <a:extLst>
                    <a:ext uri="{FF2B5EF4-FFF2-40B4-BE49-F238E27FC236}">
                      <a16:creationId xmlns:a16="http://schemas.microsoft.com/office/drawing/2014/main" id="{A2291AF7-23BE-46D3-9879-771C88E264AF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1" name="object 525">
                  <a:extLst>
                    <a:ext uri="{FF2B5EF4-FFF2-40B4-BE49-F238E27FC236}">
                      <a16:creationId xmlns:a16="http://schemas.microsoft.com/office/drawing/2014/main" id="{1CB6B52C-EED7-4AB2-A020-C2F42CE4BF63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2" name="object 526">
                  <a:extLst>
                    <a:ext uri="{FF2B5EF4-FFF2-40B4-BE49-F238E27FC236}">
                      <a16:creationId xmlns:a16="http://schemas.microsoft.com/office/drawing/2014/main" id="{D85B1BD5-E04C-474F-9027-C39FE75A493C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3" name="object 527">
                  <a:extLst>
                    <a:ext uri="{FF2B5EF4-FFF2-40B4-BE49-F238E27FC236}">
                      <a16:creationId xmlns:a16="http://schemas.microsoft.com/office/drawing/2014/main" id="{DEBD9AB5-0894-448E-9A0B-A6718FE83C42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4" name="object 528">
                  <a:extLst>
                    <a:ext uri="{FF2B5EF4-FFF2-40B4-BE49-F238E27FC236}">
                      <a16:creationId xmlns:a16="http://schemas.microsoft.com/office/drawing/2014/main" id="{0355954C-B3E2-426F-96D9-B4EEC53658DD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object 529">
                  <a:extLst>
                    <a:ext uri="{FF2B5EF4-FFF2-40B4-BE49-F238E27FC236}">
                      <a16:creationId xmlns:a16="http://schemas.microsoft.com/office/drawing/2014/main" id="{248C7691-6561-446E-BD7E-10277CDB6B98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6" name="object 530">
                  <a:extLst>
                    <a:ext uri="{FF2B5EF4-FFF2-40B4-BE49-F238E27FC236}">
                      <a16:creationId xmlns:a16="http://schemas.microsoft.com/office/drawing/2014/main" id="{BE98183A-87C6-4936-96F3-C0C3939D0A0B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7" name="object 531">
                  <a:extLst>
                    <a:ext uri="{FF2B5EF4-FFF2-40B4-BE49-F238E27FC236}">
                      <a16:creationId xmlns:a16="http://schemas.microsoft.com/office/drawing/2014/main" id="{295E71B5-E1E1-425C-99A3-D5097FB83CFB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8" name="object 532">
                  <a:extLst>
                    <a:ext uri="{FF2B5EF4-FFF2-40B4-BE49-F238E27FC236}">
                      <a16:creationId xmlns:a16="http://schemas.microsoft.com/office/drawing/2014/main" id="{69F40ED2-54DD-4619-8891-B2D88860D401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9" name="object 533">
                  <a:extLst>
                    <a:ext uri="{FF2B5EF4-FFF2-40B4-BE49-F238E27FC236}">
                      <a16:creationId xmlns:a16="http://schemas.microsoft.com/office/drawing/2014/main" id="{CE6A0EBB-DF2E-443D-AB79-FBD5B4DB1C7D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0" name="object 534">
                  <a:extLst>
                    <a:ext uri="{FF2B5EF4-FFF2-40B4-BE49-F238E27FC236}">
                      <a16:creationId xmlns:a16="http://schemas.microsoft.com/office/drawing/2014/main" id="{D6B9FD9A-DB8D-4703-B361-8948091BF91D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1" name="object 535">
                  <a:extLst>
                    <a:ext uri="{FF2B5EF4-FFF2-40B4-BE49-F238E27FC236}">
                      <a16:creationId xmlns:a16="http://schemas.microsoft.com/office/drawing/2014/main" id="{2F164386-52D9-4D78-A836-F7E06E73F8F0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2" name="object 536">
                  <a:extLst>
                    <a:ext uri="{FF2B5EF4-FFF2-40B4-BE49-F238E27FC236}">
                      <a16:creationId xmlns:a16="http://schemas.microsoft.com/office/drawing/2014/main" id="{F34D9DCB-429E-4A49-B40C-206DC0AA64D8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3" name="object 537">
                  <a:extLst>
                    <a:ext uri="{FF2B5EF4-FFF2-40B4-BE49-F238E27FC236}">
                      <a16:creationId xmlns:a16="http://schemas.microsoft.com/office/drawing/2014/main" id="{126D01F3-0543-4430-BA5C-10FB42585D7D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4" name="object 538">
                  <a:extLst>
                    <a:ext uri="{FF2B5EF4-FFF2-40B4-BE49-F238E27FC236}">
                      <a16:creationId xmlns:a16="http://schemas.microsoft.com/office/drawing/2014/main" id="{AA0F35F8-756B-4EBD-8711-7C5A9DB99892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5" name="object 539">
                  <a:extLst>
                    <a:ext uri="{FF2B5EF4-FFF2-40B4-BE49-F238E27FC236}">
                      <a16:creationId xmlns:a16="http://schemas.microsoft.com/office/drawing/2014/main" id="{55650B1D-2C46-4771-B285-23C20B3DB7CF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6" name="object 540">
                  <a:extLst>
                    <a:ext uri="{FF2B5EF4-FFF2-40B4-BE49-F238E27FC236}">
                      <a16:creationId xmlns:a16="http://schemas.microsoft.com/office/drawing/2014/main" id="{1686D02A-DF93-4C1A-8F19-3BB84AD18464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7" name="object 541">
                  <a:extLst>
                    <a:ext uri="{FF2B5EF4-FFF2-40B4-BE49-F238E27FC236}">
                      <a16:creationId xmlns:a16="http://schemas.microsoft.com/office/drawing/2014/main" id="{CEA02C41-F280-4828-9E3F-1E8FF267AD8E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8" name="object 542">
                  <a:extLst>
                    <a:ext uri="{FF2B5EF4-FFF2-40B4-BE49-F238E27FC236}">
                      <a16:creationId xmlns:a16="http://schemas.microsoft.com/office/drawing/2014/main" id="{A0D17E19-3A3D-4FFC-9031-512A59B559C0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9" name="object 543">
                  <a:extLst>
                    <a:ext uri="{FF2B5EF4-FFF2-40B4-BE49-F238E27FC236}">
                      <a16:creationId xmlns:a16="http://schemas.microsoft.com/office/drawing/2014/main" id="{934A82EA-47E5-4141-8DD1-9785DF3769CD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0" name="object 544">
                  <a:extLst>
                    <a:ext uri="{FF2B5EF4-FFF2-40B4-BE49-F238E27FC236}">
                      <a16:creationId xmlns:a16="http://schemas.microsoft.com/office/drawing/2014/main" id="{F6E9BCDB-9994-4759-9C1D-7B0CC7BDBDEF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1" name="object 545">
                  <a:extLst>
                    <a:ext uri="{FF2B5EF4-FFF2-40B4-BE49-F238E27FC236}">
                      <a16:creationId xmlns:a16="http://schemas.microsoft.com/office/drawing/2014/main" id="{9493C3EC-60E8-49CD-BC8B-6214C71E9A77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2" name="object 546">
                  <a:extLst>
                    <a:ext uri="{FF2B5EF4-FFF2-40B4-BE49-F238E27FC236}">
                      <a16:creationId xmlns:a16="http://schemas.microsoft.com/office/drawing/2014/main" id="{2318F02D-337A-4F29-B1C1-986B0EDC0811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3" name="object 547">
                  <a:extLst>
                    <a:ext uri="{FF2B5EF4-FFF2-40B4-BE49-F238E27FC236}">
                      <a16:creationId xmlns:a16="http://schemas.microsoft.com/office/drawing/2014/main" id="{2E473F29-E337-46E1-9BCC-F0B8F149F428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4" name="object 548">
                  <a:extLst>
                    <a:ext uri="{FF2B5EF4-FFF2-40B4-BE49-F238E27FC236}">
                      <a16:creationId xmlns:a16="http://schemas.microsoft.com/office/drawing/2014/main" id="{981E063C-5277-4E64-91EB-8DE111A6FDAA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5" name="object 549">
                  <a:extLst>
                    <a:ext uri="{FF2B5EF4-FFF2-40B4-BE49-F238E27FC236}">
                      <a16:creationId xmlns:a16="http://schemas.microsoft.com/office/drawing/2014/main" id="{A3DA7196-84A9-47C7-B699-CB566DA81D87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6" name="object 550">
                  <a:extLst>
                    <a:ext uri="{FF2B5EF4-FFF2-40B4-BE49-F238E27FC236}">
                      <a16:creationId xmlns:a16="http://schemas.microsoft.com/office/drawing/2014/main" id="{B63EA10C-02C9-4A34-8A72-1801F4AC4F53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7" name="object 551">
                  <a:extLst>
                    <a:ext uri="{FF2B5EF4-FFF2-40B4-BE49-F238E27FC236}">
                      <a16:creationId xmlns:a16="http://schemas.microsoft.com/office/drawing/2014/main" id="{225551C9-633A-45DC-9F19-33C111957635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8" name="object 552">
                  <a:extLst>
                    <a:ext uri="{FF2B5EF4-FFF2-40B4-BE49-F238E27FC236}">
                      <a16:creationId xmlns:a16="http://schemas.microsoft.com/office/drawing/2014/main" id="{E806F62E-EC4A-44F8-9DFC-384D504F94A3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9" name="object 553">
                  <a:extLst>
                    <a:ext uri="{FF2B5EF4-FFF2-40B4-BE49-F238E27FC236}">
                      <a16:creationId xmlns:a16="http://schemas.microsoft.com/office/drawing/2014/main" id="{B844C078-AF3A-4F3F-9D31-76D1EC13EF5D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0" name="object 554">
                  <a:extLst>
                    <a:ext uri="{FF2B5EF4-FFF2-40B4-BE49-F238E27FC236}">
                      <a16:creationId xmlns:a16="http://schemas.microsoft.com/office/drawing/2014/main" id="{A95FC85C-1730-4F98-80FA-DCC2BF3F49E4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1" name="object 555">
                  <a:extLst>
                    <a:ext uri="{FF2B5EF4-FFF2-40B4-BE49-F238E27FC236}">
                      <a16:creationId xmlns:a16="http://schemas.microsoft.com/office/drawing/2014/main" id="{5C48D37C-F4CE-4E50-99BF-763214C79E72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2" name="object 556">
                  <a:extLst>
                    <a:ext uri="{FF2B5EF4-FFF2-40B4-BE49-F238E27FC236}">
                      <a16:creationId xmlns:a16="http://schemas.microsoft.com/office/drawing/2014/main" id="{CAB8319D-399D-4125-A8E4-42DEB9BA2262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3" name="object 557">
                  <a:extLst>
                    <a:ext uri="{FF2B5EF4-FFF2-40B4-BE49-F238E27FC236}">
                      <a16:creationId xmlns:a16="http://schemas.microsoft.com/office/drawing/2014/main" id="{D996CD98-A428-413A-BBF5-E43E89F7A751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4" name="object 558">
                  <a:extLst>
                    <a:ext uri="{FF2B5EF4-FFF2-40B4-BE49-F238E27FC236}">
                      <a16:creationId xmlns:a16="http://schemas.microsoft.com/office/drawing/2014/main" id="{17BB6C78-CA0B-462A-A81A-EE38D20F6D74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5" name="object 559">
                  <a:extLst>
                    <a:ext uri="{FF2B5EF4-FFF2-40B4-BE49-F238E27FC236}">
                      <a16:creationId xmlns:a16="http://schemas.microsoft.com/office/drawing/2014/main" id="{D37E8F3C-E12F-4E7D-A2D5-40FFE741C915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6" name="object 560">
                  <a:extLst>
                    <a:ext uri="{FF2B5EF4-FFF2-40B4-BE49-F238E27FC236}">
                      <a16:creationId xmlns:a16="http://schemas.microsoft.com/office/drawing/2014/main" id="{91C53EFD-1F6C-4FDE-9C3B-1C243DA56F74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7" name="object 561">
                  <a:extLst>
                    <a:ext uri="{FF2B5EF4-FFF2-40B4-BE49-F238E27FC236}">
                      <a16:creationId xmlns:a16="http://schemas.microsoft.com/office/drawing/2014/main" id="{2F7D69E5-C741-4087-89C5-3CD3D9E93CF6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8" name="object 562">
                  <a:extLst>
                    <a:ext uri="{FF2B5EF4-FFF2-40B4-BE49-F238E27FC236}">
                      <a16:creationId xmlns:a16="http://schemas.microsoft.com/office/drawing/2014/main" id="{8129B54F-4289-408A-BD24-8CDB85F6E11A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9" name="object 563">
                  <a:extLst>
                    <a:ext uri="{FF2B5EF4-FFF2-40B4-BE49-F238E27FC236}">
                      <a16:creationId xmlns:a16="http://schemas.microsoft.com/office/drawing/2014/main" id="{00F6E6E9-08C2-453C-96AA-CA5063DA3034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0" name="object 564">
                  <a:extLst>
                    <a:ext uri="{FF2B5EF4-FFF2-40B4-BE49-F238E27FC236}">
                      <a16:creationId xmlns:a16="http://schemas.microsoft.com/office/drawing/2014/main" id="{A6073ED7-7875-4458-899B-0006F15AB0DB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1" name="object 565">
                  <a:extLst>
                    <a:ext uri="{FF2B5EF4-FFF2-40B4-BE49-F238E27FC236}">
                      <a16:creationId xmlns:a16="http://schemas.microsoft.com/office/drawing/2014/main" id="{E9B29519-0F52-4812-AA5B-5D80B727D910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2" name="object 566">
                  <a:extLst>
                    <a:ext uri="{FF2B5EF4-FFF2-40B4-BE49-F238E27FC236}">
                      <a16:creationId xmlns:a16="http://schemas.microsoft.com/office/drawing/2014/main" id="{40580A59-8774-40BA-8F12-F5E587492E56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3" name="object 567">
                  <a:extLst>
                    <a:ext uri="{FF2B5EF4-FFF2-40B4-BE49-F238E27FC236}">
                      <a16:creationId xmlns:a16="http://schemas.microsoft.com/office/drawing/2014/main" id="{CF3C9CC6-4D58-4E66-8F23-2A6FD23748A7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4" name="object 568">
                  <a:extLst>
                    <a:ext uri="{FF2B5EF4-FFF2-40B4-BE49-F238E27FC236}">
                      <a16:creationId xmlns:a16="http://schemas.microsoft.com/office/drawing/2014/main" id="{8D94A2D4-23B3-4168-AFA4-1309D2732AD5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5" name="object 569">
                  <a:extLst>
                    <a:ext uri="{FF2B5EF4-FFF2-40B4-BE49-F238E27FC236}">
                      <a16:creationId xmlns:a16="http://schemas.microsoft.com/office/drawing/2014/main" id="{9F5931D8-7B9B-411D-B7FC-AE2912E2101D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6" name="object 570">
                  <a:extLst>
                    <a:ext uri="{FF2B5EF4-FFF2-40B4-BE49-F238E27FC236}">
                      <a16:creationId xmlns:a16="http://schemas.microsoft.com/office/drawing/2014/main" id="{91FDCD38-E4AE-4897-AFC2-881DDD6AA04C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7" name="object 571">
                  <a:extLst>
                    <a:ext uri="{FF2B5EF4-FFF2-40B4-BE49-F238E27FC236}">
                      <a16:creationId xmlns:a16="http://schemas.microsoft.com/office/drawing/2014/main" id="{D03AE802-8639-46F7-AF93-BED0FE178F94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8" name="object 572">
                  <a:extLst>
                    <a:ext uri="{FF2B5EF4-FFF2-40B4-BE49-F238E27FC236}">
                      <a16:creationId xmlns:a16="http://schemas.microsoft.com/office/drawing/2014/main" id="{C4AEFCB1-72DB-46B1-9017-3189C8553DC0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9" name="object 573">
                  <a:extLst>
                    <a:ext uri="{FF2B5EF4-FFF2-40B4-BE49-F238E27FC236}">
                      <a16:creationId xmlns:a16="http://schemas.microsoft.com/office/drawing/2014/main" id="{232C58FE-595F-43DC-BA78-985C1A13EC9C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0" name="object 574">
                  <a:extLst>
                    <a:ext uri="{FF2B5EF4-FFF2-40B4-BE49-F238E27FC236}">
                      <a16:creationId xmlns:a16="http://schemas.microsoft.com/office/drawing/2014/main" id="{55350F68-9BF2-429D-9723-23AFF662FF0F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1" name="object 575">
                  <a:extLst>
                    <a:ext uri="{FF2B5EF4-FFF2-40B4-BE49-F238E27FC236}">
                      <a16:creationId xmlns:a16="http://schemas.microsoft.com/office/drawing/2014/main" id="{4F2F9B0D-5345-4C67-9390-8B4B569B3FD0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2" name="object 576">
                  <a:extLst>
                    <a:ext uri="{FF2B5EF4-FFF2-40B4-BE49-F238E27FC236}">
                      <a16:creationId xmlns:a16="http://schemas.microsoft.com/office/drawing/2014/main" id="{47E781C9-925B-4DF3-89EE-428AAECB392B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3" name="object 577">
                  <a:extLst>
                    <a:ext uri="{FF2B5EF4-FFF2-40B4-BE49-F238E27FC236}">
                      <a16:creationId xmlns:a16="http://schemas.microsoft.com/office/drawing/2014/main" id="{0723EAC1-0A1D-4DE4-85EA-E8CB16828BAF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4" name="object 578">
                  <a:extLst>
                    <a:ext uri="{FF2B5EF4-FFF2-40B4-BE49-F238E27FC236}">
                      <a16:creationId xmlns:a16="http://schemas.microsoft.com/office/drawing/2014/main" id="{EC13CCA6-A643-4E11-8030-69B4C8390B2E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5" name="object 579">
                  <a:extLst>
                    <a:ext uri="{FF2B5EF4-FFF2-40B4-BE49-F238E27FC236}">
                      <a16:creationId xmlns:a16="http://schemas.microsoft.com/office/drawing/2014/main" id="{837FA4EE-F511-4D0E-8C3D-04D517E14A7F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6" name="object 580">
                  <a:extLst>
                    <a:ext uri="{FF2B5EF4-FFF2-40B4-BE49-F238E27FC236}">
                      <a16:creationId xmlns:a16="http://schemas.microsoft.com/office/drawing/2014/main" id="{8C167CB4-9E89-45C0-B84C-CD870E8458FC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7" name="object 581">
                  <a:extLst>
                    <a:ext uri="{FF2B5EF4-FFF2-40B4-BE49-F238E27FC236}">
                      <a16:creationId xmlns:a16="http://schemas.microsoft.com/office/drawing/2014/main" id="{8A58BB52-8DB0-424F-BB20-A234BDBC1F3D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8" name="object 582">
                  <a:extLst>
                    <a:ext uri="{FF2B5EF4-FFF2-40B4-BE49-F238E27FC236}">
                      <a16:creationId xmlns:a16="http://schemas.microsoft.com/office/drawing/2014/main" id="{789301F2-F371-4D9C-B0A1-80DD3E03B677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9" name="object 583">
                  <a:extLst>
                    <a:ext uri="{FF2B5EF4-FFF2-40B4-BE49-F238E27FC236}">
                      <a16:creationId xmlns:a16="http://schemas.microsoft.com/office/drawing/2014/main" id="{47270959-2BC3-4FAE-8D57-43A9E020E481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0" name="object 584">
                  <a:extLst>
                    <a:ext uri="{FF2B5EF4-FFF2-40B4-BE49-F238E27FC236}">
                      <a16:creationId xmlns:a16="http://schemas.microsoft.com/office/drawing/2014/main" id="{AFDA5E91-A1CC-4979-AA5A-A517C88092EC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1" name="object 585">
                  <a:extLst>
                    <a:ext uri="{FF2B5EF4-FFF2-40B4-BE49-F238E27FC236}">
                      <a16:creationId xmlns:a16="http://schemas.microsoft.com/office/drawing/2014/main" id="{1DED7C45-8AA2-49B3-8F07-608AB4C0C8F5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2" name="object 586">
                  <a:extLst>
                    <a:ext uri="{FF2B5EF4-FFF2-40B4-BE49-F238E27FC236}">
                      <a16:creationId xmlns:a16="http://schemas.microsoft.com/office/drawing/2014/main" id="{8E737F8E-6D25-47A8-B075-F171E69DCF34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3" name="object 587">
                  <a:extLst>
                    <a:ext uri="{FF2B5EF4-FFF2-40B4-BE49-F238E27FC236}">
                      <a16:creationId xmlns:a16="http://schemas.microsoft.com/office/drawing/2014/main" id="{C8E5E6E5-7C4C-4B60-9789-4821DE8405D0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4" name="object 588">
                  <a:extLst>
                    <a:ext uri="{FF2B5EF4-FFF2-40B4-BE49-F238E27FC236}">
                      <a16:creationId xmlns:a16="http://schemas.microsoft.com/office/drawing/2014/main" id="{E1701C9C-3B0B-45D3-9855-91A92C850370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5" name="object 589">
                  <a:extLst>
                    <a:ext uri="{FF2B5EF4-FFF2-40B4-BE49-F238E27FC236}">
                      <a16:creationId xmlns:a16="http://schemas.microsoft.com/office/drawing/2014/main" id="{33ED6FEE-1FE0-40E3-AE1A-6886AA9B3FB4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6" name="object 590">
                  <a:extLst>
                    <a:ext uri="{FF2B5EF4-FFF2-40B4-BE49-F238E27FC236}">
                      <a16:creationId xmlns:a16="http://schemas.microsoft.com/office/drawing/2014/main" id="{2C202DC8-EBCD-4875-8C00-D518194517BF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7" name="object 591">
                  <a:extLst>
                    <a:ext uri="{FF2B5EF4-FFF2-40B4-BE49-F238E27FC236}">
                      <a16:creationId xmlns:a16="http://schemas.microsoft.com/office/drawing/2014/main" id="{AE9D3216-E685-439C-8E90-F9710DFB1859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8" name="object 592">
                  <a:extLst>
                    <a:ext uri="{FF2B5EF4-FFF2-40B4-BE49-F238E27FC236}">
                      <a16:creationId xmlns:a16="http://schemas.microsoft.com/office/drawing/2014/main" id="{D73470EC-4201-4F2F-B4B9-1D399BC39077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9" name="object 593">
                  <a:extLst>
                    <a:ext uri="{FF2B5EF4-FFF2-40B4-BE49-F238E27FC236}">
                      <a16:creationId xmlns:a16="http://schemas.microsoft.com/office/drawing/2014/main" id="{1337EBDB-1E75-4085-AE3A-F803FFCD46F3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0" name="object 594">
                  <a:extLst>
                    <a:ext uri="{FF2B5EF4-FFF2-40B4-BE49-F238E27FC236}">
                      <a16:creationId xmlns:a16="http://schemas.microsoft.com/office/drawing/2014/main" id="{1BEDD206-93EA-4B0E-AD96-00EA8DA2A500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1" name="object 595">
                  <a:extLst>
                    <a:ext uri="{FF2B5EF4-FFF2-40B4-BE49-F238E27FC236}">
                      <a16:creationId xmlns:a16="http://schemas.microsoft.com/office/drawing/2014/main" id="{A000C85A-30E7-436E-A979-3DF03A521420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2" name="object 596">
                  <a:extLst>
                    <a:ext uri="{FF2B5EF4-FFF2-40B4-BE49-F238E27FC236}">
                      <a16:creationId xmlns:a16="http://schemas.microsoft.com/office/drawing/2014/main" id="{EF49B76B-03EE-42E2-817F-6BC44B8BFAC5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3" name="object 597">
                  <a:extLst>
                    <a:ext uri="{FF2B5EF4-FFF2-40B4-BE49-F238E27FC236}">
                      <a16:creationId xmlns:a16="http://schemas.microsoft.com/office/drawing/2014/main" id="{78A9E462-EE88-4444-B059-18EC370F4A4C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4" name="object 598">
                  <a:extLst>
                    <a:ext uri="{FF2B5EF4-FFF2-40B4-BE49-F238E27FC236}">
                      <a16:creationId xmlns:a16="http://schemas.microsoft.com/office/drawing/2014/main" id="{17F0CEFF-72F7-492B-956A-A678E12CF209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5" name="object 599">
                  <a:extLst>
                    <a:ext uri="{FF2B5EF4-FFF2-40B4-BE49-F238E27FC236}">
                      <a16:creationId xmlns:a16="http://schemas.microsoft.com/office/drawing/2014/main" id="{BDEFC681-6A8A-4939-8A08-80F3068D1F66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6" name="object 600">
                  <a:extLst>
                    <a:ext uri="{FF2B5EF4-FFF2-40B4-BE49-F238E27FC236}">
                      <a16:creationId xmlns:a16="http://schemas.microsoft.com/office/drawing/2014/main" id="{31D9E78D-B71D-4248-8780-BCBA0B0C1A1F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7" name="object 601">
                  <a:extLst>
                    <a:ext uri="{FF2B5EF4-FFF2-40B4-BE49-F238E27FC236}">
                      <a16:creationId xmlns:a16="http://schemas.microsoft.com/office/drawing/2014/main" id="{0FE71D96-9437-4486-A912-89173931122D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8" name="object 602">
                  <a:extLst>
                    <a:ext uri="{FF2B5EF4-FFF2-40B4-BE49-F238E27FC236}">
                      <a16:creationId xmlns:a16="http://schemas.microsoft.com/office/drawing/2014/main" id="{3D41FAF4-D7EB-4565-97D8-D963A3ED5A29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9" name="object 603">
                  <a:extLst>
                    <a:ext uri="{FF2B5EF4-FFF2-40B4-BE49-F238E27FC236}">
                      <a16:creationId xmlns:a16="http://schemas.microsoft.com/office/drawing/2014/main" id="{C90ADD3C-A315-4B18-B5F3-6BB0B4FFA9BF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0" name="object 604">
                  <a:extLst>
                    <a:ext uri="{FF2B5EF4-FFF2-40B4-BE49-F238E27FC236}">
                      <a16:creationId xmlns:a16="http://schemas.microsoft.com/office/drawing/2014/main" id="{9105D0AD-9D9D-48E5-8A99-1EB579637F8A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1" name="object 605">
                  <a:extLst>
                    <a:ext uri="{FF2B5EF4-FFF2-40B4-BE49-F238E27FC236}">
                      <a16:creationId xmlns:a16="http://schemas.microsoft.com/office/drawing/2014/main" id="{31173037-958D-4983-8587-BB4931E70DC4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2" name="object 606">
                  <a:extLst>
                    <a:ext uri="{FF2B5EF4-FFF2-40B4-BE49-F238E27FC236}">
                      <a16:creationId xmlns:a16="http://schemas.microsoft.com/office/drawing/2014/main" id="{8AD1FFB9-2B17-4EAA-8F8B-2AB883FC09E1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3" name="object 607">
                  <a:extLst>
                    <a:ext uri="{FF2B5EF4-FFF2-40B4-BE49-F238E27FC236}">
                      <a16:creationId xmlns:a16="http://schemas.microsoft.com/office/drawing/2014/main" id="{7C03DCA3-6702-4137-A9D1-71793927B491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4" name="object 608">
                  <a:extLst>
                    <a:ext uri="{FF2B5EF4-FFF2-40B4-BE49-F238E27FC236}">
                      <a16:creationId xmlns:a16="http://schemas.microsoft.com/office/drawing/2014/main" id="{2DC8593E-8590-4F2A-8DD8-3DA2737852EE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5" name="object 609">
                  <a:extLst>
                    <a:ext uri="{FF2B5EF4-FFF2-40B4-BE49-F238E27FC236}">
                      <a16:creationId xmlns:a16="http://schemas.microsoft.com/office/drawing/2014/main" id="{4CFCFE24-E8B4-4707-8157-EDEFE22D6A04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6" name="object 610">
                  <a:extLst>
                    <a:ext uri="{FF2B5EF4-FFF2-40B4-BE49-F238E27FC236}">
                      <a16:creationId xmlns:a16="http://schemas.microsoft.com/office/drawing/2014/main" id="{70AF689A-2756-40FF-83C1-9FB42C7A631F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7" name="object 611">
                  <a:extLst>
                    <a:ext uri="{FF2B5EF4-FFF2-40B4-BE49-F238E27FC236}">
                      <a16:creationId xmlns:a16="http://schemas.microsoft.com/office/drawing/2014/main" id="{1650C084-3B33-4ADF-B9EC-3F139D71A9E7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8" name="object 612">
                  <a:extLst>
                    <a:ext uri="{FF2B5EF4-FFF2-40B4-BE49-F238E27FC236}">
                      <a16:creationId xmlns:a16="http://schemas.microsoft.com/office/drawing/2014/main" id="{1DC47BE0-07C2-4BB3-AEA1-770CE4C9D1B1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9" name="object 613">
                  <a:extLst>
                    <a:ext uri="{FF2B5EF4-FFF2-40B4-BE49-F238E27FC236}">
                      <a16:creationId xmlns:a16="http://schemas.microsoft.com/office/drawing/2014/main" id="{3EB721D8-C018-4FE9-AFA8-67F047FFBDBA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0" name="object 614">
                  <a:extLst>
                    <a:ext uri="{FF2B5EF4-FFF2-40B4-BE49-F238E27FC236}">
                      <a16:creationId xmlns:a16="http://schemas.microsoft.com/office/drawing/2014/main" id="{7B982A06-E753-4988-83A0-84D0D7C1E783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1" name="object 615">
                  <a:extLst>
                    <a:ext uri="{FF2B5EF4-FFF2-40B4-BE49-F238E27FC236}">
                      <a16:creationId xmlns:a16="http://schemas.microsoft.com/office/drawing/2014/main" id="{3E6B35F2-81F1-4687-9DE2-EA10A2D3E988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2" name="object 616">
                  <a:extLst>
                    <a:ext uri="{FF2B5EF4-FFF2-40B4-BE49-F238E27FC236}">
                      <a16:creationId xmlns:a16="http://schemas.microsoft.com/office/drawing/2014/main" id="{537C8B5A-8E68-4C61-8273-363436E76533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3" name="object 617">
                  <a:extLst>
                    <a:ext uri="{FF2B5EF4-FFF2-40B4-BE49-F238E27FC236}">
                      <a16:creationId xmlns:a16="http://schemas.microsoft.com/office/drawing/2014/main" id="{993265CA-1D0A-4BF9-9E74-1D07CF30EC6C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4" name="object 618">
                  <a:extLst>
                    <a:ext uri="{FF2B5EF4-FFF2-40B4-BE49-F238E27FC236}">
                      <a16:creationId xmlns:a16="http://schemas.microsoft.com/office/drawing/2014/main" id="{4AC1CB82-3C35-457B-A3E6-FC616BE30221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5" name="object 619">
                  <a:extLst>
                    <a:ext uri="{FF2B5EF4-FFF2-40B4-BE49-F238E27FC236}">
                      <a16:creationId xmlns:a16="http://schemas.microsoft.com/office/drawing/2014/main" id="{54D2D515-7269-4886-8B87-2F5BACC2E996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6" name="object 620">
                  <a:extLst>
                    <a:ext uri="{FF2B5EF4-FFF2-40B4-BE49-F238E27FC236}">
                      <a16:creationId xmlns:a16="http://schemas.microsoft.com/office/drawing/2014/main" id="{15B0453A-C4DF-4E66-A89F-03C852EBF126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7" name="object 621">
                  <a:extLst>
                    <a:ext uri="{FF2B5EF4-FFF2-40B4-BE49-F238E27FC236}">
                      <a16:creationId xmlns:a16="http://schemas.microsoft.com/office/drawing/2014/main" id="{FD6C053A-A71F-454C-8A07-284385D0A13D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8" name="object 622">
                  <a:extLst>
                    <a:ext uri="{FF2B5EF4-FFF2-40B4-BE49-F238E27FC236}">
                      <a16:creationId xmlns:a16="http://schemas.microsoft.com/office/drawing/2014/main" id="{47D35143-B055-4BE0-A6C4-ED9D1BF1F8A8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9" name="object 623">
                  <a:extLst>
                    <a:ext uri="{FF2B5EF4-FFF2-40B4-BE49-F238E27FC236}">
                      <a16:creationId xmlns:a16="http://schemas.microsoft.com/office/drawing/2014/main" id="{EDA7172C-A9CC-41C3-94E6-6008DAFE3B8C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0" name="object 624">
                  <a:extLst>
                    <a:ext uri="{FF2B5EF4-FFF2-40B4-BE49-F238E27FC236}">
                      <a16:creationId xmlns:a16="http://schemas.microsoft.com/office/drawing/2014/main" id="{0BACF538-4197-4054-9D4E-1F30AAD4A0C4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1" name="object 625">
                  <a:extLst>
                    <a:ext uri="{FF2B5EF4-FFF2-40B4-BE49-F238E27FC236}">
                      <a16:creationId xmlns:a16="http://schemas.microsoft.com/office/drawing/2014/main" id="{5CE6B7CD-5C67-42C7-A1B9-34C7BA4391DC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2" name="object 626">
                  <a:extLst>
                    <a:ext uri="{FF2B5EF4-FFF2-40B4-BE49-F238E27FC236}">
                      <a16:creationId xmlns:a16="http://schemas.microsoft.com/office/drawing/2014/main" id="{C7F9347C-551E-42E3-8842-EEB5E253EAF7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3" name="object 627">
                  <a:extLst>
                    <a:ext uri="{FF2B5EF4-FFF2-40B4-BE49-F238E27FC236}">
                      <a16:creationId xmlns:a16="http://schemas.microsoft.com/office/drawing/2014/main" id="{CBDAABFE-DF39-4C15-B0B4-2DF2BE8DA207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4" name="object 628">
                  <a:extLst>
                    <a:ext uri="{FF2B5EF4-FFF2-40B4-BE49-F238E27FC236}">
                      <a16:creationId xmlns:a16="http://schemas.microsoft.com/office/drawing/2014/main" id="{68C7776E-323D-486E-B518-94B2C7582106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5" name="object 629">
                  <a:extLst>
                    <a:ext uri="{FF2B5EF4-FFF2-40B4-BE49-F238E27FC236}">
                      <a16:creationId xmlns:a16="http://schemas.microsoft.com/office/drawing/2014/main" id="{C11D1F21-54AD-466C-9763-4DEDC4FC03DE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6" name="object 630">
                  <a:extLst>
                    <a:ext uri="{FF2B5EF4-FFF2-40B4-BE49-F238E27FC236}">
                      <a16:creationId xmlns:a16="http://schemas.microsoft.com/office/drawing/2014/main" id="{24632DF1-5553-4AD8-9BBB-DD97C9FC3BF7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7" name="object 631">
                  <a:extLst>
                    <a:ext uri="{FF2B5EF4-FFF2-40B4-BE49-F238E27FC236}">
                      <a16:creationId xmlns:a16="http://schemas.microsoft.com/office/drawing/2014/main" id="{E4589040-B5BD-4EE4-A200-DD18E4065524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8" name="object 632">
                  <a:extLst>
                    <a:ext uri="{FF2B5EF4-FFF2-40B4-BE49-F238E27FC236}">
                      <a16:creationId xmlns:a16="http://schemas.microsoft.com/office/drawing/2014/main" id="{5EFEC389-E858-4CC2-9F98-1A58CA2A22A8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9" name="object 633">
                  <a:extLst>
                    <a:ext uri="{FF2B5EF4-FFF2-40B4-BE49-F238E27FC236}">
                      <a16:creationId xmlns:a16="http://schemas.microsoft.com/office/drawing/2014/main" id="{259AACEF-229E-49C5-98ED-49BA7D235A60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0" name="object 634">
                  <a:extLst>
                    <a:ext uri="{FF2B5EF4-FFF2-40B4-BE49-F238E27FC236}">
                      <a16:creationId xmlns:a16="http://schemas.microsoft.com/office/drawing/2014/main" id="{E750CC87-AF05-490D-87C6-C062A513AF71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1" name="object 635">
                  <a:extLst>
                    <a:ext uri="{FF2B5EF4-FFF2-40B4-BE49-F238E27FC236}">
                      <a16:creationId xmlns:a16="http://schemas.microsoft.com/office/drawing/2014/main" id="{CEFE0CB0-F968-43C2-9056-BA048078183D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2" name="object 636">
                  <a:extLst>
                    <a:ext uri="{FF2B5EF4-FFF2-40B4-BE49-F238E27FC236}">
                      <a16:creationId xmlns:a16="http://schemas.microsoft.com/office/drawing/2014/main" id="{A01699D5-53D7-42DD-9D0B-1CEF778C0254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3" name="object 637">
                  <a:extLst>
                    <a:ext uri="{FF2B5EF4-FFF2-40B4-BE49-F238E27FC236}">
                      <a16:creationId xmlns:a16="http://schemas.microsoft.com/office/drawing/2014/main" id="{EBF0BE43-75A5-464E-86B0-5DD99F92F543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4" name="object 638">
                  <a:extLst>
                    <a:ext uri="{FF2B5EF4-FFF2-40B4-BE49-F238E27FC236}">
                      <a16:creationId xmlns:a16="http://schemas.microsoft.com/office/drawing/2014/main" id="{3DB314C8-99D6-4B48-A5A3-10F1043AC3DB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5" name="object 639">
                  <a:extLst>
                    <a:ext uri="{FF2B5EF4-FFF2-40B4-BE49-F238E27FC236}">
                      <a16:creationId xmlns:a16="http://schemas.microsoft.com/office/drawing/2014/main" id="{AC1E0860-D191-41C4-82D1-6C8AF8C3E04C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6" name="object 640">
                  <a:extLst>
                    <a:ext uri="{FF2B5EF4-FFF2-40B4-BE49-F238E27FC236}">
                      <a16:creationId xmlns:a16="http://schemas.microsoft.com/office/drawing/2014/main" id="{B3022DB1-7554-453E-9A35-B985C6E17778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7" name="object 641">
                  <a:extLst>
                    <a:ext uri="{FF2B5EF4-FFF2-40B4-BE49-F238E27FC236}">
                      <a16:creationId xmlns:a16="http://schemas.microsoft.com/office/drawing/2014/main" id="{89EBEEF9-1B35-47CA-BB79-7114BD030193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8" name="object 642">
                  <a:extLst>
                    <a:ext uri="{FF2B5EF4-FFF2-40B4-BE49-F238E27FC236}">
                      <a16:creationId xmlns:a16="http://schemas.microsoft.com/office/drawing/2014/main" id="{6F847F1F-CDC0-4390-86B6-41564460193C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9" name="object 643">
                  <a:extLst>
                    <a:ext uri="{FF2B5EF4-FFF2-40B4-BE49-F238E27FC236}">
                      <a16:creationId xmlns:a16="http://schemas.microsoft.com/office/drawing/2014/main" id="{C1A186D5-6ADA-43AC-A7B3-D4FE13DC3AF7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0" name="object 644">
                  <a:extLst>
                    <a:ext uri="{FF2B5EF4-FFF2-40B4-BE49-F238E27FC236}">
                      <a16:creationId xmlns:a16="http://schemas.microsoft.com/office/drawing/2014/main" id="{C5C5E7DF-8B18-48F7-A050-5DD35F640BA7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1" name="object 645">
                  <a:extLst>
                    <a:ext uri="{FF2B5EF4-FFF2-40B4-BE49-F238E27FC236}">
                      <a16:creationId xmlns:a16="http://schemas.microsoft.com/office/drawing/2014/main" id="{9186CB62-3AE9-4368-AF1F-DB65CF03590A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2" name="object 646">
                  <a:extLst>
                    <a:ext uri="{FF2B5EF4-FFF2-40B4-BE49-F238E27FC236}">
                      <a16:creationId xmlns:a16="http://schemas.microsoft.com/office/drawing/2014/main" id="{4CD322B7-0FD5-4FD1-92D5-354937DFF589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3" name="object 647">
                  <a:extLst>
                    <a:ext uri="{FF2B5EF4-FFF2-40B4-BE49-F238E27FC236}">
                      <a16:creationId xmlns:a16="http://schemas.microsoft.com/office/drawing/2014/main" id="{3A5061DC-D43E-4C75-8909-C329CEB6A528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4" name="object 648">
                  <a:extLst>
                    <a:ext uri="{FF2B5EF4-FFF2-40B4-BE49-F238E27FC236}">
                      <a16:creationId xmlns:a16="http://schemas.microsoft.com/office/drawing/2014/main" id="{6CE46B91-1AEE-4126-9715-6DED83251D59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5" name="object 649">
                  <a:extLst>
                    <a:ext uri="{FF2B5EF4-FFF2-40B4-BE49-F238E27FC236}">
                      <a16:creationId xmlns:a16="http://schemas.microsoft.com/office/drawing/2014/main" id="{70F2371E-0928-49A0-90F2-2A9FB56267A0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6" name="object 650">
                  <a:extLst>
                    <a:ext uri="{FF2B5EF4-FFF2-40B4-BE49-F238E27FC236}">
                      <a16:creationId xmlns:a16="http://schemas.microsoft.com/office/drawing/2014/main" id="{4DD9295C-50D8-48A0-A8A3-6B8A6A68276B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7" name="object 651">
                  <a:extLst>
                    <a:ext uri="{FF2B5EF4-FFF2-40B4-BE49-F238E27FC236}">
                      <a16:creationId xmlns:a16="http://schemas.microsoft.com/office/drawing/2014/main" id="{7D88266C-BCDD-4434-877C-4273198924F8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8" name="object 652">
                  <a:extLst>
                    <a:ext uri="{FF2B5EF4-FFF2-40B4-BE49-F238E27FC236}">
                      <a16:creationId xmlns:a16="http://schemas.microsoft.com/office/drawing/2014/main" id="{14B715BD-01D8-4AD2-A597-0D3EFA1CE034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9" name="object 653">
                  <a:extLst>
                    <a:ext uri="{FF2B5EF4-FFF2-40B4-BE49-F238E27FC236}">
                      <a16:creationId xmlns:a16="http://schemas.microsoft.com/office/drawing/2014/main" id="{DBD1E0A7-03E5-412B-9698-8627742BA7E3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0" name="object 654">
                  <a:extLst>
                    <a:ext uri="{FF2B5EF4-FFF2-40B4-BE49-F238E27FC236}">
                      <a16:creationId xmlns:a16="http://schemas.microsoft.com/office/drawing/2014/main" id="{8C6992C4-7885-4493-828C-ACA7CD76E8BD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1" name="object 655">
                  <a:extLst>
                    <a:ext uri="{FF2B5EF4-FFF2-40B4-BE49-F238E27FC236}">
                      <a16:creationId xmlns:a16="http://schemas.microsoft.com/office/drawing/2014/main" id="{487089B1-6F89-4756-904D-E99C9BD2C821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2" name="object 656">
                  <a:extLst>
                    <a:ext uri="{FF2B5EF4-FFF2-40B4-BE49-F238E27FC236}">
                      <a16:creationId xmlns:a16="http://schemas.microsoft.com/office/drawing/2014/main" id="{DF02A27E-00B2-4260-83B8-5231CE568985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3" name="object 657">
                  <a:extLst>
                    <a:ext uri="{FF2B5EF4-FFF2-40B4-BE49-F238E27FC236}">
                      <a16:creationId xmlns:a16="http://schemas.microsoft.com/office/drawing/2014/main" id="{4022C3CF-43AD-4AC6-87BE-4F0F57AB4278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4" name="object 658">
                  <a:extLst>
                    <a:ext uri="{FF2B5EF4-FFF2-40B4-BE49-F238E27FC236}">
                      <a16:creationId xmlns:a16="http://schemas.microsoft.com/office/drawing/2014/main" id="{82C6C193-3DE3-4DF1-9738-86F456940A40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5" name="object 659">
                  <a:extLst>
                    <a:ext uri="{FF2B5EF4-FFF2-40B4-BE49-F238E27FC236}">
                      <a16:creationId xmlns:a16="http://schemas.microsoft.com/office/drawing/2014/main" id="{004FFD66-A8B1-497C-BCDD-03C54FAC5F9A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6" name="object 660">
                  <a:extLst>
                    <a:ext uri="{FF2B5EF4-FFF2-40B4-BE49-F238E27FC236}">
                      <a16:creationId xmlns:a16="http://schemas.microsoft.com/office/drawing/2014/main" id="{16F376A8-1BD1-40BE-B52D-F509F70B13F5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7" name="object 661">
                  <a:extLst>
                    <a:ext uri="{FF2B5EF4-FFF2-40B4-BE49-F238E27FC236}">
                      <a16:creationId xmlns:a16="http://schemas.microsoft.com/office/drawing/2014/main" id="{CD2CAD0C-E83F-45D6-ABDC-9C68B3FB2A25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8" name="object 662">
                  <a:extLst>
                    <a:ext uri="{FF2B5EF4-FFF2-40B4-BE49-F238E27FC236}">
                      <a16:creationId xmlns:a16="http://schemas.microsoft.com/office/drawing/2014/main" id="{FEED4128-7B70-4293-B07F-EC96AD1AE111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9" name="object 663">
                  <a:extLst>
                    <a:ext uri="{FF2B5EF4-FFF2-40B4-BE49-F238E27FC236}">
                      <a16:creationId xmlns:a16="http://schemas.microsoft.com/office/drawing/2014/main" id="{E60C95F2-AAF7-48A3-82E9-C40E5D455778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0" name="object 664">
                  <a:extLst>
                    <a:ext uri="{FF2B5EF4-FFF2-40B4-BE49-F238E27FC236}">
                      <a16:creationId xmlns:a16="http://schemas.microsoft.com/office/drawing/2014/main" id="{FFE4038D-B2F2-4347-9040-E293E9E1C1F9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1" name="object 665">
                  <a:extLst>
                    <a:ext uri="{FF2B5EF4-FFF2-40B4-BE49-F238E27FC236}">
                      <a16:creationId xmlns:a16="http://schemas.microsoft.com/office/drawing/2014/main" id="{71C9B3C0-50B2-4848-8C1D-BCC89311EFD5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2" name="object 666">
                  <a:extLst>
                    <a:ext uri="{FF2B5EF4-FFF2-40B4-BE49-F238E27FC236}">
                      <a16:creationId xmlns:a16="http://schemas.microsoft.com/office/drawing/2014/main" id="{1D35D250-B21F-4CC1-B872-DAF80FCD09A1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3" name="object 667">
                  <a:extLst>
                    <a:ext uri="{FF2B5EF4-FFF2-40B4-BE49-F238E27FC236}">
                      <a16:creationId xmlns:a16="http://schemas.microsoft.com/office/drawing/2014/main" id="{D8487E59-707C-43B8-A618-471C1F09D35B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4" name="object 668">
                  <a:extLst>
                    <a:ext uri="{FF2B5EF4-FFF2-40B4-BE49-F238E27FC236}">
                      <a16:creationId xmlns:a16="http://schemas.microsoft.com/office/drawing/2014/main" id="{A6B5FF36-61C8-4EE8-A1C6-296F8B00DE9C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5" name="object 669">
                  <a:extLst>
                    <a:ext uri="{FF2B5EF4-FFF2-40B4-BE49-F238E27FC236}">
                      <a16:creationId xmlns:a16="http://schemas.microsoft.com/office/drawing/2014/main" id="{8A714F5F-FCEB-46ED-9568-09B615239B7C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6" name="object 670">
                  <a:extLst>
                    <a:ext uri="{FF2B5EF4-FFF2-40B4-BE49-F238E27FC236}">
                      <a16:creationId xmlns:a16="http://schemas.microsoft.com/office/drawing/2014/main" id="{70BEED6E-9DBA-4D57-8AD3-8055C9BC8DD4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7" name="object 671">
                  <a:extLst>
                    <a:ext uri="{FF2B5EF4-FFF2-40B4-BE49-F238E27FC236}">
                      <a16:creationId xmlns:a16="http://schemas.microsoft.com/office/drawing/2014/main" id="{1EBCD6A6-7DE1-443E-8C5E-AF5AB6BB9F5A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8" name="object 672">
                  <a:extLst>
                    <a:ext uri="{FF2B5EF4-FFF2-40B4-BE49-F238E27FC236}">
                      <a16:creationId xmlns:a16="http://schemas.microsoft.com/office/drawing/2014/main" id="{D1096F5B-40B9-4C69-96ED-1A9DDE3D21FF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9" name="object 673">
                  <a:extLst>
                    <a:ext uri="{FF2B5EF4-FFF2-40B4-BE49-F238E27FC236}">
                      <a16:creationId xmlns:a16="http://schemas.microsoft.com/office/drawing/2014/main" id="{4145E46D-B66E-47F3-B809-81315CFD0794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0" name="object 674">
                  <a:extLst>
                    <a:ext uri="{FF2B5EF4-FFF2-40B4-BE49-F238E27FC236}">
                      <a16:creationId xmlns:a16="http://schemas.microsoft.com/office/drawing/2014/main" id="{C0226859-5B02-4BE1-A174-5548C8F1C192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1" name="object 675">
                  <a:extLst>
                    <a:ext uri="{FF2B5EF4-FFF2-40B4-BE49-F238E27FC236}">
                      <a16:creationId xmlns:a16="http://schemas.microsoft.com/office/drawing/2014/main" id="{82E986FD-1C76-4B17-AE99-30FC5751DD8A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2" name="object 676">
                  <a:extLst>
                    <a:ext uri="{FF2B5EF4-FFF2-40B4-BE49-F238E27FC236}">
                      <a16:creationId xmlns:a16="http://schemas.microsoft.com/office/drawing/2014/main" id="{3DFDBD25-FDE3-416F-BFAF-7DB331CAAB04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3" name="object 677">
                  <a:extLst>
                    <a:ext uri="{FF2B5EF4-FFF2-40B4-BE49-F238E27FC236}">
                      <a16:creationId xmlns:a16="http://schemas.microsoft.com/office/drawing/2014/main" id="{D3CAAB6E-112F-41D0-B215-42D2B645830F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4" name="object 678">
                  <a:extLst>
                    <a:ext uri="{FF2B5EF4-FFF2-40B4-BE49-F238E27FC236}">
                      <a16:creationId xmlns:a16="http://schemas.microsoft.com/office/drawing/2014/main" id="{F2C6929E-F358-4FD6-8ECB-11F2B7E17367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5" name="object 679">
                  <a:extLst>
                    <a:ext uri="{FF2B5EF4-FFF2-40B4-BE49-F238E27FC236}">
                      <a16:creationId xmlns:a16="http://schemas.microsoft.com/office/drawing/2014/main" id="{EC8AC226-D2EB-4FE4-88AD-15BC539E0DC8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6" name="object 680">
                  <a:extLst>
                    <a:ext uri="{FF2B5EF4-FFF2-40B4-BE49-F238E27FC236}">
                      <a16:creationId xmlns:a16="http://schemas.microsoft.com/office/drawing/2014/main" id="{A471009B-C84E-45B1-9945-6A9771665DA1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7" name="object 681">
                  <a:extLst>
                    <a:ext uri="{FF2B5EF4-FFF2-40B4-BE49-F238E27FC236}">
                      <a16:creationId xmlns:a16="http://schemas.microsoft.com/office/drawing/2014/main" id="{D49F3556-2575-459C-A3FA-10FD54958572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8" name="object 682">
                  <a:extLst>
                    <a:ext uri="{FF2B5EF4-FFF2-40B4-BE49-F238E27FC236}">
                      <a16:creationId xmlns:a16="http://schemas.microsoft.com/office/drawing/2014/main" id="{79C47908-6BCC-4BD5-8D16-190EE85AA29D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9" name="object 683">
                  <a:extLst>
                    <a:ext uri="{FF2B5EF4-FFF2-40B4-BE49-F238E27FC236}">
                      <a16:creationId xmlns:a16="http://schemas.microsoft.com/office/drawing/2014/main" id="{0416B461-03CC-475D-9625-8D3465FC9A22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0" name="object 684">
                  <a:extLst>
                    <a:ext uri="{FF2B5EF4-FFF2-40B4-BE49-F238E27FC236}">
                      <a16:creationId xmlns:a16="http://schemas.microsoft.com/office/drawing/2014/main" id="{18C57866-78FF-4C48-807F-7E7620E3AABF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1" name="object 685">
                  <a:extLst>
                    <a:ext uri="{FF2B5EF4-FFF2-40B4-BE49-F238E27FC236}">
                      <a16:creationId xmlns:a16="http://schemas.microsoft.com/office/drawing/2014/main" id="{1D77327B-C4E7-47DD-9164-6675D7E12BF1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2" name="object 686">
                  <a:extLst>
                    <a:ext uri="{FF2B5EF4-FFF2-40B4-BE49-F238E27FC236}">
                      <a16:creationId xmlns:a16="http://schemas.microsoft.com/office/drawing/2014/main" id="{1489B5AA-13D7-4F7D-A33B-C5DE6C5EEF24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3" name="object 687">
                  <a:extLst>
                    <a:ext uri="{FF2B5EF4-FFF2-40B4-BE49-F238E27FC236}">
                      <a16:creationId xmlns:a16="http://schemas.microsoft.com/office/drawing/2014/main" id="{5BB51F71-25D9-4184-98B1-140C5F51E41A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4" name="object 688">
                  <a:extLst>
                    <a:ext uri="{FF2B5EF4-FFF2-40B4-BE49-F238E27FC236}">
                      <a16:creationId xmlns:a16="http://schemas.microsoft.com/office/drawing/2014/main" id="{65643578-9B97-4B22-A62C-20047CA76836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5" name="object 689">
                  <a:extLst>
                    <a:ext uri="{FF2B5EF4-FFF2-40B4-BE49-F238E27FC236}">
                      <a16:creationId xmlns:a16="http://schemas.microsoft.com/office/drawing/2014/main" id="{81C3E6C6-C653-4A5C-9B8E-CFB990B46FE2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6" name="object 690">
                  <a:extLst>
                    <a:ext uri="{FF2B5EF4-FFF2-40B4-BE49-F238E27FC236}">
                      <a16:creationId xmlns:a16="http://schemas.microsoft.com/office/drawing/2014/main" id="{F2AD8397-0157-489B-9778-345E60A1DD94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7" name="object 691">
                  <a:extLst>
                    <a:ext uri="{FF2B5EF4-FFF2-40B4-BE49-F238E27FC236}">
                      <a16:creationId xmlns:a16="http://schemas.microsoft.com/office/drawing/2014/main" id="{A223BAD1-7254-4138-966C-EFCDB0423F0E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8" name="object 692">
                  <a:extLst>
                    <a:ext uri="{FF2B5EF4-FFF2-40B4-BE49-F238E27FC236}">
                      <a16:creationId xmlns:a16="http://schemas.microsoft.com/office/drawing/2014/main" id="{B43DB076-70FD-43A6-B598-E689AB5DAF68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9" name="object 693">
                  <a:extLst>
                    <a:ext uri="{FF2B5EF4-FFF2-40B4-BE49-F238E27FC236}">
                      <a16:creationId xmlns:a16="http://schemas.microsoft.com/office/drawing/2014/main" id="{71717AB5-B523-474F-A402-AA7DBEE6841B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0" name="object 694">
                  <a:extLst>
                    <a:ext uri="{FF2B5EF4-FFF2-40B4-BE49-F238E27FC236}">
                      <a16:creationId xmlns:a16="http://schemas.microsoft.com/office/drawing/2014/main" id="{AD66292C-7B4F-450F-9AE6-149C76C204EC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1" name="object 695">
                  <a:extLst>
                    <a:ext uri="{FF2B5EF4-FFF2-40B4-BE49-F238E27FC236}">
                      <a16:creationId xmlns:a16="http://schemas.microsoft.com/office/drawing/2014/main" id="{30124952-24B8-4DE3-A8B1-C6A8E32DB90E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2" name="object 696">
                  <a:extLst>
                    <a:ext uri="{FF2B5EF4-FFF2-40B4-BE49-F238E27FC236}">
                      <a16:creationId xmlns:a16="http://schemas.microsoft.com/office/drawing/2014/main" id="{87D50E2B-BD85-49E4-8D7C-B4BDAA3802DA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3" name="object 697">
                  <a:extLst>
                    <a:ext uri="{FF2B5EF4-FFF2-40B4-BE49-F238E27FC236}">
                      <a16:creationId xmlns:a16="http://schemas.microsoft.com/office/drawing/2014/main" id="{D6B5DABB-160C-4129-B166-935A83DCD7A0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4" name="object 698">
                  <a:extLst>
                    <a:ext uri="{FF2B5EF4-FFF2-40B4-BE49-F238E27FC236}">
                      <a16:creationId xmlns:a16="http://schemas.microsoft.com/office/drawing/2014/main" id="{744B386E-EC18-4C84-8DCE-D5AE08C30394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5" name="object 699">
                  <a:extLst>
                    <a:ext uri="{FF2B5EF4-FFF2-40B4-BE49-F238E27FC236}">
                      <a16:creationId xmlns:a16="http://schemas.microsoft.com/office/drawing/2014/main" id="{8B07CE6F-B385-4A8D-BE5C-01741208B6D6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6" name="object 700">
                  <a:extLst>
                    <a:ext uri="{FF2B5EF4-FFF2-40B4-BE49-F238E27FC236}">
                      <a16:creationId xmlns:a16="http://schemas.microsoft.com/office/drawing/2014/main" id="{5D89BEA3-A034-46EC-A540-BFD02E98B4AF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7" name="object 701">
                  <a:extLst>
                    <a:ext uri="{FF2B5EF4-FFF2-40B4-BE49-F238E27FC236}">
                      <a16:creationId xmlns:a16="http://schemas.microsoft.com/office/drawing/2014/main" id="{91CC9457-9433-45DD-9805-86098962CA7F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8" name="object 702">
                  <a:extLst>
                    <a:ext uri="{FF2B5EF4-FFF2-40B4-BE49-F238E27FC236}">
                      <a16:creationId xmlns:a16="http://schemas.microsoft.com/office/drawing/2014/main" id="{451F6818-FF5D-4E1E-BEEE-FB7B5F72AC7E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9" name="object 703">
                  <a:extLst>
                    <a:ext uri="{FF2B5EF4-FFF2-40B4-BE49-F238E27FC236}">
                      <a16:creationId xmlns:a16="http://schemas.microsoft.com/office/drawing/2014/main" id="{88A62FC1-CC43-4C59-92C2-D08B5B74B012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0" name="object 704">
                  <a:extLst>
                    <a:ext uri="{FF2B5EF4-FFF2-40B4-BE49-F238E27FC236}">
                      <a16:creationId xmlns:a16="http://schemas.microsoft.com/office/drawing/2014/main" id="{92E36914-77BF-453B-AA33-D3DD20594A67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1" name="object 705">
                  <a:extLst>
                    <a:ext uri="{FF2B5EF4-FFF2-40B4-BE49-F238E27FC236}">
                      <a16:creationId xmlns:a16="http://schemas.microsoft.com/office/drawing/2014/main" id="{A2F0E7D1-D5E5-4F1E-AE07-7AFAD0192CF7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2" name="object 706">
                  <a:extLst>
                    <a:ext uri="{FF2B5EF4-FFF2-40B4-BE49-F238E27FC236}">
                      <a16:creationId xmlns:a16="http://schemas.microsoft.com/office/drawing/2014/main" id="{02452536-6C4C-4080-8285-AACFED8A71F9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3" name="object 707">
                  <a:extLst>
                    <a:ext uri="{FF2B5EF4-FFF2-40B4-BE49-F238E27FC236}">
                      <a16:creationId xmlns:a16="http://schemas.microsoft.com/office/drawing/2014/main" id="{1DC3A805-9A2A-4C96-A9DE-95A3F390BD31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4" name="object 708">
                  <a:extLst>
                    <a:ext uri="{FF2B5EF4-FFF2-40B4-BE49-F238E27FC236}">
                      <a16:creationId xmlns:a16="http://schemas.microsoft.com/office/drawing/2014/main" id="{D1744B60-E0A0-4E4C-932D-923FA3FF51A5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5" name="object 709">
                  <a:extLst>
                    <a:ext uri="{FF2B5EF4-FFF2-40B4-BE49-F238E27FC236}">
                      <a16:creationId xmlns:a16="http://schemas.microsoft.com/office/drawing/2014/main" id="{C872860D-4D15-4706-AEF9-989C0149A461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6" name="object 710">
                  <a:extLst>
                    <a:ext uri="{FF2B5EF4-FFF2-40B4-BE49-F238E27FC236}">
                      <a16:creationId xmlns:a16="http://schemas.microsoft.com/office/drawing/2014/main" id="{93DAFCD4-FB20-4FCF-BD1F-6430F5493595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7" name="object 711">
                  <a:extLst>
                    <a:ext uri="{FF2B5EF4-FFF2-40B4-BE49-F238E27FC236}">
                      <a16:creationId xmlns:a16="http://schemas.microsoft.com/office/drawing/2014/main" id="{6E1CB6AB-3937-4493-AAC3-1AF21C75D827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8" name="object 712">
                  <a:extLst>
                    <a:ext uri="{FF2B5EF4-FFF2-40B4-BE49-F238E27FC236}">
                      <a16:creationId xmlns:a16="http://schemas.microsoft.com/office/drawing/2014/main" id="{7F9BA911-0F61-4C3C-AB74-B93DE3D1824F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9" name="object 713">
                  <a:extLst>
                    <a:ext uri="{FF2B5EF4-FFF2-40B4-BE49-F238E27FC236}">
                      <a16:creationId xmlns:a16="http://schemas.microsoft.com/office/drawing/2014/main" id="{ED214029-2268-455F-AB05-5911D1430987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0" name="object 714">
                  <a:extLst>
                    <a:ext uri="{FF2B5EF4-FFF2-40B4-BE49-F238E27FC236}">
                      <a16:creationId xmlns:a16="http://schemas.microsoft.com/office/drawing/2014/main" id="{715FE557-3CFD-4D6F-97CB-7AAF665E8CC7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1" name="object 715">
                  <a:extLst>
                    <a:ext uri="{FF2B5EF4-FFF2-40B4-BE49-F238E27FC236}">
                      <a16:creationId xmlns:a16="http://schemas.microsoft.com/office/drawing/2014/main" id="{A3FACAA2-7AB5-48D7-B2FC-16DE061883D5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2" name="object 716">
                  <a:extLst>
                    <a:ext uri="{FF2B5EF4-FFF2-40B4-BE49-F238E27FC236}">
                      <a16:creationId xmlns:a16="http://schemas.microsoft.com/office/drawing/2014/main" id="{1DB745CA-EF96-4B59-A0C1-3AFCD2AFA465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3" name="object 717">
                  <a:extLst>
                    <a:ext uri="{FF2B5EF4-FFF2-40B4-BE49-F238E27FC236}">
                      <a16:creationId xmlns:a16="http://schemas.microsoft.com/office/drawing/2014/main" id="{2B434191-C0DE-4D76-AD03-C2C25E8FD294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FBD7BB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4" name="object 718">
                  <a:extLst>
                    <a:ext uri="{FF2B5EF4-FFF2-40B4-BE49-F238E27FC236}">
                      <a16:creationId xmlns:a16="http://schemas.microsoft.com/office/drawing/2014/main" id="{F1254704-A2E6-49D5-9AE6-45823A923A49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5" name="object 719">
                  <a:extLst>
                    <a:ext uri="{FF2B5EF4-FFF2-40B4-BE49-F238E27FC236}">
                      <a16:creationId xmlns:a16="http://schemas.microsoft.com/office/drawing/2014/main" id="{2D664CE9-01DD-42FA-BD13-521155A70F4F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6" name="object 720">
                  <a:extLst>
                    <a:ext uri="{FF2B5EF4-FFF2-40B4-BE49-F238E27FC236}">
                      <a16:creationId xmlns:a16="http://schemas.microsoft.com/office/drawing/2014/main" id="{9751AAD7-6517-4DB7-B527-DCB2BDF753F2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7" name="object 721">
                  <a:extLst>
                    <a:ext uri="{FF2B5EF4-FFF2-40B4-BE49-F238E27FC236}">
                      <a16:creationId xmlns:a16="http://schemas.microsoft.com/office/drawing/2014/main" id="{37A845A9-461D-4CBD-903C-E00FE8C608A6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8" name="object 722">
                  <a:extLst>
                    <a:ext uri="{FF2B5EF4-FFF2-40B4-BE49-F238E27FC236}">
                      <a16:creationId xmlns:a16="http://schemas.microsoft.com/office/drawing/2014/main" id="{FC86F124-050B-421E-8D4A-3F3D1C8D7027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9" name="object 723">
                  <a:extLst>
                    <a:ext uri="{FF2B5EF4-FFF2-40B4-BE49-F238E27FC236}">
                      <a16:creationId xmlns:a16="http://schemas.microsoft.com/office/drawing/2014/main" id="{03460FBE-6627-42FE-A70A-A306D5E1A1AC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0" name="object 724">
                  <a:extLst>
                    <a:ext uri="{FF2B5EF4-FFF2-40B4-BE49-F238E27FC236}">
                      <a16:creationId xmlns:a16="http://schemas.microsoft.com/office/drawing/2014/main" id="{13E0D47E-25F9-44D3-8A42-C2E164465F7F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1" name="object 725">
                  <a:extLst>
                    <a:ext uri="{FF2B5EF4-FFF2-40B4-BE49-F238E27FC236}">
                      <a16:creationId xmlns:a16="http://schemas.microsoft.com/office/drawing/2014/main" id="{EEEC2574-DEFC-4BCE-90B9-DAFD19019442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2" name="object 726">
                  <a:extLst>
                    <a:ext uri="{FF2B5EF4-FFF2-40B4-BE49-F238E27FC236}">
                      <a16:creationId xmlns:a16="http://schemas.microsoft.com/office/drawing/2014/main" id="{DB6C0737-22A0-406F-90A4-575EEA9CB523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3" name="object 727">
                  <a:extLst>
                    <a:ext uri="{FF2B5EF4-FFF2-40B4-BE49-F238E27FC236}">
                      <a16:creationId xmlns:a16="http://schemas.microsoft.com/office/drawing/2014/main" id="{487A59BA-FDE6-4993-804F-7A4C65457A22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4" name="object 728">
                  <a:extLst>
                    <a:ext uri="{FF2B5EF4-FFF2-40B4-BE49-F238E27FC236}">
                      <a16:creationId xmlns:a16="http://schemas.microsoft.com/office/drawing/2014/main" id="{AA156C37-8FD8-4257-BE6F-4C805D2D3405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5" name="object 729">
                  <a:extLst>
                    <a:ext uri="{FF2B5EF4-FFF2-40B4-BE49-F238E27FC236}">
                      <a16:creationId xmlns:a16="http://schemas.microsoft.com/office/drawing/2014/main" id="{87E7B497-DC34-465E-9415-24AA2C5C438D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6" name="object 730">
                  <a:extLst>
                    <a:ext uri="{FF2B5EF4-FFF2-40B4-BE49-F238E27FC236}">
                      <a16:creationId xmlns:a16="http://schemas.microsoft.com/office/drawing/2014/main" id="{9415EB14-29B6-4C61-8737-EFB5B7836BB2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7" name="object 731">
                  <a:extLst>
                    <a:ext uri="{FF2B5EF4-FFF2-40B4-BE49-F238E27FC236}">
                      <a16:creationId xmlns:a16="http://schemas.microsoft.com/office/drawing/2014/main" id="{B5F8AABB-DD71-495C-A48F-B1D90A527D3F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8" name="object 732">
                  <a:extLst>
                    <a:ext uri="{FF2B5EF4-FFF2-40B4-BE49-F238E27FC236}">
                      <a16:creationId xmlns:a16="http://schemas.microsoft.com/office/drawing/2014/main" id="{DEE75FDC-3166-42BA-BF16-583AAB8FD5F5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9" name="object 733">
                  <a:extLst>
                    <a:ext uri="{FF2B5EF4-FFF2-40B4-BE49-F238E27FC236}">
                      <a16:creationId xmlns:a16="http://schemas.microsoft.com/office/drawing/2014/main" id="{27EFF626-D0A9-4538-92C9-E638E7BB2841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0" name="object 734">
                  <a:extLst>
                    <a:ext uri="{FF2B5EF4-FFF2-40B4-BE49-F238E27FC236}">
                      <a16:creationId xmlns:a16="http://schemas.microsoft.com/office/drawing/2014/main" id="{AD4CA891-8404-4B10-A0EA-E1AFA955EA57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1" name="object 735">
                  <a:extLst>
                    <a:ext uri="{FF2B5EF4-FFF2-40B4-BE49-F238E27FC236}">
                      <a16:creationId xmlns:a16="http://schemas.microsoft.com/office/drawing/2014/main" id="{43327D6C-4F6C-4938-92FF-DF3F0FB9D44B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2" name="object 736">
                  <a:extLst>
                    <a:ext uri="{FF2B5EF4-FFF2-40B4-BE49-F238E27FC236}">
                      <a16:creationId xmlns:a16="http://schemas.microsoft.com/office/drawing/2014/main" id="{088F7541-B813-41BE-B918-E688AD35C4EB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3" name="object 737">
                  <a:extLst>
                    <a:ext uri="{FF2B5EF4-FFF2-40B4-BE49-F238E27FC236}">
                      <a16:creationId xmlns:a16="http://schemas.microsoft.com/office/drawing/2014/main" id="{721C32D0-AE55-4DE7-B4F1-7FDC0792A397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4" name="object 738">
                  <a:extLst>
                    <a:ext uri="{FF2B5EF4-FFF2-40B4-BE49-F238E27FC236}">
                      <a16:creationId xmlns:a16="http://schemas.microsoft.com/office/drawing/2014/main" id="{95F80EB6-3381-4077-B410-C677F907891D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5" name="object 739">
                  <a:extLst>
                    <a:ext uri="{FF2B5EF4-FFF2-40B4-BE49-F238E27FC236}">
                      <a16:creationId xmlns:a16="http://schemas.microsoft.com/office/drawing/2014/main" id="{2968F18F-D01A-4D8B-91FB-C89DDE9310E4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6" name="object 740">
                  <a:extLst>
                    <a:ext uri="{FF2B5EF4-FFF2-40B4-BE49-F238E27FC236}">
                      <a16:creationId xmlns:a16="http://schemas.microsoft.com/office/drawing/2014/main" id="{E3309F01-72D8-42A6-B5F4-BDE0D97403A3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7" name="object 741">
                  <a:extLst>
                    <a:ext uri="{FF2B5EF4-FFF2-40B4-BE49-F238E27FC236}">
                      <a16:creationId xmlns:a16="http://schemas.microsoft.com/office/drawing/2014/main" id="{5178194A-1F02-45A6-97BA-DF16BE56CA52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8" name="object 742">
                  <a:extLst>
                    <a:ext uri="{FF2B5EF4-FFF2-40B4-BE49-F238E27FC236}">
                      <a16:creationId xmlns:a16="http://schemas.microsoft.com/office/drawing/2014/main" id="{2D12AE33-5AA0-44B7-8A86-1C2FE85E13F5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9" name="object 743">
                  <a:extLst>
                    <a:ext uri="{FF2B5EF4-FFF2-40B4-BE49-F238E27FC236}">
                      <a16:creationId xmlns:a16="http://schemas.microsoft.com/office/drawing/2014/main" id="{6B9474DD-3AC4-4766-8DBC-16265B94C174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0" name="object 744">
                  <a:extLst>
                    <a:ext uri="{FF2B5EF4-FFF2-40B4-BE49-F238E27FC236}">
                      <a16:creationId xmlns:a16="http://schemas.microsoft.com/office/drawing/2014/main" id="{8BE49E37-6FA6-400E-BDFC-EC897FB8D389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1" name="object 745">
                  <a:extLst>
                    <a:ext uri="{FF2B5EF4-FFF2-40B4-BE49-F238E27FC236}">
                      <a16:creationId xmlns:a16="http://schemas.microsoft.com/office/drawing/2014/main" id="{E30D6759-EEAA-4B2B-A8A2-53958165EE45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2" name="object 746">
                  <a:extLst>
                    <a:ext uri="{FF2B5EF4-FFF2-40B4-BE49-F238E27FC236}">
                      <a16:creationId xmlns:a16="http://schemas.microsoft.com/office/drawing/2014/main" id="{CB5E3E60-342D-42BF-BF7B-A083DCC33E37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3" name="object 747">
                  <a:extLst>
                    <a:ext uri="{FF2B5EF4-FFF2-40B4-BE49-F238E27FC236}">
                      <a16:creationId xmlns:a16="http://schemas.microsoft.com/office/drawing/2014/main" id="{78A2F3EB-9554-487C-9E28-6495A64DE984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4" name="object 748">
                  <a:extLst>
                    <a:ext uri="{FF2B5EF4-FFF2-40B4-BE49-F238E27FC236}">
                      <a16:creationId xmlns:a16="http://schemas.microsoft.com/office/drawing/2014/main" id="{4B45551E-9CF2-487F-969C-0343894C6D07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5" name="object 749">
                  <a:extLst>
                    <a:ext uri="{FF2B5EF4-FFF2-40B4-BE49-F238E27FC236}">
                      <a16:creationId xmlns:a16="http://schemas.microsoft.com/office/drawing/2014/main" id="{E8231FD6-984E-49A0-9A8D-871EFCEFDA8E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6" name="object 750">
                  <a:extLst>
                    <a:ext uri="{FF2B5EF4-FFF2-40B4-BE49-F238E27FC236}">
                      <a16:creationId xmlns:a16="http://schemas.microsoft.com/office/drawing/2014/main" id="{56E9BE98-7A6B-4EFF-8F4D-4C860A9EDDCB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7" name="object 751">
                  <a:extLst>
                    <a:ext uri="{FF2B5EF4-FFF2-40B4-BE49-F238E27FC236}">
                      <a16:creationId xmlns:a16="http://schemas.microsoft.com/office/drawing/2014/main" id="{9182A021-558C-47BE-9965-D8F13E5D0B0A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8" name="object 752">
                  <a:extLst>
                    <a:ext uri="{FF2B5EF4-FFF2-40B4-BE49-F238E27FC236}">
                      <a16:creationId xmlns:a16="http://schemas.microsoft.com/office/drawing/2014/main" id="{E17C0337-8170-4491-998A-6CB054E2E6BD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9" name="object 753">
                  <a:extLst>
                    <a:ext uri="{FF2B5EF4-FFF2-40B4-BE49-F238E27FC236}">
                      <a16:creationId xmlns:a16="http://schemas.microsoft.com/office/drawing/2014/main" id="{7A5C66EF-EFC8-4BDE-AD70-BB61F2713488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0" name="object 754">
                  <a:extLst>
                    <a:ext uri="{FF2B5EF4-FFF2-40B4-BE49-F238E27FC236}">
                      <a16:creationId xmlns:a16="http://schemas.microsoft.com/office/drawing/2014/main" id="{A15F4089-7E9C-4C23-B8E1-5B79EC25CA87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1" name="object 755">
                  <a:extLst>
                    <a:ext uri="{FF2B5EF4-FFF2-40B4-BE49-F238E27FC236}">
                      <a16:creationId xmlns:a16="http://schemas.microsoft.com/office/drawing/2014/main" id="{EF13345E-F026-41C1-8AEA-83FAC4996EB4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2" name="object 756">
                  <a:extLst>
                    <a:ext uri="{FF2B5EF4-FFF2-40B4-BE49-F238E27FC236}">
                      <a16:creationId xmlns:a16="http://schemas.microsoft.com/office/drawing/2014/main" id="{A575383A-945B-4941-8FFC-6F4CC442C7C4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3" name="object 757">
                  <a:extLst>
                    <a:ext uri="{FF2B5EF4-FFF2-40B4-BE49-F238E27FC236}">
                      <a16:creationId xmlns:a16="http://schemas.microsoft.com/office/drawing/2014/main" id="{02051492-AED2-4549-B662-F1A92378FB3D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4" name="object 758">
                  <a:extLst>
                    <a:ext uri="{FF2B5EF4-FFF2-40B4-BE49-F238E27FC236}">
                      <a16:creationId xmlns:a16="http://schemas.microsoft.com/office/drawing/2014/main" id="{AF37291C-8319-478F-8CAC-8774B5A389FB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5" name="object 759">
                  <a:extLst>
                    <a:ext uri="{FF2B5EF4-FFF2-40B4-BE49-F238E27FC236}">
                      <a16:creationId xmlns:a16="http://schemas.microsoft.com/office/drawing/2014/main" id="{A24EEE5F-92B1-4E2D-A9B7-7D73AC4880DC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6" name="object 760">
                  <a:extLst>
                    <a:ext uri="{FF2B5EF4-FFF2-40B4-BE49-F238E27FC236}">
                      <a16:creationId xmlns:a16="http://schemas.microsoft.com/office/drawing/2014/main" id="{51AD4E10-AB0D-495A-8988-243BB0D03DFE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7" name="object 761">
                  <a:extLst>
                    <a:ext uri="{FF2B5EF4-FFF2-40B4-BE49-F238E27FC236}">
                      <a16:creationId xmlns:a16="http://schemas.microsoft.com/office/drawing/2014/main" id="{32CA355D-6426-4DF9-AD28-F95ED05433EB}"/>
                    </a:ext>
                  </a:extLst>
                </p:cNvPr>
                <p:cNvSpPr/>
                <p:nvPr/>
              </p:nvSpPr>
              <p:spPr>
                <a:xfrm>
                  <a:off x="8056179" y="575410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2578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52578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8" name="object 762">
                  <a:extLst>
                    <a:ext uri="{FF2B5EF4-FFF2-40B4-BE49-F238E27FC236}">
                      <a16:creationId xmlns:a16="http://schemas.microsoft.com/office/drawing/2014/main" id="{0B8CFE5B-A70A-496A-9788-278599457FB3}"/>
                    </a:ext>
                  </a:extLst>
                </p:cNvPr>
                <p:cNvSpPr/>
                <p:nvPr/>
              </p:nvSpPr>
              <p:spPr>
                <a:xfrm>
                  <a:off x="80561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9" name="object 763">
                  <a:extLst>
                    <a:ext uri="{FF2B5EF4-FFF2-40B4-BE49-F238E27FC236}">
                      <a16:creationId xmlns:a16="http://schemas.microsoft.com/office/drawing/2014/main" id="{6535400E-BEAA-48C9-9204-05695FFB5C29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0" name="object 764">
                  <a:extLst>
                    <a:ext uri="{FF2B5EF4-FFF2-40B4-BE49-F238E27FC236}">
                      <a16:creationId xmlns:a16="http://schemas.microsoft.com/office/drawing/2014/main" id="{63157322-AED6-42DB-A3DD-A45E0E3C2886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1" name="object 765">
                  <a:extLst>
                    <a:ext uri="{FF2B5EF4-FFF2-40B4-BE49-F238E27FC236}">
                      <a16:creationId xmlns:a16="http://schemas.microsoft.com/office/drawing/2014/main" id="{40C6BCD5-EF52-4873-A48D-1E494272949F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2" name="object 766">
                  <a:extLst>
                    <a:ext uri="{FF2B5EF4-FFF2-40B4-BE49-F238E27FC236}">
                      <a16:creationId xmlns:a16="http://schemas.microsoft.com/office/drawing/2014/main" id="{4E320A79-70C3-4DF4-BDBB-391173D4089E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3" name="object 767">
                  <a:extLst>
                    <a:ext uri="{FF2B5EF4-FFF2-40B4-BE49-F238E27FC236}">
                      <a16:creationId xmlns:a16="http://schemas.microsoft.com/office/drawing/2014/main" id="{781F11FE-D126-49DB-8E9E-AEB104A8A1FC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4" name="object 768">
                  <a:extLst>
                    <a:ext uri="{FF2B5EF4-FFF2-40B4-BE49-F238E27FC236}">
                      <a16:creationId xmlns:a16="http://schemas.microsoft.com/office/drawing/2014/main" id="{27F25949-D5B0-44B9-B7CF-E59B136E33DE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5" name="object 769">
                  <a:extLst>
                    <a:ext uri="{FF2B5EF4-FFF2-40B4-BE49-F238E27FC236}">
                      <a16:creationId xmlns:a16="http://schemas.microsoft.com/office/drawing/2014/main" id="{9064EB9D-6426-4975-BC30-2EF18AB70D6B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6" name="object 770">
                  <a:extLst>
                    <a:ext uri="{FF2B5EF4-FFF2-40B4-BE49-F238E27FC236}">
                      <a16:creationId xmlns:a16="http://schemas.microsoft.com/office/drawing/2014/main" id="{AECD901D-4B3B-44B8-880A-6D1339B5CA3F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7" name="object 771">
                  <a:extLst>
                    <a:ext uri="{FF2B5EF4-FFF2-40B4-BE49-F238E27FC236}">
                      <a16:creationId xmlns:a16="http://schemas.microsoft.com/office/drawing/2014/main" id="{0FE25530-537F-483F-8CB1-ED7586F608C9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8" name="object 772">
                  <a:extLst>
                    <a:ext uri="{FF2B5EF4-FFF2-40B4-BE49-F238E27FC236}">
                      <a16:creationId xmlns:a16="http://schemas.microsoft.com/office/drawing/2014/main" id="{D0C47BA4-97F0-4874-8551-1E9F7F1C77A2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9" name="object 773">
                  <a:extLst>
                    <a:ext uri="{FF2B5EF4-FFF2-40B4-BE49-F238E27FC236}">
                      <a16:creationId xmlns:a16="http://schemas.microsoft.com/office/drawing/2014/main" id="{036B07F4-89E5-468B-93DC-A2E8D0E71180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0" name="object 774">
                  <a:extLst>
                    <a:ext uri="{FF2B5EF4-FFF2-40B4-BE49-F238E27FC236}">
                      <a16:creationId xmlns:a16="http://schemas.microsoft.com/office/drawing/2014/main" id="{0108A2CC-AEAA-4485-8E3A-5EA12DBD9AD1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1" name="object 775">
                  <a:extLst>
                    <a:ext uri="{FF2B5EF4-FFF2-40B4-BE49-F238E27FC236}">
                      <a16:creationId xmlns:a16="http://schemas.microsoft.com/office/drawing/2014/main" id="{D605ACB9-0170-4232-B3CC-7E5D4DADD59C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2" name="object 776">
                  <a:extLst>
                    <a:ext uri="{FF2B5EF4-FFF2-40B4-BE49-F238E27FC236}">
                      <a16:creationId xmlns:a16="http://schemas.microsoft.com/office/drawing/2014/main" id="{9882F130-95C1-478A-82EA-7A752351A429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3" name="object 777">
                  <a:extLst>
                    <a:ext uri="{FF2B5EF4-FFF2-40B4-BE49-F238E27FC236}">
                      <a16:creationId xmlns:a16="http://schemas.microsoft.com/office/drawing/2014/main" id="{B6D201D3-9AE7-4A47-876C-DF6475AFF45B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4" name="object 778">
                  <a:extLst>
                    <a:ext uri="{FF2B5EF4-FFF2-40B4-BE49-F238E27FC236}">
                      <a16:creationId xmlns:a16="http://schemas.microsoft.com/office/drawing/2014/main" id="{98B7EB5A-F534-41E8-8F48-DEDFDDF6A304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5" name="object 779">
                  <a:extLst>
                    <a:ext uri="{FF2B5EF4-FFF2-40B4-BE49-F238E27FC236}">
                      <a16:creationId xmlns:a16="http://schemas.microsoft.com/office/drawing/2014/main" id="{B13182B7-E393-45F5-9AB2-07C993F65E17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6" name="object 780">
                  <a:extLst>
                    <a:ext uri="{FF2B5EF4-FFF2-40B4-BE49-F238E27FC236}">
                      <a16:creationId xmlns:a16="http://schemas.microsoft.com/office/drawing/2014/main" id="{265993D9-E8F0-40A7-8AF7-98825C9A7A5B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7" name="object 781">
                  <a:extLst>
                    <a:ext uri="{FF2B5EF4-FFF2-40B4-BE49-F238E27FC236}">
                      <a16:creationId xmlns:a16="http://schemas.microsoft.com/office/drawing/2014/main" id="{9B5C4F22-D599-493F-8418-7BCF0888F452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8" name="object 782">
                  <a:extLst>
                    <a:ext uri="{FF2B5EF4-FFF2-40B4-BE49-F238E27FC236}">
                      <a16:creationId xmlns:a16="http://schemas.microsoft.com/office/drawing/2014/main" id="{B1421ED5-6781-4373-AE5D-4C280707DBA0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9" name="object 783">
                  <a:extLst>
                    <a:ext uri="{FF2B5EF4-FFF2-40B4-BE49-F238E27FC236}">
                      <a16:creationId xmlns:a16="http://schemas.microsoft.com/office/drawing/2014/main" id="{EEABC311-2B7A-4BFC-AEC5-6BB457509B03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0" name="object 784">
                  <a:extLst>
                    <a:ext uri="{FF2B5EF4-FFF2-40B4-BE49-F238E27FC236}">
                      <a16:creationId xmlns:a16="http://schemas.microsoft.com/office/drawing/2014/main" id="{A205786C-6A27-438E-BE93-CA5E049C299C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1" name="object 785">
                  <a:extLst>
                    <a:ext uri="{FF2B5EF4-FFF2-40B4-BE49-F238E27FC236}">
                      <a16:creationId xmlns:a16="http://schemas.microsoft.com/office/drawing/2014/main" id="{C32B0B93-713C-4E87-BE2F-FF2FAADC64D4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2" name="object 786">
                  <a:extLst>
                    <a:ext uri="{FF2B5EF4-FFF2-40B4-BE49-F238E27FC236}">
                      <a16:creationId xmlns:a16="http://schemas.microsoft.com/office/drawing/2014/main" id="{39FB33EA-AC8F-4697-9F29-6AA9640CF389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3" name="object 787">
                  <a:extLst>
                    <a:ext uri="{FF2B5EF4-FFF2-40B4-BE49-F238E27FC236}">
                      <a16:creationId xmlns:a16="http://schemas.microsoft.com/office/drawing/2014/main" id="{5CCD1E58-8E00-4467-9D65-201DAD2867CA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4" name="object 788">
                  <a:extLst>
                    <a:ext uri="{FF2B5EF4-FFF2-40B4-BE49-F238E27FC236}">
                      <a16:creationId xmlns:a16="http://schemas.microsoft.com/office/drawing/2014/main" id="{ABCC6080-08C2-4E8C-A679-5A788A2D3EC4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5" name="object 789">
                  <a:extLst>
                    <a:ext uri="{FF2B5EF4-FFF2-40B4-BE49-F238E27FC236}">
                      <a16:creationId xmlns:a16="http://schemas.microsoft.com/office/drawing/2014/main" id="{AD11F8A6-0D1C-437E-8BC4-21E07E38B1D1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6" name="object 790">
                  <a:extLst>
                    <a:ext uri="{FF2B5EF4-FFF2-40B4-BE49-F238E27FC236}">
                      <a16:creationId xmlns:a16="http://schemas.microsoft.com/office/drawing/2014/main" id="{409AF326-3D35-4946-9559-6477D9A124AF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7" name="object 791">
                  <a:extLst>
                    <a:ext uri="{FF2B5EF4-FFF2-40B4-BE49-F238E27FC236}">
                      <a16:creationId xmlns:a16="http://schemas.microsoft.com/office/drawing/2014/main" id="{F4DDFF70-6FD2-4CCC-8BE7-80A73D54CF05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8" name="object 792">
                  <a:extLst>
                    <a:ext uri="{FF2B5EF4-FFF2-40B4-BE49-F238E27FC236}">
                      <a16:creationId xmlns:a16="http://schemas.microsoft.com/office/drawing/2014/main" id="{F2DB9E2A-2757-4897-BF4B-BF422F25597B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9" name="object 793">
                  <a:extLst>
                    <a:ext uri="{FF2B5EF4-FFF2-40B4-BE49-F238E27FC236}">
                      <a16:creationId xmlns:a16="http://schemas.microsoft.com/office/drawing/2014/main" id="{E633FCB7-33EA-4205-9D75-EFC3122589E2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0" name="object 794">
                  <a:extLst>
                    <a:ext uri="{FF2B5EF4-FFF2-40B4-BE49-F238E27FC236}">
                      <a16:creationId xmlns:a16="http://schemas.microsoft.com/office/drawing/2014/main" id="{4D3B82EA-3629-47BD-BD99-53BC1EF9BFC6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1" name="object 795">
                  <a:extLst>
                    <a:ext uri="{FF2B5EF4-FFF2-40B4-BE49-F238E27FC236}">
                      <a16:creationId xmlns:a16="http://schemas.microsoft.com/office/drawing/2014/main" id="{A68206CE-8D79-4D3B-9B5A-2A48971425A4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2" name="object 796">
                  <a:extLst>
                    <a:ext uri="{FF2B5EF4-FFF2-40B4-BE49-F238E27FC236}">
                      <a16:creationId xmlns:a16="http://schemas.microsoft.com/office/drawing/2014/main" id="{61D093ED-9140-47AE-A1E6-86AC88C0DBB3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3" name="object 797">
                  <a:extLst>
                    <a:ext uri="{FF2B5EF4-FFF2-40B4-BE49-F238E27FC236}">
                      <a16:creationId xmlns:a16="http://schemas.microsoft.com/office/drawing/2014/main" id="{EADB2B8C-A912-452F-97F4-3C3291DA88EE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4" name="object 798">
                  <a:extLst>
                    <a:ext uri="{FF2B5EF4-FFF2-40B4-BE49-F238E27FC236}">
                      <a16:creationId xmlns:a16="http://schemas.microsoft.com/office/drawing/2014/main" id="{70827B72-4716-4ECE-89EE-7B34A19D30A2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5" name="object 799">
                  <a:extLst>
                    <a:ext uri="{FF2B5EF4-FFF2-40B4-BE49-F238E27FC236}">
                      <a16:creationId xmlns:a16="http://schemas.microsoft.com/office/drawing/2014/main" id="{156FC2AB-4EBF-42C4-BEAE-9F22DF52365D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6" name="object 800">
                  <a:extLst>
                    <a:ext uri="{FF2B5EF4-FFF2-40B4-BE49-F238E27FC236}">
                      <a16:creationId xmlns:a16="http://schemas.microsoft.com/office/drawing/2014/main" id="{FEC50188-84ED-444B-9FF8-E4128E55BBE7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7" name="object 801">
                  <a:extLst>
                    <a:ext uri="{FF2B5EF4-FFF2-40B4-BE49-F238E27FC236}">
                      <a16:creationId xmlns:a16="http://schemas.microsoft.com/office/drawing/2014/main" id="{799DEBC5-5BE1-492A-964F-D1A16DB3FC3A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8" name="object 802">
                  <a:extLst>
                    <a:ext uri="{FF2B5EF4-FFF2-40B4-BE49-F238E27FC236}">
                      <a16:creationId xmlns:a16="http://schemas.microsoft.com/office/drawing/2014/main" id="{D1035272-38F1-45AF-A42B-0654897240A3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9" name="object 803">
                  <a:extLst>
                    <a:ext uri="{FF2B5EF4-FFF2-40B4-BE49-F238E27FC236}">
                      <a16:creationId xmlns:a16="http://schemas.microsoft.com/office/drawing/2014/main" id="{160E1803-D226-439B-AC97-709DA139B3F5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0" name="object 804">
                  <a:extLst>
                    <a:ext uri="{FF2B5EF4-FFF2-40B4-BE49-F238E27FC236}">
                      <a16:creationId xmlns:a16="http://schemas.microsoft.com/office/drawing/2014/main" id="{CDB047BE-5B53-4F54-B7AE-686FBE144054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1" name="object 805">
                  <a:extLst>
                    <a:ext uri="{FF2B5EF4-FFF2-40B4-BE49-F238E27FC236}">
                      <a16:creationId xmlns:a16="http://schemas.microsoft.com/office/drawing/2014/main" id="{A0615D24-7200-44FA-99A2-D30DD381FED9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2" name="object 806">
                  <a:extLst>
                    <a:ext uri="{FF2B5EF4-FFF2-40B4-BE49-F238E27FC236}">
                      <a16:creationId xmlns:a16="http://schemas.microsoft.com/office/drawing/2014/main" id="{36C934B5-B862-4157-8019-C2F572B901AB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3" name="object 807">
                  <a:extLst>
                    <a:ext uri="{FF2B5EF4-FFF2-40B4-BE49-F238E27FC236}">
                      <a16:creationId xmlns:a16="http://schemas.microsoft.com/office/drawing/2014/main" id="{F51D983E-38D0-43B8-B85E-B14481E251F2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4" name="object 808">
                  <a:extLst>
                    <a:ext uri="{FF2B5EF4-FFF2-40B4-BE49-F238E27FC236}">
                      <a16:creationId xmlns:a16="http://schemas.microsoft.com/office/drawing/2014/main" id="{6D247452-833E-419F-A37C-017F61FA5DFC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5" name="object 809">
                  <a:extLst>
                    <a:ext uri="{FF2B5EF4-FFF2-40B4-BE49-F238E27FC236}">
                      <a16:creationId xmlns:a16="http://schemas.microsoft.com/office/drawing/2014/main" id="{84EA5AC1-1B47-4E7E-91A6-C2BEA564682F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6" name="object 810">
                  <a:extLst>
                    <a:ext uri="{FF2B5EF4-FFF2-40B4-BE49-F238E27FC236}">
                      <a16:creationId xmlns:a16="http://schemas.microsoft.com/office/drawing/2014/main" id="{31DA67D6-280F-4A9D-B7EE-E443E66AFE7B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7" name="object 811">
                  <a:extLst>
                    <a:ext uri="{FF2B5EF4-FFF2-40B4-BE49-F238E27FC236}">
                      <a16:creationId xmlns:a16="http://schemas.microsoft.com/office/drawing/2014/main" id="{EB145F26-867F-4E74-84E8-40D68030D507}"/>
                    </a:ext>
                  </a:extLst>
                </p:cNvPr>
                <p:cNvSpPr/>
                <p:nvPr/>
              </p:nvSpPr>
              <p:spPr>
                <a:xfrm>
                  <a:off x="8056179" y="586307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8382" y="0"/>
                      </a:move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8382" y="108966"/>
                      </a:lnTo>
                      <a:lnTo>
                        <a:pt x="8382" y="0"/>
                      </a:lnTo>
                      <a:close/>
                    </a:path>
                    <a:path w="109220" h="109220">
                      <a:moveTo>
                        <a:pt x="108966" y="0"/>
                      </a:moveTo>
                      <a:lnTo>
                        <a:pt x="100584" y="0"/>
                      </a:lnTo>
                      <a:lnTo>
                        <a:pt x="100584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8" name="object 812">
                  <a:extLst>
                    <a:ext uri="{FF2B5EF4-FFF2-40B4-BE49-F238E27FC236}">
                      <a16:creationId xmlns:a16="http://schemas.microsoft.com/office/drawing/2014/main" id="{838CEEAC-EE20-4C32-BD75-6D30ABBFA7AB}"/>
                    </a:ext>
                  </a:extLst>
                </p:cNvPr>
                <p:cNvSpPr/>
                <p:nvPr/>
              </p:nvSpPr>
              <p:spPr>
                <a:xfrm>
                  <a:off x="80561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9" name="object 813">
                  <a:extLst>
                    <a:ext uri="{FF2B5EF4-FFF2-40B4-BE49-F238E27FC236}">
                      <a16:creationId xmlns:a16="http://schemas.microsoft.com/office/drawing/2014/main" id="{98DC3216-CADC-4250-A4E7-90AA6FC20121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0" name="object 814">
                  <a:extLst>
                    <a:ext uri="{FF2B5EF4-FFF2-40B4-BE49-F238E27FC236}">
                      <a16:creationId xmlns:a16="http://schemas.microsoft.com/office/drawing/2014/main" id="{874371CF-D99E-4E98-ADFC-827BA7C51F32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1" name="object 815">
                  <a:extLst>
                    <a:ext uri="{FF2B5EF4-FFF2-40B4-BE49-F238E27FC236}">
                      <a16:creationId xmlns:a16="http://schemas.microsoft.com/office/drawing/2014/main" id="{1628627B-8AC1-4798-A0AB-8F021BBAED65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2" name="object 816">
                  <a:extLst>
                    <a:ext uri="{FF2B5EF4-FFF2-40B4-BE49-F238E27FC236}">
                      <a16:creationId xmlns:a16="http://schemas.microsoft.com/office/drawing/2014/main" id="{515498FB-1080-4AE7-B62C-758AFB9DCB35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3" name="object 817">
                  <a:extLst>
                    <a:ext uri="{FF2B5EF4-FFF2-40B4-BE49-F238E27FC236}">
                      <a16:creationId xmlns:a16="http://schemas.microsoft.com/office/drawing/2014/main" id="{365246E3-2D30-42E7-BFA7-6ADA8F6F18A6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4" name="object 818">
                  <a:extLst>
                    <a:ext uri="{FF2B5EF4-FFF2-40B4-BE49-F238E27FC236}">
                      <a16:creationId xmlns:a16="http://schemas.microsoft.com/office/drawing/2014/main" id="{6FD119A5-8920-4898-A1C1-D0BFABA03B8E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5" name="object 819">
                  <a:extLst>
                    <a:ext uri="{FF2B5EF4-FFF2-40B4-BE49-F238E27FC236}">
                      <a16:creationId xmlns:a16="http://schemas.microsoft.com/office/drawing/2014/main" id="{1D9E3987-1884-4CE0-80C7-6BAB57321206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6" name="object 820">
                  <a:extLst>
                    <a:ext uri="{FF2B5EF4-FFF2-40B4-BE49-F238E27FC236}">
                      <a16:creationId xmlns:a16="http://schemas.microsoft.com/office/drawing/2014/main" id="{30489EF2-8B17-436C-968C-5BE02A735AC9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7" name="object 821">
                  <a:extLst>
                    <a:ext uri="{FF2B5EF4-FFF2-40B4-BE49-F238E27FC236}">
                      <a16:creationId xmlns:a16="http://schemas.microsoft.com/office/drawing/2014/main" id="{D574D0AF-1D98-4AE9-99F2-D8385E75C880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8" name="object 822">
                  <a:extLst>
                    <a:ext uri="{FF2B5EF4-FFF2-40B4-BE49-F238E27FC236}">
                      <a16:creationId xmlns:a16="http://schemas.microsoft.com/office/drawing/2014/main" id="{C31524EC-10C0-4836-9467-A551357057B5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9" name="object 823">
                  <a:extLst>
                    <a:ext uri="{FF2B5EF4-FFF2-40B4-BE49-F238E27FC236}">
                      <a16:creationId xmlns:a16="http://schemas.microsoft.com/office/drawing/2014/main" id="{E229C53F-74A5-4648-87B2-CAEA4F6F59BF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0" name="object 824">
                  <a:extLst>
                    <a:ext uri="{FF2B5EF4-FFF2-40B4-BE49-F238E27FC236}">
                      <a16:creationId xmlns:a16="http://schemas.microsoft.com/office/drawing/2014/main" id="{29DD4ED6-3240-491C-8120-FC3FEED3D14B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1" name="object 825">
                  <a:extLst>
                    <a:ext uri="{FF2B5EF4-FFF2-40B4-BE49-F238E27FC236}">
                      <a16:creationId xmlns:a16="http://schemas.microsoft.com/office/drawing/2014/main" id="{A7650EA7-A492-4F00-9A7D-FD9927E8AD20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2" name="object 826">
                  <a:extLst>
                    <a:ext uri="{FF2B5EF4-FFF2-40B4-BE49-F238E27FC236}">
                      <a16:creationId xmlns:a16="http://schemas.microsoft.com/office/drawing/2014/main" id="{B97748E1-5012-4D60-AEF2-85921EB668C1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3" name="object 827">
                  <a:extLst>
                    <a:ext uri="{FF2B5EF4-FFF2-40B4-BE49-F238E27FC236}">
                      <a16:creationId xmlns:a16="http://schemas.microsoft.com/office/drawing/2014/main" id="{C901B426-A945-40A5-80BA-1F134DE9EAD2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4" name="object 828">
                  <a:extLst>
                    <a:ext uri="{FF2B5EF4-FFF2-40B4-BE49-F238E27FC236}">
                      <a16:creationId xmlns:a16="http://schemas.microsoft.com/office/drawing/2014/main" id="{F6F5F53A-6E3C-4E98-B574-5764DF9D10D0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5" name="object 829">
                  <a:extLst>
                    <a:ext uri="{FF2B5EF4-FFF2-40B4-BE49-F238E27FC236}">
                      <a16:creationId xmlns:a16="http://schemas.microsoft.com/office/drawing/2014/main" id="{DDB0AEC6-9DBE-46E1-A951-8C6E2B23FC05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6" name="object 830">
                  <a:extLst>
                    <a:ext uri="{FF2B5EF4-FFF2-40B4-BE49-F238E27FC236}">
                      <a16:creationId xmlns:a16="http://schemas.microsoft.com/office/drawing/2014/main" id="{8F6B42BD-D669-4AE9-A9A2-4E423183FA6D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7" name="object 831">
                  <a:extLst>
                    <a:ext uri="{FF2B5EF4-FFF2-40B4-BE49-F238E27FC236}">
                      <a16:creationId xmlns:a16="http://schemas.microsoft.com/office/drawing/2014/main" id="{DCB97725-77DB-49F3-970D-9E058ACF527C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8" name="object 832">
                  <a:extLst>
                    <a:ext uri="{FF2B5EF4-FFF2-40B4-BE49-F238E27FC236}">
                      <a16:creationId xmlns:a16="http://schemas.microsoft.com/office/drawing/2014/main" id="{3A115F2A-5872-4E67-91B0-0389B8DC5F49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9" name="object 833">
                  <a:extLst>
                    <a:ext uri="{FF2B5EF4-FFF2-40B4-BE49-F238E27FC236}">
                      <a16:creationId xmlns:a16="http://schemas.microsoft.com/office/drawing/2014/main" id="{1C8E044A-DB28-478C-B711-0AB713BEFD82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0" name="object 834">
                  <a:extLst>
                    <a:ext uri="{FF2B5EF4-FFF2-40B4-BE49-F238E27FC236}">
                      <a16:creationId xmlns:a16="http://schemas.microsoft.com/office/drawing/2014/main" id="{E5A9303D-C353-49AD-A565-73BEF675826E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1" name="object 835">
                  <a:extLst>
                    <a:ext uri="{FF2B5EF4-FFF2-40B4-BE49-F238E27FC236}">
                      <a16:creationId xmlns:a16="http://schemas.microsoft.com/office/drawing/2014/main" id="{0E930B11-86B5-4A25-878F-4CCEDB9F4DB6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2" name="object 836">
                  <a:extLst>
                    <a:ext uri="{FF2B5EF4-FFF2-40B4-BE49-F238E27FC236}">
                      <a16:creationId xmlns:a16="http://schemas.microsoft.com/office/drawing/2014/main" id="{49A10FA8-FFA3-493D-A4BF-51E0F101F277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3" name="object 837">
                  <a:extLst>
                    <a:ext uri="{FF2B5EF4-FFF2-40B4-BE49-F238E27FC236}">
                      <a16:creationId xmlns:a16="http://schemas.microsoft.com/office/drawing/2014/main" id="{773D4A5F-0D5A-4277-A27F-F3736C6DEFFA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4" name="object 838">
                  <a:extLst>
                    <a:ext uri="{FF2B5EF4-FFF2-40B4-BE49-F238E27FC236}">
                      <a16:creationId xmlns:a16="http://schemas.microsoft.com/office/drawing/2014/main" id="{6FF268F7-B9C2-4B67-A7A5-E2D3809CFE35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5" name="object 839">
                  <a:extLst>
                    <a:ext uri="{FF2B5EF4-FFF2-40B4-BE49-F238E27FC236}">
                      <a16:creationId xmlns:a16="http://schemas.microsoft.com/office/drawing/2014/main" id="{79E5D9E2-D5C8-4682-8E97-DCA648027B76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6" name="object 840">
                  <a:extLst>
                    <a:ext uri="{FF2B5EF4-FFF2-40B4-BE49-F238E27FC236}">
                      <a16:creationId xmlns:a16="http://schemas.microsoft.com/office/drawing/2014/main" id="{632171AD-C1A9-42B5-B8FA-348A132CD5DC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7" name="object 841">
                  <a:extLst>
                    <a:ext uri="{FF2B5EF4-FFF2-40B4-BE49-F238E27FC236}">
                      <a16:creationId xmlns:a16="http://schemas.microsoft.com/office/drawing/2014/main" id="{A5CD8A99-64D2-4AE6-AD42-531A7A1EEDE9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8" name="object 842">
                  <a:extLst>
                    <a:ext uri="{FF2B5EF4-FFF2-40B4-BE49-F238E27FC236}">
                      <a16:creationId xmlns:a16="http://schemas.microsoft.com/office/drawing/2014/main" id="{094E8F0E-1BED-4CDB-92CE-A1730759EEF4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9" name="object 843">
                  <a:extLst>
                    <a:ext uri="{FF2B5EF4-FFF2-40B4-BE49-F238E27FC236}">
                      <a16:creationId xmlns:a16="http://schemas.microsoft.com/office/drawing/2014/main" id="{8F852E26-43A3-4ACA-9D5A-13F9861F0078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0" name="object 844">
                  <a:extLst>
                    <a:ext uri="{FF2B5EF4-FFF2-40B4-BE49-F238E27FC236}">
                      <a16:creationId xmlns:a16="http://schemas.microsoft.com/office/drawing/2014/main" id="{BB5F1054-256C-484D-AA73-36EDC070B062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1" name="object 845">
                  <a:extLst>
                    <a:ext uri="{FF2B5EF4-FFF2-40B4-BE49-F238E27FC236}">
                      <a16:creationId xmlns:a16="http://schemas.microsoft.com/office/drawing/2014/main" id="{2AB7ABD6-9CCC-4CD7-9A62-6EECD6F4E3B4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2" name="object 846">
                  <a:extLst>
                    <a:ext uri="{FF2B5EF4-FFF2-40B4-BE49-F238E27FC236}">
                      <a16:creationId xmlns:a16="http://schemas.microsoft.com/office/drawing/2014/main" id="{84BBE993-B635-42F4-94FB-E0A916859BF2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3" name="object 847">
                  <a:extLst>
                    <a:ext uri="{FF2B5EF4-FFF2-40B4-BE49-F238E27FC236}">
                      <a16:creationId xmlns:a16="http://schemas.microsoft.com/office/drawing/2014/main" id="{96214CD6-D6E2-4FDC-A01D-C7AB80D68C45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4" name="object 848">
                  <a:extLst>
                    <a:ext uri="{FF2B5EF4-FFF2-40B4-BE49-F238E27FC236}">
                      <a16:creationId xmlns:a16="http://schemas.microsoft.com/office/drawing/2014/main" id="{EF44EE21-C27B-4DCF-B97D-033B79B0C894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5" name="object 849">
                  <a:extLst>
                    <a:ext uri="{FF2B5EF4-FFF2-40B4-BE49-F238E27FC236}">
                      <a16:creationId xmlns:a16="http://schemas.microsoft.com/office/drawing/2014/main" id="{06C690F2-57B8-4EF0-B10E-E7DF87DD5779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6" name="object 850">
                  <a:extLst>
                    <a:ext uri="{FF2B5EF4-FFF2-40B4-BE49-F238E27FC236}">
                      <a16:creationId xmlns:a16="http://schemas.microsoft.com/office/drawing/2014/main" id="{4CFF8FEA-EA89-4822-A68F-DBC57F849D26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7" name="object 851">
                  <a:extLst>
                    <a:ext uri="{FF2B5EF4-FFF2-40B4-BE49-F238E27FC236}">
                      <a16:creationId xmlns:a16="http://schemas.microsoft.com/office/drawing/2014/main" id="{B79512FD-5725-4968-BFC9-799147DBF174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8" name="object 852">
                  <a:extLst>
                    <a:ext uri="{FF2B5EF4-FFF2-40B4-BE49-F238E27FC236}">
                      <a16:creationId xmlns:a16="http://schemas.microsoft.com/office/drawing/2014/main" id="{B9370A9A-FDB2-4CE8-B62F-469F03379750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9" name="object 853">
                  <a:extLst>
                    <a:ext uri="{FF2B5EF4-FFF2-40B4-BE49-F238E27FC236}">
                      <a16:creationId xmlns:a16="http://schemas.microsoft.com/office/drawing/2014/main" id="{5543C3FA-C20B-4183-A184-FEFB2E4115BE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0" name="object 854">
                  <a:extLst>
                    <a:ext uri="{FF2B5EF4-FFF2-40B4-BE49-F238E27FC236}">
                      <a16:creationId xmlns:a16="http://schemas.microsoft.com/office/drawing/2014/main" id="{87F3BBE1-B5E5-4D76-A50A-5810DCCBD6C0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1" name="object 855">
                  <a:extLst>
                    <a:ext uri="{FF2B5EF4-FFF2-40B4-BE49-F238E27FC236}">
                      <a16:creationId xmlns:a16="http://schemas.microsoft.com/office/drawing/2014/main" id="{75B15A82-29CF-4097-B285-36F24187399F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2" name="object 856">
                  <a:extLst>
                    <a:ext uri="{FF2B5EF4-FFF2-40B4-BE49-F238E27FC236}">
                      <a16:creationId xmlns:a16="http://schemas.microsoft.com/office/drawing/2014/main" id="{4C595B83-74FE-411A-9633-01A0A83F8CD7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3" name="object 857">
                  <a:extLst>
                    <a:ext uri="{FF2B5EF4-FFF2-40B4-BE49-F238E27FC236}">
                      <a16:creationId xmlns:a16="http://schemas.microsoft.com/office/drawing/2014/main" id="{3E95A5EC-E431-4CC7-AA73-833D56C70752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4" name="object 858">
                  <a:extLst>
                    <a:ext uri="{FF2B5EF4-FFF2-40B4-BE49-F238E27FC236}">
                      <a16:creationId xmlns:a16="http://schemas.microsoft.com/office/drawing/2014/main" id="{9B31E4FA-D38C-4093-938F-D8A473B7C098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5" name="object 859">
                  <a:extLst>
                    <a:ext uri="{FF2B5EF4-FFF2-40B4-BE49-F238E27FC236}">
                      <a16:creationId xmlns:a16="http://schemas.microsoft.com/office/drawing/2014/main" id="{80DA92AB-C2AB-4678-9029-DB33C0E49751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6" name="object 860">
                  <a:extLst>
                    <a:ext uri="{FF2B5EF4-FFF2-40B4-BE49-F238E27FC236}">
                      <a16:creationId xmlns:a16="http://schemas.microsoft.com/office/drawing/2014/main" id="{19BCDA70-A3B6-411E-8437-C9DBF90B47BC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7" name="object 861">
                  <a:extLst>
                    <a:ext uri="{FF2B5EF4-FFF2-40B4-BE49-F238E27FC236}">
                      <a16:creationId xmlns:a16="http://schemas.microsoft.com/office/drawing/2014/main" id="{B96AA557-0F5A-4AC8-AA2A-A658AEC235C5}"/>
                    </a:ext>
                  </a:extLst>
                </p:cNvPr>
                <p:cNvSpPr/>
                <p:nvPr/>
              </p:nvSpPr>
              <p:spPr>
                <a:xfrm>
                  <a:off x="8056179" y="597203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5626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5562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8" name="object 862">
                  <a:extLst>
                    <a:ext uri="{FF2B5EF4-FFF2-40B4-BE49-F238E27FC236}">
                      <a16:creationId xmlns:a16="http://schemas.microsoft.com/office/drawing/2014/main" id="{A1D36B86-391B-448C-ADC8-A21025439614}"/>
                    </a:ext>
                  </a:extLst>
                </p:cNvPr>
                <p:cNvSpPr/>
                <p:nvPr/>
              </p:nvSpPr>
              <p:spPr>
                <a:xfrm>
                  <a:off x="80561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9" name="object 863">
                  <a:extLst>
                    <a:ext uri="{FF2B5EF4-FFF2-40B4-BE49-F238E27FC236}">
                      <a16:creationId xmlns:a16="http://schemas.microsoft.com/office/drawing/2014/main" id="{0BE1C26D-5D8F-4D17-A864-68F2DE4BF359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0" name="object 864">
                  <a:extLst>
                    <a:ext uri="{FF2B5EF4-FFF2-40B4-BE49-F238E27FC236}">
                      <a16:creationId xmlns:a16="http://schemas.microsoft.com/office/drawing/2014/main" id="{D8F9ABEC-4542-4113-A989-D84F615A7E13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1" name="object 865">
                  <a:extLst>
                    <a:ext uri="{FF2B5EF4-FFF2-40B4-BE49-F238E27FC236}">
                      <a16:creationId xmlns:a16="http://schemas.microsoft.com/office/drawing/2014/main" id="{D698E719-4052-43D2-BDCF-77F896C17C88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2" name="object 866">
                  <a:extLst>
                    <a:ext uri="{FF2B5EF4-FFF2-40B4-BE49-F238E27FC236}">
                      <a16:creationId xmlns:a16="http://schemas.microsoft.com/office/drawing/2014/main" id="{4C022953-C418-4578-B200-4B56CBE7850A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3" name="object 867">
                  <a:extLst>
                    <a:ext uri="{FF2B5EF4-FFF2-40B4-BE49-F238E27FC236}">
                      <a16:creationId xmlns:a16="http://schemas.microsoft.com/office/drawing/2014/main" id="{BFFC58A5-603A-4D36-A34D-34FEB1BDE009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4" name="object 868">
                  <a:extLst>
                    <a:ext uri="{FF2B5EF4-FFF2-40B4-BE49-F238E27FC236}">
                      <a16:creationId xmlns:a16="http://schemas.microsoft.com/office/drawing/2014/main" id="{08D3B720-4A51-4322-940E-A272718E6375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5" name="object 869">
                  <a:extLst>
                    <a:ext uri="{FF2B5EF4-FFF2-40B4-BE49-F238E27FC236}">
                      <a16:creationId xmlns:a16="http://schemas.microsoft.com/office/drawing/2014/main" id="{9AA76564-ACC3-41F5-93E3-AEABF11DAD10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6" name="object 870">
                  <a:extLst>
                    <a:ext uri="{FF2B5EF4-FFF2-40B4-BE49-F238E27FC236}">
                      <a16:creationId xmlns:a16="http://schemas.microsoft.com/office/drawing/2014/main" id="{A5ADF8BA-C950-44FB-AC07-DE7BEB7635E2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7" name="object 871">
                  <a:extLst>
                    <a:ext uri="{FF2B5EF4-FFF2-40B4-BE49-F238E27FC236}">
                      <a16:creationId xmlns:a16="http://schemas.microsoft.com/office/drawing/2014/main" id="{A55CF7B9-D2E9-4241-A446-3E2143AAC93A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8" name="object 872">
                  <a:extLst>
                    <a:ext uri="{FF2B5EF4-FFF2-40B4-BE49-F238E27FC236}">
                      <a16:creationId xmlns:a16="http://schemas.microsoft.com/office/drawing/2014/main" id="{5D84093F-1F69-4AF4-B7F7-EC3776091F11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9" name="object 873">
                  <a:extLst>
                    <a:ext uri="{FF2B5EF4-FFF2-40B4-BE49-F238E27FC236}">
                      <a16:creationId xmlns:a16="http://schemas.microsoft.com/office/drawing/2014/main" id="{26A67909-5283-461B-82DC-99763DAD60FE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0" name="object 874">
                  <a:extLst>
                    <a:ext uri="{FF2B5EF4-FFF2-40B4-BE49-F238E27FC236}">
                      <a16:creationId xmlns:a16="http://schemas.microsoft.com/office/drawing/2014/main" id="{9582C0F1-1ECF-42F5-BFDF-38642B095553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1" name="object 875">
                  <a:extLst>
                    <a:ext uri="{FF2B5EF4-FFF2-40B4-BE49-F238E27FC236}">
                      <a16:creationId xmlns:a16="http://schemas.microsoft.com/office/drawing/2014/main" id="{4AFDD60D-6EE5-4DF2-B4B3-E161F5C22A39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2" name="object 876">
                  <a:extLst>
                    <a:ext uri="{FF2B5EF4-FFF2-40B4-BE49-F238E27FC236}">
                      <a16:creationId xmlns:a16="http://schemas.microsoft.com/office/drawing/2014/main" id="{E1C898F3-AC90-4BF1-AA26-8553EF18CFC8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3" name="object 877">
                  <a:extLst>
                    <a:ext uri="{FF2B5EF4-FFF2-40B4-BE49-F238E27FC236}">
                      <a16:creationId xmlns:a16="http://schemas.microsoft.com/office/drawing/2014/main" id="{ABDEEAE7-10C2-4866-AC52-AB44C473763A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4" name="object 878">
                  <a:extLst>
                    <a:ext uri="{FF2B5EF4-FFF2-40B4-BE49-F238E27FC236}">
                      <a16:creationId xmlns:a16="http://schemas.microsoft.com/office/drawing/2014/main" id="{B7FC112C-A18E-4D86-BAE8-87937C156483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5" name="object 879">
                  <a:extLst>
                    <a:ext uri="{FF2B5EF4-FFF2-40B4-BE49-F238E27FC236}">
                      <a16:creationId xmlns:a16="http://schemas.microsoft.com/office/drawing/2014/main" id="{31D7E149-E0D9-4E3C-818B-7CD9FFCEF40D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6" name="object 880">
                  <a:extLst>
                    <a:ext uri="{FF2B5EF4-FFF2-40B4-BE49-F238E27FC236}">
                      <a16:creationId xmlns:a16="http://schemas.microsoft.com/office/drawing/2014/main" id="{E050AC5C-272D-4425-B3CB-73B5A066EB20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7" name="object 881">
                  <a:extLst>
                    <a:ext uri="{FF2B5EF4-FFF2-40B4-BE49-F238E27FC236}">
                      <a16:creationId xmlns:a16="http://schemas.microsoft.com/office/drawing/2014/main" id="{1C4A3AB5-74B0-4585-989E-73AED67FF715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8" name="object 882">
                  <a:extLst>
                    <a:ext uri="{FF2B5EF4-FFF2-40B4-BE49-F238E27FC236}">
                      <a16:creationId xmlns:a16="http://schemas.microsoft.com/office/drawing/2014/main" id="{61E5351B-3FDD-4971-A0D4-3DD8AA30465E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9" name="object 883">
                  <a:extLst>
                    <a:ext uri="{FF2B5EF4-FFF2-40B4-BE49-F238E27FC236}">
                      <a16:creationId xmlns:a16="http://schemas.microsoft.com/office/drawing/2014/main" id="{5E36D587-DD02-44CA-9045-A601ED998CD9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0" name="object 884">
                  <a:extLst>
                    <a:ext uri="{FF2B5EF4-FFF2-40B4-BE49-F238E27FC236}">
                      <a16:creationId xmlns:a16="http://schemas.microsoft.com/office/drawing/2014/main" id="{C4CC20DF-02F5-494B-BD72-D643EBA4ACF9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1" name="object 885">
                  <a:extLst>
                    <a:ext uri="{FF2B5EF4-FFF2-40B4-BE49-F238E27FC236}">
                      <a16:creationId xmlns:a16="http://schemas.microsoft.com/office/drawing/2014/main" id="{6C2C5D82-82CC-4993-99B0-EA3D89D70624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2" name="object 886">
                  <a:extLst>
                    <a:ext uri="{FF2B5EF4-FFF2-40B4-BE49-F238E27FC236}">
                      <a16:creationId xmlns:a16="http://schemas.microsoft.com/office/drawing/2014/main" id="{8621545E-9257-4351-8A49-C0FD9C075A10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3" name="object 887">
                  <a:extLst>
                    <a:ext uri="{FF2B5EF4-FFF2-40B4-BE49-F238E27FC236}">
                      <a16:creationId xmlns:a16="http://schemas.microsoft.com/office/drawing/2014/main" id="{B9374D0A-B160-4FD2-99D9-DC9996DCB278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4" name="object 888">
                  <a:extLst>
                    <a:ext uri="{FF2B5EF4-FFF2-40B4-BE49-F238E27FC236}">
                      <a16:creationId xmlns:a16="http://schemas.microsoft.com/office/drawing/2014/main" id="{53549E2C-AE91-442C-9CED-7F0A894AD52E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5" name="object 889">
                  <a:extLst>
                    <a:ext uri="{FF2B5EF4-FFF2-40B4-BE49-F238E27FC236}">
                      <a16:creationId xmlns:a16="http://schemas.microsoft.com/office/drawing/2014/main" id="{CD2BE98A-39CA-4B18-9198-C0BE314AA56B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6" name="object 890">
                  <a:extLst>
                    <a:ext uri="{FF2B5EF4-FFF2-40B4-BE49-F238E27FC236}">
                      <a16:creationId xmlns:a16="http://schemas.microsoft.com/office/drawing/2014/main" id="{B004EEFE-5855-4B15-9ED7-96BED15092E5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7" name="object 891">
                  <a:extLst>
                    <a:ext uri="{FF2B5EF4-FFF2-40B4-BE49-F238E27FC236}">
                      <a16:creationId xmlns:a16="http://schemas.microsoft.com/office/drawing/2014/main" id="{B5E2A58C-A75D-4B4E-9F57-8DCDE646C83F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8" name="object 892">
                  <a:extLst>
                    <a:ext uri="{FF2B5EF4-FFF2-40B4-BE49-F238E27FC236}">
                      <a16:creationId xmlns:a16="http://schemas.microsoft.com/office/drawing/2014/main" id="{B1943D35-28EB-4B0D-9FE0-24F8283D9992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9" name="object 893">
                  <a:extLst>
                    <a:ext uri="{FF2B5EF4-FFF2-40B4-BE49-F238E27FC236}">
                      <a16:creationId xmlns:a16="http://schemas.microsoft.com/office/drawing/2014/main" id="{430F285A-BC3E-4A10-90D9-130C316B247A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0" name="object 894">
                  <a:extLst>
                    <a:ext uri="{FF2B5EF4-FFF2-40B4-BE49-F238E27FC236}">
                      <a16:creationId xmlns:a16="http://schemas.microsoft.com/office/drawing/2014/main" id="{071D3FFD-C97A-4827-B1DC-F6C8A2CF0481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1" name="object 895">
                  <a:extLst>
                    <a:ext uri="{FF2B5EF4-FFF2-40B4-BE49-F238E27FC236}">
                      <a16:creationId xmlns:a16="http://schemas.microsoft.com/office/drawing/2014/main" id="{562805B2-853E-406D-8F85-134A48AEE2B6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2" name="object 896">
                  <a:extLst>
                    <a:ext uri="{FF2B5EF4-FFF2-40B4-BE49-F238E27FC236}">
                      <a16:creationId xmlns:a16="http://schemas.microsoft.com/office/drawing/2014/main" id="{470CC514-70A7-4576-ACA5-DE76DAE1A8E0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3" name="object 897">
                  <a:extLst>
                    <a:ext uri="{FF2B5EF4-FFF2-40B4-BE49-F238E27FC236}">
                      <a16:creationId xmlns:a16="http://schemas.microsoft.com/office/drawing/2014/main" id="{9D0B7937-9F6B-4B48-AC0C-2498C2F442CF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4" name="object 898">
                  <a:extLst>
                    <a:ext uri="{FF2B5EF4-FFF2-40B4-BE49-F238E27FC236}">
                      <a16:creationId xmlns:a16="http://schemas.microsoft.com/office/drawing/2014/main" id="{FEFA2879-BD65-4D31-A1AA-1730B53878C5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5" name="object 899">
                  <a:extLst>
                    <a:ext uri="{FF2B5EF4-FFF2-40B4-BE49-F238E27FC236}">
                      <a16:creationId xmlns:a16="http://schemas.microsoft.com/office/drawing/2014/main" id="{4BD2BEB8-CB6E-42BB-A078-881474E1A20B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6" name="object 900">
                  <a:extLst>
                    <a:ext uri="{FF2B5EF4-FFF2-40B4-BE49-F238E27FC236}">
                      <a16:creationId xmlns:a16="http://schemas.microsoft.com/office/drawing/2014/main" id="{C58E809F-232E-4DD1-B168-E99A3CD09FFE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7" name="object 901">
                  <a:extLst>
                    <a:ext uri="{FF2B5EF4-FFF2-40B4-BE49-F238E27FC236}">
                      <a16:creationId xmlns:a16="http://schemas.microsoft.com/office/drawing/2014/main" id="{B9F54E44-FA94-4188-937A-08502AD8F5E3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8" name="object 902">
                  <a:extLst>
                    <a:ext uri="{FF2B5EF4-FFF2-40B4-BE49-F238E27FC236}">
                      <a16:creationId xmlns:a16="http://schemas.microsoft.com/office/drawing/2014/main" id="{86F1CEBA-DB63-4A49-A9F6-3E8734980E78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9" name="object 903">
                  <a:extLst>
                    <a:ext uri="{FF2B5EF4-FFF2-40B4-BE49-F238E27FC236}">
                      <a16:creationId xmlns:a16="http://schemas.microsoft.com/office/drawing/2014/main" id="{20A8FC82-7EC1-4644-9155-4A8D9DEF1290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0" name="object 904">
                  <a:extLst>
                    <a:ext uri="{FF2B5EF4-FFF2-40B4-BE49-F238E27FC236}">
                      <a16:creationId xmlns:a16="http://schemas.microsoft.com/office/drawing/2014/main" id="{A41B1D6C-7248-4F4F-AC6F-714EC6727AC2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1" name="object 905">
                  <a:extLst>
                    <a:ext uri="{FF2B5EF4-FFF2-40B4-BE49-F238E27FC236}">
                      <a16:creationId xmlns:a16="http://schemas.microsoft.com/office/drawing/2014/main" id="{7600D3F2-1057-449A-9240-73501EC9F533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2" name="object 906">
                  <a:extLst>
                    <a:ext uri="{FF2B5EF4-FFF2-40B4-BE49-F238E27FC236}">
                      <a16:creationId xmlns:a16="http://schemas.microsoft.com/office/drawing/2014/main" id="{13404E50-ACEA-4286-9DCB-065F55C3FBD4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3" name="object 907">
                  <a:extLst>
                    <a:ext uri="{FF2B5EF4-FFF2-40B4-BE49-F238E27FC236}">
                      <a16:creationId xmlns:a16="http://schemas.microsoft.com/office/drawing/2014/main" id="{158F3085-B533-4CC7-BB18-4AE0F152D006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4" name="object 908">
                  <a:extLst>
                    <a:ext uri="{FF2B5EF4-FFF2-40B4-BE49-F238E27FC236}">
                      <a16:creationId xmlns:a16="http://schemas.microsoft.com/office/drawing/2014/main" id="{EF44416B-FCDF-4083-8210-D77548B7F6A4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5" name="object 909">
                  <a:extLst>
                    <a:ext uri="{FF2B5EF4-FFF2-40B4-BE49-F238E27FC236}">
                      <a16:creationId xmlns:a16="http://schemas.microsoft.com/office/drawing/2014/main" id="{7B6C5493-1E35-443C-A5E5-44FCE70F4E7F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6" name="object 910">
                  <a:extLst>
                    <a:ext uri="{FF2B5EF4-FFF2-40B4-BE49-F238E27FC236}">
                      <a16:creationId xmlns:a16="http://schemas.microsoft.com/office/drawing/2014/main" id="{34C4216F-D7DB-425F-ADBE-91B5E5A8C1ED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7" name="object 911">
                  <a:extLst>
                    <a:ext uri="{FF2B5EF4-FFF2-40B4-BE49-F238E27FC236}">
                      <a16:creationId xmlns:a16="http://schemas.microsoft.com/office/drawing/2014/main" id="{31AC77E3-BAD6-4679-AC88-C6DFF9C37C15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8" name="object 912">
                  <a:extLst>
                    <a:ext uri="{FF2B5EF4-FFF2-40B4-BE49-F238E27FC236}">
                      <a16:creationId xmlns:a16="http://schemas.microsoft.com/office/drawing/2014/main" id="{C11DE07B-2573-44B8-968F-3D94A7913D9D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9" name="object 913">
                  <a:extLst>
                    <a:ext uri="{FF2B5EF4-FFF2-40B4-BE49-F238E27FC236}">
                      <a16:creationId xmlns:a16="http://schemas.microsoft.com/office/drawing/2014/main" id="{76055057-4874-4886-B124-7142AE790BFA}"/>
                    </a:ext>
                  </a:extLst>
                </p:cNvPr>
                <p:cNvSpPr/>
                <p:nvPr/>
              </p:nvSpPr>
              <p:spPr>
                <a:xfrm>
                  <a:off x="8165145" y="608024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4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100584"/>
                      </a:lnTo>
                      <a:lnTo>
                        <a:pt x="10820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0" name="object 914">
                  <a:extLst>
                    <a:ext uri="{FF2B5EF4-FFF2-40B4-BE49-F238E27FC236}">
                      <a16:creationId xmlns:a16="http://schemas.microsoft.com/office/drawing/2014/main" id="{03E7A356-1922-4BD4-A8CB-70623147379D}"/>
                    </a:ext>
                  </a:extLst>
                </p:cNvPr>
                <p:cNvSpPr/>
                <p:nvPr/>
              </p:nvSpPr>
              <p:spPr>
                <a:xfrm>
                  <a:off x="816514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1" name="object 915">
                  <a:extLst>
                    <a:ext uri="{FF2B5EF4-FFF2-40B4-BE49-F238E27FC236}">
                      <a16:creationId xmlns:a16="http://schemas.microsoft.com/office/drawing/2014/main" id="{B186844F-B01B-4B5C-8F7B-41DC34C8D835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0965">
                      <a:moveTo>
                        <a:pt x="0" y="100584"/>
                      </a:moveTo>
                      <a:lnTo>
                        <a:pt x="108965" y="100584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0584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2" name="object 916">
                  <a:extLst>
                    <a:ext uri="{FF2B5EF4-FFF2-40B4-BE49-F238E27FC236}">
                      <a16:creationId xmlns:a16="http://schemas.microsoft.com/office/drawing/2014/main" id="{9261F58A-0F14-4490-9472-CDA1D0ECB630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3" name="object 917">
                  <a:extLst>
                    <a:ext uri="{FF2B5EF4-FFF2-40B4-BE49-F238E27FC236}">
                      <a16:creationId xmlns:a16="http://schemas.microsoft.com/office/drawing/2014/main" id="{599F1B85-8F72-421A-9DCB-EF97251462AE}"/>
                    </a:ext>
                  </a:extLst>
                </p:cNvPr>
                <p:cNvSpPr/>
                <p:nvPr/>
              </p:nvSpPr>
              <p:spPr>
                <a:xfrm>
                  <a:off x="8382315" y="608024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0058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4" name="object 918">
                  <a:extLst>
                    <a:ext uri="{FF2B5EF4-FFF2-40B4-BE49-F238E27FC236}">
                      <a16:creationId xmlns:a16="http://schemas.microsoft.com/office/drawing/2014/main" id="{799ED1EC-75C5-411D-BFCD-E21C12C098F6}"/>
                    </a:ext>
                  </a:extLst>
                </p:cNvPr>
                <p:cNvSpPr/>
                <p:nvPr/>
              </p:nvSpPr>
              <p:spPr>
                <a:xfrm>
                  <a:off x="83823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5" name="object 919">
                  <a:extLst>
                    <a:ext uri="{FF2B5EF4-FFF2-40B4-BE49-F238E27FC236}">
                      <a16:creationId xmlns:a16="http://schemas.microsoft.com/office/drawing/2014/main" id="{AC325AC7-1B8E-4AA1-9A65-468EC20C7C99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6" name="object 920">
                  <a:extLst>
                    <a:ext uri="{FF2B5EF4-FFF2-40B4-BE49-F238E27FC236}">
                      <a16:creationId xmlns:a16="http://schemas.microsoft.com/office/drawing/2014/main" id="{9BCFBD44-E46E-4A99-A7E6-A8E7F03964B1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7" name="object 921">
                  <a:extLst>
                    <a:ext uri="{FF2B5EF4-FFF2-40B4-BE49-F238E27FC236}">
                      <a16:creationId xmlns:a16="http://schemas.microsoft.com/office/drawing/2014/main" id="{33267DA6-EB01-4F82-8A6B-27BCA94BA554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8" name="object 922">
                  <a:extLst>
                    <a:ext uri="{FF2B5EF4-FFF2-40B4-BE49-F238E27FC236}">
                      <a16:creationId xmlns:a16="http://schemas.microsoft.com/office/drawing/2014/main" id="{D049B58C-6364-4F65-AC1E-B8BA90EF300C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9" name="object 923">
                  <a:extLst>
                    <a:ext uri="{FF2B5EF4-FFF2-40B4-BE49-F238E27FC236}">
                      <a16:creationId xmlns:a16="http://schemas.microsoft.com/office/drawing/2014/main" id="{19A06535-CBF4-4C96-9A82-6EB3CF6AE107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0" name="object 924">
                  <a:extLst>
                    <a:ext uri="{FF2B5EF4-FFF2-40B4-BE49-F238E27FC236}">
                      <a16:creationId xmlns:a16="http://schemas.microsoft.com/office/drawing/2014/main" id="{3CD7BAC0-6C79-412E-B3C4-86FEAF8BFA5F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1" name="object 925">
                  <a:extLst>
                    <a:ext uri="{FF2B5EF4-FFF2-40B4-BE49-F238E27FC236}">
                      <a16:creationId xmlns:a16="http://schemas.microsoft.com/office/drawing/2014/main" id="{A2C3267F-F36B-4D1C-B122-7A684660AC49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2" name="object 926">
                  <a:extLst>
                    <a:ext uri="{FF2B5EF4-FFF2-40B4-BE49-F238E27FC236}">
                      <a16:creationId xmlns:a16="http://schemas.microsoft.com/office/drawing/2014/main" id="{6B6546B9-9DEE-418B-BE8A-29CDF33DC163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3" name="object 927">
                  <a:extLst>
                    <a:ext uri="{FF2B5EF4-FFF2-40B4-BE49-F238E27FC236}">
                      <a16:creationId xmlns:a16="http://schemas.microsoft.com/office/drawing/2014/main" id="{E0C76909-6A58-4574-B812-BD23E98BB148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4" name="object 928">
                  <a:extLst>
                    <a:ext uri="{FF2B5EF4-FFF2-40B4-BE49-F238E27FC236}">
                      <a16:creationId xmlns:a16="http://schemas.microsoft.com/office/drawing/2014/main" id="{23C8099A-4416-44ED-9359-6117AD788F3E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5" name="object 929">
                  <a:extLst>
                    <a:ext uri="{FF2B5EF4-FFF2-40B4-BE49-F238E27FC236}">
                      <a16:creationId xmlns:a16="http://schemas.microsoft.com/office/drawing/2014/main" id="{4CD0F7BE-C1EB-42BC-81D3-99CEE0BCA5CA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6" name="object 930">
                  <a:extLst>
                    <a:ext uri="{FF2B5EF4-FFF2-40B4-BE49-F238E27FC236}">
                      <a16:creationId xmlns:a16="http://schemas.microsoft.com/office/drawing/2014/main" id="{4703021D-682E-40FF-AA96-5E4191CFEB6C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7" name="object 931">
                  <a:extLst>
                    <a:ext uri="{FF2B5EF4-FFF2-40B4-BE49-F238E27FC236}">
                      <a16:creationId xmlns:a16="http://schemas.microsoft.com/office/drawing/2014/main" id="{54093404-E300-4F4E-8680-28D03B07A33C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8" name="object 932">
                  <a:extLst>
                    <a:ext uri="{FF2B5EF4-FFF2-40B4-BE49-F238E27FC236}">
                      <a16:creationId xmlns:a16="http://schemas.microsoft.com/office/drawing/2014/main" id="{D6A222BB-AE29-4257-A420-42A92C0DCB2C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9" name="object 933">
                  <a:extLst>
                    <a:ext uri="{FF2B5EF4-FFF2-40B4-BE49-F238E27FC236}">
                      <a16:creationId xmlns:a16="http://schemas.microsoft.com/office/drawing/2014/main" id="{2145BE18-5F5F-4559-AE85-EFA5AD4853F7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0" name="object 934">
                  <a:extLst>
                    <a:ext uri="{FF2B5EF4-FFF2-40B4-BE49-F238E27FC236}">
                      <a16:creationId xmlns:a16="http://schemas.microsoft.com/office/drawing/2014/main" id="{E2E5125D-2EBB-4ECB-A54E-67578F9713B9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1" name="object 935">
                  <a:extLst>
                    <a:ext uri="{FF2B5EF4-FFF2-40B4-BE49-F238E27FC236}">
                      <a16:creationId xmlns:a16="http://schemas.microsoft.com/office/drawing/2014/main" id="{E35AF7F3-3150-4D03-8CED-52B658847042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2" name="object 936">
                  <a:extLst>
                    <a:ext uri="{FF2B5EF4-FFF2-40B4-BE49-F238E27FC236}">
                      <a16:creationId xmlns:a16="http://schemas.microsoft.com/office/drawing/2014/main" id="{9A0FEB1F-4C8D-4A08-90BE-333921FBE543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3" name="object 937">
                  <a:extLst>
                    <a:ext uri="{FF2B5EF4-FFF2-40B4-BE49-F238E27FC236}">
                      <a16:creationId xmlns:a16="http://schemas.microsoft.com/office/drawing/2014/main" id="{33714D68-D441-4E32-808F-4FAFA2D2768F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4" name="object 938">
                  <a:extLst>
                    <a:ext uri="{FF2B5EF4-FFF2-40B4-BE49-F238E27FC236}">
                      <a16:creationId xmlns:a16="http://schemas.microsoft.com/office/drawing/2014/main" id="{474FEC88-44BF-4E00-8702-97562C7C2367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5" name="object 939">
                  <a:extLst>
                    <a:ext uri="{FF2B5EF4-FFF2-40B4-BE49-F238E27FC236}">
                      <a16:creationId xmlns:a16="http://schemas.microsoft.com/office/drawing/2014/main" id="{00CD6CF9-FD35-4B53-ACDF-62B479BB6471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6" name="object 940">
                  <a:extLst>
                    <a:ext uri="{FF2B5EF4-FFF2-40B4-BE49-F238E27FC236}">
                      <a16:creationId xmlns:a16="http://schemas.microsoft.com/office/drawing/2014/main" id="{76C3A95B-2A23-4CD4-8C0B-8E5F27FBF9C4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7" name="object 941">
                  <a:extLst>
                    <a:ext uri="{FF2B5EF4-FFF2-40B4-BE49-F238E27FC236}">
                      <a16:creationId xmlns:a16="http://schemas.microsoft.com/office/drawing/2014/main" id="{CFA88DF9-E229-441B-9D2A-2E150F562570}"/>
                    </a:ext>
                  </a:extLst>
                </p:cNvPr>
                <p:cNvSpPr/>
                <p:nvPr/>
              </p:nvSpPr>
              <p:spPr>
                <a:xfrm>
                  <a:off x="7478582" y="3823949"/>
                  <a:ext cx="3022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2600" h="171450">
                      <a:moveTo>
                        <a:pt x="0" y="154685"/>
                      </a:moveTo>
                      <a:lnTo>
                        <a:pt x="307848" y="0"/>
                      </a:lnTo>
                    </a:path>
                    <a:path w="3022600" h="171450">
                      <a:moveTo>
                        <a:pt x="2682989" y="171449"/>
                      </a:moveTo>
                      <a:lnTo>
                        <a:pt x="3022092" y="1523"/>
                      </a:lnTo>
                    </a:path>
                  </a:pathLst>
                </a:custGeom>
                <a:ln w="7670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8" name="object 942">
                  <a:extLst>
                    <a:ext uri="{FF2B5EF4-FFF2-40B4-BE49-F238E27FC236}">
                      <a16:creationId xmlns:a16="http://schemas.microsoft.com/office/drawing/2014/main" id="{87FCD873-8C96-43DF-9BFB-4EF56DEC3062}"/>
                    </a:ext>
                  </a:extLst>
                </p:cNvPr>
                <p:cNvSpPr/>
                <p:nvPr/>
              </p:nvSpPr>
              <p:spPr>
                <a:xfrm>
                  <a:off x="9686096" y="5754095"/>
                  <a:ext cx="869950" cy="43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50" h="435609">
                      <a:moveTo>
                        <a:pt x="0" y="435101"/>
                      </a:moveTo>
                      <a:lnTo>
                        <a:pt x="869441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9" name="object 943">
                  <a:extLst>
                    <a:ext uri="{FF2B5EF4-FFF2-40B4-BE49-F238E27FC236}">
                      <a16:creationId xmlns:a16="http://schemas.microsoft.com/office/drawing/2014/main" id="{5178A3B9-7A46-48F9-8C43-9A4BDB2936C3}"/>
                    </a:ext>
                  </a:extLst>
                </p:cNvPr>
                <p:cNvSpPr/>
                <p:nvPr/>
              </p:nvSpPr>
              <p:spPr>
                <a:xfrm>
                  <a:off x="9686096" y="6148049"/>
                  <a:ext cx="41275" cy="5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245">
                      <a:moveTo>
                        <a:pt x="13716" y="0"/>
                      </a:moveTo>
                      <a:lnTo>
                        <a:pt x="0" y="41148"/>
                      </a:lnTo>
                      <a:lnTo>
                        <a:pt x="41148" y="54864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0" name="object 944">
                  <a:extLst>
                    <a:ext uri="{FF2B5EF4-FFF2-40B4-BE49-F238E27FC236}">
                      <a16:creationId xmlns:a16="http://schemas.microsoft.com/office/drawing/2014/main" id="{69D131D0-ED59-4B13-8768-BB1653F20D5B}"/>
                    </a:ext>
                  </a:extLst>
                </p:cNvPr>
                <p:cNvSpPr/>
                <p:nvPr/>
              </p:nvSpPr>
              <p:spPr>
                <a:xfrm>
                  <a:off x="10514390" y="5740379"/>
                  <a:ext cx="41275" cy="55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879">
                      <a:moveTo>
                        <a:pt x="27431" y="55625"/>
                      </a:moveTo>
                      <a:lnTo>
                        <a:pt x="41147" y="13715"/>
                      </a:lnTo>
                      <a:lnTo>
                        <a:pt x="0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1" name="object 945">
                  <a:extLst>
                    <a:ext uri="{FF2B5EF4-FFF2-40B4-BE49-F238E27FC236}">
                      <a16:creationId xmlns:a16="http://schemas.microsoft.com/office/drawing/2014/main" id="{25E80439-785F-4923-920C-6EC669132A50}"/>
                    </a:ext>
                  </a:extLst>
                </p:cNvPr>
                <p:cNvSpPr/>
                <p:nvPr/>
              </p:nvSpPr>
              <p:spPr>
                <a:xfrm>
                  <a:off x="9948224" y="5811245"/>
                  <a:ext cx="345440" cy="321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40" h="321309">
                      <a:moveTo>
                        <a:pt x="345186" y="197357"/>
                      </a:moveTo>
                      <a:lnTo>
                        <a:pt x="246888" y="0"/>
                      </a:lnTo>
                      <a:lnTo>
                        <a:pt x="0" y="123443"/>
                      </a:lnTo>
                      <a:lnTo>
                        <a:pt x="98298" y="320801"/>
                      </a:lnTo>
                      <a:lnTo>
                        <a:pt x="345186" y="1973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2" name="object 946">
                  <a:extLst>
                    <a:ext uri="{FF2B5EF4-FFF2-40B4-BE49-F238E27FC236}">
                      <a16:creationId xmlns:a16="http://schemas.microsoft.com/office/drawing/2014/main" id="{29402EE7-30A6-4190-873E-12BBB44443D3}"/>
                    </a:ext>
                  </a:extLst>
                </p:cNvPr>
                <p:cNvSpPr/>
                <p:nvPr/>
              </p:nvSpPr>
              <p:spPr>
                <a:xfrm>
                  <a:off x="10000028" y="5866556"/>
                  <a:ext cx="254635" cy="210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634" h="210185">
                      <a:moveTo>
                        <a:pt x="39623" y="88706"/>
                      </a:moveTo>
                      <a:lnTo>
                        <a:pt x="38861" y="71942"/>
                      </a:lnTo>
                      <a:lnTo>
                        <a:pt x="0" y="90992"/>
                      </a:lnTo>
                      <a:lnTo>
                        <a:pt x="0" y="143570"/>
                      </a:lnTo>
                      <a:lnTo>
                        <a:pt x="6857" y="140846"/>
                      </a:lnTo>
                      <a:lnTo>
                        <a:pt x="6857" y="104708"/>
                      </a:lnTo>
                      <a:lnTo>
                        <a:pt x="39623" y="88706"/>
                      </a:lnTo>
                      <a:close/>
                    </a:path>
                    <a:path w="254634" h="210185">
                      <a:moveTo>
                        <a:pt x="76961" y="165668"/>
                      </a:moveTo>
                      <a:lnTo>
                        <a:pt x="76961" y="160334"/>
                      </a:lnTo>
                      <a:lnTo>
                        <a:pt x="76199" y="154238"/>
                      </a:lnTo>
                      <a:lnTo>
                        <a:pt x="48767" y="122234"/>
                      </a:lnTo>
                      <a:lnTo>
                        <a:pt x="27431" y="119026"/>
                      </a:lnTo>
                      <a:lnTo>
                        <a:pt x="18014" y="119984"/>
                      </a:lnTo>
                      <a:lnTo>
                        <a:pt x="6857" y="122996"/>
                      </a:lnTo>
                      <a:lnTo>
                        <a:pt x="6857" y="140846"/>
                      </a:lnTo>
                      <a:lnTo>
                        <a:pt x="7584" y="140558"/>
                      </a:lnTo>
                      <a:lnTo>
                        <a:pt x="14382" y="138331"/>
                      </a:lnTo>
                      <a:lnTo>
                        <a:pt x="20466" y="136819"/>
                      </a:lnTo>
                      <a:lnTo>
                        <a:pt x="25145" y="136072"/>
                      </a:lnTo>
                      <a:lnTo>
                        <a:pt x="35051" y="135950"/>
                      </a:lnTo>
                      <a:lnTo>
                        <a:pt x="43433" y="136712"/>
                      </a:lnTo>
                      <a:lnTo>
                        <a:pt x="70103" y="169478"/>
                      </a:lnTo>
                      <a:lnTo>
                        <a:pt x="70103" y="185861"/>
                      </a:lnTo>
                      <a:lnTo>
                        <a:pt x="72389" y="182432"/>
                      </a:lnTo>
                      <a:lnTo>
                        <a:pt x="73913" y="177098"/>
                      </a:lnTo>
                      <a:lnTo>
                        <a:pt x="76199" y="171764"/>
                      </a:lnTo>
                      <a:lnTo>
                        <a:pt x="76961" y="165668"/>
                      </a:lnTo>
                      <a:close/>
                    </a:path>
                    <a:path w="254634" h="210185">
                      <a:moveTo>
                        <a:pt x="70103" y="185861"/>
                      </a:moveTo>
                      <a:lnTo>
                        <a:pt x="70103" y="169478"/>
                      </a:lnTo>
                      <a:lnTo>
                        <a:pt x="67817" y="177098"/>
                      </a:lnTo>
                      <a:lnTo>
                        <a:pt x="64769" y="183956"/>
                      </a:lnTo>
                      <a:lnTo>
                        <a:pt x="60959" y="189290"/>
                      </a:lnTo>
                      <a:lnTo>
                        <a:pt x="54863" y="192338"/>
                      </a:lnTo>
                      <a:lnTo>
                        <a:pt x="50291" y="193862"/>
                      </a:lnTo>
                      <a:lnTo>
                        <a:pt x="45719" y="194624"/>
                      </a:lnTo>
                      <a:lnTo>
                        <a:pt x="40385" y="193862"/>
                      </a:lnTo>
                      <a:lnTo>
                        <a:pt x="36575" y="193862"/>
                      </a:lnTo>
                      <a:lnTo>
                        <a:pt x="34289" y="193100"/>
                      </a:lnTo>
                      <a:lnTo>
                        <a:pt x="33527" y="193100"/>
                      </a:lnTo>
                      <a:lnTo>
                        <a:pt x="32003" y="193862"/>
                      </a:lnTo>
                      <a:lnTo>
                        <a:pt x="30479" y="193862"/>
                      </a:lnTo>
                      <a:lnTo>
                        <a:pt x="27431" y="195386"/>
                      </a:lnTo>
                      <a:lnTo>
                        <a:pt x="25907" y="196910"/>
                      </a:lnTo>
                      <a:lnTo>
                        <a:pt x="25145" y="198434"/>
                      </a:lnTo>
                      <a:lnTo>
                        <a:pt x="25145" y="202244"/>
                      </a:lnTo>
                      <a:lnTo>
                        <a:pt x="25907" y="203768"/>
                      </a:lnTo>
                      <a:lnTo>
                        <a:pt x="26669" y="206054"/>
                      </a:lnTo>
                      <a:lnTo>
                        <a:pt x="29717" y="208340"/>
                      </a:lnTo>
                      <a:lnTo>
                        <a:pt x="33527" y="209102"/>
                      </a:lnTo>
                      <a:lnTo>
                        <a:pt x="38099" y="209864"/>
                      </a:lnTo>
                      <a:lnTo>
                        <a:pt x="43433" y="208340"/>
                      </a:lnTo>
                      <a:lnTo>
                        <a:pt x="49529" y="205292"/>
                      </a:lnTo>
                      <a:lnTo>
                        <a:pt x="56387" y="201482"/>
                      </a:lnTo>
                      <a:lnTo>
                        <a:pt x="61721" y="196910"/>
                      </a:lnTo>
                      <a:lnTo>
                        <a:pt x="66293" y="190814"/>
                      </a:lnTo>
                      <a:lnTo>
                        <a:pt x="69341" y="187004"/>
                      </a:lnTo>
                      <a:lnTo>
                        <a:pt x="70103" y="185861"/>
                      </a:lnTo>
                      <a:close/>
                    </a:path>
                    <a:path w="254634" h="210185">
                      <a:moveTo>
                        <a:pt x="166877" y="144332"/>
                      </a:moveTo>
                      <a:lnTo>
                        <a:pt x="165353" y="141284"/>
                      </a:lnTo>
                      <a:lnTo>
                        <a:pt x="160019" y="143570"/>
                      </a:lnTo>
                      <a:lnTo>
                        <a:pt x="156971" y="144332"/>
                      </a:lnTo>
                      <a:lnTo>
                        <a:pt x="150875" y="144332"/>
                      </a:lnTo>
                      <a:lnTo>
                        <a:pt x="149351" y="142808"/>
                      </a:lnTo>
                      <a:lnTo>
                        <a:pt x="148589" y="141284"/>
                      </a:lnTo>
                      <a:lnTo>
                        <a:pt x="146303" y="137474"/>
                      </a:lnTo>
                      <a:lnTo>
                        <a:pt x="97535" y="39938"/>
                      </a:lnTo>
                      <a:lnTo>
                        <a:pt x="94487" y="40700"/>
                      </a:lnTo>
                      <a:lnTo>
                        <a:pt x="74675" y="67370"/>
                      </a:lnTo>
                      <a:lnTo>
                        <a:pt x="76961" y="68894"/>
                      </a:lnTo>
                      <a:lnTo>
                        <a:pt x="82295" y="63560"/>
                      </a:lnTo>
                      <a:lnTo>
                        <a:pt x="86867" y="61274"/>
                      </a:lnTo>
                      <a:lnTo>
                        <a:pt x="88391" y="62036"/>
                      </a:lnTo>
                      <a:lnTo>
                        <a:pt x="89915" y="62036"/>
                      </a:lnTo>
                      <a:lnTo>
                        <a:pt x="92201" y="64322"/>
                      </a:lnTo>
                      <a:lnTo>
                        <a:pt x="130301" y="138236"/>
                      </a:lnTo>
                      <a:lnTo>
                        <a:pt x="134873" y="148904"/>
                      </a:lnTo>
                      <a:lnTo>
                        <a:pt x="134873" y="160334"/>
                      </a:lnTo>
                      <a:lnTo>
                        <a:pt x="166877" y="144332"/>
                      </a:lnTo>
                      <a:close/>
                    </a:path>
                    <a:path w="254634" h="210185">
                      <a:moveTo>
                        <a:pt x="134873" y="160334"/>
                      </a:moveTo>
                      <a:lnTo>
                        <a:pt x="134873" y="153476"/>
                      </a:lnTo>
                      <a:lnTo>
                        <a:pt x="133349" y="155000"/>
                      </a:lnTo>
                      <a:lnTo>
                        <a:pt x="132587" y="156524"/>
                      </a:lnTo>
                      <a:lnTo>
                        <a:pt x="129539" y="158810"/>
                      </a:lnTo>
                      <a:lnTo>
                        <a:pt x="124205" y="161858"/>
                      </a:lnTo>
                      <a:lnTo>
                        <a:pt x="125729" y="164906"/>
                      </a:lnTo>
                      <a:lnTo>
                        <a:pt x="134873" y="160334"/>
                      </a:lnTo>
                      <a:close/>
                    </a:path>
                    <a:path w="254634" h="210185">
                      <a:moveTo>
                        <a:pt x="218693" y="35366"/>
                      </a:moveTo>
                      <a:lnTo>
                        <a:pt x="218693" y="28508"/>
                      </a:lnTo>
                      <a:lnTo>
                        <a:pt x="217169" y="22412"/>
                      </a:lnTo>
                      <a:lnTo>
                        <a:pt x="214121" y="17078"/>
                      </a:lnTo>
                      <a:lnTo>
                        <a:pt x="210311" y="9458"/>
                      </a:lnTo>
                      <a:lnTo>
                        <a:pt x="204215" y="4124"/>
                      </a:lnTo>
                      <a:lnTo>
                        <a:pt x="195071" y="1076"/>
                      </a:lnTo>
                      <a:lnTo>
                        <a:pt x="188975" y="0"/>
                      </a:lnTo>
                      <a:lnTo>
                        <a:pt x="182117" y="28"/>
                      </a:lnTo>
                      <a:lnTo>
                        <a:pt x="150697" y="28532"/>
                      </a:lnTo>
                      <a:lnTo>
                        <a:pt x="150209" y="35366"/>
                      </a:lnTo>
                      <a:lnTo>
                        <a:pt x="151006" y="42772"/>
                      </a:lnTo>
                      <a:lnTo>
                        <a:pt x="153161" y="50606"/>
                      </a:lnTo>
                      <a:lnTo>
                        <a:pt x="155447" y="49463"/>
                      </a:lnTo>
                      <a:lnTo>
                        <a:pt x="155447" y="41462"/>
                      </a:lnTo>
                      <a:lnTo>
                        <a:pt x="156209" y="35366"/>
                      </a:lnTo>
                      <a:lnTo>
                        <a:pt x="158495" y="30032"/>
                      </a:lnTo>
                      <a:lnTo>
                        <a:pt x="161543" y="24698"/>
                      </a:lnTo>
                      <a:lnTo>
                        <a:pt x="165353" y="20888"/>
                      </a:lnTo>
                      <a:lnTo>
                        <a:pt x="170687" y="18602"/>
                      </a:lnTo>
                      <a:lnTo>
                        <a:pt x="176783" y="15554"/>
                      </a:lnTo>
                      <a:lnTo>
                        <a:pt x="182879" y="14792"/>
                      </a:lnTo>
                      <a:lnTo>
                        <a:pt x="188975" y="17078"/>
                      </a:lnTo>
                      <a:lnTo>
                        <a:pt x="195833" y="19364"/>
                      </a:lnTo>
                      <a:lnTo>
                        <a:pt x="208395" y="89369"/>
                      </a:lnTo>
                      <a:lnTo>
                        <a:pt x="209097" y="87134"/>
                      </a:lnTo>
                      <a:lnTo>
                        <a:pt x="213359" y="72704"/>
                      </a:lnTo>
                      <a:lnTo>
                        <a:pt x="215800" y="62262"/>
                      </a:lnTo>
                      <a:lnTo>
                        <a:pt x="217455" y="52606"/>
                      </a:lnTo>
                      <a:lnTo>
                        <a:pt x="218396" y="43665"/>
                      </a:lnTo>
                      <a:lnTo>
                        <a:pt x="218693" y="35366"/>
                      </a:lnTo>
                      <a:close/>
                    </a:path>
                    <a:path w="254634" h="210185">
                      <a:moveTo>
                        <a:pt x="156209" y="49082"/>
                      </a:moveTo>
                      <a:lnTo>
                        <a:pt x="155447" y="41462"/>
                      </a:lnTo>
                      <a:lnTo>
                        <a:pt x="155447" y="49463"/>
                      </a:lnTo>
                      <a:lnTo>
                        <a:pt x="156209" y="49082"/>
                      </a:lnTo>
                      <a:close/>
                    </a:path>
                    <a:path w="254634" h="210185">
                      <a:moveTo>
                        <a:pt x="208395" y="89369"/>
                      </a:moveTo>
                      <a:lnTo>
                        <a:pt x="208395" y="56523"/>
                      </a:lnTo>
                      <a:lnTo>
                        <a:pt x="207263" y="67370"/>
                      </a:lnTo>
                      <a:lnTo>
                        <a:pt x="204835" y="79371"/>
                      </a:lnTo>
                      <a:lnTo>
                        <a:pt x="200977" y="93659"/>
                      </a:lnTo>
                      <a:lnTo>
                        <a:pt x="195691" y="110232"/>
                      </a:lnTo>
                      <a:lnTo>
                        <a:pt x="188975" y="129092"/>
                      </a:lnTo>
                      <a:lnTo>
                        <a:pt x="190499" y="132140"/>
                      </a:lnTo>
                      <a:lnTo>
                        <a:pt x="201167" y="126806"/>
                      </a:lnTo>
                      <a:lnTo>
                        <a:pt x="201167" y="111566"/>
                      </a:lnTo>
                      <a:lnTo>
                        <a:pt x="205549" y="98421"/>
                      </a:lnTo>
                      <a:lnTo>
                        <a:pt x="208395" y="89369"/>
                      </a:lnTo>
                      <a:close/>
                    </a:path>
                    <a:path w="254634" h="210185">
                      <a:moveTo>
                        <a:pt x="254507" y="100136"/>
                      </a:moveTo>
                      <a:lnTo>
                        <a:pt x="251459" y="74990"/>
                      </a:lnTo>
                      <a:lnTo>
                        <a:pt x="248411" y="76514"/>
                      </a:lnTo>
                      <a:lnTo>
                        <a:pt x="248411" y="79562"/>
                      </a:lnTo>
                      <a:lnTo>
                        <a:pt x="247649" y="82610"/>
                      </a:lnTo>
                      <a:lnTo>
                        <a:pt x="246887" y="84896"/>
                      </a:lnTo>
                      <a:lnTo>
                        <a:pt x="245363" y="87182"/>
                      </a:lnTo>
                      <a:lnTo>
                        <a:pt x="243839" y="88706"/>
                      </a:lnTo>
                      <a:lnTo>
                        <a:pt x="241553" y="90230"/>
                      </a:lnTo>
                      <a:lnTo>
                        <a:pt x="239267" y="92516"/>
                      </a:lnTo>
                      <a:lnTo>
                        <a:pt x="235457" y="94802"/>
                      </a:lnTo>
                      <a:lnTo>
                        <a:pt x="229361" y="97088"/>
                      </a:lnTo>
                      <a:lnTo>
                        <a:pt x="201167" y="111566"/>
                      </a:lnTo>
                      <a:lnTo>
                        <a:pt x="201167" y="126806"/>
                      </a:lnTo>
                      <a:lnTo>
                        <a:pt x="254507" y="100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cxnSp>
              <p:nvCxnSpPr>
                <p:cNvPr id="933" name="Straight Arrow Connector 932">
                  <a:extLst>
                    <a:ext uri="{FF2B5EF4-FFF2-40B4-BE49-F238E27FC236}">
                      <a16:creationId xmlns:a16="http://schemas.microsoft.com/office/drawing/2014/main" id="{AAD5288A-5D89-4C7E-9019-019F6B4E9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2063" y="5374365"/>
                  <a:ext cx="0" cy="8143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34" name="Straight Arrow Connector 933">
                  <a:extLst>
                    <a:ext uri="{FF2B5EF4-FFF2-40B4-BE49-F238E27FC236}">
                      <a16:creationId xmlns:a16="http://schemas.microsoft.com/office/drawing/2014/main" id="{CF9140F1-83C5-480B-8E62-B70BCB24B2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70834" y="4257115"/>
                  <a:ext cx="0" cy="7536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935" name="object 13">
                  <a:extLst>
                    <a:ext uri="{FF2B5EF4-FFF2-40B4-BE49-F238E27FC236}">
                      <a16:creationId xmlns:a16="http://schemas.microsoft.com/office/drawing/2014/main" id="{12FC8E4C-F386-47A2-8E71-CB18F74669A9}"/>
                    </a:ext>
                  </a:extLst>
                </p:cNvPr>
                <p:cNvSpPr txBox="1"/>
                <p:nvPr/>
              </p:nvSpPr>
              <p:spPr>
                <a:xfrm>
                  <a:off x="6719337" y="5020389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18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936" name="Straight Arrow Connector 935">
                  <a:extLst>
                    <a:ext uri="{FF2B5EF4-FFF2-40B4-BE49-F238E27FC236}">
                      <a16:creationId xmlns:a16="http://schemas.microsoft.com/office/drawing/2014/main" id="{3B46FAF2-41D2-4836-A110-B9A3752A4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5001" y="6312569"/>
                  <a:ext cx="111417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Arrow Connector 936">
                  <a:extLst>
                    <a:ext uri="{FF2B5EF4-FFF2-40B4-BE49-F238E27FC236}">
                      <a16:creationId xmlns:a16="http://schemas.microsoft.com/office/drawing/2014/main" id="{FFCCF934-4770-41DC-9BDB-F4DAF3D7F9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53692" y="6312569"/>
                  <a:ext cx="121145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8" name="object 13">
                  <a:extLst>
                    <a:ext uri="{FF2B5EF4-FFF2-40B4-BE49-F238E27FC236}">
                      <a16:creationId xmlns:a16="http://schemas.microsoft.com/office/drawing/2014/main" id="{FEFE3162-4600-47E5-ADCE-45E975A55375}"/>
                    </a:ext>
                  </a:extLst>
                </p:cNvPr>
                <p:cNvSpPr txBox="1"/>
                <p:nvPr/>
              </p:nvSpPr>
              <p:spPr>
                <a:xfrm>
                  <a:off x="8267561" y="6166524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25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4D2175D-A6DE-42FC-89FD-056A77F1D73C}"/>
                  </a:ext>
                </a:extLst>
              </p:cNvPr>
              <p:cNvSpPr/>
              <p:nvPr/>
            </p:nvSpPr>
            <p:spPr>
              <a:xfrm>
                <a:off x="7093819" y="4148488"/>
                <a:ext cx="770021" cy="131866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864CDF9-CB98-446C-894D-A5B9B9942EC4}"/>
                  </a:ext>
                </a:extLst>
              </p:cNvPr>
              <p:cNvSpPr/>
              <p:nvPr/>
            </p:nvSpPr>
            <p:spPr>
              <a:xfrm>
                <a:off x="6785613" y="3748378"/>
                <a:ext cx="77777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(7, 2)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EBDD606-8C21-402E-82CD-FD1F49FF1FD4}"/>
                  </a:ext>
                </a:extLst>
              </p:cNvPr>
              <p:cNvSpPr/>
              <p:nvPr/>
            </p:nvSpPr>
            <p:spPr>
              <a:xfrm>
                <a:off x="7783157" y="5267094"/>
                <a:ext cx="103425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(13, 13)</a:t>
                </a:r>
              </a:p>
            </p:txBody>
          </p:sp>
        </p:grpSp>
        <p:grpSp>
          <p:nvGrpSpPr>
            <p:cNvPr id="6" name="object 1527">
              <a:extLst>
                <a:ext uri="{FF2B5EF4-FFF2-40B4-BE49-F238E27FC236}">
                  <a16:creationId xmlns:a16="http://schemas.microsoft.com/office/drawing/2014/main" id="{89B32873-3CC5-4C9C-B01A-32EC2374610C}"/>
                </a:ext>
              </a:extLst>
            </p:cNvPr>
            <p:cNvGrpSpPr/>
            <p:nvPr/>
          </p:nvGrpSpPr>
          <p:grpSpPr>
            <a:xfrm>
              <a:off x="2562032" y="4167738"/>
              <a:ext cx="753745" cy="1299558"/>
              <a:chOff x="2724797" y="4753354"/>
              <a:chExt cx="753745" cy="1299558"/>
            </a:xfrm>
          </p:grpSpPr>
          <p:sp>
            <p:nvSpPr>
              <p:cNvPr id="7" name="object 1529">
                <a:extLst>
                  <a:ext uri="{FF2B5EF4-FFF2-40B4-BE49-F238E27FC236}">
                    <a16:creationId xmlns:a16="http://schemas.microsoft.com/office/drawing/2014/main" id="{18A2CBC0-2509-4F25-A387-E16200738E8B}"/>
                  </a:ext>
                </a:extLst>
              </p:cNvPr>
              <p:cNvSpPr/>
              <p:nvPr/>
            </p:nvSpPr>
            <p:spPr>
              <a:xfrm>
                <a:off x="2940443" y="5620912"/>
                <a:ext cx="214884" cy="43200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bject 1530">
                <a:extLst>
                  <a:ext uri="{FF2B5EF4-FFF2-40B4-BE49-F238E27FC236}">
                    <a16:creationId xmlns:a16="http://schemas.microsoft.com/office/drawing/2014/main" id="{5D40B660-D3CD-4FED-B75C-FD0DA8B749F7}"/>
                  </a:ext>
                </a:extLst>
              </p:cNvPr>
              <p:cNvSpPr/>
              <p:nvPr/>
            </p:nvSpPr>
            <p:spPr>
              <a:xfrm>
                <a:off x="2724797" y="5191954"/>
                <a:ext cx="215645" cy="43200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" name="object 1531">
                <a:extLst>
                  <a:ext uri="{FF2B5EF4-FFF2-40B4-BE49-F238E27FC236}">
                    <a16:creationId xmlns:a16="http://schemas.microsoft.com/office/drawing/2014/main" id="{EBD5CA7E-9643-4F79-9522-3D2595A2BFF1}"/>
                  </a:ext>
                </a:extLst>
              </p:cNvPr>
              <p:cNvSpPr/>
              <p:nvPr/>
            </p:nvSpPr>
            <p:spPr>
              <a:xfrm>
                <a:off x="3155327" y="5191954"/>
                <a:ext cx="323088" cy="432000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" name="object 1532">
                <a:extLst>
                  <a:ext uri="{FF2B5EF4-FFF2-40B4-BE49-F238E27FC236}">
                    <a16:creationId xmlns:a16="http://schemas.microsoft.com/office/drawing/2014/main" id="{8F595E85-7525-431E-8150-095FF65E0DC9}"/>
                  </a:ext>
                </a:extLst>
              </p:cNvPr>
              <p:cNvSpPr/>
              <p:nvPr/>
            </p:nvSpPr>
            <p:spPr>
              <a:xfrm>
                <a:off x="2724797" y="4753354"/>
                <a:ext cx="753618" cy="432000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object 1533">
                <a:extLst>
                  <a:ext uri="{FF2B5EF4-FFF2-40B4-BE49-F238E27FC236}">
                    <a16:creationId xmlns:a16="http://schemas.microsoft.com/office/drawing/2014/main" id="{6AF94F26-F475-462F-A029-3E1A68CA6789}"/>
                  </a:ext>
                </a:extLst>
              </p:cNvPr>
              <p:cNvSpPr/>
              <p:nvPr/>
            </p:nvSpPr>
            <p:spPr>
              <a:xfrm>
                <a:off x="2724797" y="4753355"/>
                <a:ext cx="753745" cy="1292860"/>
              </a:xfrm>
              <a:custGeom>
                <a:avLst/>
                <a:gdLst/>
                <a:ahLst/>
                <a:cxnLst/>
                <a:rect l="l" t="t" r="r" b="b"/>
                <a:pathLst>
                  <a:path w="753745" h="1292860">
                    <a:moveTo>
                      <a:pt x="0" y="0"/>
                    </a:moveTo>
                    <a:lnTo>
                      <a:pt x="0" y="1292352"/>
                    </a:lnTo>
                    <a:lnTo>
                      <a:pt x="753618" y="1292352"/>
                    </a:lnTo>
                    <a:lnTo>
                      <a:pt x="7536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709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" name="object 1534">
                <a:extLst>
                  <a:ext uri="{FF2B5EF4-FFF2-40B4-BE49-F238E27FC236}">
                    <a16:creationId xmlns:a16="http://schemas.microsoft.com/office/drawing/2014/main" id="{47073C22-6547-4D6C-BA34-5A7F08727164}"/>
                  </a:ext>
                </a:extLst>
              </p:cNvPr>
              <p:cNvSpPr/>
              <p:nvPr/>
            </p:nvSpPr>
            <p:spPr>
              <a:xfrm>
                <a:off x="3155327" y="5620912"/>
                <a:ext cx="323088" cy="432000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3" name="object 1535">
                <a:extLst>
                  <a:ext uri="{FF2B5EF4-FFF2-40B4-BE49-F238E27FC236}">
                    <a16:creationId xmlns:a16="http://schemas.microsoft.com/office/drawing/2014/main" id="{F51537CA-4A03-47F0-B097-34F943437F63}"/>
                  </a:ext>
                </a:extLst>
              </p:cNvPr>
              <p:cNvSpPr/>
              <p:nvPr/>
            </p:nvSpPr>
            <p:spPr>
              <a:xfrm>
                <a:off x="2724797" y="5620912"/>
                <a:ext cx="215645" cy="432000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object 1536">
                <a:extLst>
                  <a:ext uri="{FF2B5EF4-FFF2-40B4-BE49-F238E27FC236}">
                    <a16:creationId xmlns:a16="http://schemas.microsoft.com/office/drawing/2014/main" id="{D41200D8-E324-4E23-B77D-7A8C79484A04}"/>
                  </a:ext>
                </a:extLst>
              </p:cNvPr>
              <p:cNvSpPr/>
              <p:nvPr/>
            </p:nvSpPr>
            <p:spPr>
              <a:xfrm>
                <a:off x="2940443" y="5191954"/>
                <a:ext cx="214884" cy="432000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A8D378F3-E446-4FEE-AC13-78B8204EB12D}"/>
                  </a:ext>
                </a:extLst>
              </p:cNvPr>
              <p:cNvSpPr/>
              <p:nvPr/>
            </p:nvSpPr>
            <p:spPr>
              <a:xfrm>
                <a:off x="6757628" y="3575337"/>
                <a:ext cx="2534668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spc="-5" dirty="0">
                    <a:cs typeface="+mn-ea"/>
                    <a:sym typeface="+mn-lt"/>
                  </a:rPr>
                  <a:t>grid width: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pc="-5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pc="-5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=2</m:t>
                    </m:r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A8D378F3-E446-4FEE-AC13-78B8204EB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628" y="3575337"/>
                <a:ext cx="2534668" cy="642355"/>
              </a:xfrm>
              <a:prstGeom prst="rect">
                <a:avLst/>
              </a:prstGeom>
              <a:blipFill>
                <a:blip r:embed="rId11"/>
                <a:stretch>
                  <a:fillRect l="-3855" b="-7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3CC4BD3D-AFEA-430D-B519-C34DF00C711F}"/>
                  </a:ext>
                </a:extLst>
              </p:cNvPr>
              <p:cNvSpPr/>
              <p:nvPr/>
            </p:nvSpPr>
            <p:spPr>
              <a:xfrm>
                <a:off x="6757628" y="4554972"/>
                <a:ext cx="2730748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spc="-5" dirty="0">
                    <a:cs typeface="+mn-ea"/>
                    <a:sym typeface="+mn-lt"/>
                  </a:rPr>
                  <a:t>grid height: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pc="-5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b="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pc="-5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=4</m:t>
                    </m:r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3CC4BD3D-AFEA-430D-B519-C34DF00C7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628" y="4554972"/>
                <a:ext cx="2730748" cy="642355"/>
              </a:xfrm>
              <a:prstGeom prst="rect">
                <a:avLst/>
              </a:prstGeom>
              <a:blipFill>
                <a:blip r:embed="rId12"/>
                <a:stretch>
                  <a:fillRect l="-3579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9E428031-681D-4F43-8048-BDFB257174A6}"/>
                  </a:ext>
                </a:extLst>
              </p:cNvPr>
              <p:cNvSpPr/>
              <p:nvPr/>
            </p:nvSpPr>
            <p:spPr>
              <a:xfrm>
                <a:off x="2880123" y="6164522"/>
                <a:ext cx="1010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9E428031-681D-4F43-8048-BDFB25717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123" y="6164522"/>
                <a:ext cx="1010661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437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863C-87F1-4BB7-AB2A-54855090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3: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max pooling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E3E8-30C2-4A19-85D3-151008C6A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取</a:t>
            </a: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每一个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grid</a:t>
            </a:r>
            <a:r>
              <a:rPr lang="zh-CN" altLang="en-US" dirty="0">
                <a:cs typeface="+mn-ea"/>
                <a:sym typeface="+mn-lt"/>
              </a:rPr>
              <a:t>里面的最大值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每一个特征通道单独进行计算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7FFEE0-A762-447D-892A-89454BF63397}"/>
                  </a:ext>
                </a:extLst>
              </p:cNvPr>
              <p:cNvSpPr/>
              <p:nvPr/>
            </p:nvSpPr>
            <p:spPr>
              <a:xfrm>
                <a:off x="2785074" y="6081067"/>
                <a:ext cx="1010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7FFEE0-A762-447D-892A-89454BF63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074" y="6081067"/>
                <a:ext cx="101066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F523714-9254-4AD7-B9C7-A0F5E263F0DF}"/>
              </a:ext>
            </a:extLst>
          </p:cNvPr>
          <p:cNvGrpSpPr/>
          <p:nvPr/>
        </p:nvGrpSpPr>
        <p:grpSpPr>
          <a:xfrm>
            <a:off x="1635763" y="3252050"/>
            <a:ext cx="3836709" cy="2668203"/>
            <a:chOff x="3578863" y="3429000"/>
            <a:chExt cx="3836709" cy="26682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73013F9-A32B-4030-80DF-8722B471ACCD}"/>
                </a:ext>
              </a:extLst>
            </p:cNvPr>
            <p:cNvGrpSpPr/>
            <p:nvPr/>
          </p:nvGrpSpPr>
          <p:grpSpPr>
            <a:xfrm>
              <a:off x="3578863" y="3429000"/>
              <a:ext cx="3836709" cy="2668203"/>
              <a:chOff x="1547937" y="3508760"/>
              <a:chExt cx="3836709" cy="266820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2AE86F8-BD45-4621-9296-F75C36AB432C}"/>
                  </a:ext>
                </a:extLst>
              </p:cNvPr>
              <p:cNvGrpSpPr/>
              <p:nvPr/>
            </p:nvGrpSpPr>
            <p:grpSpPr>
              <a:xfrm>
                <a:off x="1547937" y="3508760"/>
                <a:ext cx="3836709" cy="2668203"/>
                <a:chOff x="6096000" y="3508760"/>
                <a:chExt cx="3836709" cy="2668203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11C5D48-7857-4BCB-A7C8-F39580D31C4B}"/>
                    </a:ext>
                  </a:extLst>
                </p:cNvPr>
                <p:cNvGrpSpPr/>
                <p:nvPr/>
              </p:nvGrpSpPr>
              <p:grpSpPr>
                <a:xfrm>
                  <a:off x="6096000" y="3508760"/>
                  <a:ext cx="3836709" cy="2668203"/>
                  <a:chOff x="6719337" y="3798041"/>
                  <a:chExt cx="3836709" cy="2668203"/>
                </a:xfrm>
              </p:grpSpPr>
              <p:sp>
                <p:nvSpPr>
                  <p:cNvPr id="28" name="object 33">
                    <a:extLst>
                      <a:ext uri="{FF2B5EF4-FFF2-40B4-BE49-F238E27FC236}">
                        <a16:creationId xmlns:a16="http://schemas.microsoft.com/office/drawing/2014/main" id="{1581C1EE-7318-4F8D-83E3-DDEA472E9A95}"/>
                      </a:ext>
                    </a:extLst>
                  </p:cNvPr>
                  <p:cNvSpPr/>
                  <p:nvPr/>
                </p:nvSpPr>
                <p:spPr>
                  <a:xfrm>
                    <a:off x="7244648" y="4391639"/>
                    <a:ext cx="2112264" cy="1662683"/>
                  </a:xfrm>
                  <a:prstGeom prst="rect">
                    <a:avLst/>
                  </a:prstGeom>
                  <a:blipFill>
                    <a:blip r:embed="rId3" cstate="print"/>
                    <a:stretch>
                      <a:fillRect/>
                    </a:stretch>
                  </a:blip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object 34">
                    <a:extLst>
                      <a:ext uri="{FF2B5EF4-FFF2-40B4-BE49-F238E27FC236}">
                        <a16:creationId xmlns:a16="http://schemas.microsoft.com/office/drawing/2014/main" id="{9716F27A-9EF7-4E45-AE68-4C4C605D5D74}"/>
                      </a:ext>
                    </a:extLst>
                  </p:cNvPr>
                  <p:cNvSpPr/>
                  <p:nvPr/>
                </p:nvSpPr>
                <p:spPr>
                  <a:xfrm>
                    <a:off x="8783114" y="4398509"/>
                    <a:ext cx="604520" cy="133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520" h="1337310">
                        <a:moveTo>
                          <a:pt x="32766" y="679704"/>
                        </a:moveTo>
                        <a:lnTo>
                          <a:pt x="4572" y="675894"/>
                        </a:lnTo>
                        <a:lnTo>
                          <a:pt x="0" y="704088"/>
                        </a:lnTo>
                        <a:lnTo>
                          <a:pt x="28194" y="707898"/>
                        </a:lnTo>
                        <a:lnTo>
                          <a:pt x="32766" y="679704"/>
                        </a:lnTo>
                        <a:close/>
                      </a:path>
                      <a:path w="604520" h="1337310">
                        <a:moveTo>
                          <a:pt x="40386" y="623316"/>
                        </a:moveTo>
                        <a:lnTo>
                          <a:pt x="12192" y="619506"/>
                        </a:lnTo>
                        <a:lnTo>
                          <a:pt x="8382" y="647700"/>
                        </a:lnTo>
                        <a:lnTo>
                          <a:pt x="36576" y="651510"/>
                        </a:lnTo>
                        <a:lnTo>
                          <a:pt x="40386" y="623316"/>
                        </a:lnTo>
                        <a:close/>
                      </a:path>
                      <a:path w="604520" h="1337310">
                        <a:moveTo>
                          <a:pt x="48768" y="566928"/>
                        </a:moveTo>
                        <a:lnTo>
                          <a:pt x="19812" y="563118"/>
                        </a:lnTo>
                        <a:lnTo>
                          <a:pt x="16002" y="591312"/>
                        </a:lnTo>
                        <a:lnTo>
                          <a:pt x="44196" y="595122"/>
                        </a:lnTo>
                        <a:lnTo>
                          <a:pt x="48768" y="566928"/>
                        </a:lnTo>
                        <a:close/>
                      </a:path>
                      <a:path w="604520" h="1337310">
                        <a:moveTo>
                          <a:pt x="56388" y="510540"/>
                        </a:moveTo>
                        <a:lnTo>
                          <a:pt x="28194" y="505968"/>
                        </a:lnTo>
                        <a:lnTo>
                          <a:pt x="24384" y="534162"/>
                        </a:lnTo>
                        <a:lnTo>
                          <a:pt x="52578" y="538734"/>
                        </a:lnTo>
                        <a:lnTo>
                          <a:pt x="56388" y="510540"/>
                        </a:lnTo>
                        <a:close/>
                      </a:path>
                      <a:path w="604520" h="1337310">
                        <a:moveTo>
                          <a:pt x="64770" y="453390"/>
                        </a:moveTo>
                        <a:lnTo>
                          <a:pt x="35814" y="449580"/>
                        </a:lnTo>
                        <a:lnTo>
                          <a:pt x="32004" y="477774"/>
                        </a:lnTo>
                        <a:lnTo>
                          <a:pt x="60198" y="481584"/>
                        </a:lnTo>
                        <a:lnTo>
                          <a:pt x="64770" y="453390"/>
                        </a:lnTo>
                        <a:close/>
                      </a:path>
                      <a:path w="604520" h="1337310">
                        <a:moveTo>
                          <a:pt x="72390" y="397002"/>
                        </a:moveTo>
                        <a:lnTo>
                          <a:pt x="44196" y="393192"/>
                        </a:lnTo>
                        <a:lnTo>
                          <a:pt x="40386" y="421386"/>
                        </a:lnTo>
                        <a:lnTo>
                          <a:pt x="68580" y="425196"/>
                        </a:lnTo>
                        <a:lnTo>
                          <a:pt x="72390" y="397002"/>
                        </a:lnTo>
                        <a:close/>
                      </a:path>
                      <a:path w="604520" h="1337310">
                        <a:moveTo>
                          <a:pt x="80772" y="340614"/>
                        </a:moveTo>
                        <a:lnTo>
                          <a:pt x="51816" y="336804"/>
                        </a:lnTo>
                        <a:lnTo>
                          <a:pt x="48006" y="364998"/>
                        </a:lnTo>
                        <a:lnTo>
                          <a:pt x="76200" y="368808"/>
                        </a:lnTo>
                        <a:lnTo>
                          <a:pt x="80772" y="340614"/>
                        </a:lnTo>
                        <a:close/>
                      </a:path>
                      <a:path w="604520" h="1337310">
                        <a:moveTo>
                          <a:pt x="88392" y="284226"/>
                        </a:moveTo>
                        <a:lnTo>
                          <a:pt x="60198" y="279654"/>
                        </a:lnTo>
                        <a:lnTo>
                          <a:pt x="56388" y="307848"/>
                        </a:lnTo>
                        <a:lnTo>
                          <a:pt x="84582" y="312420"/>
                        </a:lnTo>
                        <a:lnTo>
                          <a:pt x="88392" y="284226"/>
                        </a:lnTo>
                        <a:close/>
                      </a:path>
                      <a:path w="604520" h="1337310">
                        <a:moveTo>
                          <a:pt x="96774" y="227076"/>
                        </a:moveTo>
                        <a:lnTo>
                          <a:pt x="67818" y="223266"/>
                        </a:lnTo>
                        <a:lnTo>
                          <a:pt x="64008" y="251460"/>
                        </a:lnTo>
                        <a:lnTo>
                          <a:pt x="92202" y="255270"/>
                        </a:lnTo>
                        <a:lnTo>
                          <a:pt x="96774" y="227076"/>
                        </a:lnTo>
                        <a:close/>
                      </a:path>
                      <a:path w="604520" h="1337310">
                        <a:moveTo>
                          <a:pt x="104394" y="170688"/>
                        </a:moveTo>
                        <a:lnTo>
                          <a:pt x="76200" y="166878"/>
                        </a:lnTo>
                        <a:lnTo>
                          <a:pt x="72390" y="195072"/>
                        </a:lnTo>
                        <a:lnTo>
                          <a:pt x="100584" y="198882"/>
                        </a:lnTo>
                        <a:lnTo>
                          <a:pt x="104394" y="170688"/>
                        </a:lnTo>
                        <a:close/>
                      </a:path>
                      <a:path w="604520" h="1337310">
                        <a:moveTo>
                          <a:pt x="112776" y="114300"/>
                        </a:moveTo>
                        <a:lnTo>
                          <a:pt x="83820" y="109728"/>
                        </a:lnTo>
                        <a:lnTo>
                          <a:pt x="80010" y="138684"/>
                        </a:lnTo>
                        <a:lnTo>
                          <a:pt x="108204" y="142494"/>
                        </a:lnTo>
                        <a:lnTo>
                          <a:pt x="112776" y="114300"/>
                        </a:lnTo>
                        <a:close/>
                      </a:path>
                      <a:path w="604520" h="1337310">
                        <a:moveTo>
                          <a:pt x="144780" y="91440"/>
                        </a:moveTo>
                        <a:lnTo>
                          <a:pt x="114300" y="0"/>
                        </a:lnTo>
                        <a:lnTo>
                          <a:pt x="59436" y="79248"/>
                        </a:lnTo>
                        <a:lnTo>
                          <a:pt x="88392" y="83375"/>
                        </a:lnTo>
                        <a:lnTo>
                          <a:pt x="118110" y="87630"/>
                        </a:lnTo>
                        <a:lnTo>
                          <a:pt x="144780" y="91440"/>
                        </a:lnTo>
                        <a:close/>
                      </a:path>
                      <a:path w="604520" h="1337310">
                        <a:moveTo>
                          <a:pt x="171450" y="915924"/>
                        </a:moveTo>
                        <a:lnTo>
                          <a:pt x="150876" y="896874"/>
                        </a:lnTo>
                        <a:lnTo>
                          <a:pt x="131064" y="917448"/>
                        </a:lnTo>
                        <a:lnTo>
                          <a:pt x="152400" y="937260"/>
                        </a:lnTo>
                        <a:lnTo>
                          <a:pt x="171450" y="915924"/>
                        </a:lnTo>
                        <a:close/>
                      </a:path>
                      <a:path w="604520" h="1337310">
                        <a:moveTo>
                          <a:pt x="213360" y="954786"/>
                        </a:moveTo>
                        <a:lnTo>
                          <a:pt x="192786" y="935736"/>
                        </a:lnTo>
                        <a:lnTo>
                          <a:pt x="172974" y="956310"/>
                        </a:lnTo>
                        <a:lnTo>
                          <a:pt x="194310" y="976122"/>
                        </a:lnTo>
                        <a:lnTo>
                          <a:pt x="213360" y="954786"/>
                        </a:lnTo>
                        <a:close/>
                      </a:path>
                      <a:path w="604520" h="1337310">
                        <a:moveTo>
                          <a:pt x="255270" y="993648"/>
                        </a:moveTo>
                        <a:lnTo>
                          <a:pt x="234696" y="974598"/>
                        </a:lnTo>
                        <a:lnTo>
                          <a:pt x="214884" y="995172"/>
                        </a:lnTo>
                        <a:lnTo>
                          <a:pt x="236220" y="1014984"/>
                        </a:lnTo>
                        <a:lnTo>
                          <a:pt x="255270" y="993648"/>
                        </a:lnTo>
                        <a:close/>
                      </a:path>
                      <a:path w="604520" h="1337310">
                        <a:moveTo>
                          <a:pt x="297180" y="1032510"/>
                        </a:moveTo>
                        <a:lnTo>
                          <a:pt x="276606" y="1013460"/>
                        </a:lnTo>
                        <a:lnTo>
                          <a:pt x="256794" y="1034034"/>
                        </a:lnTo>
                        <a:lnTo>
                          <a:pt x="278130" y="1053846"/>
                        </a:lnTo>
                        <a:lnTo>
                          <a:pt x="297180" y="1032510"/>
                        </a:lnTo>
                        <a:close/>
                      </a:path>
                      <a:path w="604520" h="1337310">
                        <a:moveTo>
                          <a:pt x="339090" y="1071372"/>
                        </a:moveTo>
                        <a:lnTo>
                          <a:pt x="318516" y="1052322"/>
                        </a:lnTo>
                        <a:lnTo>
                          <a:pt x="298704" y="1072896"/>
                        </a:lnTo>
                        <a:lnTo>
                          <a:pt x="320040" y="1092708"/>
                        </a:lnTo>
                        <a:lnTo>
                          <a:pt x="339090" y="1071372"/>
                        </a:lnTo>
                        <a:close/>
                      </a:path>
                      <a:path w="604520" h="1337310">
                        <a:moveTo>
                          <a:pt x="381000" y="1110234"/>
                        </a:moveTo>
                        <a:lnTo>
                          <a:pt x="360426" y="1091184"/>
                        </a:lnTo>
                        <a:lnTo>
                          <a:pt x="340614" y="1111758"/>
                        </a:lnTo>
                        <a:lnTo>
                          <a:pt x="361950" y="1131570"/>
                        </a:lnTo>
                        <a:lnTo>
                          <a:pt x="381000" y="1110234"/>
                        </a:lnTo>
                        <a:close/>
                      </a:path>
                      <a:path w="604520" h="1337310">
                        <a:moveTo>
                          <a:pt x="422910" y="1149096"/>
                        </a:moveTo>
                        <a:lnTo>
                          <a:pt x="402336" y="1130046"/>
                        </a:lnTo>
                        <a:lnTo>
                          <a:pt x="382524" y="1150620"/>
                        </a:lnTo>
                        <a:lnTo>
                          <a:pt x="403860" y="1170432"/>
                        </a:lnTo>
                        <a:lnTo>
                          <a:pt x="422910" y="1149096"/>
                        </a:lnTo>
                        <a:close/>
                      </a:path>
                      <a:path w="604520" h="1337310">
                        <a:moveTo>
                          <a:pt x="464820" y="1187958"/>
                        </a:moveTo>
                        <a:lnTo>
                          <a:pt x="444246" y="1168908"/>
                        </a:lnTo>
                        <a:lnTo>
                          <a:pt x="424434" y="1189482"/>
                        </a:lnTo>
                        <a:lnTo>
                          <a:pt x="445770" y="1209294"/>
                        </a:lnTo>
                        <a:lnTo>
                          <a:pt x="464820" y="1187958"/>
                        </a:lnTo>
                        <a:close/>
                      </a:path>
                      <a:path w="604520" h="1337310">
                        <a:moveTo>
                          <a:pt x="506730" y="1226820"/>
                        </a:moveTo>
                        <a:lnTo>
                          <a:pt x="486156" y="1207770"/>
                        </a:lnTo>
                        <a:lnTo>
                          <a:pt x="466344" y="1228344"/>
                        </a:lnTo>
                        <a:lnTo>
                          <a:pt x="487680" y="1248156"/>
                        </a:lnTo>
                        <a:lnTo>
                          <a:pt x="506730" y="1226820"/>
                        </a:lnTo>
                        <a:close/>
                      </a:path>
                      <a:path w="604520" h="1337310">
                        <a:moveTo>
                          <a:pt x="548640" y="1265682"/>
                        </a:moveTo>
                        <a:lnTo>
                          <a:pt x="528066" y="1246632"/>
                        </a:lnTo>
                        <a:lnTo>
                          <a:pt x="508254" y="1267206"/>
                        </a:lnTo>
                        <a:lnTo>
                          <a:pt x="529590" y="1287018"/>
                        </a:lnTo>
                        <a:lnTo>
                          <a:pt x="548640" y="1265682"/>
                        </a:lnTo>
                        <a:close/>
                      </a:path>
                      <a:path w="604520" h="1337310">
                        <a:moveTo>
                          <a:pt x="604266" y="1337310"/>
                        </a:moveTo>
                        <a:lnTo>
                          <a:pt x="570738" y="1247394"/>
                        </a:lnTo>
                        <a:lnTo>
                          <a:pt x="512064" y="1309878"/>
                        </a:lnTo>
                        <a:lnTo>
                          <a:pt x="604266" y="133731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object 35">
                    <a:extLst>
                      <a:ext uri="{FF2B5EF4-FFF2-40B4-BE49-F238E27FC236}">
                        <a16:creationId xmlns:a16="http://schemas.microsoft.com/office/drawing/2014/main" id="{9E41CBBE-B894-47FE-9414-840D2100D3B9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3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object 36">
                    <a:extLst>
                      <a:ext uri="{FF2B5EF4-FFF2-40B4-BE49-F238E27FC236}">
                        <a16:creationId xmlns:a16="http://schemas.microsoft.com/office/drawing/2014/main" id="{FFB6679E-D5A6-4ED2-8995-54716D592961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3"/>
                        </a:lnTo>
                        <a:lnTo>
                          <a:pt x="2716530" y="1956053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object 37">
                    <a:extLst>
                      <a:ext uri="{FF2B5EF4-FFF2-40B4-BE49-F238E27FC236}">
                        <a16:creationId xmlns:a16="http://schemas.microsoft.com/office/drawing/2014/main" id="{6D1191C1-2DF6-404A-9372-EE9AD8E9EFB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2716530" y="1956816"/>
                        </a:moveTo>
                        <a:lnTo>
                          <a:pt x="2716530" y="0"/>
                        </a:lnTo>
                        <a:lnTo>
                          <a:pt x="0" y="0"/>
                        </a:lnTo>
                        <a:lnTo>
                          <a:pt x="0" y="1956816"/>
                        </a:lnTo>
                        <a:lnTo>
                          <a:pt x="2716530" y="1956816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object 38">
                    <a:extLst>
                      <a:ext uri="{FF2B5EF4-FFF2-40B4-BE49-F238E27FC236}">
                        <a16:creationId xmlns:a16="http://schemas.microsoft.com/office/drawing/2014/main" id="{D23D9314-4ED0-4049-9CE9-D9945D5CED7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0" y="0"/>
                        </a:moveTo>
                        <a:lnTo>
                          <a:pt x="0" y="1956815"/>
                        </a:lnTo>
                        <a:lnTo>
                          <a:pt x="2716530" y="1956815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object 39">
                    <a:extLst>
                      <a:ext uri="{FF2B5EF4-FFF2-40B4-BE49-F238E27FC236}">
                        <a16:creationId xmlns:a16="http://schemas.microsoft.com/office/drawing/2014/main" id="{E7624B1C-B085-452D-A344-8FE37F6D7CE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4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4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object 40">
                    <a:extLst>
                      <a:ext uri="{FF2B5EF4-FFF2-40B4-BE49-F238E27FC236}">
                        <a16:creationId xmlns:a16="http://schemas.microsoft.com/office/drawing/2014/main" id="{A659583F-97D1-48FD-8BEB-A6D95DBCFA3F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4"/>
                        </a:lnTo>
                        <a:lnTo>
                          <a:pt x="2716530" y="1956054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object 41">
                    <a:extLst>
                      <a:ext uri="{FF2B5EF4-FFF2-40B4-BE49-F238E27FC236}">
                        <a16:creationId xmlns:a16="http://schemas.microsoft.com/office/drawing/2014/main" id="{C78C1E95-AA77-4B4F-AC65-8FDA3822F2EB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object 42">
                    <a:extLst>
                      <a:ext uri="{FF2B5EF4-FFF2-40B4-BE49-F238E27FC236}">
                        <a16:creationId xmlns:a16="http://schemas.microsoft.com/office/drawing/2014/main" id="{3D91885E-78C4-4B8A-BF0D-68FBF776C6C1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object 43">
                    <a:extLst>
                      <a:ext uri="{FF2B5EF4-FFF2-40B4-BE49-F238E27FC236}">
                        <a16:creationId xmlns:a16="http://schemas.microsoft.com/office/drawing/2014/main" id="{70468179-50B7-4862-981F-DBC186148F3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object 44">
                    <a:extLst>
                      <a:ext uri="{FF2B5EF4-FFF2-40B4-BE49-F238E27FC236}">
                        <a16:creationId xmlns:a16="http://schemas.microsoft.com/office/drawing/2014/main" id="{BE4759E9-5065-4BBA-B717-9580D715A8C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object 45">
                    <a:extLst>
                      <a:ext uri="{FF2B5EF4-FFF2-40B4-BE49-F238E27FC236}">
                        <a16:creationId xmlns:a16="http://schemas.microsoft.com/office/drawing/2014/main" id="{A9759230-1A70-402A-BD68-8E4A39FB6491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object 46">
                    <a:extLst>
                      <a:ext uri="{FF2B5EF4-FFF2-40B4-BE49-F238E27FC236}">
                        <a16:creationId xmlns:a16="http://schemas.microsoft.com/office/drawing/2014/main" id="{F207FF93-5D75-459C-AA50-8C8FCBD2D7DB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" name="object 47">
                    <a:extLst>
                      <a:ext uri="{FF2B5EF4-FFF2-40B4-BE49-F238E27FC236}">
                        <a16:creationId xmlns:a16="http://schemas.microsoft.com/office/drawing/2014/main" id="{493354F3-D46D-42AA-8150-1CC7162259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" name="object 48">
                    <a:extLst>
                      <a:ext uri="{FF2B5EF4-FFF2-40B4-BE49-F238E27FC236}">
                        <a16:creationId xmlns:a16="http://schemas.microsoft.com/office/drawing/2014/main" id="{412B4F3E-DDC8-477B-B74E-405A09F40EF7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object 49">
                    <a:extLst>
                      <a:ext uri="{FF2B5EF4-FFF2-40B4-BE49-F238E27FC236}">
                        <a16:creationId xmlns:a16="http://schemas.microsoft.com/office/drawing/2014/main" id="{07C34816-988B-4292-906F-656601D3D26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object 50">
                    <a:extLst>
                      <a:ext uri="{FF2B5EF4-FFF2-40B4-BE49-F238E27FC236}">
                        <a16:creationId xmlns:a16="http://schemas.microsoft.com/office/drawing/2014/main" id="{70E45C71-ADE7-45C5-BF30-D75CF2524BA1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object 51">
                    <a:extLst>
                      <a:ext uri="{FF2B5EF4-FFF2-40B4-BE49-F238E27FC236}">
                        <a16:creationId xmlns:a16="http://schemas.microsoft.com/office/drawing/2014/main" id="{E00956AC-AB3C-4626-BEC2-0E13237EC31D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object 52">
                    <a:extLst>
                      <a:ext uri="{FF2B5EF4-FFF2-40B4-BE49-F238E27FC236}">
                        <a16:creationId xmlns:a16="http://schemas.microsoft.com/office/drawing/2014/main" id="{2E7E1E8C-FBE8-4B95-95F5-519ED2F5AC7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object 53">
                    <a:extLst>
                      <a:ext uri="{FF2B5EF4-FFF2-40B4-BE49-F238E27FC236}">
                        <a16:creationId xmlns:a16="http://schemas.microsoft.com/office/drawing/2014/main" id="{6B9F310E-C953-4E36-8378-5040105979DB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object 54">
                    <a:extLst>
                      <a:ext uri="{FF2B5EF4-FFF2-40B4-BE49-F238E27FC236}">
                        <a16:creationId xmlns:a16="http://schemas.microsoft.com/office/drawing/2014/main" id="{088DA7BA-3F61-4AE6-BF20-C536EC8199D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object 55">
                    <a:extLst>
                      <a:ext uri="{FF2B5EF4-FFF2-40B4-BE49-F238E27FC236}">
                        <a16:creationId xmlns:a16="http://schemas.microsoft.com/office/drawing/2014/main" id="{66526B85-147E-4ED1-ADC8-58A8CACB1906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object 56">
                    <a:extLst>
                      <a:ext uri="{FF2B5EF4-FFF2-40B4-BE49-F238E27FC236}">
                        <a16:creationId xmlns:a16="http://schemas.microsoft.com/office/drawing/2014/main" id="{F32EF3FE-C0C3-40C6-85FD-6E285A6C49C8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object 57">
                    <a:extLst>
                      <a:ext uri="{FF2B5EF4-FFF2-40B4-BE49-F238E27FC236}">
                        <a16:creationId xmlns:a16="http://schemas.microsoft.com/office/drawing/2014/main" id="{6507E078-08AE-47A6-9D47-870CFD294DB4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object 58">
                    <a:extLst>
                      <a:ext uri="{FF2B5EF4-FFF2-40B4-BE49-F238E27FC236}">
                        <a16:creationId xmlns:a16="http://schemas.microsoft.com/office/drawing/2014/main" id="{4A30E920-884A-4DEB-BDB9-CBA790FE13A1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object 59">
                    <a:extLst>
                      <a:ext uri="{FF2B5EF4-FFF2-40B4-BE49-F238E27FC236}">
                        <a16:creationId xmlns:a16="http://schemas.microsoft.com/office/drawing/2014/main" id="{049758B8-28AA-43CF-A7FF-F456135826DE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object 60">
                    <a:extLst>
                      <a:ext uri="{FF2B5EF4-FFF2-40B4-BE49-F238E27FC236}">
                        <a16:creationId xmlns:a16="http://schemas.microsoft.com/office/drawing/2014/main" id="{0C5213B1-7641-4B29-B1EF-01E66184AC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object 61">
                    <a:extLst>
                      <a:ext uri="{FF2B5EF4-FFF2-40B4-BE49-F238E27FC236}">
                        <a16:creationId xmlns:a16="http://schemas.microsoft.com/office/drawing/2014/main" id="{F38C6FF3-B59B-4AEC-AB2C-E4FF9DB93066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object 62">
                    <a:extLst>
                      <a:ext uri="{FF2B5EF4-FFF2-40B4-BE49-F238E27FC236}">
                        <a16:creationId xmlns:a16="http://schemas.microsoft.com/office/drawing/2014/main" id="{82E8210F-DA8D-4B01-97B5-C0C7FBB67DA6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object 63">
                    <a:extLst>
                      <a:ext uri="{FF2B5EF4-FFF2-40B4-BE49-F238E27FC236}">
                        <a16:creationId xmlns:a16="http://schemas.microsoft.com/office/drawing/2014/main" id="{EF0B2D34-803B-480B-B9EF-CBC4BF11A5D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object 64">
                    <a:extLst>
                      <a:ext uri="{FF2B5EF4-FFF2-40B4-BE49-F238E27FC236}">
                        <a16:creationId xmlns:a16="http://schemas.microsoft.com/office/drawing/2014/main" id="{640F8951-E3AA-49DC-9EB6-36CDCA6AB237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object 65">
                    <a:extLst>
                      <a:ext uri="{FF2B5EF4-FFF2-40B4-BE49-F238E27FC236}">
                        <a16:creationId xmlns:a16="http://schemas.microsoft.com/office/drawing/2014/main" id="{726287C0-89C4-4027-A905-3C5385A7B10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object 66">
                    <a:extLst>
                      <a:ext uri="{FF2B5EF4-FFF2-40B4-BE49-F238E27FC236}">
                        <a16:creationId xmlns:a16="http://schemas.microsoft.com/office/drawing/2014/main" id="{455E3049-306B-4B45-A47C-2B9858D29555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object 67">
                    <a:extLst>
                      <a:ext uri="{FF2B5EF4-FFF2-40B4-BE49-F238E27FC236}">
                        <a16:creationId xmlns:a16="http://schemas.microsoft.com/office/drawing/2014/main" id="{0247C5A4-8BCC-466F-91BF-08A58065B8DB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object 68">
                    <a:extLst>
                      <a:ext uri="{FF2B5EF4-FFF2-40B4-BE49-F238E27FC236}">
                        <a16:creationId xmlns:a16="http://schemas.microsoft.com/office/drawing/2014/main" id="{0DF92154-5DA4-4276-84F6-43F460E33466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object 69">
                    <a:extLst>
                      <a:ext uri="{FF2B5EF4-FFF2-40B4-BE49-F238E27FC236}">
                        <a16:creationId xmlns:a16="http://schemas.microsoft.com/office/drawing/2014/main" id="{208722F6-F083-49D1-BC0F-707C53A89A6A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object 70">
                    <a:extLst>
                      <a:ext uri="{FF2B5EF4-FFF2-40B4-BE49-F238E27FC236}">
                        <a16:creationId xmlns:a16="http://schemas.microsoft.com/office/drawing/2014/main" id="{EEB630E1-4033-452A-978E-C5BC1677C85B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object 71">
                    <a:extLst>
                      <a:ext uri="{FF2B5EF4-FFF2-40B4-BE49-F238E27FC236}">
                        <a16:creationId xmlns:a16="http://schemas.microsoft.com/office/drawing/2014/main" id="{9A311A0C-EFB2-4FF6-81C7-69DCD2B2476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object 72">
                    <a:extLst>
                      <a:ext uri="{FF2B5EF4-FFF2-40B4-BE49-F238E27FC236}">
                        <a16:creationId xmlns:a16="http://schemas.microsoft.com/office/drawing/2014/main" id="{A720F77A-C5B7-49C0-B642-36685B72B53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object 73">
                    <a:extLst>
                      <a:ext uri="{FF2B5EF4-FFF2-40B4-BE49-F238E27FC236}">
                        <a16:creationId xmlns:a16="http://schemas.microsoft.com/office/drawing/2014/main" id="{863BCC4C-D2B0-4CE1-BE64-134D46DE92A1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object 74">
                    <a:extLst>
                      <a:ext uri="{FF2B5EF4-FFF2-40B4-BE49-F238E27FC236}">
                        <a16:creationId xmlns:a16="http://schemas.microsoft.com/office/drawing/2014/main" id="{97B42CDA-0EA6-4A0C-BFE1-2618EF3C01E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object 75">
                    <a:extLst>
                      <a:ext uri="{FF2B5EF4-FFF2-40B4-BE49-F238E27FC236}">
                        <a16:creationId xmlns:a16="http://schemas.microsoft.com/office/drawing/2014/main" id="{86CA5368-5581-4A18-8840-C3103B882FC6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object 76">
                    <a:extLst>
                      <a:ext uri="{FF2B5EF4-FFF2-40B4-BE49-F238E27FC236}">
                        <a16:creationId xmlns:a16="http://schemas.microsoft.com/office/drawing/2014/main" id="{52AA03EE-FCF5-4FE2-B94A-D8B12B76040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object 77">
                    <a:extLst>
                      <a:ext uri="{FF2B5EF4-FFF2-40B4-BE49-F238E27FC236}">
                        <a16:creationId xmlns:a16="http://schemas.microsoft.com/office/drawing/2014/main" id="{2C08C390-80C9-4B91-ACB3-F18935E9625C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object 78">
                    <a:extLst>
                      <a:ext uri="{FF2B5EF4-FFF2-40B4-BE49-F238E27FC236}">
                        <a16:creationId xmlns:a16="http://schemas.microsoft.com/office/drawing/2014/main" id="{0B6B0F5C-7745-44A5-91B8-9933C333F64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object 79">
                    <a:extLst>
                      <a:ext uri="{FF2B5EF4-FFF2-40B4-BE49-F238E27FC236}">
                        <a16:creationId xmlns:a16="http://schemas.microsoft.com/office/drawing/2014/main" id="{3C2A8CAC-B795-4D2C-86F6-6CAECE583429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object 80">
                    <a:extLst>
                      <a:ext uri="{FF2B5EF4-FFF2-40B4-BE49-F238E27FC236}">
                        <a16:creationId xmlns:a16="http://schemas.microsoft.com/office/drawing/2014/main" id="{90E6F9A8-6D1E-43C3-B88F-87A82EB79AB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object 81">
                    <a:extLst>
                      <a:ext uri="{FF2B5EF4-FFF2-40B4-BE49-F238E27FC236}">
                        <a16:creationId xmlns:a16="http://schemas.microsoft.com/office/drawing/2014/main" id="{458F81E1-9417-4F38-9E89-1F3A9CF94F7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object 82">
                    <a:extLst>
                      <a:ext uri="{FF2B5EF4-FFF2-40B4-BE49-F238E27FC236}">
                        <a16:creationId xmlns:a16="http://schemas.microsoft.com/office/drawing/2014/main" id="{D3A7BB0B-82B4-4CEA-B084-46E6D080BDC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object 83">
                    <a:extLst>
                      <a:ext uri="{FF2B5EF4-FFF2-40B4-BE49-F238E27FC236}">
                        <a16:creationId xmlns:a16="http://schemas.microsoft.com/office/drawing/2014/main" id="{E8E41E8C-EA5C-4462-A3BF-89DF26DEB77B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object 84">
                    <a:extLst>
                      <a:ext uri="{FF2B5EF4-FFF2-40B4-BE49-F238E27FC236}">
                        <a16:creationId xmlns:a16="http://schemas.microsoft.com/office/drawing/2014/main" id="{1B192692-2F75-462D-BA48-2CEAA71D4CF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object 85">
                    <a:extLst>
                      <a:ext uri="{FF2B5EF4-FFF2-40B4-BE49-F238E27FC236}">
                        <a16:creationId xmlns:a16="http://schemas.microsoft.com/office/drawing/2014/main" id="{5FE11EA6-853A-431D-8130-6DDD5D91B26F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object 86">
                    <a:extLst>
                      <a:ext uri="{FF2B5EF4-FFF2-40B4-BE49-F238E27FC236}">
                        <a16:creationId xmlns:a16="http://schemas.microsoft.com/office/drawing/2014/main" id="{ACCD2B6F-3422-4203-9850-2F0E00AA66A9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object 87">
                    <a:extLst>
                      <a:ext uri="{FF2B5EF4-FFF2-40B4-BE49-F238E27FC236}">
                        <a16:creationId xmlns:a16="http://schemas.microsoft.com/office/drawing/2014/main" id="{5273D3F0-139C-4F68-BC5E-60AA65D4367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object 88">
                    <a:extLst>
                      <a:ext uri="{FF2B5EF4-FFF2-40B4-BE49-F238E27FC236}">
                        <a16:creationId xmlns:a16="http://schemas.microsoft.com/office/drawing/2014/main" id="{9BFD4CB5-9298-4F16-8E24-C5B573FA867C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object 89">
                    <a:extLst>
                      <a:ext uri="{FF2B5EF4-FFF2-40B4-BE49-F238E27FC236}">
                        <a16:creationId xmlns:a16="http://schemas.microsoft.com/office/drawing/2014/main" id="{73BBCC40-4700-49E0-BBA8-D1B1F25402E8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object 90">
                    <a:extLst>
                      <a:ext uri="{FF2B5EF4-FFF2-40B4-BE49-F238E27FC236}">
                        <a16:creationId xmlns:a16="http://schemas.microsoft.com/office/drawing/2014/main" id="{24F035A3-49F2-4DD4-8588-2255BDBBF895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object 91">
                    <a:extLst>
                      <a:ext uri="{FF2B5EF4-FFF2-40B4-BE49-F238E27FC236}">
                        <a16:creationId xmlns:a16="http://schemas.microsoft.com/office/drawing/2014/main" id="{93A9E2C6-6C02-495B-AF79-249CD508F636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object 92">
                    <a:extLst>
                      <a:ext uri="{FF2B5EF4-FFF2-40B4-BE49-F238E27FC236}">
                        <a16:creationId xmlns:a16="http://schemas.microsoft.com/office/drawing/2014/main" id="{A95DD323-E001-4A7C-9149-1EFBCD287383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object 93">
                    <a:extLst>
                      <a:ext uri="{FF2B5EF4-FFF2-40B4-BE49-F238E27FC236}">
                        <a16:creationId xmlns:a16="http://schemas.microsoft.com/office/drawing/2014/main" id="{A4693122-7471-4717-9201-AF50CB0EEE6B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object 94">
                    <a:extLst>
                      <a:ext uri="{FF2B5EF4-FFF2-40B4-BE49-F238E27FC236}">
                        <a16:creationId xmlns:a16="http://schemas.microsoft.com/office/drawing/2014/main" id="{D6EC47C4-43BB-48D3-8FC2-E54D9A7D45B5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object 95">
                    <a:extLst>
                      <a:ext uri="{FF2B5EF4-FFF2-40B4-BE49-F238E27FC236}">
                        <a16:creationId xmlns:a16="http://schemas.microsoft.com/office/drawing/2014/main" id="{57CBBE1C-BF39-4E70-B099-F465DB9D2E2B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object 96">
                    <a:extLst>
                      <a:ext uri="{FF2B5EF4-FFF2-40B4-BE49-F238E27FC236}">
                        <a16:creationId xmlns:a16="http://schemas.microsoft.com/office/drawing/2014/main" id="{7DB85AC7-821E-4B7D-9941-86BEDBF7C065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" name="object 97">
                    <a:extLst>
                      <a:ext uri="{FF2B5EF4-FFF2-40B4-BE49-F238E27FC236}">
                        <a16:creationId xmlns:a16="http://schemas.microsoft.com/office/drawing/2014/main" id="{55C350E2-E105-4E41-A749-5608AC22DC20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object 98">
                    <a:extLst>
                      <a:ext uri="{FF2B5EF4-FFF2-40B4-BE49-F238E27FC236}">
                        <a16:creationId xmlns:a16="http://schemas.microsoft.com/office/drawing/2014/main" id="{BBA802D3-3596-4C34-AD22-BF318D7CD812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object 99">
                    <a:extLst>
                      <a:ext uri="{FF2B5EF4-FFF2-40B4-BE49-F238E27FC236}">
                        <a16:creationId xmlns:a16="http://schemas.microsoft.com/office/drawing/2014/main" id="{B125EAD9-AD17-47DD-BE54-7FF8CC9F06D5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object 100">
                    <a:extLst>
                      <a:ext uri="{FF2B5EF4-FFF2-40B4-BE49-F238E27FC236}">
                        <a16:creationId xmlns:a16="http://schemas.microsoft.com/office/drawing/2014/main" id="{CD688C90-6103-4C88-8099-87B8F5F5547C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object 101">
                    <a:extLst>
                      <a:ext uri="{FF2B5EF4-FFF2-40B4-BE49-F238E27FC236}">
                        <a16:creationId xmlns:a16="http://schemas.microsoft.com/office/drawing/2014/main" id="{C5983DB3-3265-42F8-98F0-20EA9C2ED88B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object 102">
                    <a:extLst>
                      <a:ext uri="{FF2B5EF4-FFF2-40B4-BE49-F238E27FC236}">
                        <a16:creationId xmlns:a16="http://schemas.microsoft.com/office/drawing/2014/main" id="{CC5CBDD0-E828-4020-81FB-CF1A6DEB084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object 103">
                    <a:extLst>
                      <a:ext uri="{FF2B5EF4-FFF2-40B4-BE49-F238E27FC236}">
                        <a16:creationId xmlns:a16="http://schemas.microsoft.com/office/drawing/2014/main" id="{BF754182-3DFE-4BC7-A2CE-C5FF306638B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object 104">
                    <a:extLst>
                      <a:ext uri="{FF2B5EF4-FFF2-40B4-BE49-F238E27FC236}">
                        <a16:creationId xmlns:a16="http://schemas.microsoft.com/office/drawing/2014/main" id="{650AA5FC-8F0C-4EB5-9688-BCBCD9A8127E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object 105">
                    <a:extLst>
                      <a:ext uri="{FF2B5EF4-FFF2-40B4-BE49-F238E27FC236}">
                        <a16:creationId xmlns:a16="http://schemas.microsoft.com/office/drawing/2014/main" id="{90A7B0BB-79C2-433F-9277-90976E2B135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object 106">
                    <a:extLst>
                      <a:ext uri="{FF2B5EF4-FFF2-40B4-BE49-F238E27FC236}">
                        <a16:creationId xmlns:a16="http://schemas.microsoft.com/office/drawing/2014/main" id="{70124E16-238A-429D-9F02-5C2126BB58B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object 107">
                    <a:extLst>
                      <a:ext uri="{FF2B5EF4-FFF2-40B4-BE49-F238E27FC236}">
                        <a16:creationId xmlns:a16="http://schemas.microsoft.com/office/drawing/2014/main" id="{F1A7452E-839C-4085-A319-8958FEB9DB71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object 108">
                    <a:extLst>
                      <a:ext uri="{FF2B5EF4-FFF2-40B4-BE49-F238E27FC236}">
                        <a16:creationId xmlns:a16="http://schemas.microsoft.com/office/drawing/2014/main" id="{0ECDD19B-30E0-48BC-8E29-0CAF16070FDA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object 109">
                    <a:extLst>
                      <a:ext uri="{FF2B5EF4-FFF2-40B4-BE49-F238E27FC236}">
                        <a16:creationId xmlns:a16="http://schemas.microsoft.com/office/drawing/2014/main" id="{9E9F74FF-1717-498E-97F3-E72FDC4F9A35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object 110">
                    <a:extLst>
                      <a:ext uri="{FF2B5EF4-FFF2-40B4-BE49-F238E27FC236}">
                        <a16:creationId xmlns:a16="http://schemas.microsoft.com/office/drawing/2014/main" id="{C66CB39C-B757-49FD-965E-1216AF8AEF4E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object 111">
                    <a:extLst>
                      <a:ext uri="{FF2B5EF4-FFF2-40B4-BE49-F238E27FC236}">
                        <a16:creationId xmlns:a16="http://schemas.microsoft.com/office/drawing/2014/main" id="{2F5C7B0D-C2EE-447F-A787-8436BC1430E8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object 112">
                    <a:extLst>
                      <a:ext uri="{FF2B5EF4-FFF2-40B4-BE49-F238E27FC236}">
                        <a16:creationId xmlns:a16="http://schemas.microsoft.com/office/drawing/2014/main" id="{9DE4BF7F-71C3-49A8-8B13-0FB231E3BA67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object 113">
                    <a:extLst>
                      <a:ext uri="{FF2B5EF4-FFF2-40B4-BE49-F238E27FC236}">
                        <a16:creationId xmlns:a16="http://schemas.microsoft.com/office/drawing/2014/main" id="{1A12252B-8E16-4FEA-962F-633332FE7388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object 114">
                    <a:extLst>
                      <a:ext uri="{FF2B5EF4-FFF2-40B4-BE49-F238E27FC236}">
                        <a16:creationId xmlns:a16="http://schemas.microsoft.com/office/drawing/2014/main" id="{3AD4034E-4DD7-45BA-A44D-9DCA018A31A2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object 115">
                    <a:extLst>
                      <a:ext uri="{FF2B5EF4-FFF2-40B4-BE49-F238E27FC236}">
                        <a16:creationId xmlns:a16="http://schemas.microsoft.com/office/drawing/2014/main" id="{CC847809-75AC-446E-8CA3-DE31BED27D7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object 116">
                    <a:extLst>
                      <a:ext uri="{FF2B5EF4-FFF2-40B4-BE49-F238E27FC236}">
                        <a16:creationId xmlns:a16="http://schemas.microsoft.com/office/drawing/2014/main" id="{24587F11-11A2-4EB2-915B-C835549953C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object 117">
                    <a:extLst>
                      <a:ext uri="{FF2B5EF4-FFF2-40B4-BE49-F238E27FC236}">
                        <a16:creationId xmlns:a16="http://schemas.microsoft.com/office/drawing/2014/main" id="{67E4F7AF-BC0B-415B-92F3-AC0D16184EED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object 118">
                    <a:extLst>
                      <a:ext uri="{FF2B5EF4-FFF2-40B4-BE49-F238E27FC236}">
                        <a16:creationId xmlns:a16="http://schemas.microsoft.com/office/drawing/2014/main" id="{04A886BB-59A9-4AA9-8871-C057310EB03B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object 119">
                    <a:extLst>
                      <a:ext uri="{FF2B5EF4-FFF2-40B4-BE49-F238E27FC236}">
                        <a16:creationId xmlns:a16="http://schemas.microsoft.com/office/drawing/2014/main" id="{C7566BC6-C95C-4655-97DC-E744ED63C03A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object 120">
                    <a:extLst>
                      <a:ext uri="{FF2B5EF4-FFF2-40B4-BE49-F238E27FC236}">
                        <a16:creationId xmlns:a16="http://schemas.microsoft.com/office/drawing/2014/main" id="{3E4D8CB2-405B-47A2-ACFC-6C3848C70CE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object 121">
                    <a:extLst>
                      <a:ext uri="{FF2B5EF4-FFF2-40B4-BE49-F238E27FC236}">
                        <a16:creationId xmlns:a16="http://schemas.microsoft.com/office/drawing/2014/main" id="{0A938ED6-8BDD-482F-81F3-459792004AEB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object 122">
                    <a:extLst>
                      <a:ext uri="{FF2B5EF4-FFF2-40B4-BE49-F238E27FC236}">
                        <a16:creationId xmlns:a16="http://schemas.microsoft.com/office/drawing/2014/main" id="{FB2DE71A-A032-436A-8C3C-A8E35AD1E075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object 123">
                    <a:extLst>
                      <a:ext uri="{FF2B5EF4-FFF2-40B4-BE49-F238E27FC236}">
                        <a16:creationId xmlns:a16="http://schemas.microsoft.com/office/drawing/2014/main" id="{6F703528-9ED0-4CB7-BCD9-0A065B94B72D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object 124">
                    <a:extLst>
                      <a:ext uri="{FF2B5EF4-FFF2-40B4-BE49-F238E27FC236}">
                        <a16:creationId xmlns:a16="http://schemas.microsoft.com/office/drawing/2014/main" id="{CEB023A7-23E7-4489-A545-0E937FCB513A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object 125">
                    <a:extLst>
                      <a:ext uri="{FF2B5EF4-FFF2-40B4-BE49-F238E27FC236}">
                        <a16:creationId xmlns:a16="http://schemas.microsoft.com/office/drawing/2014/main" id="{45815164-AEE9-4D16-A6F1-ED98E823CDEC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object 126">
                    <a:extLst>
                      <a:ext uri="{FF2B5EF4-FFF2-40B4-BE49-F238E27FC236}">
                        <a16:creationId xmlns:a16="http://schemas.microsoft.com/office/drawing/2014/main" id="{451E3CE2-029D-4D1E-AB8E-DEE7E2C63DA1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object 127">
                    <a:extLst>
                      <a:ext uri="{FF2B5EF4-FFF2-40B4-BE49-F238E27FC236}">
                        <a16:creationId xmlns:a16="http://schemas.microsoft.com/office/drawing/2014/main" id="{5067EAAC-C3BC-42C5-87FA-640D3809C3A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object 128">
                    <a:extLst>
                      <a:ext uri="{FF2B5EF4-FFF2-40B4-BE49-F238E27FC236}">
                        <a16:creationId xmlns:a16="http://schemas.microsoft.com/office/drawing/2014/main" id="{302AC16A-5DA8-4685-B183-724BD2D7902A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object 129">
                    <a:extLst>
                      <a:ext uri="{FF2B5EF4-FFF2-40B4-BE49-F238E27FC236}">
                        <a16:creationId xmlns:a16="http://schemas.microsoft.com/office/drawing/2014/main" id="{DABC36A8-E660-4F6C-8851-8C6E9770258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object 130">
                    <a:extLst>
                      <a:ext uri="{FF2B5EF4-FFF2-40B4-BE49-F238E27FC236}">
                        <a16:creationId xmlns:a16="http://schemas.microsoft.com/office/drawing/2014/main" id="{36D01144-1812-4D79-A060-97C6D07E611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object 131">
                    <a:extLst>
                      <a:ext uri="{FF2B5EF4-FFF2-40B4-BE49-F238E27FC236}">
                        <a16:creationId xmlns:a16="http://schemas.microsoft.com/office/drawing/2014/main" id="{405ACBBB-6AFF-457D-B88D-E9FFC5D4D66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object 132">
                    <a:extLst>
                      <a:ext uri="{FF2B5EF4-FFF2-40B4-BE49-F238E27FC236}">
                        <a16:creationId xmlns:a16="http://schemas.microsoft.com/office/drawing/2014/main" id="{98226265-658C-4900-BC96-E79823DE565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object 133">
                    <a:extLst>
                      <a:ext uri="{FF2B5EF4-FFF2-40B4-BE49-F238E27FC236}">
                        <a16:creationId xmlns:a16="http://schemas.microsoft.com/office/drawing/2014/main" id="{A240950E-DFD0-4452-9FA6-7DE413E8938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object 134">
                    <a:extLst>
                      <a:ext uri="{FF2B5EF4-FFF2-40B4-BE49-F238E27FC236}">
                        <a16:creationId xmlns:a16="http://schemas.microsoft.com/office/drawing/2014/main" id="{23C0458A-A4E4-4E72-846F-546287A8D1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object 135">
                    <a:extLst>
                      <a:ext uri="{FF2B5EF4-FFF2-40B4-BE49-F238E27FC236}">
                        <a16:creationId xmlns:a16="http://schemas.microsoft.com/office/drawing/2014/main" id="{3FEDDCDC-FF44-4E53-92B5-F12B62FB0187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" name="object 136">
                    <a:extLst>
                      <a:ext uri="{FF2B5EF4-FFF2-40B4-BE49-F238E27FC236}">
                        <a16:creationId xmlns:a16="http://schemas.microsoft.com/office/drawing/2014/main" id="{A72E5D5A-8530-437C-8622-A2D9D1D81C49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object 137">
                    <a:extLst>
                      <a:ext uri="{FF2B5EF4-FFF2-40B4-BE49-F238E27FC236}">
                        <a16:creationId xmlns:a16="http://schemas.microsoft.com/office/drawing/2014/main" id="{EB4484EB-86EF-4B8B-851A-8A344044FBFA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object 138">
                    <a:extLst>
                      <a:ext uri="{FF2B5EF4-FFF2-40B4-BE49-F238E27FC236}">
                        <a16:creationId xmlns:a16="http://schemas.microsoft.com/office/drawing/2014/main" id="{97853D58-7001-41CA-92A1-2DBC272AD45F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object 139">
                    <a:extLst>
                      <a:ext uri="{FF2B5EF4-FFF2-40B4-BE49-F238E27FC236}">
                        <a16:creationId xmlns:a16="http://schemas.microsoft.com/office/drawing/2014/main" id="{1114CCE3-504B-48B4-8BAD-40893648BE1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object 140">
                    <a:extLst>
                      <a:ext uri="{FF2B5EF4-FFF2-40B4-BE49-F238E27FC236}">
                        <a16:creationId xmlns:a16="http://schemas.microsoft.com/office/drawing/2014/main" id="{9364CB74-E91F-4CCF-AB2F-2362270DA10E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object 141">
                    <a:extLst>
                      <a:ext uri="{FF2B5EF4-FFF2-40B4-BE49-F238E27FC236}">
                        <a16:creationId xmlns:a16="http://schemas.microsoft.com/office/drawing/2014/main" id="{47A92321-4C71-46F4-86F2-3E0F6D0CEC39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object 142">
                    <a:extLst>
                      <a:ext uri="{FF2B5EF4-FFF2-40B4-BE49-F238E27FC236}">
                        <a16:creationId xmlns:a16="http://schemas.microsoft.com/office/drawing/2014/main" id="{590FBE30-EFB7-473A-A8BC-FECCE32D415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object 143">
                    <a:extLst>
                      <a:ext uri="{FF2B5EF4-FFF2-40B4-BE49-F238E27FC236}">
                        <a16:creationId xmlns:a16="http://schemas.microsoft.com/office/drawing/2014/main" id="{0F672316-E776-47EA-8896-700E89F5320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object 144">
                    <a:extLst>
                      <a:ext uri="{FF2B5EF4-FFF2-40B4-BE49-F238E27FC236}">
                        <a16:creationId xmlns:a16="http://schemas.microsoft.com/office/drawing/2014/main" id="{7F7FD624-BF0D-4A75-9517-7EE9F8AA382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object 145">
                    <a:extLst>
                      <a:ext uri="{FF2B5EF4-FFF2-40B4-BE49-F238E27FC236}">
                        <a16:creationId xmlns:a16="http://schemas.microsoft.com/office/drawing/2014/main" id="{B5DC9E9C-5C30-4812-B684-9359B0372858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object 146">
                    <a:extLst>
                      <a:ext uri="{FF2B5EF4-FFF2-40B4-BE49-F238E27FC236}">
                        <a16:creationId xmlns:a16="http://schemas.microsoft.com/office/drawing/2014/main" id="{954DDCC6-5880-4C8A-890B-45743B2DC7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object 147">
                    <a:extLst>
                      <a:ext uri="{FF2B5EF4-FFF2-40B4-BE49-F238E27FC236}">
                        <a16:creationId xmlns:a16="http://schemas.microsoft.com/office/drawing/2014/main" id="{2B8B940F-9C7F-4E86-ACD5-01DF28C6630F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object 148">
                    <a:extLst>
                      <a:ext uri="{FF2B5EF4-FFF2-40B4-BE49-F238E27FC236}">
                        <a16:creationId xmlns:a16="http://schemas.microsoft.com/office/drawing/2014/main" id="{6D28AC2A-13C3-431A-BC5C-4D4DE41C98F5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object 149">
                    <a:extLst>
                      <a:ext uri="{FF2B5EF4-FFF2-40B4-BE49-F238E27FC236}">
                        <a16:creationId xmlns:a16="http://schemas.microsoft.com/office/drawing/2014/main" id="{0870A973-6287-48B8-A084-9AFDD49E3A3F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object 150">
                    <a:extLst>
                      <a:ext uri="{FF2B5EF4-FFF2-40B4-BE49-F238E27FC236}">
                        <a16:creationId xmlns:a16="http://schemas.microsoft.com/office/drawing/2014/main" id="{B64C91AE-A31D-45F2-B949-3B9D8801742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object 151">
                    <a:extLst>
                      <a:ext uri="{FF2B5EF4-FFF2-40B4-BE49-F238E27FC236}">
                        <a16:creationId xmlns:a16="http://schemas.microsoft.com/office/drawing/2014/main" id="{0A4D3E10-A368-4326-AE27-569083BCE236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object 152">
                    <a:extLst>
                      <a:ext uri="{FF2B5EF4-FFF2-40B4-BE49-F238E27FC236}">
                        <a16:creationId xmlns:a16="http://schemas.microsoft.com/office/drawing/2014/main" id="{D92472D3-F8BF-4656-9A97-E05F531A209E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object 153">
                    <a:extLst>
                      <a:ext uri="{FF2B5EF4-FFF2-40B4-BE49-F238E27FC236}">
                        <a16:creationId xmlns:a16="http://schemas.microsoft.com/office/drawing/2014/main" id="{D97173E0-FE3F-455C-933D-2155ECE507CA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object 154">
                    <a:extLst>
                      <a:ext uri="{FF2B5EF4-FFF2-40B4-BE49-F238E27FC236}">
                        <a16:creationId xmlns:a16="http://schemas.microsoft.com/office/drawing/2014/main" id="{C1BE977E-8333-409B-B19E-1F4A211025B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object 155">
                    <a:extLst>
                      <a:ext uri="{FF2B5EF4-FFF2-40B4-BE49-F238E27FC236}">
                        <a16:creationId xmlns:a16="http://schemas.microsoft.com/office/drawing/2014/main" id="{05AC8E4D-6D01-4AF8-89E0-CA01607C3004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object 156">
                    <a:extLst>
                      <a:ext uri="{FF2B5EF4-FFF2-40B4-BE49-F238E27FC236}">
                        <a16:creationId xmlns:a16="http://schemas.microsoft.com/office/drawing/2014/main" id="{25F12301-276E-4FBF-A5C8-ECEA04BD699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object 157">
                    <a:extLst>
                      <a:ext uri="{FF2B5EF4-FFF2-40B4-BE49-F238E27FC236}">
                        <a16:creationId xmlns:a16="http://schemas.microsoft.com/office/drawing/2014/main" id="{A9232245-1930-4C79-BE91-B45E66DAE996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object 158">
                    <a:extLst>
                      <a:ext uri="{FF2B5EF4-FFF2-40B4-BE49-F238E27FC236}">
                        <a16:creationId xmlns:a16="http://schemas.microsoft.com/office/drawing/2014/main" id="{B2F2394B-0093-4CD9-986E-2A275D22B5E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object 159">
                    <a:extLst>
                      <a:ext uri="{FF2B5EF4-FFF2-40B4-BE49-F238E27FC236}">
                        <a16:creationId xmlns:a16="http://schemas.microsoft.com/office/drawing/2014/main" id="{B439E87E-26B6-48F7-B1E8-159F19FBE57C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object 160">
                    <a:extLst>
                      <a:ext uri="{FF2B5EF4-FFF2-40B4-BE49-F238E27FC236}">
                        <a16:creationId xmlns:a16="http://schemas.microsoft.com/office/drawing/2014/main" id="{F98D61CC-11DD-42FA-9D8E-FBB01AAC4E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object 161">
                    <a:extLst>
                      <a:ext uri="{FF2B5EF4-FFF2-40B4-BE49-F238E27FC236}">
                        <a16:creationId xmlns:a16="http://schemas.microsoft.com/office/drawing/2014/main" id="{1B7D399D-EBD7-4558-8358-2F8ED2728E6D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object 162">
                    <a:extLst>
                      <a:ext uri="{FF2B5EF4-FFF2-40B4-BE49-F238E27FC236}">
                        <a16:creationId xmlns:a16="http://schemas.microsoft.com/office/drawing/2014/main" id="{C8CC5569-CD40-4205-AD73-C03A698063F9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object 163">
                    <a:extLst>
                      <a:ext uri="{FF2B5EF4-FFF2-40B4-BE49-F238E27FC236}">
                        <a16:creationId xmlns:a16="http://schemas.microsoft.com/office/drawing/2014/main" id="{989EEDE5-C2B3-4E2F-8126-D3BDF8216F61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object 164">
                    <a:extLst>
                      <a:ext uri="{FF2B5EF4-FFF2-40B4-BE49-F238E27FC236}">
                        <a16:creationId xmlns:a16="http://schemas.microsoft.com/office/drawing/2014/main" id="{48C6E9F6-AC9A-4DC3-BC0A-127B70D1FA7F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object 165">
                    <a:extLst>
                      <a:ext uri="{FF2B5EF4-FFF2-40B4-BE49-F238E27FC236}">
                        <a16:creationId xmlns:a16="http://schemas.microsoft.com/office/drawing/2014/main" id="{1D5CB2F4-12AC-4887-880C-66C216DF6B4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object 166">
                    <a:extLst>
                      <a:ext uri="{FF2B5EF4-FFF2-40B4-BE49-F238E27FC236}">
                        <a16:creationId xmlns:a16="http://schemas.microsoft.com/office/drawing/2014/main" id="{185B96EE-3E3A-4CED-B6E5-EBC759C1695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object 167">
                    <a:extLst>
                      <a:ext uri="{FF2B5EF4-FFF2-40B4-BE49-F238E27FC236}">
                        <a16:creationId xmlns:a16="http://schemas.microsoft.com/office/drawing/2014/main" id="{19D58675-EE5C-4F7E-8F62-B2286AD4376E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object 168">
                    <a:extLst>
                      <a:ext uri="{FF2B5EF4-FFF2-40B4-BE49-F238E27FC236}">
                        <a16:creationId xmlns:a16="http://schemas.microsoft.com/office/drawing/2014/main" id="{EBD0FF8A-D07D-46C6-BDEB-3B7832182AC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object 169">
                    <a:extLst>
                      <a:ext uri="{FF2B5EF4-FFF2-40B4-BE49-F238E27FC236}">
                        <a16:creationId xmlns:a16="http://schemas.microsoft.com/office/drawing/2014/main" id="{CE2A665E-C7C6-429D-8B76-B81A73CD77E0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object 170">
                    <a:extLst>
                      <a:ext uri="{FF2B5EF4-FFF2-40B4-BE49-F238E27FC236}">
                        <a16:creationId xmlns:a16="http://schemas.microsoft.com/office/drawing/2014/main" id="{6594E62B-84E3-448A-82CD-0EC03DDA7CC4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object 171">
                    <a:extLst>
                      <a:ext uri="{FF2B5EF4-FFF2-40B4-BE49-F238E27FC236}">
                        <a16:creationId xmlns:a16="http://schemas.microsoft.com/office/drawing/2014/main" id="{B37BE282-7030-47D0-87E1-3FDF596170F6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object 172">
                    <a:extLst>
                      <a:ext uri="{FF2B5EF4-FFF2-40B4-BE49-F238E27FC236}">
                        <a16:creationId xmlns:a16="http://schemas.microsoft.com/office/drawing/2014/main" id="{D8AD33C4-D23A-408D-8D10-406845E20D10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object 173">
                    <a:extLst>
                      <a:ext uri="{FF2B5EF4-FFF2-40B4-BE49-F238E27FC236}">
                        <a16:creationId xmlns:a16="http://schemas.microsoft.com/office/drawing/2014/main" id="{5E86655F-AF87-4197-B506-3EFF7D6F2A2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object 174">
                    <a:extLst>
                      <a:ext uri="{FF2B5EF4-FFF2-40B4-BE49-F238E27FC236}">
                        <a16:creationId xmlns:a16="http://schemas.microsoft.com/office/drawing/2014/main" id="{EDD784F5-994F-44F9-8E91-9816059751F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object 175">
                    <a:extLst>
                      <a:ext uri="{FF2B5EF4-FFF2-40B4-BE49-F238E27FC236}">
                        <a16:creationId xmlns:a16="http://schemas.microsoft.com/office/drawing/2014/main" id="{DFCEB5CC-A6A1-42D1-9997-5DCA8381660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" name="object 176">
                    <a:extLst>
                      <a:ext uri="{FF2B5EF4-FFF2-40B4-BE49-F238E27FC236}">
                        <a16:creationId xmlns:a16="http://schemas.microsoft.com/office/drawing/2014/main" id="{63AFAEF7-AA11-473C-9107-5CA8887FB974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" name="object 177">
                    <a:extLst>
                      <a:ext uri="{FF2B5EF4-FFF2-40B4-BE49-F238E27FC236}">
                        <a16:creationId xmlns:a16="http://schemas.microsoft.com/office/drawing/2014/main" id="{908BC82F-1056-4D3C-977B-EC58F3685606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" name="object 178">
                    <a:extLst>
                      <a:ext uri="{FF2B5EF4-FFF2-40B4-BE49-F238E27FC236}">
                        <a16:creationId xmlns:a16="http://schemas.microsoft.com/office/drawing/2014/main" id="{BB37F278-2172-472E-A5AC-A5A4D9811399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" name="object 179">
                    <a:extLst>
                      <a:ext uri="{FF2B5EF4-FFF2-40B4-BE49-F238E27FC236}">
                        <a16:creationId xmlns:a16="http://schemas.microsoft.com/office/drawing/2014/main" id="{51684B44-475D-4F55-9DFE-6B5D66FDE314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" name="object 180">
                    <a:extLst>
                      <a:ext uri="{FF2B5EF4-FFF2-40B4-BE49-F238E27FC236}">
                        <a16:creationId xmlns:a16="http://schemas.microsoft.com/office/drawing/2014/main" id="{CFD5685C-2CD6-4669-AD83-17B02E4C79E7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" name="object 181">
                    <a:extLst>
                      <a:ext uri="{FF2B5EF4-FFF2-40B4-BE49-F238E27FC236}">
                        <a16:creationId xmlns:a16="http://schemas.microsoft.com/office/drawing/2014/main" id="{12B1AB1F-613E-4389-843C-FAF68CA3D1E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" name="object 182">
                    <a:extLst>
                      <a:ext uri="{FF2B5EF4-FFF2-40B4-BE49-F238E27FC236}">
                        <a16:creationId xmlns:a16="http://schemas.microsoft.com/office/drawing/2014/main" id="{8F876317-FD1D-4F44-B7E3-FB89B6E3057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" name="object 183">
                    <a:extLst>
                      <a:ext uri="{FF2B5EF4-FFF2-40B4-BE49-F238E27FC236}">
                        <a16:creationId xmlns:a16="http://schemas.microsoft.com/office/drawing/2014/main" id="{98E5FAA8-EF72-4AE3-913D-4A8F54A48D44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" name="object 184">
                    <a:extLst>
                      <a:ext uri="{FF2B5EF4-FFF2-40B4-BE49-F238E27FC236}">
                        <a16:creationId xmlns:a16="http://schemas.microsoft.com/office/drawing/2014/main" id="{0EE57CDC-E567-4EFC-B808-71A4735A7A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" name="object 185">
                    <a:extLst>
                      <a:ext uri="{FF2B5EF4-FFF2-40B4-BE49-F238E27FC236}">
                        <a16:creationId xmlns:a16="http://schemas.microsoft.com/office/drawing/2014/main" id="{361F57D5-9513-4FF8-AFF2-63C356A000FD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" name="object 186">
                    <a:extLst>
                      <a:ext uri="{FF2B5EF4-FFF2-40B4-BE49-F238E27FC236}">
                        <a16:creationId xmlns:a16="http://schemas.microsoft.com/office/drawing/2014/main" id="{D87FDFDE-5BD9-46B3-BFE8-E88F8C3658D8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" name="object 187">
                    <a:extLst>
                      <a:ext uri="{FF2B5EF4-FFF2-40B4-BE49-F238E27FC236}">
                        <a16:creationId xmlns:a16="http://schemas.microsoft.com/office/drawing/2014/main" id="{A6772995-B2FA-45CA-9750-7D253042D101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" name="object 188">
                    <a:extLst>
                      <a:ext uri="{FF2B5EF4-FFF2-40B4-BE49-F238E27FC236}">
                        <a16:creationId xmlns:a16="http://schemas.microsoft.com/office/drawing/2014/main" id="{FC1CCD71-57B3-4678-B3A0-FFF60EA80281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" name="object 189">
                    <a:extLst>
                      <a:ext uri="{FF2B5EF4-FFF2-40B4-BE49-F238E27FC236}">
                        <a16:creationId xmlns:a16="http://schemas.microsoft.com/office/drawing/2014/main" id="{33BE450A-C9A4-48E9-B12C-45D7A4FE961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" name="object 190">
                    <a:extLst>
                      <a:ext uri="{FF2B5EF4-FFF2-40B4-BE49-F238E27FC236}">
                        <a16:creationId xmlns:a16="http://schemas.microsoft.com/office/drawing/2014/main" id="{6EDBD90F-F4D0-48E0-A2E0-F86D6D281660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" name="object 191">
                    <a:extLst>
                      <a:ext uri="{FF2B5EF4-FFF2-40B4-BE49-F238E27FC236}">
                        <a16:creationId xmlns:a16="http://schemas.microsoft.com/office/drawing/2014/main" id="{20E4C3F7-8D53-4AA5-8678-E78B9303E1B9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" name="object 192">
                    <a:extLst>
                      <a:ext uri="{FF2B5EF4-FFF2-40B4-BE49-F238E27FC236}">
                        <a16:creationId xmlns:a16="http://schemas.microsoft.com/office/drawing/2014/main" id="{A26F9F4B-B426-4E6E-A693-054B3C8478BE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" name="object 193">
                    <a:extLst>
                      <a:ext uri="{FF2B5EF4-FFF2-40B4-BE49-F238E27FC236}">
                        <a16:creationId xmlns:a16="http://schemas.microsoft.com/office/drawing/2014/main" id="{F6097FB7-220F-4433-A2C7-BFEF4B71457D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" name="object 194">
                    <a:extLst>
                      <a:ext uri="{FF2B5EF4-FFF2-40B4-BE49-F238E27FC236}">
                        <a16:creationId xmlns:a16="http://schemas.microsoft.com/office/drawing/2014/main" id="{F056DA22-8DC4-4E6D-AA5D-565B602BE97B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" name="object 195">
                    <a:extLst>
                      <a:ext uri="{FF2B5EF4-FFF2-40B4-BE49-F238E27FC236}">
                        <a16:creationId xmlns:a16="http://schemas.microsoft.com/office/drawing/2014/main" id="{3F3B2B6B-F8B3-4C1D-A705-30BF4B44B50E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1" name="object 196">
                    <a:extLst>
                      <a:ext uri="{FF2B5EF4-FFF2-40B4-BE49-F238E27FC236}">
                        <a16:creationId xmlns:a16="http://schemas.microsoft.com/office/drawing/2014/main" id="{1FC474E7-2F09-49B6-B349-7603371076BC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2" name="object 197">
                    <a:extLst>
                      <a:ext uri="{FF2B5EF4-FFF2-40B4-BE49-F238E27FC236}">
                        <a16:creationId xmlns:a16="http://schemas.microsoft.com/office/drawing/2014/main" id="{36503D7C-016E-418D-8B06-7CD1101BA13E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3" name="object 198">
                    <a:extLst>
                      <a:ext uri="{FF2B5EF4-FFF2-40B4-BE49-F238E27FC236}">
                        <a16:creationId xmlns:a16="http://schemas.microsoft.com/office/drawing/2014/main" id="{6C39533B-83FA-4EC9-9D96-DE4A5DE031B9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4" name="object 199">
                    <a:extLst>
                      <a:ext uri="{FF2B5EF4-FFF2-40B4-BE49-F238E27FC236}">
                        <a16:creationId xmlns:a16="http://schemas.microsoft.com/office/drawing/2014/main" id="{F5331B9C-FE3E-4A88-8E4C-94EDDA12C993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5" name="object 200">
                    <a:extLst>
                      <a:ext uri="{FF2B5EF4-FFF2-40B4-BE49-F238E27FC236}">
                        <a16:creationId xmlns:a16="http://schemas.microsoft.com/office/drawing/2014/main" id="{44DEA9A4-79E0-4D1A-B7D6-1A3C1DA2AA29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object 201">
                    <a:extLst>
                      <a:ext uri="{FF2B5EF4-FFF2-40B4-BE49-F238E27FC236}">
                        <a16:creationId xmlns:a16="http://schemas.microsoft.com/office/drawing/2014/main" id="{BC85030B-FCD2-4B11-B261-25255DE946DF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object 202">
                    <a:extLst>
                      <a:ext uri="{FF2B5EF4-FFF2-40B4-BE49-F238E27FC236}">
                        <a16:creationId xmlns:a16="http://schemas.microsoft.com/office/drawing/2014/main" id="{E32AA341-2893-42A1-95A2-75466A03A1C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object 203">
                    <a:extLst>
                      <a:ext uri="{FF2B5EF4-FFF2-40B4-BE49-F238E27FC236}">
                        <a16:creationId xmlns:a16="http://schemas.microsoft.com/office/drawing/2014/main" id="{96261C51-5991-4DAA-9C9D-257873EB579F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object 204">
                    <a:extLst>
                      <a:ext uri="{FF2B5EF4-FFF2-40B4-BE49-F238E27FC236}">
                        <a16:creationId xmlns:a16="http://schemas.microsoft.com/office/drawing/2014/main" id="{29244EFC-90C4-4E51-93A6-D934BFFBCFA4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object 205">
                    <a:extLst>
                      <a:ext uri="{FF2B5EF4-FFF2-40B4-BE49-F238E27FC236}">
                        <a16:creationId xmlns:a16="http://schemas.microsoft.com/office/drawing/2014/main" id="{E2C18AEC-90D7-437F-970A-78C5359509D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object 206">
                    <a:extLst>
                      <a:ext uri="{FF2B5EF4-FFF2-40B4-BE49-F238E27FC236}">
                        <a16:creationId xmlns:a16="http://schemas.microsoft.com/office/drawing/2014/main" id="{212292F0-3FD6-4E48-B2CC-0802F8F02FD1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object 207">
                    <a:extLst>
                      <a:ext uri="{FF2B5EF4-FFF2-40B4-BE49-F238E27FC236}">
                        <a16:creationId xmlns:a16="http://schemas.microsoft.com/office/drawing/2014/main" id="{79B55FF6-7F2E-427F-A0AA-838BA3725D2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object 208">
                    <a:extLst>
                      <a:ext uri="{FF2B5EF4-FFF2-40B4-BE49-F238E27FC236}">
                        <a16:creationId xmlns:a16="http://schemas.microsoft.com/office/drawing/2014/main" id="{305F0909-7937-4F5B-A883-C6AF8EC75D9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object 209">
                    <a:extLst>
                      <a:ext uri="{FF2B5EF4-FFF2-40B4-BE49-F238E27FC236}">
                        <a16:creationId xmlns:a16="http://schemas.microsoft.com/office/drawing/2014/main" id="{61F68974-2261-4AC2-BC89-EF619F8CD526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object 210">
                    <a:extLst>
                      <a:ext uri="{FF2B5EF4-FFF2-40B4-BE49-F238E27FC236}">
                        <a16:creationId xmlns:a16="http://schemas.microsoft.com/office/drawing/2014/main" id="{6F529227-2E5B-45F6-9AF7-4CA5AB5CA88D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object 211">
                    <a:extLst>
                      <a:ext uri="{FF2B5EF4-FFF2-40B4-BE49-F238E27FC236}">
                        <a16:creationId xmlns:a16="http://schemas.microsoft.com/office/drawing/2014/main" id="{CA66DD69-5D59-419A-A4DE-18FD3296F885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object 212">
                    <a:extLst>
                      <a:ext uri="{FF2B5EF4-FFF2-40B4-BE49-F238E27FC236}">
                        <a16:creationId xmlns:a16="http://schemas.microsoft.com/office/drawing/2014/main" id="{A1F94181-2A50-4076-B1ED-DE2DDAD3CEEE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object 213">
                    <a:extLst>
                      <a:ext uri="{FF2B5EF4-FFF2-40B4-BE49-F238E27FC236}">
                        <a16:creationId xmlns:a16="http://schemas.microsoft.com/office/drawing/2014/main" id="{ABF85EAD-8B95-4D4A-839F-2C66482BA236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object 214">
                    <a:extLst>
                      <a:ext uri="{FF2B5EF4-FFF2-40B4-BE49-F238E27FC236}">
                        <a16:creationId xmlns:a16="http://schemas.microsoft.com/office/drawing/2014/main" id="{02E3BC9C-B0F7-4442-B28F-F5615BBC050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object 215">
                    <a:extLst>
                      <a:ext uri="{FF2B5EF4-FFF2-40B4-BE49-F238E27FC236}">
                        <a16:creationId xmlns:a16="http://schemas.microsoft.com/office/drawing/2014/main" id="{85EDBCB3-C7BE-47EF-A6AC-685CEF90202B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object 216">
                    <a:extLst>
                      <a:ext uri="{FF2B5EF4-FFF2-40B4-BE49-F238E27FC236}">
                        <a16:creationId xmlns:a16="http://schemas.microsoft.com/office/drawing/2014/main" id="{B10D0F65-3593-497F-856C-D49460C1C71D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object 217">
                    <a:extLst>
                      <a:ext uri="{FF2B5EF4-FFF2-40B4-BE49-F238E27FC236}">
                        <a16:creationId xmlns:a16="http://schemas.microsoft.com/office/drawing/2014/main" id="{2B7B0F27-7BF8-4738-B34C-B294E53A58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object 218">
                    <a:extLst>
                      <a:ext uri="{FF2B5EF4-FFF2-40B4-BE49-F238E27FC236}">
                        <a16:creationId xmlns:a16="http://schemas.microsoft.com/office/drawing/2014/main" id="{20BFD680-1716-489C-9751-1C04A27F26DE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object 219">
                    <a:extLst>
                      <a:ext uri="{FF2B5EF4-FFF2-40B4-BE49-F238E27FC236}">
                        <a16:creationId xmlns:a16="http://schemas.microsoft.com/office/drawing/2014/main" id="{DE7F8B13-0273-4FAC-996B-AAFDC0A340A7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object 220">
                    <a:extLst>
                      <a:ext uri="{FF2B5EF4-FFF2-40B4-BE49-F238E27FC236}">
                        <a16:creationId xmlns:a16="http://schemas.microsoft.com/office/drawing/2014/main" id="{4EAFA453-3250-42E3-9946-2F4C5B1AF013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object 221">
                    <a:extLst>
                      <a:ext uri="{FF2B5EF4-FFF2-40B4-BE49-F238E27FC236}">
                        <a16:creationId xmlns:a16="http://schemas.microsoft.com/office/drawing/2014/main" id="{E02A3645-1376-4098-A58C-B46E9D803BA0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object 222">
                    <a:extLst>
                      <a:ext uri="{FF2B5EF4-FFF2-40B4-BE49-F238E27FC236}">
                        <a16:creationId xmlns:a16="http://schemas.microsoft.com/office/drawing/2014/main" id="{2E3C301E-B048-4FA3-8926-26F547BD9A37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object 223">
                    <a:extLst>
                      <a:ext uri="{FF2B5EF4-FFF2-40B4-BE49-F238E27FC236}">
                        <a16:creationId xmlns:a16="http://schemas.microsoft.com/office/drawing/2014/main" id="{FC87FBBB-6C3C-4DE4-BBBE-9A12BA8D41CF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object 224">
                    <a:extLst>
                      <a:ext uri="{FF2B5EF4-FFF2-40B4-BE49-F238E27FC236}">
                        <a16:creationId xmlns:a16="http://schemas.microsoft.com/office/drawing/2014/main" id="{995A902A-BE14-4A9C-960F-DF3914B4A84B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object 225">
                    <a:extLst>
                      <a:ext uri="{FF2B5EF4-FFF2-40B4-BE49-F238E27FC236}">
                        <a16:creationId xmlns:a16="http://schemas.microsoft.com/office/drawing/2014/main" id="{D5667A46-6FA7-4B9C-84D2-43A63CDCC499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object 226">
                    <a:extLst>
                      <a:ext uri="{FF2B5EF4-FFF2-40B4-BE49-F238E27FC236}">
                        <a16:creationId xmlns:a16="http://schemas.microsoft.com/office/drawing/2014/main" id="{8F9A9800-DC3C-44FE-8641-D6027743D11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object 227">
                    <a:extLst>
                      <a:ext uri="{FF2B5EF4-FFF2-40B4-BE49-F238E27FC236}">
                        <a16:creationId xmlns:a16="http://schemas.microsoft.com/office/drawing/2014/main" id="{A02B8D49-CB72-4711-B531-F63F88CAFD2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object 228">
                    <a:extLst>
                      <a:ext uri="{FF2B5EF4-FFF2-40B4-BE49-F238E27FC236}">
                        <a16:creationId xmlns:a16="http://schemas.microsoft.com/office/drawing/2014/main" id="{600602C8-07CE-452E-BD42-AB0DB051393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object 229">
                    <a:extLst>
                      <a:ext uri="{FF2B5EF4-FFF2-40B4-BE49-F238E27FC236}">
                        <a16:creationId xmlns:a16="http://schemas.microsoft.com/office/drawing/2014/main" id="{8BCAD4E9-3DCF-4DCB-A4D3-675B12169D41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object 230">
                    <a:extLst>
                      <a:ext uri="{FF2B5EF4-FFF2-40B4-BE49-F238E27FC236}">
                        <a16:creationId xmlns:a16="http://schemas.microsoft.com/office/drawing/2014/main" id="{6206E9A1-EF35-45A3-BA2B-2BCD53DC24EC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object 231">
                    <a:extLst>
                      <a:ext uri="{FF2B5EF4-FFF2-40B4-BE49-F238E27FC236}">
                        <a16:creationId xmlns:a16="http://schemas.microsoft.com/office/drawing/2014/main" id="{30EA3111-96AE-422E-A898-A16FA7A26CA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object 232">
                    <a:extLst>
                      <a:ext uri="{FF2B5EF4-FFF2-40B4-BE49-F238E27FC236}">
                        <a16:creationId xmlns:a16="http://schemas.microsoft.com/office/drawing/2014/main" id="{B6C786A4-C7D6-4DF6-909B-A70E90E02B6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object 233">
                    <a:extLst>
                      <a:ext uri="{FF2B5EF4-FFF2-40B4-BE49-F238E27FC236}">
                        <a16:creationId xmlns:a16="http://schemas.microsoft.com/office/drawing/2014/main" id="{6555D996-9C84-4889-97B5-9404CC69B2A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object 234">
                    <a:extLst>
                      <a:ext uri="{FF2B5EF4-FFF2-40B4-BE49-F238E27FC236}">
                        <a16:creationId xmlns:a16="http://schemas.microsoft.com/office/drawing/2014/main" id="{12B6C280-EBAB-4733-8979-FE9CF8032860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object 235">
                    <a:extLst>
                      <a:ext uri="{FF2B5EF4-FFF2-40B4-BE49-F238E27FC236}">
                        <a16:creationId xmlns:a16="http://schemas.microsoft.com/office/drawing/2014/main" id="{319ACF4E-C92B-4818-A70E-8B26E0AF439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object 236">
                    <a:extLst>
                      <a:ext uri="{FF2B5EF4-FFF2-40B4-BE49-F238E27FC236}">
                        <a16:creationId xmlns:a16="http://schemas.microsoft.com/office/drawing/2014/main" id="{90D00172-B913-440D-ADCD-8318E10E05C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object 237">
                    <a:extLst>
                      <a:ext uri="{FF2B5EF4-FFF2-40B4-BE49-F238E27FC236}">
                        <a16:creationId xmlns:a16="http://schemas.microsoft.com/office/drawing/2014/main" id="{84FE11AF-A560-460F-BB72-2AEE9F7F8D89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object 238">
                    <a:extLst>
                      <a:ext uri="{FF2B5EF4-FFF2-40B4-BE49-F238E27FC236}">
                        <a16:creationId xmlns:a16="http://schemas.microsoft.com/office/drawing/2014/main" id="{300DA566-A284-4F9C-9421-E3A2AFA4E38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object 239">
                    <a:extLst>
                      <a:ext uri="{FF2B5EF4-FFF2-40B4-BE49-F238E27FC236}">
                        <a16:creationId xmlns:a16="http://schemas.microsoft.com/office/drawing/2014/main" id="{B8EFBA69-DDE2-4E92-90EF-9EA0BBB55673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5" name="object 240">
                    <a:extLst>
                      <a:ext uri="{FF2B5EF4-FFF2-40B4-BE49-F238E27FC236}">
                        <a16:creationId xmlns:a16="http://schemas.microsoft.com/office/drawing/2014/main" id="{8561D3A3-020C-446F-B73A-9EEFDA4A50AA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object 241">
                    <a:extLst>
                      <a:ext uri="{FF2B5EF4-FFF2-40B4-BE49-F238E27FC236}">
                        <a16:creationId xmlns:a16="http://schemas.microsoft.com/office/drawing/2014/main" id="{833BA091-348B-4C96-B7CB-B9F364E2CFAB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object 242">
                    <a:extLst>
                      <a:ext uri="{FF2B5EF4-FFF2-40B4-BE49-F238E27FC236}">
                        <a16:creationId xmlns:a16="http://schemas.microsoft.com/office/drawing/2014/main" id="{7BD1E6A0-4271-4460-BBC7-89ED93FF3131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object 243">
                    <a:extLst>
                      <a:ext uri="{FF2B5EF4-FFF2-40B4-BE49-F238E27FC236}">
                        <a16:creationId xmlns:a16="http://schemas.microsoft.com/office/drawing/2014/main" id="{B00F57A2-79C8-4C2D-A937-90152E137D37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object 244">
                    <a:extLst>
                      <a:ext uri="{FF2B5EF4-FFF2-40B4-BE49-F238E27FC236}">
                        <a16:creationId xmlns:a16="http://schemas.microsoft.com/office/drawing/2014/main" id="{85E7D4CC-3CBB-4825-BE62-5C450456D9CA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object 245">
                    <a:extLst>
                      <a:ext uri="{FF2B5EF4-FFF2-40B4-BE49-F238E27FC236}">
                        <a16:creationId xmlns:a16="http://schemas.microsoft.com/office/drawing/2014/main" id="{E0E6E3E3-82CC-47FE-B593-817B9DCCC75A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object 246">
                    <a:extLst>
                      <a:ext uri="{FF2B5EF4-FFF2-40B4-BE49-F238E27FC236}">
                        <a16:creationId xmlns:a16="http://schemas.microsoft.com/office/drawing/2014/main" id="{870A1D15-1657-4257-8F45-BD4A286CA4AA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object 247">
                    <a:extLst>
                      <a:ext uri="{FF2B5EF4-FFF2-40B4-BE49-F238E27FC236}">
                        <a16:creationId xmlns:a16="http://schemas.microsoft.com/office/drawing/2014/main" id="{EE69F2DE-A0DF-41A5-B7B3-651244430C8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object 248">
                    <a:extLst>
                      <a:ext uri="{FF2B5EF4-FFF2-40B4-BE49-F238E27FC236}">
                        <a16:creationId xmlns:a16="http://schemas.microsoft.com/office/drawing/2014/main" id="{27E31CFE-8CFE-46AB-B32A-40587C200A08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object 249">
                    <a:extLst>
                      <a:ext uri="{FF2B5EF4-FFF2-40B4-BE49-F238E27FC236}">
                        <a16:creationId xmlns:a16="http://schemas.microsoft.com/office/drawing/2014/main" id="{A5AAE5B2-8BAD-4FE5-B64F-ADB1C212A142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object 250">
                    <a:extLst>
                      <a:ext uri="{FF2B5EF4-FFF2-40B4-BE49-F238E27FC236}">
                        <a16:creationId xmlns:a16="http://schemas.microsoft.com/office/drawing/2014/main" id="{BF25ADFB-EE75-4052-B497-743C6A98768E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object 251">
                    <a:extLst>
                      <a:ext uri="{FF2B5EF4-FFF2-40B4-BE49-F238E27FC236}">
                        <a16:creationId xmlns:a16="http://schemas.microsoft.com/office/drawing/2014/main" id="{07CC1D13-C1B0-4BFF-B9D0-C833F20FF3AC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object 252">
                    <a:extLst>
                      <a:ext uri="{FF2B5EF4-FFF2-40B4-BE49-F238E27FC236}">
                        <a16:creationId xmlns:a16="http://schemas.microsoft.com/office/drawing/2014/main" id="{8F3C49D5-8B50-455C-BDBA-0EFC392BE4A3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object 253">
                    <a:extLst>
                      <a:ext uri="{FF2B5EF4-FFF2-40B4-BE49-F238E27FC236}">
                        <a16:creationId xmlns:a16="http://schemas.microsoft.com/office/drawing/2014/main" id="{38E5612E-7287-4C38-B496-5C1ED26AD892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object 254">
                    <a:extLst>
                      <a:ext uri="{FF2B5EF4-FFF2-40B4-BE49-F238E27FC236}">
                        <a16:creationId xmlns:a16="http://schemas.microsoft.com/office/drawing/2014/main" id="{EFCD16EC-530F-41A3-92EA-EDB43C227DA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object 255">
                    <a:extLst>
                      <a:ext uri="{FF2B5EF4-FFF2-40B4-BE49-F238E27FC236}">
                        <a16:creationId xmlns:a16="http://schemas.microsoft.com/office/drawing/2014/main" id="{A388D701-ABA3-4989-9203-634582CF745E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object 256">
                    <a:extLst>
                      <a:ext uri="{FF2B5EF4-FFF2-40B4-BE49-F238E27FC236}">
                        <a16:creationId xmlns:a16="http://schemas.microsoft.com/office/drawing/2014/main" id="{778450DD-27D5-44D8-9D08-29FE05CD92D0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object 257">
                    <a:extLst>
                      <a:ext uri="{FF2B5EF4-FFF2-40B4-BE49-F238E27FC236}">
                        <a16:creationId xmlns:a16="http://schemas.microsoft.com/office/drawing/2014/main" id="{30D68CE0-81F8-4F0C-91E1-A70771373E9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object 258">
                    <a:extLst>
                      <a:ext uri="{FF2B5EF4-FFF2-40B4-BE49-F238E27FC236}">
                        <a16:creationId xmlns:a16="http://schemas.microsoft.com/office/drawing/2014/main" id="{9A94F582-3BCE-4676-8BBA-0218BBED414F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object 259">
                    <a:extLst>
                      <a:ext uri="{FF2B5EF4-FFF2-40B4-BE49-F238E27FC236}">
                        <a16:creationId xmlns:a16="http://schemas.microsoft.com/office/drawing/2014/main" id="{A375532F-89B7-49E8-81A9-F01BEE3A070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object 260">
                    <a:extLst>
                      <a:ext uri="{FF2B5EF4-FFF2-40B4-BE49-F238E27FC236}">
                        <a16:creationId xmlns:a16="http://schemas.microsoft.com/office/drawing/2014/main" id="{776962DF-0A8D-4CAA-879A-6683B14FB17A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object 261">
                    <a:extLst>
                      <a:ext uri="{FF2B5EF4-FFF2-40B4-BE49-F238E27FC236}">
                        <a16:creationId xmlns:a16="http://schemas.microsoft.com/office/drawing/2014/main" id="{2B52272B-D2DF-4C2C-AAED-0D59EB201302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object 262">
                    <a:extLst>
                      <a:ext uri="{FF2B5EF4-FFF2-40B4-BE49-F238E27FC236}">
                        <a16:creationId xmlns:a16="http://schemas.microsoft.com/office/drawing/2014/main" id="{D006F567-B4DA-4A9C-9A82-E7D544D28FA0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object 263">
                    <a:extLst>
                      <a:ext uri="{FF2B5EF4-FFF2-40B4-BE49-F238E27FC236}">
                        <a16:creationId xmlns:a16="http://schemas.microsoft.com/office/drawing/2014/main" id="{056CBAB5-AE86-435F-9452-21593561A135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object 264">
                    <a:extLst>
                      <a:ext uri="{FF2B5EF4-FFF2-40B4-BE49-F238E27FC236}">
                        <a16:creationId xmlns:a16="http://schemas.microsoft.com/office/drawing/2014/main" id="{EB8E16B0-CE72-4640-AA42-0B22ED1C324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object 265">
                    <a:extLst>
                      <a:ext uri="{FF2B5EF4-FFF2-40B4-BE49-F238E27FC236}">
                        <a16:creationId xmlns:a16="http://schemas.microsoft.com/office/drawing/2014/main" id="{4EA8B762-4895-4493-BABA-B6B79BBB6BC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object 266">
                    <a:extLst>
                      <a:ext uri="{FF2B5EF4-FFF2-40B4-BE49-F238E27FC236}">
                        <a16:creationId xmlns:a16="http://schemas.microsoft.com/office/drawing/2014/main" id="{76B6BB88-8829-4487-AE06-C53D17F6489B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object 267">
                    <a:extLst>
                      <a:ext uri="{FF2B5EF4-FFF2-40B4-BE49-F238E27FC236}">
                        <a16:creationId xmlns:a16="http://schemas.microsoft.com/office/drawing/2014/main" id="{DB604327-C8E4-460A-8AD3-19A8041DC816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object 268">
                    <a:extLst>
                      <a:ext uri="{FF2B5EF4-FFF2-40B4-BE49-F238E27FC236}">
                        <a16:creationId xmlns:a16="http://schemas.microsoft.com/office/drawing/2014/main" id="{4CACA308-5026-464F-AC35-EAF32B5336D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object 269">
                    <a:extLst>
                      <a:ext uri="{FF2B5EF4-FFF2-40B4-BE49-F238E27FC236}">
                        <a16:creationId xmlns:a16="http://schemas.microsoft.com/office/drawing/2014/main" id="{DDD316C8-B58F-4541-A634-EFD52F8E9FB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object 270">
                    <a:extLst>
                      <a:ext uri="{FF2B5EF4-FFF2-40B4-BE49-F238E27FC236}">
                        <a16:creationId xmlns:a16="http://schemas.microsoft.com/office/drawing/2014/main" id="{C91F5A2F-586B-4932-BF2C-4EA22FACAE16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object 271">
                    <a:extLst>
                      <a:ext uri="{FF2B5EF4-FFF2-40B4-BE49-F238E27FC236}">
                        <a16:creationId xmlns:a16="http://schemas.microsoft.com/office/drawing/2014/main" id="{38771AB4-E405-4966-9C4E-C8920F9E68B7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object 272">
                    <a:extLst>
                      <a:ext uri="{FF2B5EF4-FFF2-40B4-BE49-F238E27FC236}">
                        <a16:creationId xmlns:a16="http://schemas.microsoft.com/office/drawing/2014/main" id="{D7EBE5DD-08BF-46E0-B912-9EE61C4E7B8B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object 273">
                    <a:extLst>
                      <a:ext uri="{FF2B5EF4-FFF2-40B4-BE49-F238E27FC236}">
                        <a16:creationId xmlns:a16="http://schemas.microsoft.com/office/drawing/2014/main" id="{37469588-302F-45BF-B1AE-60DF287A145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object 274">
                    <a:extLst>
                      <a:ext uri="{FF2B5EF4-FFF2-40B4-BE49-F238E27FC236}">
                        <a16:creationId xmlns:a16="http://schemas.microsoft.com/office/drawing/2014/main" id="{0AFFD372-61CE-4100-8F25-5EF686C2B1F1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object 275">
                    <a:extLst>
                      <a:ext uri="{FF2B5EF4-FFF2-40B4-BE49-F238E27FC236}">
                        <a16:creationId xmlns:a16="http://schemas.microsoft.com/office/drawing/2014/main" id="{D5515C4E-7348-4779-BC6A-E259D32BD6B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object 276">
                    <a:extLst>
                      <a:ext uri="{FF2B5EF4-FFF2-40B4-BE49-F238E27FC236}">
                        <a16:creationId xmlns:a16="http://schemas.microsoft.com/office/drawing/2014/main" id="{53148FE8-24DD-4E18-A71F-0FFE1600AC54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object 277">
                    <a:extLst>
                      <a:ext uri="{FF2B5EF4-FFF2-40B4-BE49-F238E27FC236}">
                        <a16:creationId xmlns:a16="http://schemas.microsoft.com/office/drawing/2014/main" id="{AE11C262-6821-4781-9F5D-888622A390A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object 278">
                    <a:extLst>
                      <a:ext uri="{FF2B5EF4-FFF2-40B4-BE49-F238E27FC236}">
                        <a16:creationId xmlns:a16="http://schemas.microsoft.com/office/drawing/2014/main" id="{407AD29D-2BAB-4190-98BC-44D78476B53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4" name="object 279">
                    <a:extLst>
                      <a:ext uri="{FF2B5EF4-FFF2-40B4-BE49-F238E27FC236}">
                        <a16:creationId xmlns:a16="http://schemas.microsoft.com/office/drawing/2014/main" id="{3392BC25-FEE8-431F-AD23-FF6D951AE6D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object 280">
                    <a:extLst>
                      <a:ext uri="{FF2B5EF4-FFF2-40B4-BE49-F238E27FC236}">
                        <a16:creationId xmlns:a16="http://schemas.microsoft.com/office/drawing/2014/main" id="{F2A4925F-7FD4-4555-AE7C-17203AAADEF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object 281">
                    <a:extLst>
                      <a:ext uri="{FF2B5EF4-FFF2-40B4-BE49-F238E27FC236}">
                        <a16:creationId xmlns:a16="http://schemas.microsoft.com/office/drawing/2014/main" id="{A470C2C6-1B7C-451C-BF6D-F4C7DC1BC907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object 282">
                    <a:extLst>
                      <a:ext uri="{FF2B5EF4-FFF2-40B4-BE49-F238E27FC236}">
                        <a16:creationId xmlns:a16="http://schemas.microsoft.com/office/drawing/2014/main" id="{800292B8-EFBC-42A6-842A-39DE0E6ABF9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object 283">
                    <a:extLst>
                      <a:ext uri="{FF2B5EF4-FFF2-40B4-BE49-F238E27FC236}">
                        <a16:creationId xmlns:a16="http://schemas.microsoft.com/office/drawing/2014/main" id="{2855F45B-907E-4579-827E-85197EE74BE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object 284">
                    <a:extLst>
                      <a:ext uri="{FF2B5EF4-FFF2-40B4-BE49-F238E27FC236}">
                        <a16:creationId xmlns:a16="http://schemas.microsoft.com/office/drawing/2014/main" id="{1A195021-0394-49AC-8F9E-906936691E98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object 285">
                    <a:extLst>
                      <a:ext uri="{FF2B5EF4-FFF2-40B4-BE49-F238E27FC236}">
                        <a16:creationId xmlns:a16="http://schemas.microsoft.com/office/drawing/2014/main" id="{9B334C32-0A8D-473A-AFFF-2E5FC9EA9E4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object 286">
                    <a:extLst>
                      <a:ext uri="{FF2B5EF4-FFF2-40B4-BE49-F238E27FC236}">
                        <a16:creationId xmlns:a16="http://schemas.microsoft.com/office/drawing/2014/main" id="{E84D5C89-1A49-4CB6-8CB9-3C6DD82B104D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object 287">
                    <a:extLst>
                      <a:ext uri="{FF2B5EF4-FFF2-40B4-BE49-F238E27FC236}">
                        <a16:creationId xmlns:a16="http://schemas.microsoft.com/office/drawing/2014/main" id="{2B3C4FE1-8516-4656-95F1-859C5F45B1F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object 288">
                    <a:extLst>
                      <a:ext uri="{FF2B5EF4-FFF2-40B4-BE49-F238E27FC236}">
                        <a16:creationId xmlns:a16="http://schemas.microsoft.com/office/drawing/2014/main" id="{0EA1B7E8-1F6B-4E45-A0E3-63970EA6AC7C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object 289">
                    <a:extLst>
                      <a:ext uri="{FF2B5EF4-FFF2-40B4-BE49-F238E27FC236}">
                        <a16:creationId xmlns:a16="http://schemas.microsoft.com/office/drawing/2014/main" id="{CFB1A003-359F-4470-9D0E-37903426BD67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object 290">
                    <a:extLst>
                      <a:ext uri="{FF2B5EF4-FFF2-40B4-BE49-F238E27FC236}">
                        <a16:creationId xmlns:a16="http://schemas.microsoft.com/office/drawing/2014/main" id="{2914401C-9AA1-493B-B81C-BAF89FBF29D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object 291">
                    <a:extLst>
                      <a:ext uri="{FF2B5EF4-FFF2-40B4-BE49-F238E27FC236}">
                        <a16:creationId xmlns:a16="http://schemas.microsoft.com/office/drawing/2014/main" id="{11B76AF6-822A-44E2-A7BB-CB8E770D44DF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object 292">
                    <a:extLst>
                      <a:ext uri="{FF2B5EF4-FFF2-40B4-BE49-F238E27FC236}">
                        <a16:creationId xmlns:a16="http://schemas.microsoft.com/office/drawing/2014/main" id="{E58A132E-FC9B-40F7-8A41-04271AFD76FF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object 293">
                    <a:extLst>
                      <a:ext uri="{FF2B5EF4-FFF2-40B4-BE49-F238E27FC236}">
                        <a16:creationId xmlns:a16="http://schemas.microsoft.com/office/drawing/2014/main" id="{0AAD8978-30B8-4003-9A6E-3294D106B6C7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object 294">
                    <a:extLst>
                      <a:ext uri="{FF2B5EF4-FFF2-40B4-BE49-F238E27FC236}">
                        <a16:creationId xmlns:a16="http://schemas.microsoft.com/office/drawing/2014/main" id="{947FBB9E-3178-4434-AB00-AAD15979D1F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object 295">
                    <a:extLst>
                      <a:ext uri="{FF2B5EF4-FFF2-40B4-BE49-F238E27FC236}">
                        <a16:creationId xmlns:a16="http://schemas.microsoft.com/office/drawing/2014/main" id="{B3CEDD3C-0D02-461A-97EE-F7B7FE14627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object 296">
                    <a:extLst>
                      <a:ext uri="{FF2B5EF4-FFF2-40B4-BE49-F238E27FC236}">
                        <a16:creationId xmlns:a16="http://schemas.microsoft.com/office/drawing/2014/main" id="{CD97878D-344C-401C-B367-C426BB4D8859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object 297">
                    <a:extLst>
                      <a:ext uri="{FF2B5EF4-FFF2-40B4-BE49-F238E27FC236}">
                        <a16:creationId xmlns:a16="http://schemas.microsoft.com/office/drawing/2014/main" id="{CDC62AB5-BEAA-4507-B9E4-AAB2A226F6B4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object 298">
                    <a:extLst>
                      <a:ext uri="{FF2B5EF4-FFF2-40B4-BE49-F238E27FC236}">
                        <a16:creationId xmlns:a16="http://schemas.microsoft.com/office/drawing/2014/main" id="{4C9D6F71-810D-447D-A736-AA37744AB76A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object 299">
                    <a:extLst>
                      <a:ext uri="{FF2B5EF4-FFF2-40B4-BE49-F238E27FC236}">
                        <a16:creationId xmlns:a16="http://schemas.microsoft.com/office/drawing/2014/main" id="{3FE7E46E-3731-47D5-B24E-14A537951D9C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object 300">
                    <a:extLst>
                      <a:ext uri="{FF2B5EF4-FFF2-40B4-BE49-F238E27FC236}">
                        <a16:creationId xmlns:a16="http://schemas.microsoft.com/office/drawing/2014/main" id="{351E3EAC-B57C-4A19-BF45-45E37742F2A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object 301">
                    <a:extLst>
                      <a:ext uri="{FF2B5EF4-FFF2-40B4-BE49-F238E27FC236}">
                        <a16:creationId xmlns:a16="http://schemas.microsoft.com/office/drawing/2014/main" id="{7F1AD332-1BB9-454E-8D40-C2A3F34A532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object 302">
                    <a:extLst>
                      <a:ext uri="{FF2B5EF4-FFF2-40B4-BE49-F238E27FC236}">
                        <a16:creationId xmlns:a16="http://schemas.microsoft.com/office/drawing/2014/main" id="{F0DF50FD-1D99-48E0-8CB7-C25CAF166F79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object 303">
                    <a:extLst>
                      <a:ext uri="{FF2B5EF4-FFF2-40B4-BE49-F238E27FC236}">
                        <a16:creationId xmlns:a16="http://schemas.microsoft.com/office/drawing/2014/main" id="{0F239636-ADB0-43C1-B09E-69492F18280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object 304">
                    <a:extLst>
                      <a:ext uri="{FF2B5EF4-FFF2-40B4-BE49-F238E27FC236}">
                        <a16:creationId xmlns:a16="http://schemas.microsoft.com/office/drawing/2014/main" id="{391E6CA4-A307-45FC-8C60-6B66645373E0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object 305">
                    <a:extLst>
                      <a:ext uri="{FF2B5EF4-FFF2-40B4-BE49-F238E27FC236}">
                        <a16:creationId xmlns:a16="http://schemas.microsoft.com/office/drawing/2014/main" id="{2CF0BB28-9C43-4440-9806-FC2DC80AC71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object 306">
                    <a:extLst>
                      <a:ext uri="{FF2B5EF4-FFF2-40B4-BE49-F238E27FC236}">
                        <a16:creationId xmlns:a16="http://schemas.microsoft.com/office/drawing/2014/main" id="{F3FAD9C0-D77B-458A-9E09-89E6577C7B0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object 307">
                    <a:extLst>
                      <a:ext uri="{FF2B5EF4-FFF2-40B4-BE49-F238E27FC236}">
                        <a16:creationId xmlns:a16="http://schemas.microsoft.com/office/drawing/2014/main" id="{1A8B91FF-EBB6-4E05-BB1C-1134B22F7005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object 308">
                    <a:extLst>
                      <a:ext uri="{FF2B5EF4-FFF2-40B4-BE49-F238E27FC236}">
                        <a16:creationId xmlns:a16="http://schemas.microsoft.com/office/drawing/2014/main" id="{1DD71D16-0F11-4977-BDF7-EEA547C9358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object 309">
                    <a:extLst>
                      <a:ext uri="{FF2B5EF4-FFF2-40B4-BE49-F238E27FC236}">
                        <a16:creationId xmlns:a16="http://schemas.microsoft.com/office/drawing/2014/main" id="{644D157A-D263-4E00-A368-886BBC9207F3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object 310">
                    <a:extLst>
                      <a:ext uri="{FF2B5EF4-FFF2-40B4-BE49-F238E27FC236}">
                        <a16:creationId xmlns:a16="http://schemas.microsoft.com/office/drawing/2014/main" id="{E5D87D3D-2186-4B8B-9790-07855A1027C4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object 311">
                    <a:extLst>
                      <a:ext uri="{FF2B5EF4-FFF2-40B4-BE49-F238E27FC236}">
                        <a16:creationId xmlns:a16="http://schemas.microsoft.com/office/drawing/2014/main" id="{849A5350-87E6-46D0-A5DF-AF56443FB760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object 312">
                    <a:extLst>
                      <a:ext uri="{FF2B5EF4-FFF2-40B4-BE49-F238E27FC236}">
                        <a16:creationId xmlns:a16="http://schemas.microsoft.com/office/drawing/2014/main" id="{D3DA3E13-65D9-4D28-8B81-1D2156EB1A1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object 313">
                    <a:extLst>
                      <a:ext uri="{FF2B5EF4-FFF2-40B4-BE49-F238E27FC236}">
                        <a16:creationId xmlns:a16="http://schemas.microsoft.com/office/drawing/2014/main" id="{F1C16773-ED80-433A-AB45-4769563BF0BA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object 314">
                    <a:extLst>
                      <a:ext uri="{FF2B5EF4-FFF2-40B4-BE49-F238E27FC236}">
                        <a16:creationId xmlns:a16="http://schemas.microsoft.com/office/drawing/2014/main" id="{95DF3113-EF1D-4405-B020-1FF40892B690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0" name="object 315">
                    <a:extLst>
                      <a:ext uri="{FF2B5EF4-FFF2-40B4-BE49-F238E27FC236}">
                        <a16:creationId xmlns:a16="http://schemas.microsoft.com/office/drawing/2014/main" id="{29ACE8F8-3DD4-4FE9-BE64-84E95FBE9D80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1" name="object 316">
                    <a:extLst>
                      <a:ext uri="{FF2B5EF4-FFF2-40B4-BE49-F238E27FC236}">
                        <a16:creationId xmlns:a16="http://schemas.microsoft.com/office/drawing/2014/main" id="{4EDDB850-CD1D-446E-AB35-C7834A06335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2" name="object 317">
                    <a:extLst>
                      <a:ext uri="{FF2B5EF4-FFF2-40B4-BE49-F238E27FC236}">
                        <a16:creationId xmlns:a16="http://schemas.microsoft.com/office/drawing/2014/main" id="{CA3D016A-AE27-41DA-851C-EAAC56E39553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3" name="object 318">
                    <a:extLst>
                      <a:ext uri="{FF2B5EF4-FFF2-40B4-BE49-F238E27FC236}">
                        <a16:creationId xmlns:a16="http://schemas.microsoft.com/office/drawing/2014/main" id="{802CD670-87EF-44C4-8136-4AD333E732DA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4" name="object 319">
                    <a:extLst>
                      <a:ext uri="{FF2B5EF4-FFF2-40B4-BE49-F238E27FC236}">
                        <a16:creationId xmlns:a16="http://schemas.microsoft.com/office/drawing/2014/main" id="{5C09AEB6-EE68-43AE-8271-C044B304C3CF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5" name="object 320">
                    <a:extLst>
                      <a:ext uri="{FF2B5EF4-FFF2-40B4-BE49-F238E27FC236}">
                        <a16:creationId xmlns:a16="http://schemas.microsoft.com/office/drawing/2014/main" id="{C8C17091-F5AD-406F-9A4E-8E6AA2986FB8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6" name="object 321">
                    <a:extLst>
                      <a:ext uri="{FF2B5EF4-FFF2-40B4-BE49-F238E27FC236}">
                        <a16:creationId xmlns:a16="http://schemas.microsoft.com/office/drawing/2014/main" id="{570182F1-D410-46E3-AE5C-25B0EB9B0E0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7" name="object 322">
                    <a:extLst>
                      <a:ext uri="{FF2B5EF4-FFF2-40B4-BE49-F238E27FC236}">
                        <a16:creationId xmlns:a16="http://schemas.microsoft.com/office/drawing/2014/main" id="{C343C924-74EC-4C44-8E30-1BC363723D1F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8" name="object 323">
                    <a:extLst>
                      <a:ext uri="{FF2B5EF4-FFF2-40B4-BE49-F238E27FC236}">
                        <a16:creationId xmlns:a16="http://schemas.microsoft.com/office/drawing/2014/main" id="{BCFD624F-B04A-405C-91AA-DD42228AB519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9" name="object 324">
                    <a:extLst>
                      <a:ext uri="{FF2B5EF4-FFF2-40B4-BE49-F238E27FC236}">
                        <a16:creationId xmlns:a16="http://schemas.microsoft.com/office/drawing/2014/main" id="{6AFFB9AF-43C0-4899-AC82-45CB3A055AA8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0" name="object 325">
                    <a:extLst>
                      <a:ext uri="{FF2B5EF4-FFF2-40B4-BE49-F238E27FC236}">
                        <a16:creationId xmlns:a16="http://schemas.microsoft.com/office/drawing/2014/main" id="{755C9A57-2702-4FF5-AF4A-144AAE5F25E7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1" name="object 326">
                    <a:extLst>
                      <a:ext uri="{FF2B5EF4-FFF2-40B4-BE49-F238E27FC236}">
                        <a16:creationId xmlns:a16="http://schemas.microsoft.com/office/drawing/2014/main" id="{25C83027-A350-438A-9725-38DB7741A328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2" name="object 327">
                    <a:extLst>
                      <a:ext uri="{FF2B5EF4-FFF2-40B4-BE49-F238E27FC236}">
                        <a16:creationId xmlns:a16="http://schemas.microsoft.com/office/drawing/2014/main" id="{477832FF-43E8-4888-B9BA-200707D274C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3" name="object 328">
                    <a:extLst>
                      <a:ext uri="{FF2B5EF4-FFF2-40B4-BE49-F238E27FC236}">
                        <a16:creationId xmlns:a16="http://schemas.microsoft.com/office/drawing/2014/main" id="{E5E91CE8-53FF-42E8-8CE6-D4A93CD03207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4" name="object 329">
                    <a:extLst>
                      <a:ext uri="{FF2B5EF4-FFF2-40B4-BE49-F238E27FC236}">
                        <a16:creationId xmlns:a16="http://schemas.microsoft.com/office/drawing/2014/main" id="{57B333DD-F4DF-4A77-8079-73C141666648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5" name="object 330">
                    <a:extLst>
                      <a:ext uri="{FF2B5EF4-FFF2-40B4-BE49-F238E27FC236}">
                        <a16:creationId xmlns:a16="http://schemas.microsoft.com/office/drawing/2014/main" id="{6AB8D1DE-2043-411F-95DF-91858EFD74EB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6" name="object 331">
                    <a:extLst>
                      <a:ext uri="{FF2B5EF4-FFF2-40B4-BE49-F238E27FC236}">
                        <a16:creationId xmlns:a16="http://schemas.microsoft.com/office/drawing/2014/main" id="{E1DAB14A-AE2F-4AD2-B87C-A58B00AB2A44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7" name="object 332">
                    <a:extLst>
                      <a:ext uri="{FF2B5EF4-FFF2-40B4-BE49-F238E27FC236}">
                        <a16:creationId xmlns:a16="http://schemas.microsoft.com/office/drawing/2014/main" id="{07CD4D28-5759-4E3B-B916-1F8CFA5E3511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8" name="object 333">
                    <a:extLst>
                      <a:ext uri="{FF2B5EF4-FFF2-40B4-BE49-F238E27FC236}">
                        <a16:creationId xmlns:a16="http://schemas.microsoft.com/office/drawing/2014/main" id="{0521040A-F504-4E3F-885A-90995BDFC7EF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9" name="object 334">
                    <a:extLst>
                      <a:ext uri="{FF2B5EF4-FFF2-40B4-BE49-F238E27FC236}">
                        <a16:creationId xmlns:a16="http://schemas.microsoft.com/office/drawing/2014/main" id="{F312B672-AB12-4276-97B2-04C4FFD0F2F6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0" name="object 335">
                    <a:extLst>
                      <a:ext uri="{FF2B5EF4-FFF2-40B4-BE49-F238E27FC236}">
                        <a16:creationId xmlns:a16="http://schemas.microsoft.com/office/drawing/2014/main" id="{9133DD2C-797E-4661-9428-98539A7EAE41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1" name="object 336">
                    <a:extLst>
                      <a:ext uri="{FF2B5EF4-FFF2-40B4-BE49-F238E27FC236}">
                        <a16:creationId xmlns:a16="http://schemas.microsoft.com/office/drawing/2014/main" id="{ED5F65E3-E61F-4FAC-8577-3817FEEC0D9E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2" name="object 337">
                    <a:extLst>
                      <a:ext uri="{FF2B5EF4-FFF2-40B4-BE49-F238E27FC236}">
                        <a16:creationId xmlns:a16="http://schemas.microsoft.com/office/drawing/2014/main" id="{0E985C05-747D-49FA-A66F-06330EAF5AF0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3" name="object 338">
                    <a:extLst>
                      <a:ext uri="{FF2B5EF4-FFF2-40B4-BE49-F238E27FC236}">
                        <a16:creationId xmlns:a16="http://schemas.microsoft.com/office/drawing/2014/main" id="{59BD3BF5-0405-4D88-B8AF-F0598490D76A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4" name="object 339">
                    <a:extLst>
                      <a:ext uri="{FF2B5EF4-FFF2-40B4-BE49-F238E27FC236}">
                        <a16:creationId xmlns:a16="http://schemas.microsoft.com/office/drawing/2014/main" id="{5F311505-70DA-40DE-991E-11FFF2DFCAE8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5" name="object 340">
                    <a:extLst>
                      <a:ext uri="{FF2B5EF4-FFF2-40B4-BE49-F238E27FC236}">
                        <a16:creationId xmlns:a16="http://schemas.microsoft.com/office/drawing/2014/main" id="{E223E28D-1EF6-4DC0-993D-06ECD6A872BE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6" name="object 341">
                    <a:extLst>
                      <a:ext uri="{FF2B5EF4-FFF2-40B4-BE49-F238E27FC236}">
                        <a16:creationId xmlns:a16="http://schemas.microsoft.com/office/drawing/2014/main" id="{D521ECEB-9F1C-4A02-94ED-020DC6F956B0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7" name="object 342">
                    <a:extLst>
                      <a:ext uri="{FF2B5EF4-FFF2-40B4-BE49-F238E27FC236}">
                        <a16:creationId xmlns:a16="http://schemas.microsoft.com/office/drawing/2014/main" id="{5699E2E2-40C1-43BF-96E5-71AC59C50F54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8" name="object 343">
                    <a:extLst>
                      <a:ext uri="{FF2B5EF4-FFF2-40B4-BE49-F238E27FC236}">
                        <a16:creationId xmlns:a16="http://schemas.microsoft.com/office/drawing/2014/main" id="{774591B6-1CA0-44DD-BD40-54AA63E7A0F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9" name="object 344">
                    <a:extLst>
                      <a:ext uri="{FF2B5EF4-FFF2-40B4-BE49-F238E27FC236}">
                        <a16:creationId xmlns:a16="http://schemas.microsoft.com/office/drawing/2014/main" id="{76FEA85E-6E11-439C-B939-58C835F9E1CE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0" name="object 345">
                    <a:extLst>
                      <a:ext uri="{FF2B5EF4-FFF2-40B4-BE49-F238E27FC236}">
                        <a16:creationId xmlns:a16="http://schemas.microsoft.com/office/drawing/2014/main" id="{F60BA4BA-0C30-4BDC-8440-BFB88DE2413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1" name="object 346">
                    <a:extLst>
                      <a:ext uri="{FF2B5EF4-FFF2-40B4-BE49-F238E27FC236}">
                        <a16:creationId xmlns:a16="http://schemas.microsoft.com/office/drawing/2014/main" id="{A7A6C416-38FC-4F16-A322-4B9EED3AF86D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2" name="object 347">
                    <a:extLst>
                      <a:ext uri="{FF2B5EF4-FFF2-40B4-BE49-F238E27FC236}">
                        <a16:creationId xmlns:a16="http://schemas.microsoft.com/office/drawing/2014/main" id="{C76083A2-C6C4-4912-968E-822319825CD1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3" name="object 348">
                    <a:extLst>
                      <a:ext uri="{FF2B5EF4-FFF2-40B4-BE49-F238E27FC236}">
                        <a16:creationId xmlns:a16="http://schemas.microsoft.com/office/drawing/2014/main" id="{ED761818-2A1F-4C99-BBDF-055596E2A7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4" name="object 349">
                    <a:extLst>
                      <a:ext uri="{FF2B5EF4-FFF2-40B4-BE49-F238E27FC236}">
                        <a16:creationId xmlns:a16="http://schemas.microsoft.com/office/drawing/2014/main" id="{8AEE10B4-1D03-4AF5-A78D-1807B01873C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5" name="object 350">
                    <a:extLst>
                      <a:ext uri="{FF2B5EF4-FFF2-40B4-BE49-F238E27FC236}">
                        <a16:creationId xmlns:a16="http://schemas.microsoft.com/office/drawing/2014/main" id="{E1B9A107-CBDD-4CCF-B00C-BE137F691A0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6" name="object 351">
                    <a:extLst>
                      <a:ext uri="{FF2B5EF4-FFF2-40B4-BE49-F238E27FC236}">
                        <a16:creationId xmlns:a16="http://schemas.microsoft.com/office/drawing/2014/main" id="{AF559A3F-98C1-47B7-9CD2-9099AFDD214E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7" name="object 352">
                    <a:extLst>
                      <a:ext uri="{FF2B5EF4-FFF2-40B4-BE49-F238E27FC236}">
                        <a16:creationId xmlns:a16="http://schemas.microsoft.com/office/drawing/2014/main" id="{91614939-25D4-42DE-8F17-EE8156CD35AC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" name="object 353">
                    <a:extLst>
                      <a:ext uri="{FF2B5EF4-FFF2-40B4-BE49-F238E27FC236}">
                        <a16:creationId xmlns:a16="http://schemas.microsoft.com/office/drawing/2014/main" id="{E841AC17-B0B4-402B-8721-9EEF82BC0C56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9" name="object 354">
                    <a:extLst>
                      <a:ext uri="{FF2B5EF4-FFF2-40B4-BE49-F238E27FC236}">
                        <a16:creationId xmlns:a16="http://schemas.microsoft.com/office/drawing/2014/main" id="{39F10053-05CA-4F13-AF00-AD8B07190E03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" name="object 355">
                    <a:extLst>
                      <a:ext uri="{FF2B5EF4-FFF2-40B4-BE49-F238E27FC236}">
                        <a16:creationId xmlns:a16="http://schemas.microsoft.com/office/drawing/2014/main" id="{57ED543C-B8C4-4229-814A-D4BBEEDFCFAD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1" name="object 356">
                    <a:extLst>
                      <a:ext uri="{FF2B5EF4-FFF2-40B4-BE49-F238E27FC236}">
                        <a16:creationId xmlns:a16="http://schemas.microsoft.com/office/drawing/2014/main" id="{83C6A0AF-9391-4456-B1ED-C5F4167FB02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2" name="object 357">
                    <a:extLst>
                      <a:ext uri="{FF2B5EF4-FFF2-40B4-BE49-F238E27FC236}">
                        <a16:creationId xmlns:a16="http://schemas.microsoft.com/office/drawing/2014/main" id="{23DAC58F-66E0-4559-B8AB-D38769A01588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3" name="object 358">
                    <a:extLst>
                      <a:ext uri="{FF2B5EF4-FFF2-40B4-BE49-F238E27FC236}">
                        <a16:creationId xmlns:a16="http://schemas.microsoft.com/office/drawing/2014/main" id="{2B994AB2-005B-4B3F-9EB3-AF03D1ADA9A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4" name="object 359">
                    <a:extLst>
                      <a:ext uri="{FF2B5EF4-FFF2-40B4-BE49-F238E27FC236}">
                        <a16:creationId xmlns:a16="http://schemas.microsoft.com/office/drawing/2014/main" id="{32A0D447-70F6-42ED-A2BE-FEBE857B856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5" name="object 360">
                    <a:extLst>
                      <a:ext uri="{FF2B5EF4-FFF2-40B4-BE49-F238E27FC236}">
                        <a16:creationId xmlns:a16="http://schemas.microsoft.com/office/drawing/2014/main" id="{E66A9BC9-E5AB-409D-9323-33F01A09235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6" name="object 361">
                    <a:extLst>
                      <a:ext uri="{FF2B5EF4-FFF2-40B4-BE49-F238E27FC236}">
                        <a16:creationId xmlns:a16="http://schemas.microsoft.com/office/drawing/2014/main" id="{C28B0188-C6F2-4EFE-BEEB-CC09E435EFD3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7" name="object 362">
                    <a:extLst>
                      <a:ext uri="{FF2B5EF4-FFF2-40B4-BE49-F238E27FC236}">
                        <a16:creationId xmlns:a16="http://schemas.microsoft.com/office/drawing/2014/main" id="{3052D616-36F7-45D0-8CB3-9315CEA06C3E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8" name="object 363">
                    <a:extLst>
                      <a:ext uri="{FF2B5EF4-FFF2-40B4-BE49-F238E27FC236}">
                        <a16:creationId xmlns:a16="http://schemas.microsoft.com/office/drawing/2014/main" id="{3F12FDEC-C323-4D90-A97C-6E87E8D9A900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9" name="object 364">
                    <a:extLst>
                      <a:ext uri="{FF2B5EF4-FFF2-40B4-BE49-F238E27FC236}">
                        <a16:creationId xmlns:a16="http://schemas.microsoft.com/office/drawing/2014/main" id="{55DACF43-DD53-4653-A934-2E30EDF2055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0" name="object 365">
                    <a:extLst>
                      <a:ext uri="{FF2B5EF4-FFF2-40B4-BE49-F238E27FC236}">
                        <a16:creationId xmlns:a16="http://schemas.microsoft.com/office/drawing/2014/main" id="{F61618C9-001B-43B3-A2A1-A49A0601876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1" name="object 366">
                    <a:extLst>
                      <a:ext uri="{FF2B5EF4-FFF2-40B4-BE49-F238E27FC236}">
                        <a16:creationId xmlns:a16="http://schemas.microsoft.com/office/drawing/2014/main" id="{2C0201E8-3FC2-4716-9AB9-12157F1FBAF1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2" name="object 367">
                    <a:extLst>
                      <a:ext uri="{FF2B5EF4-FFF2-40B4-BE49-F238E27FC236}">
                        <a16:creationId xmlns:a16="http://schemas.microsoft.com/office/drawing/2014/main" id="{311D0BB1-1E2A-446A-8248-4242DC72FBB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3" name="object 368">
                    <a:extLst>
                      <a:ext uri="{FF2B5EF4-FFF2-40B4-BE49-F238E27FC236}">
                        <a16:creationId xmlns:a16="http://schemas.microsoft.com/office/drawing/2014/main" id="{1DC0098E-2209-4A75-A02A-2DEA08FC708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4" name="object 369">
                    <a:extLst>
                      <a:ext uri="{FF2B5EF4-FFF2-40B4-BE49-F238E27FC236}">
                        <a16:creationId xmlns:a16="http://schemas.microsoft.com/office/drawing/2014/main" id="{ECA3524D-F271-4C6B-9A0E-212164758A38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5" name="object 370">
                    <a:extLst>
                      <a:ext uri="{FF2B5EF4-FFF2-40B4-BE49-F238E27FC236}">
                        <a16:creationId xmlns:a16="http://schemas.microsoft.com/office/drawing/2014/main" id="{2D9DB8F3-4134-41B7-93B7-E8A1E1877ABF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6" name="object 371">
                    <a:extLst>
                      <a:ext uri="{FF2B5EF4-FFF2-40B4-BE49-F238E27FC236}">
                        <a16:creationId xmlns:a16="http://schemas.microsoft.com/office/drawing/2014/main" id="{6C0E3B01-326A-44D9-BCFE-E340315B67B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7" name="object 372">
                    <a:extLst>
                      <a:ext uri="{FF2B5EF4-FFF2-40B4-BE49-F238E27FC236}">
                        <a16:creationId xmlns:a16="http://schemas.microsoft.com/office/drawing/2014/main" id="{4A02CA31-CC05-42A1-BF03-B36B67B16732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8" name="object 373">
                    <a:extLst>
                      <a:ext uri="{FF2B5EF4-FFF2-40B4-BE49-F238E27FC236}">
                        <a16:creationId xmlns:a16="http://schemas.microsoft.com/office/drawing/2014/main" id="{B94EEC00-94FB-4C8B-BCF4-600F4CC339DD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9" name="object 374">
                    <a:extLst>
                      <a:ext uri="{FF2B5EF4-FFF2-40B4-BE49-F238E27FC236}">
                        <a16:creationId xmlns:a16="http://schemas.microsoft.com/office/drawing/2014/main" id="{627C860C-9C89-4EB5-9DF8-F6C66B262CE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0" name="object 375">
                    <a:extLst>
                      <a:ext uri="{FF2B5EF4-FFF2-40B4-BE49-F238E27FC236}">
                        <a16:creationId xmlns:a16="http://schemas.microsoft.com/office/drawing/2014/main" id="{D374C7D1-438B-442D-895C-BC887A42D909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1" name="object 376">
                    <a:extLst>
                      <a:ext uri="{FF2B5EF4-FFF2-40B4-BE49-F238E27FC236}">
                        <a16:creationId xmlns:a16="http://schemas.microsoft.com/office/drawing/2014/main" id="{1A7D2235-DEBB-40BD-8091-3F695C75DB0E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2" name="object 377">
                    <a:extLst>
                      <a:ext uri="{FF2B5EF4-FFF2-40B4-BE49-F238E27FC236}">
                        <a16:creationId xmlns:a16="http://schemas.microsoft.com/office/drawing/2014/main" id="{38436396-DAE8-41B0-B82D-47EA63A54A2C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3" name="object 378">
                    <a:extLst>
                      <a:ext uri="{FF2B5EF4-FFF2-40B4-BE49-F238E27FC236}">
                        <a16:creationId xmlns:a16="http://schemas.microsoft.com/office/drawing/2014/main" id="{B52DA5C1-3D83-4A88-9253-795D05C9D6B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4" name="object 379">
                    <a:extLst>
                      <a:ext uri="{FF2B5EF4-FFF2-40B4-BE49-F238E27FC236}">
                        <a16:creationId xmlns:a16="http://schemas.microsoft.com/office/drawing/2014/main" id="{FA54AFA4-0ECB-4354-BBAB-DC918937A486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5" name="object 380">
                    <a:extLst>
                      <a:ext uri="{FF2B5EF4-FFF2-40B4-BE49-F238E27FC236}">
                        <a16:creationId xmlns:a16="http://schemas.microsoft.com/office/drawing/2014/main" id="{5212CC8A-47C5-468E-9260-325EB29F0C1E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6" name="object 381">
                    <a:extLst>
                      <a:ext uri="{FF2B5EF4-FFF2-40B4-BE49-F238E27FC236}">
                        <a16:creationId xmlns:a16="http://schemas.microsoft.com/office/drawing/2014/main" id="{4D07AF4D-9007-4B27-B5A7-48F61B9DAFA3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7" name="object 382">
                    <a:extLst>
                      <a:ext uri="{FF2B5EF4-FFF2-40B4-BE49-F238E27FC236}">
                        <a16:creationId xmlns:a16="http://schemas.microsoft.com/office/drawing/2014/main" id="{291233D5-D5B9-423C-BB92-75B5D8113084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8" name="object 383">
                    <a:extLst>
                      <a:ext uri="{FF2B5EF4-FFF2-40B4-BE49-F238E27FC236}">
                        <a16:creationId xmlns:a16="http://schemas.microsoft.com/office/drawing/2014/main" id="{E90C9D86-8ACA-4834-98F0-99ED576B5E12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9" name="object 384">
                    <a:extLst>
                      <a:ext uri="{FF2B5EF4-FFF2-40B4-BE49-F238E27FC236}">
                        <a16:creationId xmlns:a16="http://schemas.microsoft.com/office/drawing/2014/main" id="{5D594C26-8185-489F-BD15-E73A4904A8F2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0" name="object 385">
                    <a:extLst>
                      <a:ext uri="{FF2B5EF4-FFF2-40B4-BE49-F238E27FC236}">
                        <a16:creationId xmlns:a16="http://schemas.microsoft.com/office/drawing/2014/main" id="{94A6D580-8F74-4052-95A2-3B91EC135E61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1" name="object 386">
                    <a:extLst>
                      <a:ext uri="{FF2B5EF4-FFF2-40B4-BE49-F238E27FC236}">
                        <a16:creationId xmlns:a16="http://schemas.microsoft.com/office/drawing/2014/main" id="{84A7D9B6-B973-4D63-B4FA-20327EA1B0DF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2" name="object 387">
                    <a:extLst>
                      <a:ext uri="{FF2B5EF4-FFF2-40B4-BE49-F238E27FC236}">
                        <a16:creationId xmlns:a16="http://schemas.microsoft.com/office/drawing/2014/main" id="{520BFE05-D7B8-4B20-87FF-F6D0A043710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3" name="object 388">
                    <a:extLst>
                      <a:ext uri="{FF2B5EF4-FFF2-40B4-BE49-F238E27FC236}">
                        <a16:creationId xmlns:a16="http://schemas.microsoft.com/office/drawing/2014/main" id="{6B0E7ED8-DF28-4AF1-B3D3-EB1F0DED9C69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4" name="object 389">
                    <a:extLst>
                      <a:ext uri="{FF2B5EF4-FFF2-40B4-BE49-F238E27FC236}">
                        <a16:creationId xmlns:a16="http://schemas.microsoft.com/office/drawing/2014/main" id="{0FCA7074-4C41-4C36-96E7-08884A1094F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5" name="object 390">
                    <a:extLst>
                      <a:ext uri="{FF2B5EF4-FFF2-40B4-BE49-F238E27FC236}">
                        <a16:creationId xmlns:a16="http://schemas.microsoft.com/office/drawing/2014/main" id="{F053432F-F007-403F-98B5-B27A4E76CD36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6" name="object 391">
                    <a:extLst>
                      <a:ext uri="{FF2B5EF4-FFF2-40B4-BE49-F238E27FC236}">
                        <a16:creationId xmlns:a16="http://schemas.microsoft.com/office/drawing/2014/main" id="{825867FD-8C15-4304-887F-502D11C10AB2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7" name="object 392">
                    <a:extLst>
                      <a:ext uri="{FF2B5EF4-FFF2-40B4-BE49-F238E27FC236}">
                        <a16:creationId xmlns:a16="http://schemas.microsoft.com/office/drawing/2014/main" id="{4ACEFF56-5D55-457F-B85C-D743879853E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8" name="object 393">
                    <a:extLst>
                      <a:ext uri="{FF2B5EF4-FFF2-40B4-BE49-F238E27FC236}">
                        <a16:creationId xmlns:a16="http://schemas.microsoft.com/office/drawing/2014/main" id="{9F89D865-395F-4A0C-8F43-5D3934E43992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9" name="object 394">
                    <a:extLst>
                      <a:ext uri="{FF2B5EF4-FFF2-40B4-BE49-F238E27FC236}">
                        <a16:creationId xmlns:a16="http://schemas.microsoft.com/office/drawing/2014/main" id="{3DF7E5CF-B855-4346-B494-56C534338E76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0" name="object 395">
                    <a:extLst>
                      <a:ext uri="{FF2B5EF4-FFF2-40B4-BE49-F238E27FC236}">
                        <a16:creationId xmlns:a16="http://schemas.microsoft.com/office/drawing/2014/main" id="{11352372-D5B2-49FC-9ABC-75AC8AE2C9A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1" name="object 396">
                    <a:extLst>
                      <a:ext uri="{FF2B5EF4-FFF2-40B4-BE49-F238E27FC236}">
                        <a16:creationId xmlns:a16="http://schemas.microsoft.com/office/drawing/2014/main" id="{223654B4-B3C9-47A2-963A-B9B909DBAB0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2" name="object 397">
                    <a:extLst>
                      <a:ext uri="{FF2B5EF4-FFF2-40B4-BE49-F238E27FC236}">
                        <a16:creationId xmlns:a16="http://schemas.microsoft.com/office/drawing/2014/main" id="{5FD99FD1-F9C4-4510-8A97-B3A2744099DA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3" name="object 398">
                    <a:extLst>
                      <a:ext uri="{FF2B5EF4-FFF2-40B4-BE49-F238E27FC236}">
                        <a16:creationId xmlns:a16="http://schemas.microsoft.com/office/drawing/2014/main" id="{28F76C54-0F5F-4AD3-9019-04AB3FC205EF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4" name="object 399">
                    <a:extLst>
                      <a:ext uri="{FF2B5EF4-FFF2-40B4-BE49-F238E27FC236}">
                        <a16:creationId xmlns:a16="http://schemas.microsoft.com/office/drawing/2014/main" id="{4D92CE1B-79BB-48C1-A0BA-C4682DDFA86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5" name="object 400">
                    <a:extLst>
                      <a:ext uri="{FF2B5EF4-FFF2-40B4-BE49-F238E27FC236}">
                        <a16:creationId xmlns:a16="http://schemas.microsoft.com/office/drawing/2014/main" id="{71E3D2A4-B0CE-4EB5-B099-88CD243003F4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6" name="object 401">
                    <a:extLst>
                      <a:ext uri="{FF2B5EF4-FFF2-40B4-BE49-F238E27FC236}">
                        <a16:creationId xmlns:a16="http://schemas.microsoft.com/office/drawing/2014/main" id="{86ADDBC2-A990-434B-8733-A00F07F64F99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7" name="object 402">
                    <a:extLst>
                      <a:ext uri="{FF2B5EF4-FFF2-40B4-BE49-F238E27FC236}">
                        <a16:creationId xmlns:a16="http://schemas.microsoft.com/office/drawing/2014/main" id="{8096C3F3-F7B5-45EC-AC16-BA302B9B661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8" name="object 403">
                    <a:extLst>
                      <a:ext uri="{FF2B5EF4-FFF2-40B4-BE49-F238E27FC236}">
                        <a16:creationId xmlns:a16="http://schemas.microsoft.com/office/drawing/2014/main" id="{14F270BC-96A1-4348-B228-6AE62BF562F8}"/>
                      </a:ext>
                    </a:extLst>
                  </p:cNvPr>
                  <p:cNvSpPr/>
                  <p:nvPr/>
                </p:nvSpPr>
                <p:spPr>
                  <a:xfrm>
                    <a:off x="7621839" y="49936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191" y="108966"/>
                        </a:lnTo>
                        <a:lnTo>
                          <a:pt x="108191" y="16764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9" name="object 404">
                    <a:extLst>
                      <a:ext uri="{FF2B5EF4-FFF2-40B4-BE49-F238E27FC236}">
                        <a16:creationId xmlns:a16="http://schemas.microsoft.com/office/drawing/2014/main" id="{7541A1B0-E3F9-452C-BB45-86AA40BD2E83}"/>
                      </a:ext>
                    </a:extLst>
                  </p:cNvPr>
                  <p:cNvSpPr/>
                  <p:nvPr/>
                </p:nvSpPr>
                <p:spPr>
                  <a:xfrm>
                    <a:off x="762183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0" name="object 405">
                    <a:extLst>
                      <a:ext uri="{FF2B5EF4-FFF2-40B4-BE49-F238E27FC236}">
                        <a16:creationId xmlns:a16="http://schemas.microsoft.com/office/drawing/2014/main" id="{AF1166E5-311E-4F15-92EF-387C8CA6B983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1" name="object 406">
                    <a:extLst>
                      <a:ext uri="{FF2B5EF4-FFF2-40B4-BE49-F238E27FC236}">
                        <a16:creationId xmlns:a16="http://schemas.microsoft.com/office/drawing/2014/main" id="{8F4485E6-E27D-4B50-A8AE-5C83F80344E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2" name="object 407">
                    <a:extLst>
                      <a:ext uri="{FF2B5EF4-FFF2-40B4-BE49-F238E27FC236}">
                        <a16:creationId xmlns:a16="http://schemas.microsoft.com/office/drawing/2014/main" id="{714B1C75-8F1F-4557-A597-883EDFC7F0EA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3" name="object 408">
                    <a:extLst>
                      <a:ext uri="{FF2B5EF4-FFF2-40B4-BE49-F238E27FC236}">
                        <a16:creationId xmlns:a16="http://schemas.microsoft.com/office/drawing/2014/main" id="{B44F81D3-B733-4B74-91C8-9D36A8C0D9E5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4" name="object 409">
                    <a:extLst>
                      <a:ext uri="{FF2B5EF4-FFF2-40B4-BE49-F238E27FC236}">
                        <a16:creationId xmlns:a16="http://schemas.microsoft.com/office/drawing/2014/main" id="{8432F723-7873-4318-A9CC-4B9C2EE5431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5" name="object 410">
                    <a:extLst>
                      <a:ext uri="{FF2B5EF4-FFF2-40B4-BE49-F238E27FC236}">
                        <a16:creationId xmlns:a16="http://schemas.microsoft.com/office/drawing/2014/main" id="{674A67F7-73D7-499A-AE84-501C5846660B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6" name="object 411">
                    <a:extLst>
                      <a:ext uri="{FF2B5EF4-FFF2-40B4-BE49-F238E27FC236}">
                        <a16:creationId xmlns:a16="http://schemas.microsoft.com/office/drawing/2014/main" id="{B889259B-4048-42E0-9423-C7FE136FDDC4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7" name="object 412">
                    <a:extLst>
                      <a:ext uri="{FF2B5EF4-FFF2-40B4-BE49-F238E27FC236}">
                        <a16:creationId xmlns:a16="http://schemas.microsoft.com/office/drawing/2014/main" id="{C6B00B5C-06BB-46A0-BE25-D1DFF8C7D5A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8" name="object 413">
                    <a:extLst>
                      <a:ext uri="{FF2B5EF4-FFF2-40B4-BE49-F238E27FC236}">
                        <a16:creationId xmlns:a16="http://schemas.microsoft.com/office/drawing/2014/main" id="{5801FC5A-2D8C-4149-B475-D81EB9C2832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9" name="object 414">
                    <a:extLst>
                      <a:ext uri="{FF2B5EF4-FFF2-40B4-BE49-F238E27FC236}">
                        <a16:creationId xmlns:a16="http://schemas.microsoft.com/office/drawing/2014/main" id="{DFCCE2CB-0D6F-45AF-8E9D-DE8F08C4B9B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0" name="object 415">
                    <a:extLst>
                      <a:ext uri="{FF2B5EF4-FFF2-40B4-BE49-F238E27FC236}">
                        <a16:creationId xmlns:a16="http://schemas.microsoft.com/office/drawing/2014/main" id="{647A2F3F-5EFE-44EF-8FA0-4F9121FE73A3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1" name="object 416">
                    <a:extLst>
                      <a:ext uri="{FF2B5EF4-FFF2-40B4-BE49-F238E27FC236}">
                        <a16:creationId xmlns:a16="http://schemas.microsoft.com/office/drawing/2014/main" id="{ABAF29AB-781D-439D-827E-4C4FD8C46EA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2" name="object 417">
                    <a:extLst>
                      <a:ext uri="{FF2B5EF4-FFF2-40B4-BE49-F238E27FC236}">
                        <a16:creationId xmlns:a16="http://schemas.microsoft.com/office/drawing/2014/main" id="{40661EEF-B92F-4C7E-91FE-92AF5EB5BB64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3" name="object 418">
                    <a:extLst>
                      <a:ext uri="{FF2B5EF4-FFF2-40B4-BE49-F238E27FC236}">
                        <a16:creationId xmlns:a16="http://schemas.microsoft.com/office/drawing/2014/main" id="{62B44C5A-25C2-4D80-933F-190657C0C8C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4" name="object 419">
                    <a:extLst>
                      <a:ext uri="{FF2B5EF4-FFF2-40B4-BE49-F238E27FC236}">
                        <a16:creationId xmlns:a16="http://schemas.microsoft.com/office/drawing/2014/main" id="{CCEEFE5A-C0F8-47AE-8F1C-5CE354B87A39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5" name="object 420">
                    <a:extLst>
                      <a:ext uri="{FF2B5EF4-FFF2-40B4-BE49-F238E27FC236}">
                        <a16:creationId xmlns:a16="http://schemas.microsoft.com/office/drawing/2014/main" id="{19EFE60B-AFBA-411E-BC2E-62C52FA7730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6" name="object 421">
                    <a:extLst>
                      <a:ext uri="{FF2B5EF4-FFF2-40B4-BE49-F238E27FC236}">
                        <a16:creationId xmlns:a16="http://schemas.microsoft.com/office/drawing/2014/main" id="{FD8B50AA-F64E-4F99-A4F7-D9EEDC9E534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7" name="object 422">
                    <a:extLst>
                      <a:ext uri="{FF2B5EF4-FFF2-40B4-BE49-F238E27FC236}">
                        <a16:creationId xmlns:a16="http://schemas.microsoft.com/office/drawing/2014/main" id="{5330BDBA-B3A7-4881-A0F3-6C4F3F8717A9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8" name="object 423">
                    <a:extLst>
                      <a:ext uri="{FF2B5EF4-FFF2-40B4-BE49-F238E27FC236}">
                        <a16:creationId xmlns:a16="http://schemas.microsoft.com/office/drawing/2014/main" id="{FAEE4649-6F88-4734-86C0-3E38E974351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9" name="object 424">
                    <a:extLst>
                      <a:ext uri="{FF2B5EF4-FFF2-40B4-BE49-F238E27FC236}">
                        <a16:creationId xmlns:a16="http://schemas.microsoft.com/office/drawing/2014/main" id="{9FFFC10B-22EA-4D73-9B01-429F260665BF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0" name="object 425">
                    <a:extLst>
                      <a:ext uri="{FF2B5EF4-FFF2-40B4-BE49-F238E27FC236}">
                        <a16:creationId xmlns:a16="http://schemas.microsoft.com/office/drawing/2014/main" id="{BF02D66C-5297-4082-8169-0AB418A4F75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1" name="object 426">
                    <a:extLst>
                      <a:ext uri="{FF2B5EF4-FFF2-40B4-BE49-F238E27FC236}">
                        <a16:creationId xmlns:a16="http://schemas.microsoft.com/office/drawing/2014/main" id="{A59A3583-3906-4A6C-8583-C8D580565DB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2" name="object 427">
                    <a:extLst>
                      <a:ext uri="{FF2B5EF4-FFF2-40B4-BE49-F238E27FC236}">
                        <a16:creationId xmlns:a16="http://schemas.microsoft.com/office/drawing/2014/main" id="{F35A1E43-F37D-435C-9DF9-513B1C16305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3" name="object 428">
                    <a:extLst>
                      <a:ext uri="{FF2B5EF4-FFF2-40B4-BE49-F238E27FC236}">
                        <a16:creationId xmlns:a16="http://schemas.microsoft.com/office/drawing/2014/main" id="{3D14B08A-BE87-448F-83B0-69BEB1F0F530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4" name="object 429">
                    <a:extLst>
                      <a:ext uri="{FF2B5EF4-FFF2-40B4-BE49-F238E27FC236}">
                        <a16:creationId xmlns:a16="http://schemas.microsoft.com/office/drawing/2014/main" id="{19039874-E2FA-4592-8EB3-36ACBD9A5CA7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5" name="object 430">
                    <a:extLst>
                      <a:ext uri="{FF2B5EF4-FFF2-40B4-BE49-F238E27FC236}">
                        <a16:creationId xmlns:a16="http://schemas.microsoft.com/office/drawing/2014/main" id="{E027EC95-4931-45D9-9ACE-A4108543A4FE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6" name="object 431">
                    <a:extLst>
                      <a:ext uri="{FF2B5EF4-FFF2-40B4-BE49-F238E27FC236}">
                        <a16:creationId xmlns:a16="http://schemas.microsoft.com/office/drawing/2014/main" id="{F2CDC3AD-41D5-43D6-A39F-503F5B354361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7" name="object 432">
                    <a:extLst>
                      <a:ext uri="{FF2B5EF4-FFF2-40B4-BE49-F238E27FC236}">
                        <a16:creationId xmlns:a16="http://schemas.microsoft.com/office/drawing/2014/main" id="{E4081BCB-5E2B-439E-AD0E-9CDC23156B1B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8" name="object 433">
                    <a:extLst>
                      <a:ext uri="{FF2B5EF4-FFF2-40B4-BE49-F238E27FC236}">
                        <a16:creationId xmlns:a16="http://schemas.microsoft.com/office/drawing/2014/main" id="{1C46D4FF-24B1-4401-AEF6-9072EB668DFA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9" name="object 434">
                    <a:extLst>
                      <a:ext uri="{FF2B5EF4-FFF2-40B4-BE49-F238E27FC236}">
                        <a16:creationId xmlns:a16="http://schemas.microsoft.com/office/drawing/2014/main" id="{725A24A3-D9D4-4798-B292-9BC93E5EA39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0" name="object 435">
                    <a:extLst>
                      <a:ext uri="{FF2B5EF4-FFF2-40B4-BE49-F238E27FC236}">
                        <a16:creationId xmlns:a16="http://schemas.microsoft.com/office/drawing/2014/main" id="{6383CD12-2F1B-4B1A-A247-9EBDF2381993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1" name="object 436">
                    <a:extLst>
                      <a:ext uri="{FF2B5EF4-FFF2-40B4-BE49-F238E27FC236}">
                        <a16:creationId xmlns:a16="http://schemas.microsoft.com/office/drawing/2014/main" id="{7CAC3A03-27EA-403E-B84A-15698ED19C0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2" name="object 437">
                    <a:extLst>
                      <a:ext uri="{FF2B5EF4-FFF2-40B4-BE49-F238E27FC236}">
                        <a16:creationId xmlns:a16="http://schemas.microsoft.com/office/drawing/2014/main" id="{1EDC7CB0-BB24-40AB-A490-989DD8FBCB40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3" name="object 438">
                    <a:extLst>
                      <a:ext uri="{FF2B5EF4-FFF2-40B4-BE49-F238E27FC236}">
                        <a16:creationId xmlns:a16="http://schemas.microsoft.com/office/drawing/2014/main" id="{55C63E89-FCC3-4663-9F12-304F784DC1AE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4" name="object 439">
                    <a:extLst>
                      <a:ext uri="{FF2B5EF4-FFF2-40B4-BE49-F238E27FC236}">
                        <a16:creationId xmlns:a16="http://schemas.microsoft.com/office/drawing/2014/main" id="{D535B70F-91D1-4905-8426-A407099EB9B3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5" name="object 440">
                    <a:extLst>
                      <a:ext uri="{FF2B5EF4-FFF2-40B4-BE49-F238E27FC236}">
                        <a16:creationId xmlns:a16="http://schemas.microsoft.com/office/drawing/2014/main" id="{4B676ED0-B1EF-4C46-BBAE-2A5B4E1B8DCD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6" name="object 441">
                    <a:extLst>
                      <a:ext uri="{FF2B5EF4-FFF2-40B4-BE49-F238E27FC236}">
                        <a16:creationId xmlns:a16="http://schemas.microsoft.com/office/drawing/2014/main" id="{CCEE0C22-2478-4027-AEAE-64794EE32240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7" name="object 442">
                    <a:extLst>
                      <a:ext uri="{FF2B5EF4-FFF2-40B4-BE49-F238E27FC236}">
                        <a16:creationId xmlns:a16="http://schemas.microsoft.com/office/drawing/2014/main" id="{286329D3-BB74-47A3-B282-99FEB570D8D6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8" name="object 443">
                    <a:extLst>
                      <a:ext uri="{FF2B5EF4-FFF2-40B4-BE49-F238E27FC236}">
                        <a16:creationId xmlns:a16="http://schemas.microsoft.com/office/drawing/2014/main" id="{679E754C-D2FD-4D59-8C3B-D411AC349786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9" name="object 444">
                    <a:extLst>
                      <a:ext uri="{FF2B5EF4-FFF2-40B4-BE49-F238E27FC236}">
                        <a16:creationId xmlns:a16="http://schemas.microsoft.com/office/drawing/2014/main" id="{860A7F1E-67EE-4121-AA84-AC71EDAE9816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0" name="object 445">
                    <a:extLst>
                      <a:ext uri="{FF2B5EF4-FFF2-40B4-BE49-F238E27FC236}">
                        <a16:creationId xmlns:a16="http://schemas.microsoft.com/office/drawing/2014/main" id="{99CCC7C7-A7AF-45BD-A1E3-4A753AE7232F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1" name="object 446">
                    <a:extLst>
                      <a:ext uri="{FF2B5EF4-FFF2-40B4-BE49-F238E27FC236}">
                        <a16:creationId xmlns:a16="http://schemas.microsoft.com/office/drawing/2014/main" id="{BB0A463E-9371-46A1-A94B-01CEFF861A18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2" name="object 447">
                    <a:extLst>
                      <a:ext uri="{FF2B5EF4-FFF2-40B4-BE49-F238E27FC236}">
                        <a16:creationId xmlns:a16="http://schemas.microsoft.com/office/drawing/2014/main" id="{FA9232DF-0C9C-41DD-AF29-ADF4F12E2448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91440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3" name="object 448">
                    <a:extLst>
                      <a:ext uri="{FF2B5EF4-FFF2-40B4-BE49-F238E27FC236}">
                        <a16:creationId xmlns:a16="http://schemas.microsoft.com/office/drawing/2014/main" id="{6EF0D681-05C3-49FC-AB86-3E331279C4AA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4" name="object 449">
                    <a:extLst>
                      <a:ext uri="{FF2B5EF4-FFF2-40B4-BE49-F238E27FC236}">
                        <a16:creationId xmlns:a16="http://schemas.microsoft.com/office/drawing/2014/main" id="{5AE97080-7153-4C8A-8CEE-35CC6BC25DD1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94025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5" name="object 450">
                    <a:extLst>
                      <a:ext uri="{FF2B5EF4-FFF2-40B4-BE49-F238E27FC236}">
                        <a16:creationId xmlns:a16="http://schemas.microsoft.com/office/drawing/2014/main" id="{7C86254C-3E16-4FD4-904D-3411083D15BA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6" name="object 451">
                    <a:extLst>
                      <a:ext uri="{FF2B5EF4-FFF2-40B4-BE49-F238E27FC236}">
                        <a16:creationId xmlns:a16="http://schemas.microsoft.com/office/drawing/2014/main" id="{DCBB9DB1-A328-4C45-9CD0-9AC7ECF58E8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94025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7" name="object 452">
                    <a:extLst>
                      <a:ext uri="{FF2B5EF4-FFF2-40B4-BE49-F238E27FC236}">
                        <a16:creationId xmlns:a16="http://schemas.microsoft.com/office/drawing/2014/main" id="{37DF938A-FC88-48F7-9D0C-BDEF4E8532E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8" name="object 453">
                    <a:extLst>
                      <a:ext uri="{FF2B5EF4-FFF2-40B4-BE49-F238E27FC236}">
                        <a16:creationId xmlns:a16="http://schemas.microsoft.com/office/drawing/2014/main" id="{CF5C0E27-BF1B-472F-82BE-565C65F9FD30}"/>
                      </a:ext>
                    </a:extLst>
                  </p:cNvPr>
                  <p:cNvSpPr/>
                  <p:nvPr/>
                </p:nvSpPr>
                <p:spPr>
                  <a:xfrm>
                    <a:off x="7621839" y="510259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191" y="108204"/>
                        </a:lnTo>
                        <a:lnTo>
                          <a:pt x="108191" y="91440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9" name="object 454">
                    <a:extLst>
                      <a:ext uri="{FF2B5EF4-FFF2-40B4-BE49-F238E27FC236}">
                        <a16:creationId xmlns:a16="http://schemas.microsoft.com/office/drawing/2014/main" id="{6BB5AB7E-3EA9-4300-8CD6-A1A4FAC30626}"/>
                      </a:ext>
                    </a:extLst>
                  </p:cNvPr>
                  <p:cNvSpPr/>
                  <p:nvPr/>
                </p:nvSpPr>
                <p:spPr>
                  <a:xfrm>
                    <a:off x="762183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0" name="object 455">
                    <a:extLst>
                      <a:ext uri="{FF2B5EF4-FFF2-40B4-BE49-F238E27FC236}">
                        <a16:creationId xmlns:a16="http://schemas.microsoft.com/office/drawing/2014/main" id="{FB3F09D9-043E-455E-B19A-5ECBB3DD89E3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1" name="object 456">
                    <a:extLst>
                      <a:ext uri="{FF2B5EF4-FFF2-40B4-BE49-F238E27FC236}">
                        <a16:creationId xmlns:a16="http://schemas.microsoft.com/office/drawing/2014/main" id="{0DC6E9CA-242C-468B-BBE7-3B4F35316881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2" name="object 457">
                    <a:extLst>
                      <a:ext uri="{FF2B5EF4-FFF2-40B4-BE49-F238E27FC236}">
                        <a16:creationId xmlns:a16="http://schemas.microsoft.com/office/drawing/2014/main" id="{3B8662EC-F2F9-428C-8B41-64D8EC81BEE0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3" name="object 458">
                    <a:extLst>
                      <a:ext uri="{FF2B5EF4-FFF2-40B4-BE49-F238E27FC236}">
                        <a16:creationId xmlns:a16="http://schemas.microsoft.com/office/drawing/2014/main" id="{72E10D69-39EE-4040-93D6-67A436B69FD1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4" name="object 459">
                    <a:extLst>
                      <a:ext uri="{FF2B5EF4-FFF2-40B4-BE49-F238E27FC236}">
                        <a16:creationId xmlns:a16="http://schemas.microsoft.com/office/drawing/2014/main" id="{242CE36B-005F-4928-9C8D-56BCDBE2E4E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5" name="object 460">
                    <a:extLst>
                      <a:ext uri="{FF2B5EF4-FFF2-40B4-BE49-F238E27FC236}">
                        <a16:creationId xmlns:a16="http://schemas.microsoft.com/office/drawing/2014/main" id="{57848201-34A6-4DC8-9D1E-EB53AD6D2F6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6" name="object 461">
                    <a:extLst>
                      <a:ext uri="{FF2B5EF4-FFF2-40B4-BE49-F238E27FC236}">
                        <a16:creationId xmlns:a16="http://schemas.microsoft.com/office/drawing/2014/main" id="{E653C08B-A33E-470E-9C8B-B60868246EE9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7" name="object 462">
                    <a:extLst>
                      <a:ext uri="{FF2B5EF4-FFF2-40B4-BE49-F238E27FC236}">
                        <a16:creationId xmlns:a16="http://schemas.microsoft.com/office/drawing/2014/main" id="{C46FBD5E-AD19-4666-BAFD-A3F2C79BD02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8" name="object 463">
                    <a:extLst>
                      <a:ext uri="{FF2B5EF4-FFF2-40B4-BE49-F238E27FC236}">
                        <a16:creationId xmlns:a16="http://schemas.microsoft.com/office/drawing/2014/main" id="{9D4B9039-8113-4D05-A513-6A8A002B14AA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9" name="object 464">
                    <a:extLst>
                      <a:ext uri="{FF2B5EF4-FFF2-40B4-BE49-F238E27FC236}">
                        <a16:creationId xmlns:a16="http://schemas.microsoft.com/office/drawing/2014/main" id="{A159534B-DD3E-41B0-A425-E7D16E664B1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0" name="object 465">
                    <a:extLst>
                      <a:ext uri="{FF2B5EF4-FFF2-40B4-BE49-F238E27FC236}">
                        <a16:creationId xmlns:a16="http://schemas.microsoft.com/office/drawing/2014/main" id="{8A6DE91E-A73D-4663-A78F-B8FBE68E7D14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1" name="object 466">
                    <a:extLst>
                      <a:ext uri="{FF2B5EF4-FFF2-40B4-BE49-F238E27FC236}">
                        <a16:creationId xmlns:a16="http://schemas.microsoft.com/office/drawing/2014/main" id="{339A0DE7-BE06-4771-8DE2-15891315B22C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2" name="object 467">
                    <a:extLst>
                      <a:ext uri="{FF2B5EF4-FFF2-40B4-BE49-F238E27FC236}">
                        <a16:creationId xmlns:a16="http://schemas.microsoft.com/office/drawing/2014/main" id="{71738FC7-6A23-4FC1-8FCB-F7F2A6C74EB8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3" name="object 468">
                    <a:extLst>
                      <a:ext uri="{FF2B5EF4-FFF2-40B4-BE49-F238E27FC236}">
                        <a16:creationId xmlns:a16="http://schemas.microsoft.com/office/drawing/2014/main" id="{E653EA84-A69D-4734-B84F-F3428874A2DA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4" name="object 469">
                    <a:extLst>
                      <a:ext uri="{FF2B5EF4-FFF2-40B4-BE49-F238E27FC236}">
                        <a16:creationId xmlns:a16="http://schemas.microsoft.com/office/drawing/2014/main" id="{44276D87-4F0C-48FC-BAC0-020D125B987F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5" name="object 470">
                    <a:extLst>
                      <a:ext uri="{FF2B5EF4-FFF2-40B4-BE49-F238E27FC236}">
                        <a16:creationId xmlns:a16="http://schemas.microsoft.com/office/drawing/2014/main" id="{76440D45-A2B2-4DD0-BE2E-20BB2291CF3D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6" name="object 471">
                    <a:extLst>
                      <a:ext uri="{FF2B5EF4-FFF2-40B4-BE49-F238E27FC236}">
                        <a16:creationId xmlns:a16="http://schemas.microsoft.com/office/drawing/2014/main" id="{99AE2E1E-8159-483F-9C42-024FE14B24B6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7" name="object 472">
                    <a:extLst>
                      <a:ext uri="{FF2B5EF4-FFF2-40B4-BE49-F238E27FC236}">
                        <a16:creationId xmlns:a16="http://schemas.microsoft.com/office/drawing/2014/main" id="{0F1DA021-ADB9-4EC5-A887-B02686C3C82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8" name="object 473">
                    <a:extLst>
                      <a:ext uri="{FF2B5EF4-FFF2-40B4-BE49-F238E27FC236}">
                        <a16:creationId xmlns:a16="http://schemas.microsoft.com/office/drawing/2014/main" id="{045A1153-CD3E-402C-843E-83CBBE3289C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9" name="object 474">
                    <a:extLst>
                      <a:ext uri="{FF2B5EF4-FFF2-40B4-BE49-F238E27FC236}">
                        <a16:creationId xmlns:a16="http://schemas.microsoft.com/office/drawing/2014/main" id="{D2924D2A-0A34-4715-924E-A780F936EA8A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0" name="object 475">
                    <a:extLst>
                      <a:ext uri="{FF2B5EF4-FFF2-40B4-BE49-F238E27FC236}">
                        <a16:creationId xmlns:a16="http://schemas.microsoft.com/office/drawing/2014/main" id="{EEE9CD8A-38DF-485C-8556-133DB3B624DB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1" name="object 476">
                    <a:extLst>
                      <a:ext uri="{FF2B5EF4-FFF2-40B4-BE49-F238E27FC236}">
                        <a16:creationId xmlns:a16="http://schemas.microsoft.com/office/drawing/2014/main" id="{98C393D4-0674-451A-A6A5-456836C83A99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2" name="object 477">
                    <a:extLst>
                      <a:ext uri="{FF2B5EF4-FFF2-40B4-BE49-F238E27FC236}">
                        <a16:creationId xmlns:a16="http://schemas.microsoft.com/office/drawing/2014/main" id="{B941F410-6446-4208-9DF2-F1892D00E385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3" name="object 478">
                    <a:extLst>
                      <a:ext uri="{FF2B5EF4-FFF2-40B4-BE49-F238E27FC236}">
                        <a16:creationId xmlns:a16="http://schemas.microsoft.com/office/drawing/2014/main" id="{95153A62-ACBF-4784-95FA-1E9128A568DA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4" name="object 479">
                    <a:extLst>
                      <a:ext uri="{FF2B5EF4-FFF2-40B4-BE49-F238E27FC236}">
                        <a16:creationId xmlns:a16="http://schemas.microsoft.com/office/drawing/2014/main" id="{10700B27-2086-4C71-AC61-6E74523AE26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5" name="object 480">
                    <a:extLst>
                      <a:ext uri="{FF2B5EF4-FFF2-40B4-BE49-F238E27FC236}">
                        <a16:creationId xmlns:a16="http://schemas.microsoft.com/office/drawing/2014/main" id="{7B0F15C2-06EF-4011-9147-C55379AB2C5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6" name="object 481">
                    <a:extLst>
                      <a:ext uri="{FF2B5EF4-FFF2-40B4-BE49-F238E27FC236}">
                        <a16:creationId xmlns:a16="http://schemas.microsoft.com/office/drawing/2014/main" id="{CE7EA353-5E59-45A4-88BC-6AA93455E3C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7" name="object 482">
                    <a:extLst>
                      <a:ext uri="{FF2B5EF4-FFF2-40B4-BE49-F238E27FC236}">
                        <a16:creationId xmlns:a16="http://schemas.microsoft.com/office/drawing/2014/main" id="{4BA489A2-CE24-4FF1-9B51-A91FE4813926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8" name="object 483">
                    <a:extLst>
                      <a:ext uri="{FF2B5EF4-FFF2-40B4-BE49-F238E27FC236}">
                        <a16:creationId xmlns:a16="http://schemas.microsoft.com/office/drawing/2014/main" id="{EB15694E-4761-4401-AD45-F99A55520D34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9" name="object 484">
                    <a:extLst>
                      <a:ext uri="{FF2B5EF4-FFF2-40B4-BE49-F238E27FC236}">
                        <a16:creationId xmlns:a16="http://schemas.microsoft.com/office/drawing/2014/main" id="{20F7B797-E028-4EBD-8C39-EE0E13DF882F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0" name="object 485">
                    <a:extLst>
                      <a:ext uri="{FF2B5EF4-FFF2-40B4-BE49-F238E27FC236}">
                        <a16:creationId xmlns:a16="http://schemas.microsoft.com/office/drawing/2014/main" id="{27FA6155-59AD-4A63-8DE6-575F2588D91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1" name="object 486">
                    <a:extLst>
                      <a:ext uri="{FF2B5EF4-FFF2-40B4-BE49-F238E27FC236}">
                        <a16:creationId xmlns:a16="http://schemas.microsoft.com/office/drawing/2014/main" id="{32E220D5-E227-4BDA-BF47-3567E50768F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2" name="object 487">
                    <a:extLst>
                      <a:ext uri="{FF2B5EF4-FFF2-40B4-BE49-F238E27FC236}">
                        <a16:creationId xmlns:a16="http://schemas.microsoft.com/office/drawing/2014/main" id="{40D07AC4-EAC0-444F-88B2-8E5E952A314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3" name="object 488">
                    <a:extLst>
                      <a:ext uri="{FF2B5EF4-FFF2-40B4-BE49-F238E27FC236}">
                        <a16:creationId xmlns:a16="http://schemas.microsoft.com/office/drawing/2014/main" id="{8191F3CF-924B-4901-A6AA-C66FAC197BD5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4" name="object 489">
                    <a:extLst>
                      <a:ext uri="{FF2B5EF4-FFF2-40B4-BE49-F238E27FC236}">
                        <a16:creationId xmlns:a16="http://schemas.microsoft.com/office/drawing/2014/main" id="{03961577-6697-4858-A27B-45C3190B9280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5" name="object 490">
                    <a:extLst>
                      <a:ext uri="{FF2B5EF4-FFF2-40B4-BE49-F238E27FC236}">
                        <a16:creationId xmlns:a16="http://schemas.microsoft.com/office/drawing/2014/main" id="{396368EA-77B6-473E-94D9-DBBCA13A3B89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6" name="object 491">
                    <a:extLst>
                      <a:ext uri="{FF2B5EF4-FFF2-40B4-BE49-F238E27FC236}">
                        <a16:creationId xmlns:a16="http://schemas.microsoft.com/office/drawing/2014/main" id="{25B08D40-3F7D-4B30-96B6-BAFCA19DC5A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80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2202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92202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7" name="object 492">
                    <a:extLst>
                      <a:ext uri="{FF2B5EF4-FFF2-40B4-BE49-F238E27FC236}">
                        <a16:creationId xmlns:a16="http://schemas.microsoft.com/office/drawing/2014/main" id="{8744BA10-D25E-475D-AE6C-315782B6195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8" name="object 493">
                    <a:extLst>
                      <a:ext uri="{FF2B5EF4-FFF2-40B4-BE49-F238E27FC236}">
                        <a16:creationId xmlns:a16="http://schemas.microsoft.com/office/drawing/2014/main" id="{27EF29E1-8C93-4A05-8A6A-FB600D4BA00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9" name="object 494">
                    <a:extLst>
                      <a:ext uri="{FF2B5EF4-FFF2-40B4-BE49-F238E27FC236}">
                        <a16:creationId xmlns:a16="http://schemas.microsoft.com/office/drawing/2014/main" id="{B4214BFE-085D-4C51-8951-607EC30BEF34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0" name="object 495">
                    <a:extLst>
                      <a:ext uri="{FF2B5EF4-FFF2-40B4-BE49-F238E27FC236}">
                        <a16:creationId xmlns:a16="http://schemas.microsoft.com/office/drawing/2014/main" id="{12901847-1ADE-48C8-A634-CDAA881EF1B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1" name="object 496">
                    <a:extLst>
                      <a:ext uri="{FF2B5EF4-FFF2-40B4-BE49-F238E27FC236}">
                        <a16:creationId xmlns:a16="http://schemas.microsoft.com/office/drawing/2014/main" id="{646B750D-95B3-4144-9AF8-2A982E012EF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2" name="object 497">
                    <a:extLst>
                      <a:ext uri="{FF2B5EF4-FFF2-40B4-BE49-F238E27FC236}">
                        <a16:creationId xmlns:a16="http://schemas.microsoft.com/office/drawing/2014/main" id="{4FCF8A3A-8DE1-4611-9B0C-744CCFFAF8F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3" name="object 498">
                    <a:extLst>
                      <a:ext uri="{FF2B5EF4-FFF2-40B4-BE49-F238E27FC236}">
                        <a16:creationId xmlns:a16="http://schemas.microsoft.com/office/drawing/2014/main" id="{0284BC90-A4C7-47CF-9ABB-4D62C1EEE5E3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4" name="object 499">
                    <a:extLst>
                      <a:ext uri="{FF2B5EF4-FFF2-40B4-BE49-F238E27FC236}">
                        <a16:creationId xmlns:a16="http://schemas.microsoft.com/office/drawing/2014/main" id="{6054F6C0-65CF-4964-85E1-F97E1CB17603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5" name="object 500">
                    <a:extLst>
                      <a:ext uri="{FF2B5EF4-FFF2-40B4-BE49-F238E27FC236}">
                        <a16:creationId xmlns:a16="http://schemas.microsoft.com/office/drawing/2014/main" id="{7BF991D4-B319-47E5-87B6-569D25136E76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6" name="object 501">
                    <a:extLst>
                      <a:ext uri="{FF2B5EF4-FFF2-40B4-BE49-F238E27FC236}">
                        <a16:creationId xmlns:a16="http://schemas.microsoft.com/office/drawing/2014/main" id="{8A928A4B-8C1F-4060-9978-2638B440A22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7" name="object 502">
                    <a:extLst>
                      <a:ext uri="{FF2B5EF4-FFF2-40B4-BE49-F238E27FC236}">
                        <a16:creationId xmlns:a16="http://schemas.microsoft.com/office/drawing/2014/main" id="{FD05CE41-D0F8-48DE-8BED-C0577712349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8" name="object 503">
                    <a:extLst>
                      <a:ext uri="{FF2B5EF4-FFF2-40B4-BE49-F238E27FC236}">
                        <a16:creationId xmlns:a16="http://schemas.microsoft.com/office/drawing/2014/main" id="{FFB8BC4B-32B6-46E1-A7B7-0CDEDA1F38A4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9" name="object 504">
                    <a:extLst>
                      <a:ext uri="{FF2B5EF4-FFF2-40B4-BE49-F238E27FC236}">
                        <a16:creationId xmlns:a16="http://schemas.microsoft.com/office/drawing/2014/main" id="{DBAA17F9-7421-4BDB-A439-3533BC4BD46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0" name="object 505">
                    <a:extLst>
                      <a:ext uri="{FF2B5EF4-FFF2-40B4-BE49-F238E27FC236}">
                        <a16:creationId xmlns:a16="http://schemas.microsoft.com/office/drawing/2014/main" id="{EC1C96B8-78DD-4415-851C-B4D9548D10B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1" name="object 506">
                    <a:extLst>
                      <a:ext uri="{FF2B5EF4-FFF2-40B4-BE49-F238E27FC236}">
                        <a16:creationId xmlns:a16="http://schemas.microsoft.com/office/drawing/2014/main" id="{9647CD38-8397-458D-A84C-5E5DA43C6D5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2" name="object 507">
                    <a:extLst>
                      <a:ext uri="{FF2B5EF4-FFF2-40B4-BE49-F238E27FC236}">
                        <a16:creationId xmlns:a16="http://schemas.microsoft.com/office/drawing/2014/main" id="{7119DB53-7FC3-4944-B5B3-0E8642D38B52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3" name="object 508">
                    <a:extLst>
                      <a:ext uri="{FF2B5EF4-FFF2-40B4-BE49-F238E27FC236}">
                        <a16:creationId xmlns:a16="http://schemas.microsoft.com/office/drawing/2014/main" id="{0EA93C32-720D-4B4F-B876-4785168AF91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4" name="object 509">
                    <a:extLst>
                      <a:ext uri="{FF2B5EF4-FFF2-40B4-BE49-F238E27FC236}">
                        <a16:creationId xmlns:a16="http://schemas.microsoft.com/office/drawing/2014/main" id="{872039BA-F2DC-4CAC-BAC0-AE5998CD01A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5" name="object 510">
                    <a:extLst>
                      <a:ext uri="{FF2B5EF4-FFF2-40B4-BE49-F238E27FC236}">
                        <a16:creationId xmlns:a16="http://schemas.microsoft.com/office/drawing/2014/main" id="{0E8B7B31-5E31-46A1-AB86-84B7C214AA4B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6" name="object 511">
                    <a:extLst>
                      <a:ext uri="{FF2B5EF4-FFF2-40B4-BE49-F238E27FC236}">
                        <a16:creationId xmlns:a16="http://schemas.microsoft.com/office/drawing/2014/main" id="{6B577117-C099-41C5-86DF-6DDD2872733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7" name="object 512">
                    <a:extLst>
                      <a:ext uri="{FF2B5EF4-FFF2-40B4-BE49-F238E27FC236}">
                        <a16:creationId xmlns:a16="http://schemas.microsoft.com/office/drawing/2014/main" id="{13965765-E255-4284-8175-1AB1E320EB32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8" name="object 513">
                    <a:extLst>
                      <a:ext uri="{FF2B5EF4-FFF2-40B4-BE49-F238E27FC236}">
                        <a16:creationId xmlns:a16="http://schemas.microsoft.com/office/drawing/2014/main" id="{178487C1-58BD-4EE4-B89E-6109B04A138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9" name="object 514">
                    <a:extLst>
                      <a:ext uri="{FF2B5EF4-FFF2-40B4-BE49-F238E27FC236}">
                        <a16:creationId xmlns:a16="http://schemas.microsoft.com/office/drawing/2014/main" id="{12479095-9A56-43EB-AFD6-680DAF4B2170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0" name="object 515">
                    <a:extLst>
                      <a:ext uri="{FF2B5EF4-FFF2-40B4-BE49-F238E27FC236}">
                        <a16:creationId xmlns:a16="http://schemas.microsoft.com/office/drawing/2014/main" id="{67F80EFD-10E4-4F9A-A384-273B86BA2BD8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1" name="object 516">
                    <a:extLst>
                      <a:ext uri="{FF2B5EF4-FFF2-40B4-BE49-F238E27FC236}">
                        <a16:creationId xmlns:a16="http://schemas.microsoft.com/office/drawing/2014/main" id="{E0B45FB3-D329-4DB1-9A5B-8D455FF499C5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2" name="object 517">
                    <a:extLst>
                      <a:ext uri="{FF2B5EF4-FFF2-40B4-BE49-F238E27FC236}">
                        <a16:creationId xmlns:a16="http://schemas.microsoft.com/office/drawing/2014/main" id="{C649EE97-47B7-4398-99ED-73AA8606CB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3" name="object 518">
                    <a:extLst>
                      <a:ext uri="{FF2B5EF4-FFF2-40B4-BE49-F238E27FC236}">
                        <a16:creationId xmlns:a16="http://schemas.microsoft.com/office/drawing/2014/main" id="{596B961C-0AD7-4365-A0F0-62A4E330B5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4" name="object 519">
                    <a:extLst>
                      <a:ext uri="{FF2B5EF4-FFF2-40B4-BE49-F238E27FC236}">
                        <a16:creationId xmlns:a16="http://schemas.microsoft.com/office/drawing/2014/main" id="{DD4EA3F0-8D1E-4880-A884-E1229EA2FFB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5" name="object 520">
                    <a:extLst>
                      <a:ext uri="{FF2B5EF4-FFF2-40B4-BE49-F238E27FC236}">
                        <a16:creationId xmlns:a16="http://schemas.microsoft.com/office/drawing/2014/main" id="{02AD4AC9-BED9-4009-8CC4-DB9DF7EE264C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6" name="object 521">
                    <a:extLst>
                      <a:ext uri="{FF2B5EF4-FFF2-40B4-BE49-F238E27FC236}">
                        <a16:creationId xmlns:a16="http://schemas.microsoft.com/office/drawing/2014/main" id="{D1856F0E-A861-443E-B5B0-20C38DC2814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7" name="object 522">
                    <a:extLst>
                      <a:ext uri="{FF2B5EF4-FFF2-40B4-BE49-F238E27FC236}">
                        <a16:creationId xmlns:a16="http://schemas.microsoft.com/office/drawing/2014/main" id="{DADDBE3F-CBCA-4F63-B53C-8F299A95522F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8" name="object 523">
                    <a:extLst>
                      <a:ext uri="{FF2B5EF4-FFF2-40B4-BE49-F238E27FC236}">
                        <a16:creationId xmlns:a16="http://schemas.microsoft.com/office/drawing/2014/main" id="{8F453CBA-F16E-417E-B7AA-A49E881AB53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9" name="object 524">
                    <a:extLst>
                      <a:ext uri="{FF2B5EF4-FFF2-40B4-BE49-F238E27FC236}">
                        <a16:creationId xmlns:a16="http://schemas.microsoft.com/office/drawing/2014/main" id="{31C744DF-B806-497A-B714-E59604539C92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0" name="object 525">
                    <a:extLst>
                      <a:ext uri="{FF2B5EF4-FFF2-40B4-BE49-F238E27FC236}">
                        <a16:creationId xmlns:a16="http://schemas.microsoft.com/office/drawing/2014/main" id="{437E4949-40EB-4765-A683-A69285EF4504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1" name="object 526">
                    <a:extLst>
                      <a:ext uri="{FF2B5EF4-FFF2-40B4-BE49-F238E27FC236}">
                        <a16:creationId xmlns:a16="http://schemas.microsoft.com/office/drawing/2014/main" id="{0415A7B7-7A2D-4BC7-AA45-DBDC2B8BC449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2" name="object 527">
                    <a:extLst>
                      <a:ext uri="{FF2B5EF4-FFF2-40B4-BE49-F238E27FC236}">
                        <a16:creationId xmlns:a16="http://schemas.microsoft.com/office/drawing/2014/main" id="{CCBF4209-20C6-4F9C-A6D5-B322588FD774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3" name="object 528">
                    <a:extLst>
                      <a:ext uri="{FF2B5EF4-FFF2-40B4-BE49-F238E27FC236}">
                        <a16:creationId xmlns:a16="http://schemas.microsoft.com/office/drawing/2014/main" id="{2C22D797-F382-4E6A-9446-809C071E0AF5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4" name="object 529">
                    <a:extLst>
                      <a:ext uri="{FF2B5EF4-FFF2-40B4-BE49-F238E27FC236}">
                        <a16:creationId xmlns:a16="http://schemas.microsoft.com/office/drawing/2014/main" id="{321B90C3-943F-47AE-9396-4F5D78BE241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5" name="object 530">
                    <a:extLst>
                      <a:ext uri="{FF2B5EF4-FFF2-40B4-BE49-F238E27FC236}">
                        <a16:creationId xmlns:a16="http://schemas.microsoft.com/office/drawing/2014/main" id="{AC2BF536-D867-4A15-9A7E-CC5CBD4B3B8A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6" name="object 531">
                    <a:extLst>
                      <a:ext uri="{FF2B5EF4-FFF2-40B4-BE49-F238E27FC236}">
                        <a16:creationId xmlns:a16="http://schemas.microsoft.com/office/drawing/2014/main" id="{B385DAFC-4E3D-4123-9285-4CB49993EBCD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7" name="object 532">
                    <a:extLst>
                      <a:ext uri="{FF2B5EF4-FFF2-40B4-BE49-F238E27FC236}">
                        <a16:creationId xmlns:a16="http://schemas.microsoft.com/office/drawing/2014/main" id="{139C8A61-6102-4468-8ABE-226129D922F7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8" name="object 533">
                    <a:extLst>
                      <a:ext uri="{FF2B5EF4-FFF2-40B4-BE49-F238E27FC236}">
                        <a16:creationId xmlns:a16="http://schemas.microsoft.com/office/drawing/2014/main" id="{9FE88271-7678-4029-9D05-20E78FA940DA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9" name="object 534">
                    <a:extLst>
                      <a:ext uri="{FF2B5EF4-FFF2-40B4-BE49-F238E27FC236}">
                        <a16:creationId xmlns:a16="http://schemas.microsoft.com/office/drawing/2014/main" id="{47E6E88B-E399-459C-A9D5-81CBE4F7D5E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0" name="object 535">
                    <a:extLst>
                      <a:ext uri="{FF2B5EF4-FFF2-40B4-BE49-F238E27FC236}">
                        <a16:creationId xmlns:a16="http://schemas.microsoft.com/office/drawing/2014/main" id="{0AB96B44-AB6F-4259-87A1-47E7CBA8CE0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1" name="object 536">
                    <a:extLst>
                      <a:ext uri="{FF2B5EF4-FFF2-40B4-BE49-F238E27FC236}">
                        <a16:creationId xmlns:a16="http://schemas.microsoft.com/office/drawing/2014/main" id="{29D4FB18-6322-4821-A7B1-83BBCBFFD72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2" name="object 537">
                    <a:extLst>
                      <a:ext uri="{FF2B5EF4-FFF2-40B4-BE49-F238E27FC236}">
                        <a16:creationId xmlns:a16="http://schemas.microsoft.com/office/drawing/2014/main" id="{841668FE-4760-4448-BB43-54603825C3E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3" name="object 538">
                    <a:extLst>
                      <a:ext uri="{FF2B5EF4-FFF2-40B4-BE49-F238E27FC236}">
                        <a16:creationId xmlns:a16="http://schemas.microsoft.com/office/drawing/2014/main" id="{8D37C47F-91B2-40A0-AA55-BAB925709294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4" name="object 539">
                    <a:extLst>
                      <a:ext uri="{FF2B5EF4-FFF2-40B4-BE49-F238E27FC236}">
                        <a16:creationId xmlns:a16="http://schemas.microsoft.com/office/drawing/2014/main" id="{55E483FD-244E-4EDC-AFDB-D0DF2002035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5" name="object 540">
                    <a:extLst>
                      <a:ext uri="{FF2B5EF4-FFF2-40B4-BE49-F238E27FC236}">
                        <a16:creationId xmlns:a16="http://schemas.microsoft.com/office/drawing/2014/main" id="{6C44CDCA-5382-42D6-8E0D-D430363B9AD4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6" name="object 541">
                    <a:extLst>
                      <a:ext uri="{FF2B5EF4-FFF2-40B4-BE49-F238E27FC236}">
                        <a16:creationId xmlns:a16="http://schemas.microsoft.com/office/drawing/2014/main" id="{64DDB81F-3CAC-4A6B-A82A-D875A9BA3745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7" name="object 542">
                    <a:extLst>
                      <a:ext uri="{FF2B5EF4-FFF2-40B4-BE49-F238E27FC236}">
                        <a16:creationId xmlns:a16="http://schemas.microsoft.com/office/drawing/2014/main" id="{8059B5EB-5D3C-4440-A61A-D3316D6BE05A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8" name="object 543">
                    <a:extLst>
                      <a:ext uri="{FF2B5EF4-FFF2-40B4-BE49-F238E27FC236}">
                        <a16:creationId xmlns:a16="http://schemas.microsoft.com/office/drawing/2014/main" id="{51E8AE9E-DA56-4876-BE74-B07888787E54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9" name="object 544">
                    <a:extLst>
                      <a:ext uri="{FF2B5EF4-FFF2-40B4-BE49-F238E27FC236}">
                        <a16:creationId xmlns:a16="http://schemas.microsoft.com/office/drawing/2014/main" id="{B4BA94C7-8213-4B27-AF1A-FBE8333BFCE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0" name="object 545">
                    <a:extLst>
                      <a:ext uri="{FF2B5EF4-FFF2-40B4-BE49-F238E27FC236}">
                        <a16:creationId xmlns:a16="http://schemas.microsoft.com/office/drawing/2014/main" id="{7DFAEB75-E716-4DBA-8514-35C95B3B2503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1" name="object 546">
                    <a:extLst>
                      <a:ext uri="{FF2B5EF4-FFF2-40B4-BE49-F238E27FC236}">
                        <a16:creationId xmlns:a16="http://schemas.microsoft.com/office/drawing/2014/main" id="{AEA601D5-5DD4-4FA8-A5B0-F3E0C10F24B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2" name="object 547">
                    <a:extLst>
                      <a:ext uri="{FF2B5EF4-FFF2-40B4-BE49-F238E27FC236}">
                        <a16:creationId xmlns:a16="http://schemas.microsoft.com/office/drawing/2014/main" id="{C4E20B57-7105-4AC1-98B8-7E04F0FBFB0F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3" name="object 548">
                    <a:extLst>
                      <a:ext uri="{FF2B5EF4-FFF2-40B4-BE49-F238E27FC236}">
                        <a16:creationId xmlns:a16="http://schemas.microsoft.com/office/drawing/2014/main" id="{A3A8F30F-0FDB-4735-8477-CF31FBBF3BE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4" name="object 549">
                    <a:extLst>
                      <a:ext uri="{FF2B5EF4-FFF2-40B4-BE49-F238E27FC236}">
                        <a16:creationId xmlns:a16="http://schemas.microsoft.com/office/drawing/2014/main" id="{E4F4CC0B-084B-44C5-A292-95F7C45ACBC9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5" name="object 550">
                    <a:extLst>
                      <a:ext uri="{FF2B5EF4-FFF2-40B4-BE49-F238E27FC236}">
                        <a16:creationId xmlns:a16="http://schemas.microsoft.com/office/drawing/2014/main" id="{D8DD4124-78C9-406A-8AD1-5DED63E4057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6" name="object 551">
                    <a:extLst>
                      <a:ext uri="{FF2B5EF4-FFF2-40B4-BE49-F238E27FC236}">
                        <a16:creationId xmlns:a16="http://schemas.microsoft.com/office/drawing/2014/main" id="{480144D5-70D6-4ACD-9ADF-52896003A2E2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7" name="object 552">
                    <a:extLst>
                      <a:ext uri="{FF2B5EF4-FFF2-40B4-BE49-F238E27FC236}">
                        <a16:creationId xmlns:a16="http://schemas.microsoft.com/office/drawing/2014/main" id="{D8DFD8C8-885B-4D3B-9197-B2BEDFEA85D8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8" name="object 553">
                    <a:extLst>
                      <a:ext uri="{FF2B5EF4-FFF2-40B4-BE49-F238E27FC236}">
                        <a16:creationId xmlns:a16="http://schemas.microsoft.com/office/drawing/2014/main" id="{8D8DFBAB-0370-448E-A044-C8E2A2274D7C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9" name="object 554">
                    <a:extLst>
                      <a:ext uri="{FF2B5EF4-FFF2-40B4-BE49-F238E27FC236}">
                        <a16:creationId xmlns:a16="http://schemas.microsoft.com/office/drawing/2014/main" id="{2C85EF8C-F809-4C9D-B61E-185FB4CE3B18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0" name="object 555">
                    <a:extLst>
                      <a:ext uri="{FF2B5EF4-FFF2-40B4-BE49-F238E27FC236}">
                        <a16:creationId xmlns:a16="http://schemas.microsoft.com/office/drawing/2014/main" id="{4DE20D44-8F3B-4B51-B134-089F70D92175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1" name="object 556">
                    <a:extLst>
                      <a:ext uri="{FF2B5EF4-FFF2-40B4-BE49-F238E27FC236}">
                        <a16:creationId xmlns:a16="http://schemas.microsoft.com/office/drawing/2014/main" id="{951A8E3D-564E-444B-90D2-A465BD2C8C7A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2" name="object 557">
                    <a:extLst>
                      <a:ext uri="{FF2B5EF4-FFF2-40B4-BE49-F238E27FC236}">
                        <a16:creationId xmlns:a16="http://schemas.microsoft.com/office/drawing/2014/main" id="{4E9D6463-D163-46C3-A5C9-FB4A13B9DAF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3" name="object 558">
                    <a:extLst>
                      <a:ext uri="{FF2B5EF4-FFF2-40B4-BE49-F238E27FC236}">
                        <a16:creationId xmlns:a16="http://schemas.microsoft.com/office/drawing/2014/main" id="{0ABE085A-8C52-4F52-B5BF-2A8AF01AFA4B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4" name="object 559">
                    <a:extLst>
                      <a:ext uri="{FF2B5EF4-FFF2-40B4-BE49-F238E27FC236}">
                        <a16:creationId xmlns:a16="http://schemas.microsoft.com/office/drawing/2014/main" id="{53FC4817-D43A-4C34-942B-E9A56995CA2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5" name="object 560">
                    <a:extLst>
                      <a:ext uri="{FF2B5EF4-FFF2-40B4-BE49-F238E27FC236}">
                        <a16:creationId xmlns:a16="http://schemas.microsoft.com/office/drawing/2014/main" id="{E7E1AA30-70F2-4A5A-98F5-019CF2586FF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6" name="object 561">
                    <a:extLst>
                      <a:ext uri="{FF2B5EF4-FFF2-40B4-BE49-F238E27FC236}">
                        <a16:creationId xmlns:a16="http://schemas.microsoft.com/office/drawing/2014/main" id="{F61B5005-26DE-4746-933C-EE4BC7B81B74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7" name="object 562">
                    <a:extLst>
                      <a:ext uri="{FF2B5EF4-FFF2-40B4-BE49-F238E27FC236}">
                        <a16:creationId xmlns:a16="http://schemas.microsoft.com/office/drawing/2014/main" id="{2578287F-7C9F-4095-8959-2DF034EA907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8" name="object 563">
                    <a:extLst>
                      <a:ext uri="{FF2B5EF4-FFF2-40B4-BE49-F238E27FC236}">
                        <a16:creationId xmlns:a16="http://schemas.microsoft.com/office/drawing/2014/main" id="{A89F4305-303B-4339-ABCC-F414B996AE3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9" name="object 564">
                    <a:extLst>
                      <a:ext uri="{FF2B5EF4-FFF2-40B4-BE49-F238E27FC236}">
                        <a16:creationId xmlns:a16="http://schemas.microsoft.com/office/drawing/2014/main" id="{B086011D-A5B0-4451-9DDA-48D90E84AA3D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0" name="object 565">
                    <a:extLst>
                      <a:ext uri="{FF2B5EF4-FFF2-40B4-BE49-F238E27FC236}">
                        <a16:creationId xmlns:a16="http://schemas.microsoft.com/office/drawing/2014/main" id="{05CE3DD3-1016-408B-8F66-8F2A036977CE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1" name="object 566">
                    <a:extLst>
                      <a:ext uri="{FF2B5EF4-FFF2-40B4-BE49-F238E27FC236}">
                        <a16:creationId xmlns:a16="http://schemas.microsoft.com/office/drawing/2014/main" id="{9238A75A-0AE3-4065-9B80-BEF3D6699937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2" name="object 567">
                    <a:extLst>
                      <a:ext uri="{FF2B5EF4-FFF2-40B4-BE49-F238E27FC236}">
                        <a16:creationId xmlns:a16="http://schemas.microsoft.com/office/drawing/2014/main" id="{F7771BD1-665E-4DEE-9E53-BCA68810D277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3" name="object 568">
                    <a:extLst>
                      <a:ext uri="{FF2B5EF4-FFF2-40B4-BE49-F238E27FC236}">
                        <a16:creationId xmlns:a16="http://schemas.microsoft.com/office/drawing/2014/main" id="{8EB3F758-283A-4690-BE5A-F1DE1246D5E3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4" name="object 569">
                    <a:extLst>
                      <a:ext uri="{FF2B5EF4-FFF2-40B4-BE49-F238E27FC236}">
                        <a16:creationId xmlns:a16="http://schemas.microsoft.com/office/drawing/2014/main" id="{FCEF14BB-0695-4C0C-B19C-6D38E15BDD5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5" name="object 570">
                    <a:extLst>
                      <a:ext uri="{FF2B5EF4-FFF2-40B4-BE49-F238E27FC236}">
                        <a16:creationId xmlns:a16="http://schemas.microsoft.com/office/drawing/2014/main" id="{10394A86-8BB3-431D-AB0F-8495A6939BE6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6" name="object 571">
                    <a:extLst>
                      <a:ext uri="{FF2B5EF4-FFF2-40B4-BE49-F238E27FC236}">
                        <a16:creationId xmlns:a16="http://schemas.microsoft.com/office/drawing/2014/main" id="{2096B973-762F-4F7F-BB74-BDDEA0205BA9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7" name="object 572">
                    <a:extLst>
                      <a:ext uri="{FF2B5EF4-FFF2-40B4-BE49-F238E27FC236}">
                        <a16:creationId xmlns:a16="http://schemas.microsoft.com/office/drawing/2014/main" id="{C9174DD2-E31B-4CEE-9549-43465179A6E5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8" name="object 573">
                    <a:extLst>
                      <a:ext uri="{FF2B5EF4-FFF2-40B4-BE49-F238E27FC236}">
                        <a16:creationId xmlns:a16="http://schemas.microsoft.com/office/drawing/2014/main" id="{80C2AE02-40AA-4161-A89D-D05559328E72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9" name="object 574">
                    <a:extLst>
                      <a:ext uri="{FF2B5EF4-FFF2-40B4-BE49-F238E27FC236}">
                        <a16:creationId xmlns:a16="http://schemas.microsoft.com/office/drawing/2014/main" id="{C11B4AF4-A986-4F2F-B724-2860E93E330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0" name="object 575">
                    <a:extLst>
                      <a:ext uri="{FF2B5EF4-FFF2-40B4-BE49-F238E27FC236}">
                        <a16:creationId xmlns:a16="http://schemas.microsoft.com/office/drawing/2014/main" id="{1E3D9EA1-961F-4829-B509-A32B5C813947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1" name="object 576">
                    <a:extLst>
                      <a:ext uri="{FF2B5EF4-FFF2-40B4-BE49-F238E27FC236}">
                        <a16:creationId xmlns:a16="http://schemas.microsoft.com/office/drawing/2014/main" id="{86EAF02B-C106-4541-BC17-C94C670B1A9A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2" name="object 577">
                    <a:extLst>
                      <a:ext uri="{FF2B5EF4-FFF2-40B4-BE49-F238E27FC236}">
                        <a16:creationId xmlns:a16="http://schemas.microsoft.com/office/drawing/2014/main" id="{C06CE17B-088A-4FB0-95D9-CE70F388A55F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3" name="object 578">
                    <a:extLst>
                      <a:ext uri="{FF2B5EF4-FFF2-40B4-BE49-F238E27FC236}">
                        <a16:creationId xmlns:a16="http://schemas.microsoft.com/office/drawing/2014/main" id="{3E89EC99-B31B-4136-8567-D3F7485BEFC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4" name="object 579">
                    <a:extLst>
                      <a:ext uri="{FF2B5EF4-FFF2-40B4-BE49-F238E27FC236}">
                        <a16:creationId xmlns:a16="http://schemas.microsoft.com/office/drawing/2014/main" id="{2AFB9F4B-655E-470A-B3EF-1C5AA3323C4E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5" name="object 580">
                    <a:extLst>
                      <a:ext uri="{FF2B5EF4-FFF2-40B4-BE49-F238E27FC236}">
                        <a16:creationId xmlns:a16="http://schemas.microsoft.com/office/drawing/2014/main" id="{671F11BC-7BEF-4DA2-881B-E92327DB2553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6" name="object 581">
                    <a:extLst>
                      <a:ext uri="{FF2B5EF4-FFF2-40B4-BE49-F238E27FC236}">
                        <a16:creationId xmlns:a16="http://schemas.microsoft.com/office/drawing/2014/main" id="{2D2CE9C6-A529-4E89-B479-1DBBDAA6095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7" name="object 582">
                    <a:extLst>
                      <a:ext uri="{FF2B5EF4-FFF2-40B4-BE49-F238E27FC236}">
                        <a16:creationId xmlns:a16="http://schemas.microsoft.com/office/drawing/2014/main" id="{1BEEF5CF-11E3-45F6-8229-D493723B877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8" name="object 583">
                    <a:extLst>
                      <a:ext uri="{FF2B5EF4-FFF2-40B4-BE49-F238E27FC236}">
                        <a16:creationId xmlns:a16="http://schemas.microsoft.com/office/drawing/2014/main" id="{C7325A78-35B3-45A5-8662-6512ACFE14A5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9" name="object 584">
                    <a:extLst>
                      <a:ext uri="{FF2B5EF4-FFF2-40B4-BE49-F238E27FC236}">
                        <a16:creationId xmlns:a16="http://schemas.microsoft.com/office/drawing/2014/main" id="{9E52BB12-6F83-426C-BB5C-054A2B3876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0" name="object 585">
                    <a:extLst>
                      <a:ext uri="{FF2B5EF4-FFF2-40B4-BE49-F238E27FC236}">
                        <a16:creationId xmlns:a16="http://schemas.microsoft.com/office/drawing/2014/main" id="{EFA9ECCC-AB1D-45B1-AF0F-B361D2A2431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1" name="object 586">
                    <a:extLst>
                      <a:ext uri="{FF2B5EF4-FFF2-40B4-BE49-F238E27FC236}">
                        <a16:creationId xmlns:a16="http://schemas.microsoft.com/office/drawing/2014/main" id="{A794839C-3452-4039-BCC3-46484E2C9AB3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2" name="object 587">
                    <a:extLst>
                      <a:ext uri="{FF2B5EF4-FFF2-40B4-BE49-F238E27FC236}">
                        <a16:creationId xmlns:a16="http://schemas.microsoft.com/office/drawing/2014/main" id="{4ED38D99-7404-4299-99F1-A0FD9822C9B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3" name="object 588">
                    <a:extLst>
                      <a:ext uri="{FF2B5EF4-FFF2-40B4-BE49-F238E27FC236}">
                        <a16:creationId xmlns:a16="http://schemas.microsoft.com/office/drawing/2014/main" id="{9B50C618-BA16-43AC-9ECB-29FF3BFA7962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4" name="object 589">
                    <a:extLst>
                      <a:ext uri="{FF2B5EF4-FFF2-40B4-BE49-F238E27FC236}">
                        <a16:creationId xmlns:a16="http://schemas.microsoft.com/office/drawing/2014/main" id="{AFF12827-62E6-41A1-BA9D-8286A65B8F5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5" name="object 590">
                    <a:extLst>
                      <a:ext uri="{FF2B5EF4-FFF2-40B4-BE49-F238E27FC236}">
                        <a16:creationId xmlns:a16="http://schemas.microsoft.com/office/drawing/2014/main" id="{E1258B21-B9EA-41BA-826A-E5C8BAFE5994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6" name="object 591">
                    <a:extLst>
                      <a:ext uri="{FF2B5EF4-FFF2-40B4-BE49-F238E27FC236}">
                        <a16:creationId xmlns:a16="http://schemas.microsoft.com/office/drawing/2014/main" id="{EF7EA58D-65D5-4C1E-9CFF-D9A335CD37C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7" name="object 592">
                    <a:extLst>
                      <a:ext uri="{FF2B5EF4-FFF2-40B4-BE49-F238E27FC236}">
                        <a16:creationId xmlns:a16="http://schemas.microsoft.com/office/drawing/2014/main" id="{F79F2477-B17F-4909-8A54-8635B7CE268E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8" name="object 593">
                    <a:extLst>
                      <a:ext uri="{FF2B5EF4-FFF2-40B4-BE49-F238E27FC236}">
                        <a16:creationId xmlns:a16="http://schemas.microsoft.com/office/drawing/2014/main" id="{284DCE55-B527-41D0-829F-08518BBA18B0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9" name="object 594">
                    <a:extLst>
                      <a:ext uri="{FF2B5EF4-FFF2-40B4-BE49-F238E27FC236}">
                        <a16:creationId xmlns:a16="http://schemas.microsoft.com/office/drawing/2014/main" id="{9A71C95E-2332-4969-A018-5A707F3A584D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0" name="object 595">
                    <a:extLst>
                      <a:ext uri="{FF2B5EF4-FFF2-40B4-BE49-F238E27FC236}">
                        <a16:creationId xmlns:a16="http://schemas.microsoft.com/office/drawing/2014/main" id="{FF4172B9-1560-4691-B323-BCEA7E206057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1" name="object 596">
                    <a:extLst>
                      <a:ext uri="{FF2B5EF4-FFF2-40B4-BE49-F238E27FC236}">
                        <a16:creationId xmlns:a16="http://schemas.microsoft.com/office/drawing/2014/main" id="{76BD8373-387A-444D-8805-217244231952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2" name="object 597">
                    <a:extLst>
                      <a:ext uri="{FF2B5EF4-FFF2-40B4-BE49-F238E27FC236}">
                        <a16:creationId xmlns:a16="http://schemas.microsoft.com/office/drawing/2014/main" id="{987A3573-9B53-4CB7-B6E5-38EA24F86D2C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3" name="object 598">
                    <a:extLst>
                      <a:ext uri="{FF2B5EF4-FFF2-40B4-BE49-F238E27FC236}">
                        <a16:creationId xmlns:a16="http://schemas.microsoft.com/office/drawing/2014/main" id="{B12756DE-18F0-4E95-9159-79EC0C25FF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4" name="object 599">
                    <a:extLst>
                      <a:ext uri="{FF2B5EF4-FFF2-40B4-BE49-F238E27FC236}">
                        <a16:creationId xmlns:a16="http://schemas.microsoft.com/office/drawing/2014/main" id="{4398914C-CCD7-4173-87B7-917B6634564F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5" name="object 600">
                    <a:extLst>
                      <a:ext uri="{FF2B5EF4-FFF2-40B4-BE49-F238E27FC236}">
                        <a16:creationId xmlns:a16="http://schemas.microsoft.com/office/drawing/2014/main" id="{C1A897E6-A6F7-4E7C-BC73-281106C9119A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6" name="object 601">
                    <a:extLst>
                      <a:ext uri="{FF2B5EF4-FFF2-40B4-BE49-F238E27FC236}">
                        <a16:creationId xmlns:a16="http://schemas.microsoft.com/office/drawing/2014/main" id="{814A8B11-C340-4898-B208-9CDF5CA3465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7" name="object 602">
                    <a:extLst>
                      <a:ext uri="{FF2B5EF4-FFF2-40B4-BE49-F238E27FC236}">
                        <a16:creationId xmlns:a16="http://schemas.microsoft.com/office/drawing/2014/main" id="{AE62BD30-9E59-410B-BB06-8BE1AE3FDE37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8" name="object 603">
                    <a:extLst>
                      <a:ext uri="{FF2B5EF4-FFF2-40B4-BE49-F238E27FC236}">
                        <a16:creationId xmlns:a16="http://schemas.microsoft.com/office/drawing/2014/main" id="{368BCE50-175D-44F9-BAAD-F8A6C26CB74F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9" name="object 604">
                    <a:extLst>
                      <a:ext uri="{FF2B5EF4-FFF2-40B4-BE49-F238E27FC236}">
                        <a16:creationId xmlns:a16="http://schemas.microsoft.com/office/drawing/2014/main" id="{28F53881-0504-40C4-82AA-8342AD5BC2B5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0" name="object 605">
                    <a:extLst>
                      <a:ext uri="{FF2B5EF4-FFF2-40B4-BE49-F238E27FC236}">
                        <a16:creationId xmlns:a16="http://schemas.microsoft.com/office/drawing/2014/main" id="{AEEE2B9C-0529-4062-8FC0-42D59842DD3F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1" name="object 606">
                    <a:extLst>
                      <a:ext uri="{FF2B5EF4-FFF2-40B4-BE49-F238E27FC236}">
                        <a16:creationId xmlns:a16="http://schemas.microsoft.com/office/drawing/2014/main" id="{7BE51C91-A248-4894-A972-3F5CD0FEEAC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2" name="object 607">
                    <a:extLst>
                      <a:ext uri="{FF2B5EF4-FFF2-40B4-BE49-F238E27FC236}">
                        <a16:creationId xmlns:a16="http://schemas.microsoft.com/office/drawing/2014/main" id="{DAD79F62-8B69-4139-B4E0-32024A0BA43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3" name="object 608">
                    <a:extLst>
                      <a:ext uri="{FF2B5EF4-FFF2-40B4-BE49-F238E27FC236}">
                        <a16:creationId xmlns:a16="http://schemas.microsoft.com/office/drawing/2014/main" id="{29F8A13C-EE0A-4151-B2C5-E0EFAA9EEB9A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4" name="object 609">
                    <a:extLst>
                      <a:ext uri="{FF2B5EF4-FFF2-40B4-BE49-F238E27FC236}">
                        <a16:creationId xmlns:a16="http://schemas.microsoft.com/office/drawing/2014/main" id="{2CB9CF2D-73F3-43AC-B476-C8800812890D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5" name="object 610">
                    <a:extLst>
                      <a:ext uri="{FF2B5EF4-FFF2-40B4-BE49-F238E27FC236}">
                        <a16:creationId xmlns:a16="http://schemas.microsoft.com/office/drawing/2014/main" id="{51D44627-542E-47E3-87B9-4B5ABE16FF5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6" name="object 611">
                    <a:extLst>
                      <a:ext uri="{FF2B5EF4-FFF2-40B4-BE49-F238E27FC236}">
                        <a16:creationId xmlns:a16="http://schemas.microsoft.com/office/drawing/2014/main" id="{F050DA69-2B54-4931-B046-9E3453A6C45F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7" name="object 612">
                    <a:extLst>
                      <a:ext uri="{FF2B5EF4-FFF2-40B4-BE49-F238E27FC236}">
                        <a16:creationId xmlns:a16="http://schemas.microsoft.com/office/drawing/2014/main" id="{5572A006-7231-4754-97B9-DEF9A08B9817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8" name="object 613">
                    <a:extLst>
                      <a:ext uri="{FF2B5EF4-FFF2-40B4-BE49-F238E27FC236}">
                        <a16:creationId xmlns:a16="http://schemas.microsoft.com/office/drawing/2014/main" id="{C2CAF7E0-89C9-433E-80C0-CEA7B3E2616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9" name="object 614">
                    <a:extLst>
                      <a:ext uri="{FF2B5EF4-FFF2-40B4-BE49-F238E27FC236}">
                        <a16:creationId xmlns:a16="http://schemas.microsoft.com/office/drawing/2014/main" id="{5B860942-5F9F-47C0-91AC-08673A27BEB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0" name="object 615">
                    <a:extLst>
                      <a:ext uri="{FF2B5EF4-FFF2-40B4-BE49-F238E27FC236}">
                        <a16:creationId xmlns:a16="http://schemas.microsoft.com/office/drawing/2014/main" id="{EAE4A169-C6AE-49C4-B308-CE5311CE9DED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1" name="object 616">
                    <a:extLst>
                      <a:ext uri="{FF2B5EF4-FFF2-40B4-BE49-F238E27FC236}">
                        <a16:creationId xmlns:a16="http://schemas.microsoft.com/office/drawing/2014/main" id="{B57CA742-E3B6-4984-91A3-200EEDBDBAA9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2" name="object 617">
                    <a:extLst>
                      <a:ext uri="{FF2B5EF4-FFF2-40B4-BE49-F238E27FC236}">
                        <a16:creationId xmlns:a16="http://schemas.microsoft.com/office/drawing/2014/main" id="{421AB187-F458-4FE5-B657-07A206E0DAD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3" name="object 618">
                    <a:extLst>
                      <a:ext uri="{FF2B5EF4-FFF2-40B4-BE49-F238E27FC236}">
                        <a16:creationId xmlns:a16="http://schemas.microsoft.com/office/drawing/2014/main" id="{B6398FC9-A5AE-41AA-AAB0-FB9D0EFC44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4" name="object 619">
                    <a:extLst>
                      <a:ext uri="{FF2B5EF4-FFF2-40B4-BE49-F238E27FC236}">
                        <a16:creationId xmlns:a16="http://schemas.microsoft.com/office/drawing/2014/main" id="{FBC3F025-626C-4DBD-93A5-641D29423EB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5" name="object 620">
                    <a:extLst>
                      <a:ext uri="{FF2B5EF4-FFF2-40B4-BE49-F238E27FC236}">
                        <a16:creationId xmlns:a16="http://schemas.microsoft.com/office/drawing/2014/main" id="{0A9F53EB-9E72-4425-8B5E-413390DDF7E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6" name="object 621">
                    <a:extLst>
                      <a:ext uri="{FF2B5EF4-FFF2-40B4-BE49-F238E27FC236}">
                        <a16:creationId xmlns:a16="http://schemas.microsoft.com/office/drawing/2014/main" id="{E47CF6C3-6FA2-4E72-8D14-13545D44DFF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7" name="object 622">
                    <a:extLst>
                      <a:ext uri="{FF2B5EF4-FFF2-40B4-BE49-F238E27FC236}">
                        <a16:creationId xmlns:a16="http://schemas.microsoft.com/office/drawing/2014/main" id="{8613C5A6-24F0-4E95-8EF5-86406E3CC9A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8" name="object 623">
                    <a:extLst>
                      <a:ext uri="{FF2B5EF4-FFF2-40B4-BE49-F238E27FC236}">
                        <a16:creationId xmlns:a16="http://schemas.microsoft.com/office/drawing/2014/main" id="{326010E7-9B22-483A-8DEE-910883A6990F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9" name="object 624">
                    <a:extLst>
                      <a:ext uri="{FF2B5EF4-FFF2-40B4-BE49-F238E27FC236}">
                        <a16:creationId xmlns:a16="http://schemas.microsoft.com/office/drawing/2014/main" id="{C3DD5AAE-E33B-4E96-8B90-EDA4AD676D7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0" name="object 625">
                    <a:extLst>
                      <a:ext uri="{FF2B5EF4-FFF2-40B4-BE49-F238E27FC236}">
                        <a16:creationId xmlns:a16="http://schemas.microsoft.com/office/drawing/2014/main" id="{D0B255A9-6741-462C-B60C-7817EBCFA5F1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1" name="object 626">
                    <a:extLst>
                      <a:ext uri="{FF2B5EF4-FFF2-40B4-BE49-F238E27FC236}">
                        <a16:creationId xmlns:a16="http://schemas.microsoft.com/office/drawing/2014/main" id="{2785C938-826A-43AF-A737-846BF74B517C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2" name="object 627">
                    <a:extLst>
                      <a:ext uri="{FF2B5EF4-FFF2-40B4-BE49-F238E27FC236}">
                        <a16:creationId xmlns:a16="http://schemas.microsoft.com/office/drawing/2014/main" id="{11369451-10CD-443E-8F1F-6943F4D8F344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3" name="object 628">
                    <a:extLst>
                      <a:ext uri="{FF2B5EF4-FFF2-40B4-BE49-F238E27FC236}">
                        <a16:creationId xmlns:a16="http://schemas.microsoft.com/office/drawing/2014/main" id="{9073DC0F-E60D-4926-9A80-5F734E1F97EC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4" name="object 629">
                    <a:extLst>
                      <a:ext uri="{FF2B5EF4-FFF2-40B4-BE49-F238E27FC236}">
                        <a16:creationId xmlns:a16="http://schemas.microsoft.com/office/drawing/2014/main" id="{D31CBFDD-5D0E-4790-9523-777E86E9654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5" name="object 630">
                    <a:extLst>
                      <a:ext uri="{FF2B5EF4-FFF2-40B4-BE49-F238E27FC236}">
                        <a16:creationId xmlns:a16="http://schemas.microsoft.com/office/drawing/2014/main" id="{192D694C-0C8B-4E95-9248-6FC810A0AAD5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6" name="object 631">
                    <a:extLst>
                      <a:ext uri="{FF2B5EF4-FFF2-40B4-BE49-F238E27FC236}">
                        <a16:creationId xmlns:a16="http://schemas.microsoft.com/office/drawing/2014/main" id="{0A0A505C-A5AC-4EB6-BA30-F9A5693CF05E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7" name="object 632">
                    <a:extLst>
                      <a:ext uri="{FF2B5EF4-FFF2-40B4-BE49-F238E27FC236}">
                        <a16:creationId xmlns:a16="http://schemas.microsoft.com/office/drawing/2014/main" id="{28660D67-F719-4967-8E4F-D6A2F728A080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8" name="object 633">
                    <a:extLst>
                      <a:ext uri="{FF2B5EF4-FFF2-40B4-BE49-F238E27FC236}">
                        <a16:creationId xmlns:a16="http://schemas.microsoft.com/office/drawing/2014/main" id="{AC62E071-4341-4ED1-8E86-F73035BD253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9" name="object 634">
                    <a:extLst>
                      <a:ext uri="{FF2B5EF4-FFF2-40B4-BE49-F238E27FC236}">
                        <a16:creationId xmlns:a16="http://schemas.microsoft.com/office/drawing/2014/main" id="{9B020F11-74B0-4EA0-A938-B522AFFB2C3C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0" name="object 635">
                    <a:extLst>
                      <a:ext uri="{FF2B5EF4-FFF2-40B4-BE49-F238E27FC236}">
                        <a16:creationId xmlns:a16="http://schemas.microsoft.com/office/drawing/2014/main" id="{AFFA57F8-DEB2-4F52-86C1-617B740A0684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1" name="object 636">
                    <a:extLst>
                      <a:ext uri="{FF2B5EF4-FFF2-40B4-BE49-F238E27FC236}">
                        <a16:creationId xmlns:a16="http://schemas.microsoft.com/office/drawing/2014/main" id="{E164F1F2-BCDF-4815-9A1D-58A18E54810C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2" name="object 637">
                    <a:extLst>
                      <a:ext uri="{FF2B5EF4-FFF2-40B4-BE49-F238E27FC236}">
                        <a16:creationId xmlns:a16="http://schemas.microsoft.com/office/drawing/2014/main" id="{364A0759-71F8-46F9-9C60-DC7C2DD51B4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3" name="object 638">
                    <a:extLst>
                      <a:ext uri="{FF2B5EF4-FFF2-40B4-BE49-F238E27FC236}">
                        <a16:creationId xmlns:a16="http://schemas.microsoft.com/office/drawing/2014/main" id="{81C5BDF7-3BEA-4CD4-A02B-8BD9E5DCC14F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4" name="object 639">
                    <a:extLst>
                      <a:ext uri="{FF2B5EF4-FFF2-40B4-BE49-F238E27FC236}">
                        <a16:creationId xmlns:a16="http://schemas.microsoft.com/office/drawing/2014/main" id="{F7BDF714-E555-4ED5-AFD2-EE92154327C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5" name="object 640">
                    <a:extLst>
                      <a:ext uri="{FF2B5EF4-FFF2-40B4-BE49-F238E27FC236}">
                        <a16:creationId xmlns:a16="http://schemas.microsoft.com/office/drawing/2014/main" id="{E455C6D3-E02B-49E9-A150-1C4EBCA2051F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6" name="object 641">
                    <a:extLst>
                      <a:ext uri="{FF2B5EF4-FFF2-40B4-BE49-F238E27FC236}">
                        <a16:creationId xmlns:a16="http://schemas.microsoft.com/office/drawing/2014/main" id="{E623FD20-2440-4AD8-88CA-7FB487A03629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7" name="object 642">
                    <a:extLst>
                      <a:ext uri="{FF2B5EF4-FFF2-40B4-BE49-F238E27FC236}">
                        <a16:creationId xmlns:a16="http://schemas.microsoft.com/office/drawing/2014/main" id="{DC1B826F-8366-4701-895F-E40149AB41A6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8" name="object 643">
                    <a:extLst>
                      <a:ext uri="{FF2B5EF4-FFF2-40B4-BE49-F238E27FC236}">
                        <a16:creationId xmlns:a16="http://schemas.microsoft.com/office/drawing/2014/main" id="{59DB8F70-1649-45F0-A613-D34BA43B728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9" name="object 644">
                    <a:extLst>
                      <a:ext uri="{FF2B5EF4-FFF2-40B4-BE49-F238E27FC236}">
                        <a16:creationId xmlns:a16="http://schemas.microsoft.com/office/drawing/2014/main" id="{2BE223D8-1BA8-47E8-B5D2-6F61F0D724D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0" name="object 645">
                    <a:extLst>
                      <a:ext uri="{FF2B5EF4-FFF2-40B4-BE49-F238E27FC236}">
                        <a16:creationId xmlns:a16="http://schemas.microsoft.com/office/drawing/2014/main" id="{738A0842-5E2E-4681-BCA3-C939E63AA72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1" name="object 646">
                    <a:extLst>
                      <a:ext uri="{FF2B5EF4-FFF2-40B4-BE49-F238E27FC236}">
                        <a16:creationId xmlns:a16="http://schemas.microsoft.com/office/drawing/2014/main" id="{2313FB0D-2A96-4B40-B5A3-5BBD9B82A1CB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2" name="object 647">
                    <a:extLst>
                      <a:ext uri="{FF2B5EF4-FFF2-40B4-BE49-F238E27FC236}">
                        <a16:creationId xmlns:a16="http://schemas.microsoft.com/office/drawing/2014/main" id="{5ECE74BF-8E94-4A91-A00E-7BF4BA3EE0F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3" name="object 648">
                    <a:extLst>
                      <a:ext uri="{FF2B5EF4-FFF2-40B4-BE49-F238E27FC236}">
                        <a16:creationId xmlns:a16="http://schemas.microsoft.com/office/drawing/2014/main" id="{EC86B739-6982-41E4-84AA-E53D3E5A97CC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4" name="object 649">
                    <a:extLst>
                      <a:ext uri="{FF2B5EF4-FFF2-40B4-BE49-F238E27FC236}">
                        <a16:creationId xmlns:a16="http://schemas.microsoft.com/office/drawing/2014/main" id="{D2F66D3F-1FC4-4C2A-9760-C4B30483CC82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5" name="object 650">
                    <a:extLst>
                      <a:ext uri="{FF2B5EF4-FFF2-40B4-BE49-F238E27FC236}">
                        <a16:creationId xmlns:a16="http://schemas.microsoft.com/office/drawing/2014/main" id="{F386DF0E-5011-47BF-B288-731B52B8B1BB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6" name="object 651">
                    <a:extLst>
                      <a:ext uri="{FF2B5EF4-FFF2-40B4-BE49-F238E27FC236}">
                        <a16:creationId xmlns:a16="http://schemas.microsoft.com/office/drawing/2014/main" id="{7AB0443C-8BB1-4DFC-9344-A0041A3111A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7" name="object 652">
                    <a:extLst>
                      <a:ext uri="{FF2B5EF4-FFF2-40B4-BE49-F238E27FC236}">
                        <a16:creationId xmlns:a16="http://schemas.microsoft.com/office/drawing/2014/main" id="{1C038DCF-6566-4EB5-9D67-644C1FA1376A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8" name="object 653">
                    <a:extLst>
                      <a:ext uri="{FF2B5EF4-FFF2-40B4-BE49-F238E27FC236}">
                        <a16:creationId xmlns:a16="http://schemas.microsoft.com/office/drawing/2014/main" id="{CD853718-FCD5-49B6-97CD-5902B706482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9" name="object 654">
                    <a:extLst>
                      <a:ext uri="{FF2B5EF4-FFF2-40B4-BE49-F238E27FC236}">
                        <a16:creationId xmlns:a16="http://schemas.microsoft.com/office/drawing/2014/main" id="{20FBAFA0-5031-46FC-AA81-DC6AAA72530A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0" name="object 655">
                    <a:extLst>
                      <a:ext uri="{FF2B5EF4-FFF2-40B4-BE49-F238E27FC236}">
                        <a16:creationId xmlns:a16="http://schemas.microsoft.com/office/drawing/2014/main" id="{6C3B57E6-70BB-4041-8984-C006E15ADC00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1" name="object 656">
                    <a:extLst>
                      <a:ext uri="{FF2B5EF4-FFF2-40B4-BE49-F238E27FC236}">
                        <a16:creationId xmlns:a16="http://schemas.microsoft.com/office/drawing/2014/main" id="{649B8768-F784-4E7F-A4DF-526723ED57CA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2" name="object 657">
                    <a:extLst>
                      <a:ext uri="{FF2B5EF4-FFF2-40B4-BE49-F238E27FC236}">
                        <a16:creationId xmlns:a16="http://schemas.microsoft.com/office/drawing/2014/main" id="{EFBBA5C9-BFAC-46AB-AF25-A8D9712F1961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3" name="object 658">
                    <a:extLst>
                      <a:ext uri="{FF2B5EF4-FFF2-40B4-BE49-F238E27FC236}">
                        <a16:creationId xmlns:a16="http://schemas.microsoft.com/office/drawing/2014/main" id="{C9741661-1860-487F-B6E2-838842B1A9DB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4" name="object 659">
                    <a:extLst>
                      <a:ext uri="{FF2B5EF4-FFF2-40B4-BE49-F238E27FC236}">
                        <a16:creationId xmlns:a16="http://schemas.microsoft.com/office/drawing/2014/main" id="{EE839165-59B3-43DD-AF5F-B23DB2ECB6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5" name="object 660">
                    <a:extLst>
                      <a:ext uri="{FF2B5EF4-FFF2-40B4-BE49-F238E27FC236}">
                        <a16:creationId xmlns:a16="http://schemas.microsoft.com/office/drawing/2014/main" id="{8E1D2CD7-3570-481C-A20D-528CBDEE4760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6" name="object 661">
                    <a:extLst>
                      <a:ext uri="{FF2B5EF4-FFF2-40B4-BE49-F238E27FC236}">
                        <a16:creationId xmlns:a16="http://schemas.microsoft.com/office/drawing/2014/main" id="{B3918053-7939-497A-BCDC-E57D47E77ED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7" name="object 662">
                    <a:extLst>
                      <a:ext uri="{FF2B5EF4-FFF2-40B4-BE49-F238E27FC236}">
                        <a16:creationId xmlns:a16="http://schemas.microsoft.com/office/drawing/2014/main" id="{EC0FD3B7-4AFB-4F3D-A3EE-FC04DED85F45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8" name="object 663">
                    <a:extLst>
                      <a:ext uri="{FF2B5EF4-FFF2-40B4-BE49-F238E27FC236}">
                        <a16:creationId xmlns:a16="http://schemas.microsoft.com/office/drawing/2014/main" id="{958F99A4-393E-48DA-9506-062649B48CC1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9" name="object 664">
                    <a:extLst>
                      <a:ext uri="{FF2B5EF4-FFF2-40B4-BE49-F238E27FC236}">
                        <a16:creationId xmlns:a16="http://schemas.microsoft.com/office/drawing/2014/main" id="{F8103355-2EC0-4A05-9D1D-F4E808FCD658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0" name="object 665">
                    <a:extLst>
                      <a:ext uri="{FF2B5EF4-FFF2-40B4-BE49-F238E27FC236}">
                        <a16:creationId xmlns:a16="http://schemas.microsoft.com/office/drawing/2014/main" id="{00170A68-CB00-4269-8D0A-AE952B6EBEA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1" name="object 666">
                    <a:extLst>
                      <a:ext uri="{FF2B5EF4-FFF2-40B4-BE49-F238E27FC236}">
                        <a16:creationId xmlns:a16="http://schemas.microsoft.com/office/drawing/2014/main" id="{4D63849F-A482-4EC0-BD03-CD54A96AF43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2" name="object 667">
                    <a:extLst>
                      <a:ext uri="{FF2B5EF4-FFF2-40B4-BE49-F238E27FC236}">
                        <a16:creationId xmlns:a16="http://schemas.microsoft.com/office/drawing/2014/main" id="{20C8C513-5F3A-4A6F-A26C-E165AF8B2F6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3" name="object 668">
                    <a:extLst>
                      <a:ext uri="{FF2B5EF4-FFF2-40B4-BE49-F238E27FC236}">
                        <a16:creationId xmlns:a16="http://schemas.microsoft.com/office/drawing/2014/main" id="{4DA8BD4E-8F88-4FF1-AA99-D440C76DE10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4" name="object 669">
                    <a:extLst>
                      <a:ext uri="{FF2B5EF4-FFF2-40B4-BE49-F238E27FC236}">
                        <a16:creationId xmlns:a16="http://schemas.microsoft.com/office/drawing/2014/main" id="{AF786FCC-5958-4A79-AFAD-BCC9E8D9C432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5" name="object 670">
                    <a:extLst>
                      <a:ext uri="{FF2B5EF4-FFF2-40B4-BE49-F238E27FC236}">
                        <a16:creationId xmlns:a16="http://schemas.microsoft.com/office/drawing/2014/main" id="{48A73585-F8A1-4565-A581-E511AF26CD8D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6" name="object 671">
                    <a:extLst>
                      <a:ext uri="{FF2B5EF4-FFF2-40B4-BE49-F238E27FC236}">
                        <a16:creationId xmlns:a16="http://schemas.microsoft.com/office/drawing/2014/main" id="{F85B6CC9-B90F-4150-9CF8-20504955551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7" name="object 672">
                    <a:extLst>
                      <a:ext uri="{FF2B5EF4-FFF2-40B4-BE49-F238E27FC236}">
                        <a16:creationId xmlns:a16="http://schemas.microsoft.com/office/drawing/2014/main" id="{F8DE5BDC-1F02-4F71-A55F-C483F387E6F6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8" name="object 673">
                    <a:extLst>
                      <a:ext uri="{FF2B5EF4-FFF2-40B4-BE49-F238E27FC236}">
                        <a16:creationId xmlns:a16="http://schemas.microsoft.com/office/drawing/2014/main" id="{2A9C6B59-B922-42F4-9A8F-52C61509E007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9" name="object 674">
                    <a:extLst>
                      <a:ext uri="{FF2B5EF4-FFF2-40B4-BE49-F238E27FC236}">
                        <a16:creationId xmlns:a16="http://schemas.microsoft.com/office/drawing/2014/main" id="{D91ECF58-603B-43C9-B5E4-A69B28FF7FA5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0" name="object 675">
                    <a:extLst>
                      <a:ext uri="{FF2B5EF4-FFF2-40B4-BE49-F238E27FC236}">
                        <a16:creationId xmlns:a16="http://schemas.microsoft.com/office/drawing/2014/main" id="{C4D7DA48-B751-41FE-BDFB-F24C2A8DBD0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1" name="object 676">
                    <a:extLst>
                      <a:ext uri="{FF2B5EF4-FFF2-40B4-BE49-F238E27FC236}">
                        <a16:creationId xmlns:a16="http://schemas.microsoft.com/office/drawing/2014/main" id="{ABC50AE1-15CF-4A6C-AEDF-D9847E38A9A8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2" name="object 677">
                    <a:extLst>
                      <a:ext uri="{FF2B5EF4-FFF2-40B4-BE49-F238E27FC236}">
                        <a16:creationId xmlns:a16="http://schemas.microsoft.com/office/drawing/2014/main" id="{45114CBE-1E6F-4397-8804-ADF30B631B1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3" name="object 678">
                    <a:extLst>
                      <a:ext uri="{FF2B5EF4-FFF2-40B4-BE49-F238E27FC236}">
                        <a16:creationId xmlns:a16="http://schemas.microsoft.com/office/drawing/2014/main" id="{E4988A95-A664-4FDA-B73A-F7309C1B5F8B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4" name="object 679">
                    <a:extLst>
                      <a:ext uri="{FF2B5EF4-FFF2-40B4-BE49-F238E27FC236}">
                        <a16:creationId xmlns:a16="http://schemas.microsoft.com/office/drawing/2014/main" id="{B4ED1B52-47CA-4A88-9204-378E9F2C230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5" name="object 680">
                    <a:extLst>
                      <a:ext uri="{FF2B5EF4-FFF2-40B4-BE49-F238E27FC236}">
                        <a16:creationId xmlns:a16="http://schemas.microsoft.com/office/drawing/2014/main" id="{88A46F38-6667-48E5-9602-22717F9F494F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6" name="object 681">
                    <a:extLst>
                      <a:ext uri="{FF2B5EF4-FFF2-40B4-BE49-F238E27FC236}">
                        <a16:creationId xmlns:a16="http://schemas.microsoft.com/office/drawing/2014/main" id="{592BA318-5219-4E4F-BA70-D4A9CA6E4681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7" name="object 682">
                    <a:extLst>
                      <a:ext uri="{FF2B5EF4-FFF2-40B4-BE49-F238E27FC236}">
                        <a16:creationId xmlns:a16="http://schemas.microsoft.com/office/drawing/2014/main" id="{B1684F3D-AF9A-444C-A23F-9AEAFF4FE60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8" name="object 683">
                    <a:extLst>
                      <a:ext uri="{FF2B5EF4-FFF2-40B4-BE49-F238E27FC236}">
                        <a16:creationId xmlns:a16="http://schemas.microsoft.com/office/drawing/2014/main" id="{4BEBC935-57C1-49B5-8A15-C165297DF1F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9" name="object 684">
                    <a:extLst>
                      <a:ext uri="{FF2B5EF4-FFF2-40B4-BE49-F238E27FC236}">
                        <a16:creationId xmlns:a16="http://schemas.microsoft.com/office/drawing/2014/main" id="{59AD3751-7712-4062-A424-793E365C7B4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0" name="object 685">
                    <a:extLst>
                      <a:ext uri="{FF2B5EF4-FFF2-40B4-BE49-F238E27FC236}">
                        <a16:creationId xmlns:a16="http://schemas.microsoft.com/office/drawing/2014/main" id="{39619CCF-1BB3-4990-BD36-8D78813E79DE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1" name="object 686">
                    <a:extLst>
                      <a:ext uri="{FF2B5EF4-FFF2-40B4-BE49-F238E27FC236}">
                        <a16:creationId xmlns:a16="http://schemas.microsoft.com/office/drawing/2014/main" id="{12206E50-FC0F-4AFD-9CD8-526937ECC54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2" name="object 687">
                    <a:extLst>
                      <a:ext uri="{FF2B5EF4-FFF2-40B4-BE49-F238E27FC236}">
                        <a16:creationId xmlns:a16="http://schemas.microsoft.com/office/drawing/2014/main" id="{6FA46547-D5E1-45B2-8AE8-EC5873D4503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3" name="object 688">
                    <a:extLst>
                      <a:ext uri="{FF2B5EF4-FFF2-40B4-BE49-F238E27FC236}">
                        <a16:creationId xmlns:a16="http://schemas.microsoft.com/office/drawing/2014/main" id="{9F1EB53B-AB75-4535-8A94-716A3954C7BC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4" name="object 689">
                    <a:extLst>
                      <a:ext uri="{FF2B5EF4-FFF2-40B4-BE49-F238E27FC236}">
                        <a16:creationId xmlns:a16="http://schemas.microsoft.com/office/drawing/2014/main" id="{AAEFED1A-B665-4C6A-A64E-61E0528D9C09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5" name="object 690">
                    <a:extLst>
                      <a:ext uri="{FF2B5EF4-FFF2-40B4-BE49-F238E27FC236}">
                        <a16:creationId xmlns:a16="http://schemas.microsoft.com/office/drawing/2014/main" id="{F83173FD-9E75-4306-8B6C-FD112B00403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6" name="object 691">
                    <a:extLst>
                      <a:ext uri="{FF2B5EF4-FFF2-40B4-BE49-F238E27FC236}">
                        <a16:creationId xmlns:a16="http://schemas.microsoft.com/office/drawing/2014/main" id="{E0471ADD-9BE0-4E8E-81E0-C9D68AD687E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7" name="object 692">
                    <a:extLst>
                      <a:ext uri="{FF2B5EF4-FFF2-40B4-BE49-F238E27FC236}">
                        <a16:creationId xmlns:a16="http://schemas.microsoft.com/office/drawing/2014/main" id="{0813C903-99D2-455E-9490-72B81E6CA4C7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8" name="object 693">
                    <a:extLst>
                      <a:ext uri="{FF2B5EF4-FFF2-40B4-BE49-F238E27FC236}">
                        <a16:creationId xmlns:a16="http://schemas.microsoft.com/office/drawing/2014/main" id="{4C778301-BB67-4E6C-85E9-2090B84A536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9" name="object 694">
                    <a:extLst>
                      <a:ext uri="{FF2B5EF4-FFF2-40B4-BE49-F238E27FC236}">
                        <a16:creationId xmlns:a16="http://schemas.microsoft.com/office/drawing/2014/main" id="{09D094DD-48C8-4A4F-8EBE-9B23B56F5F47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0" name="object 695">
                    <a:extLst>
                      <a:ext uri="{FF2B5EF4-FFF2-40B4-BE49-F238E27FC236}">
                        <a16:creationId xmlns:a16="http://schemas.microsoft.com/office/drawing/2014/main" id="{A0FD50F1-86B9-4A19-9058-5F57DA3BEE73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1" name="object 696">
                    <a:extLst>
                      <a:ext uri="{FF2B5EF4-FFF2-40B4-BE49-F238E27FC236}">
                        <a16:creationId xmlns:a16="http://schemas.microsoft.com/office/drawing/2014/main" id="{32EE5FB5-E089-4367-AE59-F8E954242C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2" name="object 697">
                    <a:extLst>
                      <a:ext uri="{FF2B5EF4-FFF2-40B4-BE49-F238E27FC236}">
                        <a16:creationId xmlns:a16="http://schemas.microsoft.com/office/drawing/2014/main" id="{33CB076C-C0D1-4AAF-AB8B-C06A1F41340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3" name="object 698">
                    <a:extLst>
                      <a:ext uri="{FF2B5EF4-FFF2-40B4-BE49-F238E27FC236}">
                        <a16:creationId xmlns:a16="http://schemas.microsoft.com/office/drawing/2014/main" id="{97DFA395-E403-44E3-896E-9D73164D5F66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4" name="object 699">
                    <a:extLst>
                      <a:ext uri="{FF2B5EF4-FFF2-40B4-BE49-F238E27FC236}">
                        <a16:creationId xmlns:a16="http://schemas.microsoft.com/office/drawing/2014/main" id="{01FDDB68-AFA2-43CD-A173-CB86694674B9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5" name="object 700">
                    <a:extLst>
                      <a:ext uri="{FF2B5EF4-FFF2-40B4-BE49-F238E27FC236}">
                        <a16:creationId xmlns:a16="http://schemas.microsoft.com/office/drawing/2014/main" id="{E78C4ABA-5140-447B-A5AE-F29B2F893D9D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6" name="object 701">
                    <a:extLst>
                      <a:ext uri="{FF2B5EF4-FFF2-40B4-BE49-F238E27FC236}">
                        <a16:creationId xmlns:a16="http://schemas.microsoft.com/office/drawing/2014/main" id="{1330B870-E3FA-4405-AB9D-5D55E908CC17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7" name="object 702">
                    <a:extLst>
                      <a:ext uri="{FF2B5EF4-FFF2-40B4-BE49-F238E27FC236}">
                        <a16:creationId xmlns:a16="http://schemas.microsoft.com/office/drawing/2014/main" id="{D701D376-8EF8-4D7B-9852-0432308B120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8" name="object 703">
                    <a:extLst>
                      <a:ext uri="{FF2B5EF4-FFF2-40B4-BE49-F238E27FC236}">
                        <a16:creationId xmlns:a16="http://schemas.microsoft.com/office/drawing/2014/main" id="{16E6BF4A-C1D5-444E-B410-ADE291A0FB6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9" name="object 704">
                    <a:extLst>
                      <a:ext uri="{FF2B5EF4-FFF2-40B4-BE49-F238E27FC236}">
                        <a16:creationId xmlns:a16="http://schemas.microsoft.com/office/drawing/2014/main" id="{67A85AEA-5EC9-4F11-95E2-6EA824D47D50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0" name="object 705">
                    <a:extLst>
                      <a:ext uri="{FF2B5EF4-FFF2-40B4-BE49-F238E27FC236}">
                        <a16:creationId xmlns:a16="http://schemas.microsoft.com/office/drawing/2014/main" id="{C9B1D379-AE6E-403D-A18F-36C4F672023C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1" name="object 706">
                    <a:extLst>
                      <a:ext uri="{FF2B5EF4-FFF2-40B4-BE49-F238E27FC236}">
                        <a16:creationId xmlns:a16="http://schemas.microsoft.com/office/drawing/2014/main" id="{08B9461F-0E88-4D0B-8DB9-B18F4564EE2F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2" name="object 707">
                    <a:extLst>
                      <a:ext uri="{FF2B5EF4-FFF2-40B4-BE49-F238E27FC236}">
                        <a16:creationId xmlns:a16="http://schemas.microsoft.com/office/drawing/2014/main" id="{32D107FA-2CC6-4567-A522-680F7B7D02F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3" name="object 708">
                    <a:extLst>
                      <a:ext uri="{FF2B5EF4-FFF2-40B4-BE49-F238E27FC236}">
                        <a16:creationId xmlns:a16="http://schemas.microsoft.com/office/drawing/2014/main" id="{1AAF0CA7-F4C7-4BDB-961B-C9364F839C32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4" name="object 709">
                    <a:extLst>
                      <a:ext uri="{FF2B5EF4-FFF2-40B4-BE49-F238E27FC236}">
                        <a16:creationId xmlns:a16="http://schemas.microsoft.com/office/drawing/2014/main" id="{3258F34E-AE1E-497A-947C-63055127D3B1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5" name="object 710">
                    <a:extLst>
                      <a:ext uri="{FF2B5EF4-FFF2-40B4-BE49-F238E27FC236}">
                        <a16:creationId xmlns:a16="http://schemas.microsoft.com/office/drawing/2014/main" id="{5155D4E6-B34F-44FA-A696-44EB4AA5D51D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6" name="object 711">
                    <a:extLst>
                      <a:ext uri="{FF2B5EF4-FFF2-40B4-BE49-F238E27FC236}">
                        <a16:creationId xmlns:a16="http://schemas.microsoft.com/office/drawing/2014/main" id="{09A88106-F753-4197-826C-97D57F6C1B04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7" name="object 712">
                    <a:extLst>
                      <a:ext uri="{FF2B5EF4-FFF2-40B4-BE49-F238E27FC236}">
                        <a16:creationId xmlns:a16="http://schemas.microsoft.com/office/drawing/2014/main" id="{F790C760-7728-479B-B190-26F6DE74204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8" name="object 713">
                    <a:extLst>
                      <a:ext uri="{FF2B5EF4-FFF2-40B4-BE49-F238E27FC236}">
                        <a16:creationId xmlns:a16="http://schemas.microsoft.com/office/drawing/2014/main" id="{67225CCE-D0A6-4AFB-AE05-2588A9078F4E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9" name="object 714">
                    <a:extLst>
                      <a:ext uri="{FF2B5EF4-FFF2-40B4-BE49-F238E27FC236}">
                        <a16:creationId xmlns:a16="http://schemas.microsoft.com/office/drawing/2014/main" id="{9A9472FF-790F-446B-A2C5-D394B29AE4D1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0" name="object 715">
                    <a:extLst>
                      <a:ext uri="{FF2B5EF4-FFF2-40B4-BE49-F238E27FC236}">
                        <a16:creationId xmlns:a16="http://schemas.microsoft.com/office/drawing/2014/main" id="{FE4F92A1-230A-4609-8451-FB1984BE7860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1" name="object 716">
                    <a:extLst>
                      <a:ext uri="{FF2B5EF4-FFF2-40B4-BE49-F238E27FC236}">
                        <a16:creationId xmlns:a16="http://schemas.microsoft.com/office/drawing/2014/main" id="{FD640DEB-8A71-4876-A494-FE673C511F06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2" name="object 717">
                    <a:extLst>
                      <a:ext uri="{FF2B5EF4-FFF2-40B4-BE49-F238E27FC236}">
                        <a16:creationId xmlns:a16="http://schemas.microsoft.com/office/drawing/2014/main" id="{F272A522-B0BB-43E3-B13C-2DCB41D605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3" name="object 718">
                    <a:extLst>
                      <a:ext uri="{FF2B5EF4-FFF2-40B4-BE49-F238E27FC236}">
                        <a16:creationId xmlns:a16="http://schemas.microsoft.com/office/drawing/2014/main" id="{89503D5D-D105-4FFD-8ED8-D8301F4F5519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4" name="object 719">
                    <a:extLst>
                      <a:ext uri="{FF2B5EF4-FFF2-40B4-BE49-F238E27FC236}">
                        <a16:creationId xmlns:a16="http://schemas.microsoft.com/office/drawing/2014/main" id="{A0C1E881-C250-4B6E-8611-1D0E03056416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5" name="object 720">
                    <a:extLst>
                      <a:ext uri="{FF2B5EF4-FFF2-40B4-BE49-F238E27FC236}">
                        <a16:creationId xmlns:a16="http://schemas.microsoft.com/office/drawing/2014/main" id="{9D6D0D3E-C86A-415D-9070-7160549DF4B8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6" name="object 721">
                    <a:extLst>
                      <a:ext uri="{FF2B5EF4-FFF2-40B4-BE49-F238E27FC236}">
                        <a16:creationId xmlns:a16="http://schemas.microsoft.com/office/drawing/2014/main" id="{ABEFD4F8-E761-462F-BA39-AFD9AFD3EF3E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7" name="object 722">
                    <a:extLst>
                      <a:ext uri="{FF2B5EF4-FFF2-40B4-BE49-F238E27FC236}">
                        <a16:creationId xmlns:a16="http://schemas.microsoft.com/office/drawing/2014/main" id="{8ACC11E1-B738-499B-BF23-334063C0F92B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8" name="object 723">
                    <a:extLst>
                      <a:ext uri="{FF2B5EF4-FFF2-40B4-BE49-F238E27FC236}">
                        <a16:creationId xmlns:a16="http://schemas.microsoft.com/office/drawing/2014/main" id="{E9620E41-103A-4285-92AE-DAC051198E7F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9" name="object 724">
                    <a:extLst>
                      <a:ext uri="{FF2B5EF4-FFF2-40B4-BE49-F238E27FC236}">
                        <a16:creationId xmlns:a16="http://schemas.microsoft.com/office/drawing/2014/main" id="{CD4C0E94-81F7-4521-9939-4A5E47B55F0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0" name="object 725">
                    <a:extLst>
                      <a:ext uri="{FF2B5EF4-FFF2-40B4-BE49-F238E27FC236}">
                        <a16:creationId xmlns:a16="http://schemas.microsoft.com/office/drawing/2014/main" id="{5860874E-71F8-4BB7-A009-40BC2D5535BE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1" name="object 726">
                    <a:extLst>
                      <a:ext uri="{FF2B5EF4-FFF2-40B4-BE49-F238E27FC236}">
                        <a16:creationId xmlns:a16="http://schemas.microsoft.com/office/drawing/2014/main" id="{76074864-27B8-4D8F-8C5E-9DA4D143F506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2" name="object 727">
                    <a:extLst>
                      <a:ext uri="{FF2B5EF4-FFF2-40B4-BE49-F238E27FC236}">
                        <a16:creationId xmlns:a16="http://schemas.microsoft.com/office/drawing/2014/main" id="{A272E8C0-10AA-4740-86B4-EE7D8D50730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3" name="object 728">
                    <a:extLst>
                      <a:ext uri="{FF2B5EF4-FFF2-40B4-BE49-F238E27FC236}">
                        <a16:creationId xmlns:a16="http://schemas.microsoft.com/office/drawing/2014/main" id="{C1159335-B4EC-4A93-954F-A6AF5A287DF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4" name="object 729">
                    <a:extLst>
                      <a:ext uri="{FF2B5EF4-FFF2-40B4-BE49-F238E27FC236}">
                        <a16:creationId xmlns:a16="http://schemas.microsoft.com/office/drawing/2014/main" id="{D66A3A99-9FE9-4608-B107-4FC55EF2992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5" name="object 730">
                    <a:extLst>
                      <a:ext uri="{FF2B5EF4-FFF2-40B4-BE49-F238E27FC236}">
                        <a16:creationId xmlns:a16="http://schemas.microsoft.com/office/drawing/2014/main" id="{9AF18B09-A17F-4904-94A1-DC6C20CE9BC2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6" name="object 731">
                    <a:extLst>
                      <a:ext uri="{FF2B5EF4-FFF2-40B4-BE49-F238E27FC236}">
                        <a16:creationId xmlns:a16="http://schemas.microsoft.com/office/drawing/2014/main" id="{85CA596D-72CC-44A9-A7F9-E5220541E49E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7" name="object 732">
                    <a:extLst>
                      <a:ext uri="{FF2B5EF4-FFF2-40B4-BE49-F238E27FC236}">
                        <a16:creationId xmlns:a16="http://schemas.microsoft.com/office/drawing/2014/main" id="{9CBADBF4-958F-4A5F-A886-D43D1963CA8A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8" name="object 733">
                    <a:extLst>
                      <a:ext uri="{FF2B5EF4-FFF2-40B4-BE49-F238E27FC236}">
                        <a16:creationId xmlns:a16="http://schemas.microsoft.com/office/drawing/2014/main" id="{BC5FC93D-B384-4F04-A50F-87EDAE8F90F8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9" name="object 734">
                    <a:extLst>
                      <a:ext uri="{FF2B5EF4-FFF2-40B4-BE49-F238E27FC236}">
                        <a16:creationId xmlns:a16="http://schemas.microsoft.com/office/drawing/2014/main" id="{E21C546E-9477-4EB9-8185-8BC66402C432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0" name="object 735">
                    <a:extLst>
                      <a:ext uri="{FF2B5EF4-FFF2-40B4-BE49-F238E27FC236}">
                        <a16:creationId xmlns:a16="http://schemas.microsoft.com/office/drawing/2014/main" id="{D8E64A7C-3030-45B3-A68F-FBA97BA6EDC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1" name="object 736">
                    <a:extLst>
                      <a:ext uri="{FF2B5EF4-FFF2-40B4-BE49-F238E27FC236}">
                        <a16:creationId xmlns:a16="http://schemas.microsoft.com/office/drawing/2014/main" id="{2CECA021-10DF-4EE0-974C-01880927357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2" name="object 737">
                    <a:extLst>
                      <a:ext uri="{FF2B5EF4-FFF2-40B4-BE49-F238E27FC236}">
                        <a16:creationId xmlns:a16="http://schemas.microsoft.com/office/drawing/2014/main" id="{94FCACC0-AC61-4E5E-B8B1-8F06F8D030B3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3" name="object 738">
                    <a:extLst>
                      <a:ext uri="{FF2B5EF4-FFF2-40B4-BE49-F238E27FC236}">
                        <a16:creationId xmlns:a16="http://schemas.microsoft.com/office/drawing/2014/main" id="{3E0DAD75-DF05-41B6-B461-0DE2E4A05DB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4" name="object 739">
                    <a:extLst>
                      <a:ext uri="{FF2B5EF4-FFF2-40B4-BE49-F238E27FC236}">
                        <a16:creationId xmlns:a16="http://schemas.microsoft.com/office/drawing/2014/main" id="{F72352A0-7B40-4816-8E13-C25A50766F53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5" name="object 740">
                    <a:extLst>
                      <a:ext uri="{FF2B5EF4-FFF2-40B4-BE49-F238E27FC236}">
                        <a16:creationId xmlns:a16="http://schemas.microsoft.com/office/drawing/2014/main" id="{4B3AA252-4D07-453A-9E09-8EFA81BC9845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6" name="object 741">
                    <a:extLst>
                      <a:ext uri="{FF2B5EF4-FFF2-40B4-BE49-F238E27FC236}">
                        <a16:creationId xmlns:a16="http://schemas.microsoft.com/office/drawing/2014/main" id="{69C66BB0-50EF-46BC-870B-F138F51E600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7" name="object 742">
                    <a:extLst>
                      <a:ext uri="{FF2B5EF4-FFF2-40B4-BE49-F238E27FC236}">
                        <a16:creationId xmlns:a16="http://schemas.microsoft.com/office/drawing/2014/main" id="{4C143C86-14B0-4E58-B229-B9C4B95F141B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8" name="object 743">
                    <a:extLst>
                      <a:ext uri="{FF2B5EF4-FFF2-40B4-BE49-F238E27FC236}">
                        <a16:creationId xmlns:a16="http://schemas.microsoft.com/office/drawing/2014/main" id="{1B43095D-D71D-4A6F-8376-0473E12FD583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9" name="object 744">
                    <a:extLst>
                      <a:ext uri="{FF2B5EF4-FFF2-40B4-BE49-F238E27FC236}">
                        <a16:creationId xmlns:a16="http://schemas.microsoft.com/office/drawing/2014/main" id="{1917A005-A928-43F2-9B90-649B2B2DE64F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0" name="object 745">
                    <a:extLst>
                      <a:ext uri="{FF2B5EF4-FFF2-40B4-BE49-F238E27FC236}">
                        <a16:creationId xmlns:a16="http://schemas.microsoft.com/office/drawing/2014/main" id="{BFDDA5F6-15E5-4687-BF36-ECF87CD13A2C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1" name="object 746">
                    <a:extLst>
                      <a:ext uri="{FF2B5EF4-FFF2-40B4-BE49-F238E27FC236}">
                        <a16:creationId xmlns:a16="http://schemas.microsoft.com/office/drawing/2014/main" id="{3AA5A264-A62C-4D30-8C34-570F7933F02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2" name="object 747">
                    <a:extLst>
                      <a:ext uri="{FF2B5EF4-FFF2-40B4-BE49-F238E27FC236}">
                        <a16:creationId xmlns:a16="http://schemas.microsoft.com/office/drawing/2014/main" id="{9A71DAE0-942B-4A52-AB54-43C4742C751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3" name="object 748">
                    <a:extLst>
                      <a:ext uri="{FF2B5EF4-FFF2-40B4-BE49-F238E27FC236}">
                        <a16:creationId xmlns:a16="http://schemas.microsoft.com/office/drawing/2014/main" id="{07513514-F87E-4E6B-8ACA-48BF5466B89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4" name="object 749">
                    <a:extLst>
                      <a:ext uri="{FF2B5EF4-FFF2-40B4-BE49-F238E27FC236}">
                        <a16:creationId xmlns:a16="http://schemas.microsoft.com/office/drawing/2014/main" id="{A257136F-1249-401D-8897-17F98AF2F2E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5" name="object 750">
                    <a:extLst>
                      <a:ext uri="{FF2B5EF4-FFF2-40B4-BE49-F238E27FC236}">
                        <a16:creationId xmlns:a16="http://schemas.microsoft.com/office/drawing/2014/main" id="{3D5740C3-6802-4DCC-B4F5-4991A52A6D2D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6" name="object 751">
                    <a:extLst>
                      <a:ext uri="{FF2B5EF4-FFF2-40B4-BE49-F238E27FC236}">
                        <a16:creationId xmlns:a16="http://schemas.microsoft.com/office/drawing/2014/main" id="{7A054104-BD6D-4A5E-BBEA-B82F0074E64E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7" name="object 752">
                    <a:extLst>
                      <a:ext uri="{FF2B5EF4-FFF2-40B4-BE49-F238E27FC236}">
                        <a16:creationId xmlns:a16="http://schemas.microsoft.com/office/drawing/2014/main" id="{A338FE32-6BC1-4E27-A08A-922F7653A63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8" name="object 753">
                    <a:extLst>
                      <a:ext uri="{FF2B5EF4-FFF2-40B4-BE49-F238E27FC236}">
                        <a16:creationId xmlns:a16="http://schemas.microsoft.com/office/drawing/2014/main" id="{F0F44A6A-4901-4B5C-9DA7-B64A761CC6D2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9" name="object 754">
                    <a:extLst>
                      <a:ext uri="{FF2B5EF4-FFF2-40B4-BE49-F238E27FC236}">
                        <a16:creationId xmlns:a16="http://schemas.microsoft.com/office/drawing/2014/main" id="{B3195A3D-9A00-44D0-A64A-E2140414529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0" name="object 755">
                    <a:extLst>
                      <a:ext uri="{FF2B5EF4-FFF2-40B4-BE49-F238E27FC236}">
                        <a16:creationId xmlns:a16="http://schemas.microsoft.com/office/drawing/2014/main" id="{833189C1-1CC6-478C-9EBB-5319D5DF90ED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1" name="object 756">
                    <a:extLst>
                      <a:ext uri="{FF2B5EF4-FFF2-40B4-BE49-F238E27FC236}">
                        <a16:creationId xmlns:a16="http://schemas.microsoft.com/office/drawing/2014/main" id="{E4E93CF3-1F1F-42BB-87FA-8A1A5CAED5ED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2" name="object 757">
                    <a:extLst>
                      <a:ext uri="{FF2B5EF4-FFF2-40B4-BE49-F238E27FC236}">
                        <a16:creationId xmlns:a16="http://schemas.microsoft.com/office/drawing/2014/main" id="{DC5FE4B8-FEEF-488D-9A5E-E5E8262EAAA6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3" name="object 758">
                    <a:extLst>
                      <a:ext uri="{FF2B5EF4-FFF2-40B4-BE49-F238E27FC236}">
                        <a16:creationId xmlns:a16="http://schemas.microsoft.com/office/drawing/2014/main" id="{1277CC67-6F24-4727-8F54-2ECE8AC7C7EE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4" name="object 759">
                    <a:extLst>
                      <a:ext uri="{FF2B5EF4-FFF2-40B4-BE49-F238E27FC236}">
                        <a16:creationId xmlns:a16="http://schemas.microsoft.com/office/drawing/2014/main" id="{F7C8A43D-4827-4D36-86AE-E836D30FF724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5" name="object 760">
                    <a:extLst>
                      <a:ext uri="{FF2B5EF4-FFF2-40B4-BE49-F238E27FC236}">
                        <a16:creationId xmlns:a16="http://schemas.microsoft.com/office/drawing/2014/main" id="{49C8AAB8-2D3C-4477-B5A8-33A50B2B064F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6" name="object 761">
                    <a:extLst>
                      <a:ext uri="{FF2B5EF4-FFF2-40B4-BE49-F238E27FC236}">
                        <a16:creationId xmlns:a16="http://schemas.microsoft.com/office/drawing/2014/main" id="{06CBB61A-2241-4A66-B88A-D5B6E41D5E52}"/>
                      </a:ext>
                    </a:extLst>
                  </p:cNvPr>
                  <p:cNvSpPr/>
                  <p:nvPr/>
                </p:nvSpPr>
                <p:spPr>
                  <a:xfrm>
                    <a:off x="8056179" y="575410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2578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52578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7" name="object 762">
                    <a:extLst>
                      <a:ext uri="{FF2B5EF4-FFF2-40B4-BE49-F238E27FC236}">
                        <a16:creationId xmlns:a16="http://schemas.microsoft.com/office/drawing/2014/main" id="{A4558FCB-C5A0-4108-BE57-A1D0E5FFC5C8}"/>
                      </a:ext>
                    </a:extLst>
                  </p:cNvPr>
                  <p:cNvSpPr/>
                  <p:nvPr/>
                </p:nvSpPr>
                <p:spPr>
                  <a:xfrm>
                    <a:off x="80561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8" name="object 763">
                    <a:extLst>
                      <a:ext uri="{FF2B5EF4-FFF2-40B4-BE49-F238E27FC236}">
                        <a16:creationId xmlns:a16="http://schemas.microsoft.com/office/drawing/2014/main" id="{295D3E9F-B22D-4386-948D-D89B2FDB5F42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9" name="object 764">
                    <a:extLst>
                      <a:ext uri="{FF2B5EF4-FFF2-40B4-BE49-F238E27FC236}">
                        <a16:creationId xmlns:a16="http://schemas.microsoft.com/office/drawing/2014/main" id="{58671492-50E8-4601-AED1-22C00129B670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0" name="object 765">
                    <a:extLst>
                      <a:ext uri="{FF2B5EF4-FFF2-40B4-BE49-F238E27FC236}">
                        <a16:creationId xmlns:a16="http://schemas.microsoft.com/office/drawing/2014/main" id="{7F94CD0E-A3F9-488B-BF42-87F5CFD6AD70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1" name="object 766">
                    <a:extLst>
                      <a:ext uri="{FF2B5EF4-FFF2-40B4-BE49-F238E27FC236}">
                        <a16:creationId xmlns:a16="http://schemas.microsoft.com/office/drawing/2014/main" id="{0CC0ED0B-ADA6-46B5-8357-F04341690A9E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2" name="object 767">
                    <a:extLst>
                      <a:ext uri="{FF2B5EF4-FFF2-40B4-BE49-F238E27FC236}">
                        <a16:creationId xmlns:a16="http://schemas.microsoft.com/office/drawing/2014/main" id="{C1A27028-2504-49BB-8237-52687E23C80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3" name="object 768">
                    <a:extLst>
                      <a:ext uri="{FF2B5EF4-FFF2-40B4-BE49-F238E27FC236}">
                        <a16:creationId xmlns:a16="http://schemas.microsoft.com/office/drawing/2014/main" id="{03ECDF27-6807-4C4F-913B-61D498BE568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4" name="object 769">
                    <a:extLst>
                      <a:ext uri="{FF2B5EF4-FFF2-40B4-BE49-F238E27FC236}">
                        <a16:creationId xmlns:a16="http://schemas.microsoft.com/office/drawing/2014/main" id="{4D4E1F6A-6939-493D-99E6-65CB599CCED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5" name="object 770">
                    <a:extLst>
                      <a:ext uri="{FF2B5EF4-FFF2-40B4-BE49-F238E27FC236}">
                        <a16:creationId xmlns:a16="http://schemas.microsoft.com/office/drawing/2014/main" id="{702B9754-08D8-4AF1-ABEA-C3DC797E4BB9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6" name="object 771">
                    <a:extLst>
                      <a:ext uri="{FF2B5EF4-FFF2-40B4-BE49-F238E27FC236}">
                        <a16:creationId xmlns:a16="http://schemas.microsoft.com/office/drawing/2014/main" id="{0E467357-8A9F-42CD-B7CB-7F7174625BA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7" name="object 772">
                    <a:extLst>
                      <a:ext uri="{FF2B5EF4-FFF2-40B4-BE49-F238E27FC236}">
                        <a16:creationId xmlns:a16="http://schemas.microsoft.com/office/drawing/2014/main" id="{3B375D6C-C475-4742-B61A-F52FD7B48F8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8" name="object 773">
                    <a:extLst>
                      <a:ext uri="{FF2B5EF4-FFF2-40B4-BE49-F238E27FC236}">
                        <a16:creationId xmlns:a16="http://schemas.microsoft.com/office/drawing/2014/main" id="{4335CBB0-AF2F-41E8-8232-4E6389E6FEC7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9" name="object 774">
                    <a:extLst>
                      <a:ext uri="{FF2B5EF4-FFF2-40B4-BE49-F238E27FC236}">
                        <a16:creationId xmlns:a16="http://schemas.microsoft.com/office/drawing/2014/main" id="{852CD4BE-7A73-47C1-815F-1AF6E22CADE0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0" name="object 775">
                    <a:extLst>
                      <a:ext uri="{FF2B5EF4-FFF2-40B4-BE49-F238E27FC236}">
                        <a16:creationId xmlns:a16="http://schemas.microsoft.com/office/drawing/2014/main" id="{7B53E61C-BA98-4313-A1DB-BF09B6CAB34E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1" name="object 776">
                    <a:extLst>
                      <a:ext uri="{FF2B5EF4-FFF2-40B4-BE49-F238E27FC236}">
                        <a16:creationId xmlns:a16="http://schemas.microsoft.com/office/drawing/2014/main" id="{5A84E1FB-505E-43E4-9B84-106B1F6B6B27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2" name="object 777">
                    <a:extLst>
                      <a:ext uri="{FF2B5EF4-FFF2-40B4-BE49-F238E27FC236}">
                        <a16:creationId xmlns:a16="http://schemas.microsoft.com/office/drawing/2014/main" id="{CCDB447E-8880-4909-9E4E-E8597BC2A64F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3" name="object 778">
                    <a:extLst>
                      <a:ext uri="{FF2B5EF4-FFF2-40B4-BE49-F238E27FC236}">
                        <a16:creationId xmlns:a16="http://schemas.microsoft.com/office/drawing/2014/main" id="{F6DAD723-EEA3-47CD-9B03-97DF11FF3E37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4" name="object 779">
                    <a:extLst>
                      <a:ext uri="{FF2B5EF4-FFF2-40B4-BE49-F238E27FC236}">
                        <a16:creationId xmlns:a16="http://schemas.microsoft.com/office/drawing/2014/main" id="{9D6AE4FA-157C-412C-9AEA-4DD9D4EC383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5" name="object 780">
                    <a:extLst>
                      <a:ext uri="{FF2B5EF4-FFF2-40B4-BE49-F238E27FC236}">
                        <a16:creationId xmlns:a16="http://schemas.microsoft.com/office/drawing/2014/main" id="{019D4591-EBB9-4E1A-87C4-6643AB5388B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6" name="object 781">
                    <a:extLst>
                      <a:ext uri="{FF2B5EF4-FFF2-40B4-BE49-F238E27FC236}">
                        <a16:creationId xmlns:a16="http://schemas.microsoft.com/office/drawing/2014/main" id="{FC862F01-1776-40AD-93ED-01508617736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7" name="object 782">
                    <a:extLst>
                      <a:ext uri="{FF2B5EF4-FFF2-40B4-BE49-F238E27FC236}">
                        <a16:creationId xmlns:a16="http://schemas.microsoft.com/office/drawing/2014/main" id="{A4E74B44-9EF9-4FD4-BD15-39B0637AE52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8" name="object 783">
                    <a:extLst>
                      <a:ext uri="{FF2B5EF4-FFF2-40B4-BE49-F238E27FC236}">
                        <a16:creationId xmlns:a16="http://schemas.microsoft.com/office/drawing/2014/main" id="{1D1D87F4-4342-432E-9497-E989FED9CEB8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9" name="object 784">
                    <a:extLst>
                      <a:ext uri="{FF2B5EF4-FFF2-40B4-BE49-F238E27FC236}">
                        <a16:creationId xmlns:a16="http://schemas.microsoft.com/office/drawing/2014/main" id="{E7343352-D453-443B-9707-95581895FE24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0" name="object 785">
                    <a:extLst>
                      <a:ext uri="{FF2B5EF4-FFF2-40B4-BE49-F238E27FC236}">
                        <a16:creationId xmlns:a16="http://schemas.microsoft.com/office/drawing/2014/main" id="{03DE3BF6-8484-458B-B482-FBF886D7811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1" name="object 786">
                    <a:extLst>
                      <a:ext uri="{FF2B5EF4-FFF2-40B4-BE49-F238E27FC236}">
                        <a16:creationId xmlns:a16="http://schemas.microsoft.com/office/drawing/2014/main" id="{599396AC-5E4F-4F05-8EEB-54738E4309DD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2" name="object 787">
                    <a:extLst>
                      <a:ext uri="{FF2B5EF4-FFF2-40B4-BE49-F238E27FC236}">
                        <a16:creationId xmlns:a16="http://schemas.microsoft.com/office/drawing/2014/main" id="{4C1438B0-CB21-4271-BC1A-A943BCFFF1A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3" name="object 788">
                    <a:extLst>
                      <a:ext uri="{FF2B5EF4-FFF2-40B4-BE49-F238E27FC236}">
                        <a16:creationId xmlns:a16="http://schemas.microsoft.com/office/drawing/2014/main" id="{D842F578-7FAA-45E7-8977-4677B0979E4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4" name="object 789">
                    <a:extLst>
                      <a:ext uri="{FF2B5EF4-FFF2-40B4-BE49-F238E27FC236}">
                        <a16:creationId xmlns:a16="http://schemas.microsoft.com/office/drawing/2014/main" id="{E9CDF791-39D7-40A5-B926-278B45FC2C85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5" name="object 790">
                    <a:extLst>
                      <a:ext uri="{FF2B5EF4-FFF2-40B4-BE49-F238E27FC236}">
                        <a16:creationId xmlns:a16="http://schemas.microsoft.com/office/drawing/2014/main" id="{1DCBC078-8DE5-4BCF-8AE3-F68C1FB708D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6" name="object 791">
                    <a:extLst>
                      <a:ext uri="{FF2B5EF4-FFF2-40B4-BE49-F238E27FC236}">
                        <a16:creationId xmlns:a16="http://schemas.microsoft.com/office/drawing/2014/main" id="{80BDEDB2-58DB-4A88-A17B-37EF2207E41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7" name="object 792">
                    <a:extLst>
                      <a:ext uri="{FF2B5EF4-FFF2-40B4-BE49-F238E27FC236}">
                        <a16:creationId xmlns:a16="http://schemas.microsoft.com/office/drawing/2014/main" id="{5DB9886F-1A18-42E9-893A-E9E0437DD7BE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8" name="object 793">
                    <a:extLst>
                      <a:ext uri="{FF2B5EF4-FFF2-40B4-BE49-F238E27FC236}">
                        <a16:creationId xmlns:a16="http://schemas.microsoft.com/office/drawing/2014/main" id="{1856D001-2E25-4ACB-ACD0-CBE43461FA82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9" name="object 794">
                    <a:extLst>
                      <a:ext uri="{FF2B5EF4-FFF2-40B4-BE49-F238E27FC236}">
                        <a16:creationId xmlns:a16="http://schemas.microsoft.com/office/drawing/2014/main" id="{2A5C1698-EF1D-4B4E-B514-6A346B416F41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0" name="object 795">
                    <a:extLst>
                      <a:ext uri="{FF2B5EF4-FFF2-40B4-BE49-F238E27FC236}">
                        <a16:creationId xmlns:a16="http://schemas.microsoft.com/office/drawing/2014/main" id="{6097D1C4-1985-4342-88FE-21A996875385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1" name="object 796">
                    <a:extLst>
                      <a:ext uri="{FF2B5EF4-FFF2-40B4-BE49-F238E27FC236}">
                        <a16:creationId xmlns:a16="http://schemas.microsoft.com/office/drawing/2014/main" id="{A34B1E3C-8E23-4BAA-BCFE-7D2C9CDDBA3F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2" name="object 797">
                    <a:extLst>
                      <a:ext uri="{FF2B5EF4-FFF2-40B4-BE49-F238E27FC236}">
                        <a16:creationId xmlns:a16="http://schemas.microsoft.com/office/drawing/2014/main" id="{3B7707C0-5F3F-465A-B63E-463B34CFA54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3" name="object 798">
                    <a:extLst>
                      <a:ext uri="{FF2B5EF4-FFF2-40B4-BE49-F238E27FC236}">
                        <a16:creationId xmlns:a16="http://schemas.microsoft.com/office/drawing/2014/main" id="{32090588-C64C-482C-91C4-575D911FE69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4" name="object 799">
                    <a:extLst>
                      <a:ext uri="{FF2B5EF4-FFF2-40B4-BE49-F238E27FC236}">
                        <a16:creationId xmlns:a16="http://schemas.microsoft.com/office/drawing/2014/main" id="{46DADADE-E852-4E2A-A48E-BC622A42707E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5" name="object 800">
                    <a:extLst>
                      <a:ext uri="{FF2B5EF4-FFF2-40B4-BE49-F238E27FC236}">
                        <a16:creationId xmlns:a16="http://schemas.microsoft.com/office/drawing/2014/main" id="{8472BBEC-B61C-4294-A1BA-2868DDA2C890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6" name="object 801">
                    <a:extLst>
                      <a:ext uri="{FF2B5EF4-FFF2-40B4-BE49-F238E27FC236}">
                        <a16:creationId xmlns:a16="http://schemas.microsoft.com/office/drawing/2014/main" id="{A03984A0-A8BD-44BE-9FA1-AD79B9FB9A44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7" name="object 802">
                    <a:extLst>
                      <a:ext uri="{FF2B5EF4-FFF2-40B4-BE49-F238E27FC236}">
                        <a16:creationId xmlns:a16="http://schemas.microsoft.com/office/drawing/2014/main" id="{9D81E487-F04E-4065-BFAD-73D9FA2C043C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8" name="object 803">
                    <a:extLst>
                      <a:ext uri="{FF2B5EF4-FFF2-40B4-BE49-F238E27FC236}">
                        <a16:creationId xmlns:a16="http://schemas.microsoft.com/office/drawing/2014/main" id="{FA624118-9FBC-4908-91D8-C481A5251B5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9" name="object 804">
                    <a:extLst>
                      <a:ext uri="{FF2B5EF4-FFF2-40B4-BE49-F238E27FC236}">
                        <a16:creationId xmlns:a16="http://schemas.microsoft.com/office/drawing/2014/main" id="{EC41F85D-A8C0-42E3-BEA5-43B4C4888E9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0" name="object 805">
                    <a:extLst>
                      <a:ext uri="{FF2B5EF4-FFF2-40B4-BE49-F238E27FC236}">
                        <a16:creationId xmlns:a16="http://schemas.microsoft.com/office/drawing/2014/main" id="{9F222D2F-DE71-4D26-B706-B4C430AFB8A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1" name="object 806">
                    <a:extLst>
                      <a:ext uri="{FF2B5EF4-FFF2-40B4-BE49-F238E27FC236}">
                        <a16:creationId xmlns:a16="http://schemas.microsoft.com/office/drawing/2014/main" id="{07A4D886-1543-4A96-AFF4-2A3E701E9E8C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2" name="object 807">
                    <a:extLst>
                      <a:ext uri="{FF2B5EF4-FFF2-40B4-BE49-F238E27FC236}">
                        <a16:creationId xmlns:a16="http://schemas.microsoft.com/office/drawing/2014/main" id="{D912557F-C710-4B1D-8609-66E6E4311268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3" name="object 808">
                    <a:extLst>
                      <a:ext uri="{FF2B5EF4-FFF2-40B4-BE49-F238E27FC236}">
                        <a16:creationId xmlns:a16="http://schemas.microsoft.com/office/drawing/2014/main" id="{E5977F19-433A-4183-95BE-7C92C4EAFEF3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4" name="object 809">
                    <a:extLst>
                      <a:ext uri="{FF2B5EF4-FFF2-40B4-BE49-F238E27FC236}">
                        <a16:creationId xmlns:a16="http://schemas.microsoft.com/office/drawing/2014/main" id="{029542A8-2FED-45D3-AA7B-18776F4892D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5" name="object 810">
                    <a:extLst>
                      <a:ext uri="{FF2B5EF4-FFF2-40B4-BE49-F238E27FC236}">
                        <a16:creationId xmlns:a16="http://schemas.microsoft.com/office/drawing/2014/main" id="{55AA8A71-F1DB-482A-B61B-06A0798E7E9E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6" name="object 811">
                    <a:extLst>
                      <a:ext uri="{FF2B5EF4-FFF2-40B4-BE49-F238E27FC236}">
                        <a16:creationId xmlns:a16="http://schemas.microsoft.com/office/drawing/2014/main" id="{755A5AB4-C22C-4424-81B7-68D9302616F9}"/>
                      </a:ext>
                    </a:extLst>
                  </p:cNvPr>
                  <p:cNvSpPr/>
                  <p:nvPr/>
                </p:nvSpPr>
                <p:spPr>
                  <a:xfrm>
                    <a:off x="8056179" y="586307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8382" y="0"/>
                        </a:move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8382" y="108966"/>
                        </a:lnTo>
                        <a:lnTo>
                          <a:pt x="8382" y="0"/>
                        </a:lnTo>
                        <a:close/>
                      </a:path>
                      <a:path w="109220" h="109220">
                        <a:moveTo>
                          <a:pt x="108966" y="0"/>
                        </a:moveTo>
                        <a:lnTo>
                          <a:pt x="100584" y="0"/>
                        </a:lnTo>
                        <a:lnTo>
                          <a:pt x="100584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7" name="object 812">
                    <a:extLst>
                      <a:ext uri="{FF2B5EF4-FFF2-40B4-BE49-F238E27FC236}">
                        <a16:creationId xmlns:a16="http://schemas.microsoft.com/office/drawing/2014/main" id="{39A2FE91-AF5A-4B7F-974B-FE41709CF74D}"/>
                      </a:ext>
                    </a:extLst>
                  </p:cNvPr>
                  <p:cNvSpPr/>
                  <p:nvPr/>
                </p:nvSpPr>
                <p:spPr>
                  <a:xfrm>
                    <a:off x="80561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8" name="object 813">
                    <a:extLst>
                      <a:ext uri="{FF2B5EF4-FFF2-40B4-BE49-F238E27FC236}">
                        <a16:creationId xmlns:a16="http://schemas.microsoft.com/office/drawing/2014/main" id="{8FCA19D7-859C-4BC7-AD3D-DDE18780CD89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9" name="object 814">
                    <a:extLst>
                      <a:ext uri="{FF2B5EF4-FFF2-40B4-BE49-F238E27FC236}">
                        <a16:creationId xmlns:a16="http://schemas.microsoft.com/office/drawing/2014/main" id="{61DBBA51-AD70-4762-9150-DF8A83BD0E45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0" name="object 815">
                    <a:extLst>
                      <a:ext uri="{FF2B5EF4-FFF2-40B4-BE49-F238E27FC236}">
                        <a16:creationId xmlns:a16="http://schemas.microsoft.com/office/drawing/2014/main" id="{CC0930BB-1DA3-41A3-AF83-563D8ACAD99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1" name="object 816">
                    <a:extLst>
                      <a:ext uri="{FF2B5EF4-FFF2-40B4-BE49-F238E27FC236}">
                        <a16:creationId xmlns:a16="http://schemas.microsoft.com/office/drawing/2014/main" id="{712A62BB-6200-41B7-891C-5BD4D7AF9FD2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2" name="object 817">
                    <a:extLst>
                      <a:ext uri="{FF2B5EF4-FFF2-40B4-BE49-F238E27FC236}">
                        <a16:creationId xmlns:a16="http://schemas.microsoft.com/office/drawing/2014/main" id="{BC2A943B-E02D-486A-AAF3-93197356B887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3" name="object 818">
                    <a:extLst>
                      <a:ext uri="{FF2B5EF4-FFF2-40B4-BE49-F238E27FC236}">
                        <a16:creationId xmlns:a16="http://schemas.microsoft.com/office/drawing/2014/main" id="{4CDEEDEB-366E-484E-B7A2-259E647903A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4" name="object 819">
                    <a:extLst>
                      <a:ext uri="{FF2B5EF4-FFF2-40B4-BE49-F238E27FC236}">
                        <a16:creationId xmlns:a16="http://schemas.microsoft.com/office/drawing/2014/main" id="{0132F321-D116-4A8F-9C4C-D48789DC88D0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5" name="object 820">
                    <a:extLst>
                      <a:ext uri="{FF2B5EF4-FFF2-40B4-BE49-F238E27FC236}">
                        <a16:creationId xmlns:a16="http://schemas.microsoft.com/office/drawing/2014/main" id="{F4F2F813-57EB-4B24-B750-54C45B9F47A9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6" name="object 821">
                    <a:extLst>
                      <a:ext uri="{FF2B5EF4-FFF2-40B4-BE49-F238E27FC236}">
                        <a16:creationId xmlns:a16="http://schemas.microsoft.com/office/drawing/2014/main" id="{E23E2046-15C2-4DDA-A888-57A357E6F1E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7" name="object 822">
                    <a:extLst>
                      <a:ext uri="{FF2B5EF4-FFF2-40B4-BE49-F238E27FC236}">
                        <a16:creationId xmlns:a16="http://schemas.microsoft.com/office/drawing/2014/main" id="{F7677742-1A79-4CD6-9325-1027B375AA8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8" name="object 823">
                    <a:extLst>
                      <a:ext uri="{FF2B5EF4-FFF2-40B4-BE49-F238E27FC236}">
                        <a16:creationId xmlns:a16="http://schemas.microsoft.com/office/drawing/2014/main" id="{0CDFBBEC-0EAB-45F6-8507-D201C9CED13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9" name="object 824">
                    <a:extLst>
                      <a:ext uri="{FF2B5EF4-FFF2-40B4-BE49-F238E27FC236}">
                        <a16:creationId xmlns:a16="http://schemas.microsoft.com/office/drawing/2014/main" id="{EA848925-4203-4678-8B6D-2126A0156EC4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0" name="object 825">
                    <a:extLst>
                      <a:ext uri="{FF2B5EF4-FFF2-40B4-BE49-F238E27FC236}">
                        <a16:creationId xmlns:a16="http://schemas.microsoft.com/office/drawing/2014/main" id="{FA943264-1123-4361-A999-1B063995D90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1" name="object 826">
                    <a:extLst>
                      <a:ext uri="{FF2B5EF4-FFF2-40B4-BE49-F238E27FC236}">
                        <a16:creationId xmlns:a16="http://schemas.microsoft.com/office/drawing/2014/main" id="{E4513BC0-AACF-45B8-8614-110875304698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2" name="object 827">
                    <a:extLst>
                      <a:ext uri="{FF2B5EF4-FFF2-40B4-BE49-F238E27FC236}">
                        <a16:creationId xmlns:a16="http://schemas.microsoft.com/office/drawing/2014/main" id="{ACFEE56C-D916-4AB7-B354-68F3E2FCA057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3" name="object 828">
                    <a:extLst>
                      <a:ext uri="{FF2B5EF4-FFF2-40B4-BE49-F238E27FC236}">
                        <a16:creationId xmlns:a16="http://schemas.microsoft.com/office/drawing/2014/main" id="{A58C4C1E-D226-4F18-A219-7DB7F9A4CB9E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4" name="object 829">
                    <a:extLst>
                      <a:ext uri="{FF2B5EF4-FFF2-40B4-BE49-F238E27FC236}">
                        <a16:creationId xmlns:a16="http://schemas.microsoft.com/office/drawing/2014/main" id="{0FC59524-7464-420B-B221-54FB0793A245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5" name="object 830">
                    <a:extLst>
                      <a:ext uri="{FF2B5EF4-FFF2-40B4-BE49-F238E27FC236}">
                        <a16:creationId xmlns:a16="http://schemas.microsoft.com/office/drawing/2014/main" id="{9D87128C-E811-4720-9EB1-E57DCB836D69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6" name="object 831">
                    <a:extLst>
                      <a:ext uri="{FF2B5EF4-FFF2-40B4-BE49-F238E27FC236}">
                        <a16:creationId xmlns:a16="http://schemas.microsoft.com/office/drawing/2014/main" id="{6B5AA9A0-3E7C-41FF-8987-FBA93F6AAA8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7" name="object 832">
                    <a:extLst>
                      <a:ext uri="{FF2B5EF4-FFF2-40B4-BE49-F238E27FC236}">
                        <a16:creationId xmlns:a16="http://schemas.microsoft.com/office/drawing/2014/main" id="{67C4953A-545D-4B47-B2DC-801AA6BEC00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8" name="object 833">
                    <a:extLst>
                      <a:ext uri="{FF2B5EF4-FFF2-40B4-BE49-F238E27FC236}">
                        <a16:creationId xmlns:a16="http://schemas.microsoft.com/office/drawing/2014/main" id="{C1C75EE7-7A96-42BF-9CDC-334FDC66CC9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9" name="object 834">
                    <a:extLst>
                      <a:ext uri="{FF2B5EF4-FFF2-40B4-BE49-F238E27FC236}">
                        <a16:creationId xmlns:a16="http://schemas.microsoft.com/office/drawing/2014/main" id="{CC7BBFB2-CA71-443A-AE0F-A153761D60C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0" name="object 835">
                    <a:extLst>
                      <a:ext uri="{FF2B5EF4-FFF2-40B4-BE49-F238E27FC236}">
                        <a16:creationId xmlns:a16="http://schemas.microsoft.com/office/drawing/2014/main" id="{742E5E83-F294-4C3E-8A71-C7A6A0CF5DAA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1" name="object 836">
                    <a:extLst>
                      <a:ext uri="{FF2B5EF4-FFF2-40B4-BE49-F238E27FC236}">
                        <a16:creationId xmlns:a16="http://schemas.microsoft.com/office/drawing/2014/main" id="{5FA69FB9-DF8A-4736-BD99-E4E1F8B9E77E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2" name="object 837">
                    <a:extLst>
                      <a:ext uri="{FF2B5EF4-FFF2-40B4-BE49-F238E27FC236}">
                        <a16:creationId xmlns:a16="http://schemas.microsoft.com/office/drawing/2014/main" id="{B9BFD015-39B1-4646-B9A8-FD1C156E758B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3" name="object 838">
                    <a:extLst>
                      <a:ext uri="{FF2B5EF4-FFF2-40B4-BE49-F238E27FC236}">
                        <a16:creationId xmlns:a16="http://schemas.microsoft.com/office/drawing/2014/main" id="{AC8F241B-FB1B-4E78-A1A9-B8D5E24E2E8F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4" name="object 839">
                    <a:extLst>
                      <a:ext uri="{FF2B5EF4-FFF2-40B4-BE49-F238E27FC236}">
                        <a16:creationId xmlns:a16="http://schemas.microsoft.com/office/drawing/2014/main" id="{0DA36792-123F-4B8E-BB33-FA35CDA522B1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5" name="object 840">
                    <a:extLst>
                      <a:ext uri="{FF2B5EF4-FFF2-40B4-BE49-F238E27FC236}">
                        <a16:creationId xmlns:a16="http://schemas.microsoft.com/office/drawing/2014/main" id="{EDAB2DCE-57E1-4148-96F4-E8720466DF3F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6" name="object 841">
                    <a:extLst>
                      <a:ext uri="{FF2B5EF4-FFF2-40B4-BE49-F238E27FC236}">
                        <a16:creationId xmlns:a16="http://schemas.microsoft.com/office/drawing/2014/main" id="{BB5A2F0F-DDA0-4BFF-A66A-3661BD03428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7" name="object 842">
                    <a:extLst>
                      <a:ext uri="{FF2B5EF4-FFF2-40B4-BE49-F238E27FC236}">
                        <a16:creationId xmlns:a16="http://schemas.microsoft.com/office/drawing/2014/main" id="{FFFFC25E-255B-4DBE-BD4C-B84723FE7235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8" name="object 843">
                    <a:extLst>
                      <a:ext uri="{FF2B5EF4-FFF2-40B4-BE49-F238E27FC236}">
                        <a16:creationId xmlns:a16="http://schemas.microsoft.com/office/drawing/2014/main" id="{9BC62F13-2A6E-4FB0-AFA4-F754798D8C31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9" name="object 844">
                    <a:extLst>
                      <a:ext uri="{FF2B5EF4-FFF2-40B4-BE49-F238E27FC236}">
                        <a16:creationId xmlns:a16="http://schemas.microsoft.com/office/drawing/2014/main" id="{481BD4F9-955C-4B07-BA70-C6C14240991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0" name="object 845">
                    <a:extLst>
                      <a:ext uri="{FF2B5EF4-FFF2-40B4-BE49-F238E27FC236}">
                        <a16:creationId xmlns:a16="http://schemas.microsoft.com/office/drawing/2014/main" id="{613DE3A4-038B-458C-A990-05BF11E1D92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1" name="object 846">
                    <a:extLst>
                      <a:ext uri="{FF2B5EF4-FFF2-40B4-BE49-F238E27FC236}">
                        <a16:creationId xmlns:a16="http://schemas.microsoft.com/office/drawing/2014/main" id="{C51A5162-C270-4CD6-861C-8A70F144129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2" name="object 847">
                    <a:extLst>
                      <a:ext uri="{FF2B5EF4-FFF2-40B4-BE49-F238E27FC236}">
                        <a16:creationId xmlns:a16="http://schemas.microsoft.com/office/drawing/2014/main" id="{26A65DF6-D80B-44D2-98F6-269E36C9682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3" name="object 848">
                    <a:extLst>
                      <a:ext uri="{FF2B5EF4-FFF2-40B4-BE49-F238E27FC236}">
                        <a16:creationId xmlns:a16="http://schemas.microsoft.com/office/drawing/2014/main" id="{21F542C5-3090-4999-8948-183C66CBE02E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4" name="object 849">
                    <a:extLst>
                      <a:ext uri="{FF2B5EF4-FFF2-40B4-BE49-F238E27FC236}">
                        <a16:creationId xmlns:a16="http://schemas.microsoft.com/office/drawing/2014/main" id="{98BE3798-540B-4589-8585-96078AE1F98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5" name="object 850">
                    <a:extLst>
                      <a:ext uri="{FF2B5EF4-FFF2-40B4-BE49-F238E27FC236}">
                        <a16:creationId xmlns:a16="http://schemas.microsoft.com/office/drawing/2014/main" id="{1E4DBF61-6BDF-46AC-9C76-32A1726D19DB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6" name="object 851">
                    <a:extLst>
                      <a:ext uri="{FF2B5EF4-FFF2-40B4-BE49-F238E27FC236}">
                        <a16:creationId xmlns:a16="http://schemas.microsoft.com/office/drawing/2014/main" id="{C7044EF5-32D2-40A2-8744-9E4B7D4FA55B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7" name="object 852">
                    <a:extLst>
                      <a:ext uri="{FF2B5EF4-FFF2-40B4-BE49-F238E27FC236}">
                        <a16:creationId xmlns:a16="http://schemas.microsoft.com/office/drawing/2014/main" id="{A27BE74F-F16E-49B7-91E7-4B24B01A4B88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8" name="object 853">
                    <a:extLst>
                      <a:ext uri="{FF2B5EF4-FFF2-40B4-BE49-F238E27FC236}">
                        <a16:creationId xmlns:a16="http://schemas.microsoft.com/office/drawing/2014/main" id="{62FFFAB0-274E-488A-B88F-51442DDAFD2C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9" name="object 854">
                    <a:extLst>
                      <a:ext uri="{FF2B5EF4-FFF2-40B4-BE49-F238E27FC236}">
                        <a16:creationId xmlns:a16="http://schemas.microsoft.com/office/drawing/2014/main" id="{5E93E64F-FAF8-4E6A-8565-DC130BB8B7B1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0" name="object 855">
                    <a:extLst>
                      <a:ext uri="{FF2B5EF4-FFF2-40B4-BE49-F238E27FC236}">
                        <a16:creationId xmlns:a16="http://schemas.microsoft.com/office/drawing/2014/main" id="{3135D18F-D25C-4A2A-A5C2-3E57F3044B4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1" name="object 856">
                    <a:extLst>
                      <a:ext uri="{FF2B5EF4-FFF2-40B4-BE49-F238E27FC236}">
                        <a16:creationId xmlns:a16="http://schemas.microsoft.com/office/drawing/2014/main" id="{D7AD51C8-CDB4-4339-915F-22A6A8AD12A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2" name="object 857">
                    <a:extLst>
                      <a:ext uri="{FF2B5EF4-FFF2-40B4-BE49-F238E27FC236}">
                        <a16:creationId xmlns:a16="http://schemas.microsoft.com/office/drawing/2014/main" id="{D305020D-6DC8-40DC-A995-1171269DBFE4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3" name="object 858">
                    <a:extLst>
                      <a:ext uri="{FF2B5EF4-FFF2-40B4-BE49-F238E27FC236}">
                        <a16:creationId xmlns:a16="http://schemas.microsoft.com/office/drawing/2014/main" id="{714AB34A-7358-499F-A10B-5DFC4B99173E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4" name="object 859">
                    <a:extLst>
                      <a:ext uri="{FF2B5EF4-FFF2-40B4-BE49-F238E27FC236}">
                        <a16:creationId xmlns:a16="http://schemas.microsoft.com/office/drawing/2014/main" id="{BCC541D1-1267-4F25-89F8-3E18B31C6125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5" name="object 860">
                    <a:extLst>
                      <a:ext uri="{FF2B5EF4-FFF2-40B4-BE49-F238E27FC236}">
                        <a16:creationId xmlns:a16="http://schemas.microsoft.com/office/drawing/2014/main" id="{257B351B-4DF9-4690-A3C3-030CFFA60C77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6" name="object 861">
                    <a:extLst>
                      <a:ext uri="{FF2B5EF4-FFF2-40B4-BE49-F238E27FC236}">
                        <a16:creationId xmlns:a16="http://schemas.microsoft.com/office/drawing/2014/main" id="{836BE3A6-1E3D-4394-B96D-1B7FE34FF6BE}"/>
                      </a:ext>
                    </a:extLst>
                  </p:cNvPr>
                  <p:cNvSpPr/>
                  <p:nvPr/>
                </p:nvSpPr>
                <p:spPr>
                  <a:xfrm>
                    <a:off x="8056179" y="597203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5626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5562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7" name="object 862">
                    <a:extLst>
                      <a:ext uri="{FF2B5EF4-FFF2-40B4-BE49-F238E27FC236}">
                        <a16:creationId xmlns:a16="http://schemas.microsoft.com/office/drawing/2014/main" id="{D60A28F0-EC94-48F6-AF9A-0C7B9AFF130A}"/>
                      </a:ext>
                    </a:extLst>
                  </p:cNvPr>
                  <p:cNvSpPr/>
                  <p:nvPr/>
                </p:nvSpPr>
                <p:spPr>
                  <a:xfrm>
                    <a:off x="80561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8" name="object 863">
                    <a:extLst>
                      <a:ext uri="{FF2B5EF4-FFF2-40B4-BE49-F238E27FC236}">
                        <a16:creationId xmlns:a16="http://schemas.microsoft.com/office/drawing/2014/main" id="{F31E7CCE-A716-45DC-AF70-FF0CFAE7B776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9" name="object 864">
                    <a:extLst>
                      <a:ext uri="{FF2B5EF4-FFF2-40B4-BE49-F238E27FC236}">
                        <a16:creationId xmlns:a16="http://schemas.microsoft.com/office/drawing/2014/main" id="{1EFEB947-3F76-4377-9F44-CDEDF46D76D5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0" name="object 865">
                    <a:extLst>
                      <a:ext uri="{FF2B5EF4-FFF2-40B4-BE49-F238E27FC236}">
                        <a16:creationId xmlns:a16="http://schemas.microsoft.com/office/drawing/2014/main" id="{7B85D0EE-4EDE-4872-8D0C-C4ABFAFFEFB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1" name="object 866">
                    <a:extLst>
                      <a:ext uri="{FF2B5EF4-FFF2-40B4-BE49-F238E27FC236}">
                        <a16:creationId xmlns:a16="http://schemas.microsoft.com/office/drawing/2014/main" id="{D94E3C26-37A0-44EA-B60E-F962A815C383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2" name="object 867">
                    <a:extLst>
                      <a:ext uri="{FF2B5EF4-FFF2-40B4-BE49-F238E27FC236}">
                        <a16:creationId xmlns:a16="http://schemas.microsoft.com/office/drawing/2014/main" id="{4580FD60-52D6-4666-82AE-A10E938B7A0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3" name="object 868">
                    <a:extLst>
                      <a:ext uri="{FF2B5EF4-FFF2-40B4-BE49-F238E27FC236}">
                        <a16:creationId xmlns:a16="http://schemas.microsoft.com/office/drawing/2014/main" id="{090803AF-4456-4521-A2A1-2501C87D75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4" name="object 869">
                    <a:extLst>
                      <a:ext uri="{FF2B5EF4-FFF2-40B4-BE49-F238E27FC236}">
                        <a16:creationId xmlns:a16="http://schemas.microsoft.com/office/drawing/2014/main" id="{C47057C6-CC6A-4B4C-84B0-78BCFD05FB8F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5" name="object 870">
                    <a:extLst>
                      <a:ext uri="{FF2B5EF4-FFF2-40B4-BE49-F238E27FC236}">
                        <a16:creationId xmlns:a16="http://schemas.microsoft.com/office/drawing/2014/main" id="{51C37AED-1BFF-431D-9137-59BF204FF37C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6" name="object 871">
                    <a:extLst>
                      <a:ext uri="{FF2B5EF4-FFF2-40B4-BE49-F238E27FC236}">
                        <a16:creationId xmlns:a16="http://schemas.microsoft.com/office/drawing/2014/main" id="{75618A76-8ADD-4EED-B30F-2FAF505B702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7" name="object 872">
                    <a:extLst>
                      <a:ext uri="{FF2B5EF4-FFF2-40B4-BE49-F238E27FC236}">
                        <a16:creationId xmlns:a16="http://schemas.microsoft.com/office/drawing/2014/main" id="{FBBAADE9-799A-44CE-AA78-FDCE302F29EF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8" name="object 873">
                    <a:extLst>
                      <a:ext uri="{FF2B5EF4-FFF2-40B4-BE49-F238E27FC236}">
                        <a16:creationId xmlns:a16="http://schemas.microsoft.com/office/drawing/2014/main" id="{ABBBE8DF-4902-42EF-B7CA-5B9A03A9ACAB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9" name="object 874">
                    <a:extLst>
                      <a:ext uri="{FF2B5EF4-FFF2-40B4-BE49-F238E27FC236}">
                        <a16:creationId xmlns:a16="http://schemas.microsoft.com/office/drawing/2014/main" id="{95A670C6-EA4F-4285-BA6E-DF236E2162C6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0" name="object 875">
                    <a:extLst>
                      <a:ext uri="{FF2B5EF4-FFF2-40B4-BE49-F238E27FC236}">
                        <a16:creationId xmlns:a16="http://schemas.microsoft.com/office/drawing/2014/main" id="{7B4A4CF5-3BCC-4BED-AD5F-CC35469C24F5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1" name="object 876">
                    <a:extLst>
                      <a:ext uri="{FF2B5EF4-FFF2-40B4-BE49-F238E27FC236}">
                        <a16:creationId xmlns:a16="http://schemas.microsoft.com/office/drawing/2014/main" id="{745233A2-78F6-4FAF-B0A1-333EA9757BC5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2" name="object 877">
                    <a:extLst>
                      <a:ext uri="{FF2B5EF4-FFF2-40B4-BE49-F238E27FC236}">
                        <a16:creationId xmlns:a16="http://schemas.microsoft.com/office/drawing/2014/main" id="{C545662E-30FC-46FC-A555-0958AF530FC0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3" name="object 878">
                    <a:extLst>
                      <a:ext uri="{FF2B5EF4-FFF2-40B4-BE49-F238E27FC236}">
                        <a16:creationId xmlns:a16="http://schemas.microsoft.com/office/drawing/2014/main" id="{5E537762-B54F-4999-B039-34E1CF24800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4" name="object 879">
                    <a:extLst>
                      <a:ext uri="{FF2B5EF4-FFF2-40B4-BE49-F238E27FC236}">
                        <a16:creationId xmlns:a16="http://schemas.microsoft.com/office/drawing/2014/main" id="{5E38E14B-F96E-4015-95EA-30B05E0705EB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5" name="object 880">
                    <a:extLst>
                      <a:ext uri="{FF2B5EF4-FFF2-40B4-BE49-F238E27FC236}">
                        <a16:creationId xmlns:a16="http://schemas.microsoft.com/office/drawing/2014/main" id="{23AC3190-ED85-4988-BE6E-3D7AFF91D36A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6" name="object 881">
                    <a:extLst>
                      <a:ext uri="{FF2B5EF4-FFF2-40B4-BE49-F238E27FC236}">
                        <a16:creationId xmlns:a16="http://schemas.microsoft.com/office/drawing/2014/main" id="{A7EE13EF-E4F0-4052-A1F6-AEAAEC5CD7B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7" name="object 882">
                    <a:extLst>
                      <a:ext uri="{FF2B5EF4-FFF2-40B4-BE49-F238E27FC236}">
                        <a16:creationId xmlns:a16="http://schemas.microsoft.com/office/drawing/2014/main" id="{99E733E2-02FF-4FE0-B5CD-B9F0DC2DC4A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8" name="object 883">
                    <a:extLst>
                      <a:ext uri="{FF2B5EF4-FFF2-40B4-BE49-F238E27FC236}">
                        <a16:creationId xmlns:a16="http://schemas.microsoft.com/office/drawing/2014/main" id="{368749DA-CAC2-4505-9FFC-EF834D6BB45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9" name="object 884">
                    <a:extLst>
                      <a:ext uri="{FF2B5EF4-FFF2-40B4-BE49-F238E27FC236}">
                        <a16:creationId xmlns:a16="http://schemas.microsoft.com/office/drawing/2014/main" id="{39C947C5-91DA-49D1-81B7-661A11C7B77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0" name="object 885">
                    <a:extLst>
                      <a:ext uri="{FF2B5EF4-FFF2-40B4-BE49-F238E27FC236}">
                        <a16:creationId xmlns:a16="http://schemas.microsoft.com/office/drawing/2014/main" id="{C98CB7AA-A964-42B3-BEA0-945311F2F3F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1" name="object 886">
                    <a:extLst>
                      <a:ext uri="{FF2B5EF4-FFF2-40B4-BE49-F238E27FC236}">
                        <a16:creationId xmlns:a16="http://schemas.microsoft.com/office/drawing/2014/main" id="{F100DCF4-4A92-4DF7-A114-4F52C1674C0F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2" name="object 887">
                    <a:extLst>
                      <a:ext uri="{FF2B5EF4-FFF2-40B4-BE49-F238E27FC236}">
                        <a16:creationId xmlns:a16="http://schemas.microsoft.com/office/drawing/2014/main" id="{957783D2-D429-49D0-98D6-C6D8F4862643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3" name="object 888">
                    <a:extLst>
                      <a:ext uri="{FF2B5EF4-FFF2-40B4-BE49-F238E27FC236}">
                        <a16:creationId xmlns:a16="http://schemas.microsoft.com/office/drawing/2014/main" id="{AF397BB7-5F4E-4977-A906-71BA8A511795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4" name="object 889">
                    <a:extLst>
                      <a:ext uri="{FF2B5EF4-FFF2-40B4-BE49-F238E27FC236}">
                        <a16:creationId xmlns:a16="http://schemas.microsoft.com/office/drawing/2014/main" id="{601B10B2-8520-4314-9994-27313C4F668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5" name="object 890">
                    <a:extLst>
                      <a:ext uri="{FF2B5EF4-FFF2-40B4-BE49-F238E27FC236}">
                        <a16:creationId xmlns:a16="http://schemas.microsoft.com/office/drawing/2014/main" id="{6302F587-CF8B-42B9-8642-2B18468BACC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6" name="object 891">
                    <a:extLst>
                      <a:ext uri="{FF2B5EF4-FFF2-40B4-BE49-F238E27FC236}">
                        <a16:creationId xmlns:a16="http://schemas.microsoft.com/office/drawing/2014/main" id="{BE70ACF2-E2B3-40F7-AB6C-10CCAC63A6D3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7" name="object 892">
                    <a:extLst>
                      <a:ext uri="{FF2B5EF4-FFF2-40B4-BE49-F238E27FC236}">
                        <a16:creationId xmlns:a16="http://schemas.microsoft.com/office/drawing/2014/main" id="{065E24B6-4485-40E1-BDEB-DA2A06F3E274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8" name="object 893">
                    <a:extLst>
                      <a:ext uri="{FF2B5EF4-FFF2-40B4-BE49-F238E27FC236}">
                        <a16:creationId xmlns:a16="http://schemas.microsoft.com/office/drawing/2014/main" id="{64CF9C89-1D9D-4776-A53B-06690EFC2C3E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9" name="object 894">
                    <a:extLst>
                      <a:ext uri="{FF2B5EF4-FFF2-40B4-BE49-F238E27FC236}">
                        <a16:creationId xmlns:a16="http://schemas.microsoft.com/office/drawing/2014/main" id="{AC371E13-51FE-46F2-9ECA-401334110A36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0" name="object 895">
                    <a:extLst>
                      <a:ext uri="{FF2B5EF4-FFF2-40B4-BE49-F238E27FC236}">
                        <a16:creationId xmlns:a16="http://schemas.microsoft.com/office/drawing/2014/main" id="{14E54935-1688-474B-9AEA-CB9C64D44817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1" name="object 896">
                    <a:extLst>
                      <a:ext uri="{FF2B5EF4-FFF2-40B4-BE49-F238E27FC236}">
                        <a16:creationId xmlns:a16="http://schemas.microsoft.com/office/drawing/2014/main" id="{D27B3217-DB2A-4FE0-91B9-288AAFE4D1BA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2" name="object 897">
                    <a:extLst>
                      <a:ext uri="{FF2B5EF4-FFF2-40B4-BE49-F238E27FC236}">
                        <a16:creationId xmlns:a16="http://schemas.microsoft.com/office/drawing/2014/main" id="{EB24164A-4391-4091-A3C7-F587FE382109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3" name="object 898">
                    <a:extLst>
                      <a:ext uri="{FF2B5EF4-FFF2-40B4-BE49-F238E27FC236}">
                        <a16:creationId xmlns:a16="http://schemas.microsoft.com/office/drawing/2014/main" id="{4790089C-7D43-4A94-B747-1935E52B9590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4" name="object 899">
                    <a:extLst>
                      <a:ext uri="{FF2B5EF4-FFF2-40B4-BE49-F238E27FC236}">
                        <a16:creationId xmlns:a16="http://schemas.microsoft.com/office/drawing/2014/main" id="{22C3A8C7-3819-44DE-B463-0E547F63993A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5" name="object 900">
                    <a:extLst>
                      <a:ext uri="{FF2B5EF4-FFF2-40B4-BE49-F238E27FC236}">
                        <a16:creationId xmlns:a16="http://schemas.microsoft.com/office/drawing/2014/main" id="{D8BAD836-7401-48CF-9417-E7C6DF3B72A6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6" name="object 901">
                    <a:extLst>
                      <a:ext uri="{FF2B5EF4-FFF2-40B4-BE49-F238E27FC236}">
                        <a16:creationId xmlns:a16="http://schemas.microsoft.com/office/drawing/2014/main" id="{B7D34258-D84D-412E-A882-D3DA5F6C1156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7" name="object 902">
                    <a:extLst>
                      <a:ext uri="{FF2B5EF4-FFF2-40B4-BE49-F238E27FC236}">
                        <a16:creationId xmlns:a16="http://schemas.microsoft.com/office/drawing/2014/main" id="{2E90382A-5AA8-49B3-91B0-E5418C961EAD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8" name="object 903">
                    <a:extLst>
                      <a:ext uri="{FF2B5EF4-FFF2-40B4-BE49-F238E27FC236}">
                        <a16:creationId xmlns:a16="http://schemas.microsoft.com/office/drawing/2014/main" id="{6B02C4B6-33ED-4474-9CC9-5B1D39E45004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9" name="object 904">
                    <a:extLst>
                      <a:ext uri="{FF2B5EF4-FFF2-40B4-BE49-F238E27FC236}">
                        <a16:creationId xmlns:a16="http://schemas.microsoft.com/office/drawing/2014/main" id="{32095D7C-43FF-415E-BDA4-18F385C148B2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0" name="object 905">
                    <a:extLst>
                      <a:ext uri="{FF2B5EF4-FFF2-40B4-BE49-F238E27FC236}">
                        <a16:creationId xmlns:a16="http://schemas.microsoft.com/office/drawing/2014/main" id="{DE64B3A6-C257-4906-BEE7-F0FDA10E1D7C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1" name="object 906">
                    <a:extLst>
                      <a:ext uri="{FF2B5EF4-FFF2-40B4-BE49-F238E27FC236}">
                        <a16:creationId xmlns:a16="http://schemas.microsoft.com/office/drawing/2014/main" id="{26BA3854-50FF-4D7F-8BC9-6746E221A007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2" name="object 907">
                    <a:extLst>
                      <a:ext uri="{FF2B5EF4-FFF2-40B4-BE49-F238E27FC236}">
                        <a16:creationId xmlns:a16="http://schemas.microsoft.com/office/drawing/2014/main" id="{41BE9AAD-35F9-4D61-9C83-A897F427A23B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3" name="object 908">
                    <a:extLst>
                      <a:ext uri="{FF2B5EF4-FFF2-40B4-BE49-F238E27FC236}">
                        <a16:creationId xmlns:a16="http://schemas.microsoft.com/office/drawing/2014/main" id="{6B0315AD-58D8-43EB-818D-75A7A1259354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4" name="object 909">
                    <a:extLst>
                      <a:ext uri="{FF2B5EF4-FFF2-40B4-BE49-F238E27FC236}">
                        <a16:creationId xmlns:a16="http://schemas.microsoft.com/office/drawing/2014/main" id="{100F05E8-62CE-455B-B94A-51F7BBD6B23F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5" name="object 910">
                    <a:extLst>
                      <a:ext uri="{FF2B5EF4-FFF2-40B4-BE49-F238E27FC236}">
                        <a16:creationId xmlns:a16="http://schemas.microsoft.com/office/drawing/2014/main" id="{A84CECCD-1F9A-453F-B9A4-2E97423BEB65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6" name="object 911">
                    <a:extLst>
                      <a:ext uri="{FF2B5EF4-FFF2-40B4-BE49-F238E27FC236}">
                        <a16:creationId xmlns:a16="http://schemas.microsoft.com/office/drawing/2014/main" id="{AEF51CDD-3C62-48B0-8D88-EE520368F2F7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7" name="object 912">
                    <a:extLst>
                      <a:ext uri="{FF2B5EF4-FFF2-40B4-BE49-F238E27FC236}">
                        <a16:creationId xmlns:a16="http://schemas.microsoft.com/office/drawing/2014/main" id="{5A5D6B2C-A5A2-4B08-B9A6-D6CB70CED9EE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8" name="object 913">
                    <a:extLst>
                      <a:ext uri="{FF2B5EF4-FFF2-40B4-BE49-F238E27FC236}">
                        <a16:creationId xmlns:a16="http://schemas.microsoft.com/office/drawing/2014/main" id="{24421456-ADB0-4D37-95B5-20C60567720F}"/>
                      </a:ext>
                    </a:extLst>
                  </p:cNvPr>
                  <p:cNvSpPr/>
                  <p:nvPr/>
                </p:nvSpPr>
                <p:spPr>
                  <a:xfrm>
                    <a:off x="8165145" y="608024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4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100584"/>
                        </a:lnTo>
                        <a:lnTo>
                          <a:pt x="108204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9" name="object 914">
                    <a:extLst>
                      <a:ext uri="{FF2B5EF4-FFF2-40B4-BE49-F238E27FC236}">
                        <a16:creationId xmlns:a16="http://schemas.microsoft.com/office/drawing/2014/main" id="{3A71995E-BC0F-4F20-BC19-D17524389B02}"/>
                      </a:ext>
                    </a:extLst>
                  </p:cNvPr>
                  <p:cNvSpPr/>
                  <p:nvPr/>
                </p:nvSpPr>
                <p:spPr>
                  <a:xfrm>
                    <a:off x="816514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0" name="object 915">
                    <a:extLst>
                      <a:ext uri="{FF2B5EF4-FFF2-40B4-BE49-F238E27FC236}">
                        <a16:creationId xmlns:a16="http://schemas.microsoft.com/office/drawing/2014/main" id="{C7A42B6E-D4A1-4BE4-84F0-6C8F50B19122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0965">
                        <a:moveTo>
                          <a:pt x="0" y="100584"/>
                        </a:moveTo>
                        <a:lnTo>
                          <a:pt x="108965" y="100584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0584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1" name="object 916">
                    <a:extLst>
                      <a:ext uri="{FF2B5EF4-FFF2-40B4-BE49-F238E27FC236}">
                        <a16:creationId xmlns:a16="http://schemas.microsoft.com/office/drawing/2014/main" id="{E06F2435-015F-472E-BCD3-660DC81318D2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2" name="object 917">
                    <a:extLst>
                      <a:ext uri="{FF2B5EF4-FFF2-40B4-BE49-F238E27FC236}">
                        <a16:creationId xmlns:a16="http://schemas.microsoft.com/office/drawing/2014/main" id="{61756DA3-873C-4D65-AA80-F24EF0C36B10}"/>
                      </a:ext>
                    </a:extLst>
                  </p:cNvPr>
                  <p:cNvSpPr/>
                  <p:nvPr/>
                </p:nvSpPr>
                <p:spPr>
                  <a:xfrm>
                    <a:off x="8382315" y="608024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0058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3" name="object 918">
                    <a:extLst>
                      <a:ext uri="{FF2B5EF4-FFF2-40B4-BE49-F238E27FC236}">
                        <a16:creationId xmlns:a16="http://schemas.microsoft.com/office/drawing/2014/main" id="{DB60D7A4-DBD3-4CFF-9925-B81CCB3693B3}"/>
                      </a:ext>
                    </a:extLst>
                  </p:cNvPr>
                  <p:cNvSpPr/>
                  <p:nvPr/>
                </p:nvSpPr>
                <p:spPr>
                  <a:xfrm>
                    <a:off x="83823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4" name="object 919">
                    <a:extLst>
                      <a:ext uri="{FF2B5EF4-FFF2-40B4-BE49-F238E27FC236}">
                        <a16:creationId xmlns:a16="http://schemas.microsoft.com/office/drawing/2014/main" id="{B3BC5CBF-4F17-4BA0-9379-E137EC9745E8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5" name="object 920">
                    <a:extLst>
                      <a:ext uri="{FF2B5EF4-FFF2-40B4-BE49-F238E27FC236}">
                        <a16:creationId xmlns:a16="http://schemas.microsoft.com/office/drawing/2014/main" id="{6CD8E226-5470-43EC-A258-16122ABA76EC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6" name="object 921">
                    <a:extLst>
                      <a:ext uri="{FF2B5EF4-FFF2-40B4-BE49-F238E27FC236}">
                        <a16:creationId xmlns:a16="http://schemas.microsoft.com/office/drawing/2014/main" id="{5500C8C7-C702-48BD-ABBC-56ABBD4CF4CE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7" name="object 922">
                    <a:extLst>
                      <a:ext uri="{FF2B5EF4-FFF2-40B4-BE49-F238E27FC236}">
                        <a16:creationId xmlns:a16="http://schemas.microsoft.com/office/drawing/2014/main" id="{6DF56063-4041-4275-9910-E56ADADC77E9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8" name="object 923">
                    <a:extLst>
                      <a:ext uri="{FF2B5EF4-FFF2-40B4-BE49-F238E27FC236}">
                        <a16:creationId xmlns:a16="http://schemas.microsoft.com/office/drawing/2014/main" id="{133E9A2E-8F8B-47A3-8143-0AD4073B2681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9" name="object 924">
                    <a:extLst>
                      <a:ext uri="{FF2B5EF4-FFF2-40B4-BE49-F238E27FC236}">
                        <a16:creationId xmlns:a16="http://schemas.microsoft.com/office/drawing/2014/main" id="{A2691456-0961-4045-A3A4-25F6409CA5B5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0" name="object 925">
                    <a:extLst>
                      <a:ext uri="{FF2B5EF4-FFF2-40B4-BE49-F238E27FC236}">
                        <a16:creationId xmlns:a16="http://schemas.microsoft.com/office/drawing/2014/main" id="{8F1DF035-4FCD-4313-A53A-1AD248CCA2F0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1" name="object 926">
                    <a:extLst>
                      <a:ext uri="{FF2B5EF4-FFF2-40B4-BE49-F238E27FC236}">
                        <a16:creationId xmlns:a16="http://schemas.microsoft.com/office/drawing/2014/main" id="{1533BBD0-0060-44FE-89BE-E88D16CA822A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2" name="object 927">
                    <a:extLst>
                      <a:ext uri="{FF2B5EF4-FFF2-40B4-BE49-F238E27FC236}">
                        <a16:creationId xmlns:a16="http://schemas.microsoft.com/office/drawing/2014/main" id="{F49ECEB3-1269-4DF4-A58C-2A1CFBBF85B3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3" name="object 928">
                    <a:extLst>
                      <a:ext uri="{FF2B5EF4-FFF2-40B4-BE49-F238E27FC236}">
                        <a16:creationId xmlns:a16="http://schemas.microsoft.com/office/drawing/2014/main" id="{6D7FA86B-F781-4D57-80EA-C17067015518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4" name="object 929">
                    <a:extLst>
                      <a:ext uri="{FF2B5EF4-FFF2-40B4-BE49-F238E27FC236}">
                        <a16:creationId xmlns:a16="http://schemas.microsoft.com/office/drawing/2014/main" id="{D23420F5-EDC7-4764-97DC-6E673C8BBEAA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5" name="object 930">
                    <a:extLst>
                      <a:ext uri="{FF2B5EF4-FFF2-40B4-BE49-F238E27FC236}">
                        <a16:creationId xmlns:a16="http://schemas.microsoft.com/office/drawing/2014/main" id="{54A98AE5-8576-4D72-88FF-5567CFB22A0D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6" name="object 931">
                    <a:extLst>
                      <a:ext uri="{FF2B5EF4-FFF2-40B4-BE49-F238E27FC236}">
                        <a16:creationId xmlns:a16="http://schemas.microsoft.com/office/drawing/2014/main" id="{C4870AB7-EC09-4423-BCE6-FA7B61AE3FC0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7" name="object 932">
                    <a:extLst>
                      <a:ext uri="{FF2B5EF4-FFF2-40B4-BE49-F238E27FC236}">
                        <a16:creationId xmlns:a16="http://schemas.microsoft.com/office/drawing/2014/main" id="{46F97535-6DE8-41C3-831A-52D50AFF9262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8" name="object 933">
                    <a:extLst>
                      <a:ext uri="{FF2B5EF4-FFF2-40B4-BE49-F238E27FC236}">
                        <a16:creationId xmlns:a16="http://schemas.microsoft.com/office/drawing/2014/main" id="{994B59B3-CBC8-41CC-AF17-9403A56E601D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9" name="object 934">
                    <a:extLst>
                      <a:ext uri="{FF2B5EF4-FFF2-40B4-BE49-F238E27FC236}">
                        <a16:creationId xmlns:a16="http://schemas.microsoft.com/office/drawing/2014/main" id="{77265642-7B83-451F-9C2E-859E576AEDF9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0" name="object 935">
                    <a:extLst>
                      <a:ext uri="{FF2B5EF4-FFF2-40B4-BE49-F238E27FC236}">
                        <a16:creationId xmlns:a16="http://schemas.microsoft.com/office/drawing/2014/main" id="{27733B57-CC0F-42B6-81F1-AD63A5F8380D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1" name="object 936">
                    <a:extLst>
                      <a:ext uri="{FF2B5EF4-FFF2-40B4-BE49-F238E27FC236}">
                        <a16:creationId xmlns:a16="http://schemas.microsoft.com/office/drawing/2014/main" id="{C4F89B99-4F6C-445D-A684-71774635C476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2" name="object 937">
                    <a:extLst>
                      <a:ext uri="{FF2B5EF4-FFF2-40B4-BE49-F238E27FC236}">
                        <a16:creationId xmlns:a16="http://schemas.microsoft.com/office/drawing/2014/main" id="{18CB0D4D-912B-4498-91FE-5E5685FB1305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3" name="object 938">
                    <a:extLst>
                      <a:ext uri="{FF2B5EF4-FFF2-40B4-BE49-F238E27FC236}">
                        <a16:creationId xmlns:a16="http://schemas.microsoft.com/office/drawing/2014/main" id="{ECAC10C6-D1C8-4AB2-B4B1-0633716BBCBD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4" name="object 939">
                    <a:extLst>
                      <a:ext uri="{FF2B5EF4-FFF2-40B4-BE49-F238E27FC236}">
                        <a16:creationId xmlns:a16="http://schemas.microsoft.com/office/drawing/2014/main" id="{663F95BD-CDE3-4D8E-81B2-8F20880FCA12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5" name="object 940">
                    <a:extLst>
                      <a:ext uri="{FF2B5EF4-FFF2-40B4-BE49-F238E27FC236}">
                        <a16:creationId xmlns:a16="http://schemas.microsoft.com/office/drawing/2014/main" id="{ED82395F-7285-464C-BF15-3FDF987AF824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6" name="object 941">
                    <a:extLst>
                      <a:ext uri="{FF2B5EF4-FFF2-40B4-BE49-F238E27FC236}">
                        <a16:creationId xmlns:a16="http://schemas.microsoft.com/office/drawing/2014/main" id="{B390B446-6CFF-4648-905A-9E17ABA5458B}"/>
                      </a:ext>
                    </a:extLst>
                  </p:cNvPr>
                  <p:cNvSpPr/>
                  <p:nvPr/>
                </p:nvSpPr>
                <p:spPr>
                  <a:xfrm>
                    <a:off x="7478582" y="3823949"/>
                    <a:ext cx="30226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2600" h="171450">
                        <a:moveTo>
                          <a:pt x="0" y="154685"/>
                        </a:moveTo>
                        <a:lnTo>
                          <a:pt x="307848" y="0"/>
                        </a:lnTo>
                      </a:path>
                      <a:path w="3022600" h="171450">
                        <a:moveTo>
                          <a:pt x="2682989" y="171449"/>
                        </a:moveTo>
                        <a:lnTo>
                          <a:pt x="3022092" y="1523"/>
                        </a:lnTo>
                      </a:path>
                    </a:pathLst>
                  </a:custGeom>
                  <a:ln w="7670">
                    <a:solidFill>
                      <a:srgbClr val="000000"/>
                    </a:solidFill>
                    <a:prstDash val="sysDash"/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7" name="object 942">
                    <a:extLst>
                      <a:ext uri="{FF2B5EF4-FFF2-40B4-BE49-F238E27FC236}">
                        <a16:creationId xmlns:a16="http://schemas.microsoft.com/office/drawing/2014/main" id="{BF6E7FD3-ACAF-4759-80AC-779EC3790BC2}"/>
                      </a:ext>
                    </a:extLst>
                  </p:cNvPr>
                  <p:cNvSpPr/>
                  <p:nvPr/>
                </p:nvSpPr>
                <p:spPr>
                  <a:xfrm>
                    <a:off x="9686096" y="5754095"/>
                    <a:ext cx="869950" cy="435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9950" h="435609">
                        <a:moveTo>
                          <a:pt x="0" y="435101"/>
                        </a:moveTo>
                        <a:lnTo>
                          <a:pt x="869441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8" name="object 943">
                    <a:extLst>
                      <a:ext uri="{FF2B5EF4-FFF2-40B4-BE49-F238E27FC236}">
                        <a16:creationId xmlns:a16="http://schemas.microsoft.com/office/drawing/2014/main" id="{4341C6C4-E5DC-45C8-ACF3-AF2DD0646633}"/>
                      </a:ext>
                    </a:extLst>
                  </p:cNvPr>
                  <p:cNvSpPr/>
                  <p:nvPr/>
                </p:nvSpPr>
                <p:spPr>
                  <a:xfrm>
                    <a:off x="9686096" y="6148049"/>
                    <a:ext cx="41275" cy="55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245">
                        <a:moveTo>
                          <a:pt x="13716" y="0"/>
                        </a:moveTo>
                        <a:lnTo>
                          <a:pt x="0" y="41148"/>
                        </a:lnTo>
                        <a:lnTo>
                          <a:pt x="41148" y="54864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9" name="object 944">
                    <a:extLst>
                      <a:ext uri="{FF2B5EF4-FFF2-40B4-BE49-F238E27FC236}">
                        <a16:creationId xmlns:a16="http://schemas.microsoft.com/office/drawing/2014/main" id="{03672C22-CDDE-47BB-8D8A-81F12A92EE18}"/>
                      </a:ext>
                    </a:extLst>
                  </p:cNvPr>
                  <p:cNvSpPr/>
                  <p:nvPr/>
                </p:nvSpPr>
                <p:spPr>
                  <a:xfrm>
                    <a:off x="10514390" y="5740379"/>
                    <a:ext cx="41275" cy="55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879">
                        <a:moveTo>
                          <a:pt x="27431" y="55625"/>
                        </a:moveTo>
                        <a:lnTo>
                          <a:pt x="41147" y="13715"/>
                        </a:lnTo>
                        <a:lnTo>
                          <a:pt x="0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0" name="object 945">
                    <a:extLst>
                      <a:ext uri="{FF2B5EF4-FFF2-40B4-BE49-F238E27FC236}">
                        <a16:creationId xmlns:a16="http://schemas.microsoft.com/office/drawing/2014/main" id="{4F3E8533-A6FF-4E27-A9A3-144593A09446}"/>
                      </a:ext>
                    </a:extLst>
                  </p:cNvPr>
                  <p:cNvSpPr/>
                  <p:nvPr/>
                </p:nvSpPr>
                <p:spPr>
                  <a:xfrm>
                    <a:off x="9948224" y="5811245"/>
                    <a:ext cx="345440" cy="32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40" h="321309">
                        <a:moveTo>
                          <a:pt x="345186" y="197357"/>
                        </a:moveTo>
                        <a:lnTo>
                          <a:pt x="246888" y="0"/>
                        </a:lnTo>
                        <a:lnTo>
                          <a:pt x="0" y="123443"/>
                        </a:lnTo>
                        <a:lnTo>
                          <a:pt x="98298" y="320801"/>
                        </a:lnTo>
                        <a:lnTo>
                          <a:pt x="345186" y="1973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1" name="object 946">
                    <a:extLst>
                      <a:ext uri="{FF2B5EF4-FFF2-40B4-BE49-F238E27FC236}">
                        <a16:creationId xmlns:a16="http://schemas.microsoft.com/office/drawing/2014/main" id="{1DF4A11D-FA9B-4E40-B7DF-7068A1558ED8}"/>
                      </a:ext>
                    </a:extLst>
                  </p:cNvPr>
                  <p:cNvSpPr/>
                  <p:nvPr/>
                </p:nvSpPr>
                <p:spPr>
                  <a:xfrm>
                    <a:off x="10000028" y="5866556"/>
                    <a:ext cx="254635" cy="210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634" h="210185">
                        <a:moveTo>
                          <a:pt x="39623" y="88706"/>
                        </a:moveTo>
                        <a:lnTo>
                          <a:pt x="38861" y="71942"/>
                        </a:lnTo>
                        <a:lnTo>
                          <a:pt x="0" y="90992"/>
                        </a:lnTo>
                        <a:lnTo>
                          <a:pt x="0" y="143570"/>
                        </a:lnTo>
                        <a:lnTo>
                          <a:pt x="6857" y="140846"/>
                        </a:lnTo>
                        <a:lnTo>
                          <a:pt x="6857" y="104708"/>
                        </a:lnTo>
                        <a:lnTo>
                          <a:pt x="39623" y="88706"/>
                        </a:lnTo>
                        <a:close/>
                      </a:path>
                      <a:path w="254634" h="210185">
                        <a:moveTo>
                          <a:pt x="76961" y="165668"/>
                        </a:moveTo>
                        <a:lnTo>
                          <a:pt x="76961" y="160334"/>
                        </a:lnTo>
                        <a:lnTo>
                          <a:pt x="76199" y="154238"/>
                        </a:lnTo>
                        <a:lnTo>
                          <a:pt x="48767" y="122234"/>
                        </a:lnTo>
                        <a:lnTo>
                          <a:pt x="27431" y="119026"/>
                        </a:lnTo>
                        <a:lnTo>
                          <a:pt x="18014" y="119984"/>
                        </a:lnTo>
                        <a:lnTo>
                          <a:pt x="6857" y="122996"/>
                        </a:lnTo>
                        <a:lnTo>
                          <a:pt x="6857" y="140846"/>
                        </a:lnTo>
                        <a:lnTo>
                          <a:pt x="7584" y="140558"/>
                        </a:lnTo>
                        <a:lnTo>
                          <a:pt x="14382" y="138331"/>
                        </a:lnTo>
                        <a:lnTo>
                          <a:pt x="20466" y="136819"/>
                        </a:lnTo>
                        <a:lnTo>
                          <a:pt x="25145" y="136072"/>
                        </a:lnTo>
                        <a:lnTo>
                          <a:pt x="35051" y="135950"/>
                        </a:lnTo>
                        <a:lnTo>
                          <a:pt x="43433" y="136712"/>
                        </a:lnTo>
                        <a:lnTo>
                          <a:pt x="70103" y="169478"/>
                        </a:lnTo>
                        <a:lnTo>
                          <a:pt x="70103" y="185861"/>
                        </a:lnTo>
                        <a:lnTo>
                          <a:pt x="72389" y="182432"/>
                        </a:lnTo>
                        <a:lnTo>
                          <a:pt x="73913" y="177098"/>
                        </a:lnTo>
                        <a:lnTo>
                          <a:pt x="76199" y="171764"/>
                        </a:lnTo>
                        <a:lnTo>
                          <a:pt x="76961" y="165668"/>
                        </a:lnTo>
                        <a:close/>
                      </a:path>
                      <a:path w="254634" h="210185">
                        <a:moveTo>
                          <a:pt x="70103" y="185861"/>
                        </a:moveTo>
                        <a:lnTo>
                          <a:pt x="70103" y="169478"/>
                        </a:lnTo>
                        <a:lnTo>
                          <a:pt x="67817" y="177098"/>
                        </a:lnTo>
                        <a:lnTo>
                          <a:pt x="64769" y="183956"/>
                        </a:lnTo>
                        <a:lnTo>
                          <a:pt x="60959" y="189290"/>
                        </a:lnTo>
                        <a:lnTo>
                          <a:pt x="54863" y="192338"/>
                        </a:lnTo>
                        <a:lnTo>
                          <a:pt x="50291" y="193862"/>
                        </a:lnTo>
                        <a:lnTo>
                          <a:pt x="45719" y="194624"/>
                        </a:lnTo>
                        <a:lnTo>
                          <a:pt x="40385" y="193862"/>
                        </a:lnTo>
                        <a:lnTo>
                          <a:pt x="36575" y="193862"/>
                        </a:lnTo>
                        <a:lnTo>
                          <a:pt x="34289" y="193100"/>
                        </a:lnTo>
                        <a:lnTo>
                          <a:pt x="33527" y="193100"/>
                        </a:lnTo>
                        <a:lnTo>
                          <a:pt x="32003" y="193862"/>
                        </a:lnTo>
                        <a:lnTo>
                          <a:pt x="30479" y="193862"/>
                        </a:lnTo>
                        <a:lnTo>
                          <a:pt x="27431" y="195386"/>
                        </a:lnTo>
                        <a:lnTo>
                          <a:pt x="25907" y="196910"/>
                        </a:lnTo>
                        <a:lnTo>
                          <a:pt x="25145" y="198434"/>
                        </a:lnTo>
                        <a:lnTo>
                          <a:pt x="25145" y="202244"/>
                        </a:lnTo>
                        <a:lnTo>
                          <a:pt x="25907" y="203768"/>
                        </a:lnTo>
                        <a:lnTo>
                          <a:pt x="26669" y="206054"/>
                        </a:lnTo>
                        <a:lnTo>
                          <a:pt x="29717" y="208340"/>
                        </a:lnTo>
                        <a:lnTo>
                          <a:pt x="33527" y="209102"/>
                        </a:lnTo>
                        <a:lnTo>
                          <a:pt x="38099" y="209864"/>
                        </a:lnTo>
                        <a:lnTo>
                          <a:pt x="43433" y="208340"/>
                        </a:lnTo>
                        <a:lnTo>
                          <a:pt x="49529" y="205292"/>
                        </a:lnTo>
                        <a:lnTo>
                          <a:pt x="56387" y="201482"/>
                        </a:lnTo>
                        <a:lnTo>
                          <a:pt x="61721" y="196910"/>
                        </a:lnTo>
                        <a:lnTo>
                          <a:pt x="66293" y="190814"/>
                        </a:lnTo>
                        <a:lnTo>
                          <a:pt x="69341" y="187004"/>
                        </a:lnTo>
                        <a:lnTo>
                          <a:pt x="70103" y="185861"/>
                        </a:lnTo>
                        <a:close/>
                      </a:path>
                      <a:path w="254634" h="210185">
                        <a:moveTo>
                          <a:pt x="166877" y="144332"/>
                        </a:moveTo>
                        <a:lnTo>
                          <a:pt x="165353" y="141284"/>
                        </a:lnTo>
                        <a:lnTo>
                          <a:pt x="160019" y="143570"/>
                        </a:lnTo>
                        <a:lnTo>
                          <a:pt x="156971" y="144332"/>
                        </a:lnTo>
                        <a:lnTo>
                          <a:pt x="150875" y="144332"/>
                        </a:lnTo>
                        <a:lnTo>
                          <a:pt x="149351" y="142808"/>
                        </a:lnTo>
                        <a:lnTo>
                          <a:pt x="148589" y="141284"/>
                        </a:lnTo>
                        <a:lnTo>
                          <a:pt x="146303" y="137474"/>
                        </a:lnTo>
                        <a:lnTo>
                          <a:pt x="97535" y="39938"/>
                        </a:lnTo>
                        <a:lnTo>
                          <a:pt x="94487" y="40700"/>
                        </a:lnTo>
                        <a:lnTo>
                          <a:pt x="74675" y="67370"/>
                        </a:lnTo>
                        <a:lnTo>
                          <a:pt x="76961" y="68894"/>
                        </a:lnTo>
                        <a:lnTo>
                          <a:pt x="82295" y="63560"/>
                        </a:lnTo>
                        <a:lnTo>
                          <a:pt x="86867" y="61274"/>
                        </a:lnTo>
                        <a:lnTo>
                          <a:pt x="88391" y="62036"/>
                        </a:lnTo>
                        <a:lnTo>
                          <a:pt x="89915" y="62036"/>
                        </a:lnTo>
                        <a:lnTo>
                          <a:pt x="92201" y="64322"/>
                        </a:lnTo>
                        <a:lnTo>
                          <a:pt x="130301" y="138236"/>
                        </a:lnTo>
                        <a:lnTo>
                          <a:pt x="134873" y="148904"/>
                        </a:lnTo>
                        <a:lnTo>
                          <a:pt x="134873" y="160334"/>
                        </a:lnTo>
                        <a:lnTo>
                          <a:pt x="166877" y="144332"/>
                        </a:lnTo>
                        <a:close/>
                      </a:path>
                      <a:path w="254634" h="210185">
                        <a:moveTo>
                          <a:pt x="134873" y="160334"/>
                        </a:moveTo>
                        <a:lnTo>
                          <a:pt x="134873" y="153476"/>
                        </a:lnTo>
                        <a:lnTo>
                          <a:pt x="133349" y="155000"/>
                        </a:lnTo>
                        <a:lnTo>
                          <a:pt x="132587" y="156524"/>
                        </a:lnTo>
                        <a:lnTo>
                          <a:pt x="129539" y="158810"/>
                        </a:lnTo>
                        <a:lnTo>
                          <a:pt x="124205" y="161858"/>
                        </a:lnTo>
                        <a:lnTo>
                          <a:pt x="125729" y="164906"/>
                        </a:lnTo>
                        <a:lnTo>
                          <a:pt x="134873" y="160334"/>
                        </a:lnTo>
                        <a:close/>
                      </a:path>
                      <a:path w="254634" h="210185">
                        <a:moveTo>
                          <a:pt x="218693" y="35366"/>
                        </a:moveTo>
                        <a:lnTo>
                          <a:pt x="218693" y="28508"/>
                        </a:lnTo>
                        <a:lnTo>
                          <a:pt x="217169" y="22412"/>
                        </a:lnTo>
                        <a:lnTo>
                          <a:pt x="214121" y="17078"/>
                        </a:lnTo>
                        <a:lnTo>
                          <a:pt x="210311" y="9458"/>
                        </a:lnTo>
                        <a:lnTo>
                          <a:pt x="204215" y="4124"/>
                        </a:lnTo>
                        <a:lnTo>
                          <a:pt x="195071" y="1076"/>
                        </a:lnTo>
                        <a:lnTo>
                          <a:pt x="188975" y="0"/>
                        </a:lnTo>
                        <a:lnTo>
                          <a:pt x="182117" y="28"/>
                        </a:lnTo>
                        <a:lnTo>
                          <a:pt x="150697" y="28532"/>
                        </a:lnTo>
                        <a:lnTo>
                          <a:pt x="150209" y="35366"/>
                        </a:lnTo>
                        <a:lnTo>
                          <a:pt x="151006" y="42772"/>
                        </a:lnTo>
                        <a:lnTo>
                          <a:pt x="153161" y="50606"/>
                        </a:lnTo>
                        <a:lnTo>
                          <a:pt x="155447" y="49463"/>
                        </a:lnTo>
                        <a:lnTo>
                          <a:pt x="155447" y="41462"/>
                        </a:lnTo>
                        <a:lnTo>
                          <a:pt x="156209" y="35366"/>
                        </a:lnTo>
                        <a:lnTo>
                          <a:pt x="158495" y="30032"/>
                        </a:lnTo>
                        <a:lnTo>
                          <a:pt x="161543" y="24698"/>
                        </a:lnTo>
                        <a:lnTo>
                          <a:pt x="165353" y="20888"/>
                        </a:lnTo>
                        <a:lnTo>
                          <a:pt x="170687" y="18602"/>
                        </a:lnTo>
                        <a:lnTo>
                          <a:pt x="176783" y="15554"/>
                        </a:lnTo>
                        <a:lnTo>
                          <a:pt x="182879" y="14792"/>
                        </a:lnTo>
                        <a:lnTo>
                          <a:pt x="188975" y="17078"/>
                        </a:lnTo>
                        <a:lnTo>
                          <a:pt x="195833" y="19364"/>
                        </a:lnTo>
                        <a:lnTo>
                          <a:pt x="208395" y="89369"/>
                        </a:lnTo>
                        <a:lnTo>
                          <a:pt x="209097" y="87134"/>
                        </a:lnTo>
                        <a:lnTo>
                          <a:pt x="213359" y="72704"/>
                        </a:lnTo>
                        <a:lnTo>
                          <a:pt x="215800" y="62262"/>
                        </a:lnTo>
                        <a:lnTo>
                          <a:pt x="217455" y="52606"/>
                        </a:lnTo>
                        <a:lnTo>
                          <a:pt x="218396" y="43665"/>
                        </a:lnTo>
                        <a:lnTo>
                          <a:pt x="218693" y="35366"/>
                        </a:lnTo>
                        <a:close/>
                      </a:path>
                      <a:path w="254634" h="210185">
                        <a:moveTo>
                          <a:pt x="156209" y="49082"/>
                        </a:moveTo>
                        <a:lnTo>
                          <a:pt x="155447" y="41462"/>
                        </a:lnTo>
                        <a:lnTo>
                          <a:pt x="155447" y="49463"/>
                        </a:lnTo>
                        <a:lnTo>
                          <a:pt x="156209" y="49082"/>
                        </a:lnTo>
                        <a:close/>
                      </a:path>
                      <a:path w="254634" h="210185">
                        <a:moveTo>
                          <a:pt x="208395" y="89369"/>
                        </a:moveTo>
                        <a:lnTo>
                          <a:pt x="208395" y="56523"/>
                        </a:lnTo>
                        <a:lnTo>
                          <a:pt x="207263" y="67370"/>
                        </a:lnTo>
                        <a:lnTo>
                          <a:pt x="204835" y="79371"/>
                        </a:lnTo>
                        <a:lnTo>
                          <a:pt x="200977" y="93659"/>
                        </a:lnTo>
                        <a:lnTo>
                          <a:pt x="195691" y="110232"/>
                        </a:lnTo>
                        <a:lnTo>
                          <a:pt x="188975" y="129092"/>
                        </a:lnTo>
                        <a:lnTo>
                          <a:pt x="190499" y="132140"/>
                        </a:lnTo>
                        <a:lnTo>
                          <a:pt x="201167" y="126806"/>
                        </a:lnTo>
                        <a:lnTo>
                          <a:pt x="201167" y="111566"/>
                        </a:lnTo>
                        <a:lnTo>
                          <a:pt x="205549" y="98421"/>
                        </a:lnTo>
                        <a:lnTo>
                          <a:pt x="208395" y="89369"/>
                        </a:lnTo>
                        <a:close/>
                      </a:path>
                      <a:path w="254634" h="210185">
                        <a:moveTo>
                          <a:pt x="254507" y="100136"/>
                        </a:moveTo>
                        <a:lnTo>
                          <a:pt x="251459" y="74990"/>
                        </a:lnTo>
                        <a:lnTo>
                          <a:pt x="248411" y="76514"/>
                        </a:lnTo>
                        <a:lnTo>
                          <a:pt x="248411" y="79562"/>
                        </a:lnTo>
                        <a:lnTo>
                          <a:pt x="247649" y="82610"/>
                        </a:lnTo>
                        <a:lnTo>
                          <a:pt x="246887" y="84896"/>
                        </a:lnTo>
                        <a:lnTo>
                          <a:pt x="245363" y="87182"/>
                        </a:lnTo>
                        <a:lnTo>
                          <a:pt x="243839" y="88706"/>
                        </a:lnTo>
                        <a:lnTo>
                          <a:pt x="241553" y="90230"/>
                        </a:lnTo>
                        <a:lnTo>
                          <a:pt x="239267" y="92516"/>
                        </a:lnTo>
                        <a:lnTo>
                          <a:pt x="235457" y="94802"/>
                        </a:lnTo>
                        <a:lnTo>
                          <a:pt x="229361" y="97088"/>
                        </a:lnTo>
                        <a:lnTo>
                          <a:pt x="201167" y="111566"/>
                        </a:lnTo>
                        <a:lnTo>
                          <a:pt x="201167" y="126806"/>
                        </a:lnTo>
                        <a:lnTo>
                          <a:pt x="254507" y="10013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942" name="Straight Arrow Connector 941">
                    <a:extLst>
                      <a:ext uri="{FF2B5EF4-FFF2-40B4-BE49-F238E27FC236}">
                        <a16:creationId xmlns:a16="http://schemas.microsoft.com/office/drawing/2014/main" id="{5D27F2E3-6908-4B10-B8EE-678BBA1B5A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82063" y="5374365"/>
                    <a:ext cx="0" cy="81438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3" name="Straight Arrow Connector 942">
                    <a:extLst>
                      <a:ext uri="{FF2B5EF4-FFF2-40B4-BE49-F238E27FC236}">
                        <a16:creationId xmlns:a16="http://schemas.microsoft.com/office/drawing/2014/main" id="{1E4024FF-0CD7-4847-ADAB-D15D0D528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70834" y="4257115"/>
                    <a:ext cx="0" cy="75364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4" name="object 13">
                    <a:extLst>
                      <a:ext uri="{FF2B5EF4-FFF2-40B4-BE49-F238E27FC236}">
                        <a16:creationId xmlns:a16="http://schemas.microsoft.com/office/drawing/2014/main" id="{4436DD14-4F4E-4989-B0BA-EFB8435F7559}"/>
                      </a:ext>
                    </a:extLst>
                  </p:cNvPr>
                  <p:cNvSpPr txBox="1"/>
                  <p:nvPr/>
                </p:nvSpPr>
                <p:spPr>
                  <a:xfrm>
                    <a:off x="6719337" y="5020389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18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945" name="Straight Arrow Connector 944">
                    <a:extLst>
                      <a:ext uri="{FF2B5EF4-FFF2-40B4-BE49-F238E27FC236}">
                        <a16:creationId xmlns:a16="http://schemas.microsoft.com/office/drawing/2014/main" id="{4B28C5F4-71D2-4B73-B9D1-A84D1DC40F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45001" y="6312569"/>
                    <a:ext cx="111417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" name="Straight Arrow Connector 945">
                    <a:extLst>
                      <a:ext uri="{FF2B5EF4-FFF2-40B4-BE49-F238E27FC236}">
                        <a16:creationId xmlns:a16="http://schemas.microsoft.com/office/drawing/2014/main" id="{FE48BB9B-45D6-4A83-9074-2CFB9464BA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53692" y="6312569"/>
                    <a:ext cx="121145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7" name="object 13">
                    <a:extLst>
                      <a:ext uri="{FF2B5EF4-FFF2-40B4-BE49-F238E27FC236}">
                        <a16:creationId xmlns:a16="http://schemas.microsoft.com/office/drawing/2014/main" id="{FF51C982-9BE2-4051-B79F-F909FB7662DD}"/>
                      </a:ext>
                    </a:extLst>
                  </p:cNvPr>
                  <p:cNvSpPr txBox="1"/>
                  <p:nvPr/>
                </p:nvSpPr>
                <p:spPr>
                  <a:xfrm>
                    <a:off x="8267561" y="6166524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25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7ADA159-54E1-4471-A7A0-3DAE3EFA18AE}"/>
                    </a:ext>
                  </a:extLst>
                </p:cNvPr>
                <p:cNvSpPr/>
                <p:nvPr/>
              </p:nvSpPr>
              <p:spPr>
                <a:xfrm>
                  <a:off x="7093819" y="4148488"/>
                  <a:ext cx="770021" cy="1318661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80013E5-92B6-446E-A8C6-4C586880E6C2}"/>
                    </a:ext>
                  </a:extLst>
                </p:cNvPr>
                <p:cNvSpPr/>
                <p:nvPr/>
              </p:nvSpPr>
              <p:spPr>
                <a:xfrm>
                  <a:off x="6785613" y="3748378"/>
                  <a:ext cx="77777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(7, 2)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5401258-5C8B-4A1D-A438-CC65EA7F4FC7}"/>
                    </a:ext>
                  </a:extLst>
                </p:cNvPr>
                <p:cNvSpPr/>
                <p:nvPr/>
              </p:nvSpPr>
              <p:spPr>
                <a:xfrm>
                  <a:off x="7783157" y="5267094"/>
                  <a:ext cx="103425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(13, 13)</a:t>
                  </a:r>
                </a:p>
              </p:txBody>
            </p:sp>
          </p:grpSp>
          <p:grpSp>
            <p:nvGrpSpPr>
              <p:cNvPr id="15" name="object 1527">
                <a:extLst>
                  <a:ext uri="{FF2B5EF4-FFF2-40B4-BE49-F238E27FC236}">
                    <a16:creationId xmlns:a16="http://schemas.microsoft.com/office/drawing/2014/main" id="{578B54E5-8892-4E11-8A4C-2C3C780E93BE}"/>
                  </a:ext>
                </a:extLst>
              </p:cNvPr>
              <p:cNvGrpSpPr/>
              <p:nvPr/>
            </p:nvGrpSpPr>
            <p:grpSpPr>
              <a:xfrm>
                <a:off x="2562032" y="4167738"/>
                <a:ext cx="753745" cy="1299558"/>
                <a:chOff x="2724797" y="4753354"/>
                <a:chExt cx="753745" cy="1299558"/>
              </a:xfrm>
            </p:grpSpPr>
            <p:sp>
              <p:nvSpPr>
                <p:cNvPr id="16" name="object 1529">
                  <a:extLst>
                    <a:ext uri="{FF2B5EF4-FFF2-40B4-BE49-F238E27FC236}">
                      <a16:creationId xmlns:a16="http://schemas.microsoft.com/office/drawing/2014/main" id="{56209D04-47AF-4D06-A668-C94CD082DE71}"/>
                    </a:ext>
                  </a:extLst>
                </p:cNvPr>
                <p:cNvSpPr/>
                <p:nvPr/>
              </p:nvSpPr>
              <p:spPr>
                <a:xfrm>
                  <a:off x="2940443" y="5620912"/>
                  <a:ext cx="214884" cy="432000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object 1530">
                  <a:extLst>
                    <a:ext uri="{FF2B5EF4-FFF2-40B4-BE49-F238E27FC236}">
                      <a16:creationId xmlns:a16="http://schemas.microsoft.com/office/drawing/2014/main" id="{B898453A-83FE-4A7A-B076-976AABA5CD03}"/>
                    </a:ext>
                  </a:extLst>
                </p:cNvPr>
                <p:cNvSpPr/>
                <p:nvPr/>
              </p:nvSpPr>
              <p:spPr>
                <a:xfrm>
                  <a:off x="2724797" y="5191954"/>
                  <a:ext cx="215645" cy="432000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object 1531">
                  <a:extLst>
                    <a:ext uri="{FF2B5EF4-FFF2-40B4-BE49-F238E27FC236}">
                      <a16:creationId xmlns:a16="http://schemas.microsoft.com/office/drawing/2014/main" id="{7C3DDBD0-6497-4200-9425-5FF1FB1A8097}"/>
                    </a:ext>
                  </a:extLst>
                </p:cNvPr>
                <p:cNvSpPr/>
                <p:nvPr/>
              </p:nvSpPr>
              <p:spPr>
                <a:xfrm>
                  <a:off x="3155327" y="5191954"/>
                  <a:ext cx="323088" cy="432000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object 1532">
                  <a:extLst>
                    <a:ext uri="{FF2B5EF4-FFF2-40B4-BE49-F238E27FC236}">
                      <a16:creationId xmlns:a16="http://schemas.microsoft.com/office/drawing/2014/main" id="{529ABFA0-BAA7-4388-B8A6-73CCDD2FC281}"/>
                    </a:ext>
                  </a:extLst>
                </p:cNvPr>
                <p:cNvSpPr/>
                <p:nvPr/>
              </p:nvSpPr>
              <p:spPr>
                <a:xfrm>
                  <a:off x="2724797" y="4753354"/>
                  <a:ext cx="753618" cy="432000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1533">
                  <a:extLst>
                    <a:ext uri="{FF2B5EF4-FFF2-40B4-BE49-F238E27FC236}">
                      <a16:creationId xmlns:a16="http://schemas.microsoft.com/office/drawing/2014/main" id="{97BE3FC9-8889-421E-8195-059DEFE60568}"/>
                    </a:ext>
                  </a:extLst>
                </p:cNvPr>
                <p:cNvSpPr/>
                <p:nvPr/>
              </p:nvSpPr>
              <p:spPr>
                <a:xfrm>
                  <a:off x="2724797" y="4753355"/>
                  <a:ext cx="753745" cy="12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45" h="1292860">
                      <a:moveTo>
                        <a:pt x="0" y="0"/>
                      </a:moveTo>
                      <a:lnTo>
                        <a:pt x="0" y="1292352"/>
                      </a:lnTo>
                      <a:lnTo>
                        <a:pt x="753618" y="1292352"/>
                      </a:lnTo>
                      <a:lnTo>
                        <a:pt x="7536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7094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1534">
                  <a:extLst>
                    <a:ext uri="{FF2B5EF4-FFF2-40B4-BE49-F238E27FC236}">
                      <a16:creationId xmlns:a16="http://schemas.microsoft.com/office/drawing/2014/main" id="{F8BA6B1D-3D23-41A3-B864-74DB07389939}"/>
                    </a:ext>
                  </a:extLst>
                </p:cNvPr>
                <p:cNvSpPr/>
                <p:nvPr/>
              </p:nvSpPr>
              <p:spPr>
                <a:xfrm>
                  <a:off x="3155327" y="5620912"/>
                  <a:ext cx="323088" cy="432000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1535">
                  <a:extLst>
                    <a:ext uri="{FF2B5EF4-FFF2-40B4-BE49-F238E27FC236}">
                      <a16:creationId xmlns:a16="http://schemas.microsoft.com/office/drawing/2014/main" id="{746D624E-C328-4D78-A738-E5BB15C3F03E}"/>
                    </a:ext>
                  </a:extLst>
                </p:cNvPr>
                <p:cNvSpPr/>
                <p:nvPr/>
              </p:nvSpPr>
              <p:spPr>
                <a:xfrm>
                  <a:off x="2724797" y="5620912"/>
                  <a:ext cx="215645" cy="432000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1536">
                  <a:extLst>
                    <a:ext uri="{FF2B5EF4-FFF2-40B4-BE49-F238E27FC236}">
                      <a16:creationId xmlns:a16="http://schemas.microsoft.com/office/drawing/2014/main" id="{7096A7B8-5AFF-4DC2-AF7E-40C705FCAB9F}"/>
                    </a:ext>
                  </a:extLst>
                </p:cNvPr>
                <p:cNvSpPr/>
                <p:nvPr/>
              </p:nvSpPr>
              <p:spPr>
                <a:xfrm>
                  <a:off x="2940443" y="5191954"/>
                  <a:ext cx="214884" cy="432000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9B964C6-3C82-4B98-AC68-58284AE06015}"/>
                </a:ext>
              </a:extLst>
            </p:cNvPr>
            <p:cNvGrpSpPr/>
            <p:nvPr/>
          </p:nvGrpSpPr>
          <p:grpSpPr>
            <a:xfrm>
              <a:off x="4190598" y="4059103"/>
              <a:ext cx="1159010" cy="1574485"/>
              <a:chOff x="2339515" y="3975233"/>
              <a:chExt cx="1159010" cy="1574485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1DEE1D6-F7CF-4EBA-83E4-9F2F759FB766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2523665" y="4816192"/>
                <a:ext cx="0" cy="47770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8048E10-9F46-4A86-8814-0725E8A5F183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V="1">
                <a:off x="2523665" y="3975233"/>
                <a:ext cx="0" cy="54123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41977AE7-3B55-4945-99A6-3FAE4A9F7679}"/>
                  </a:ext>
                </a:extLst>
              </p:cNvPr>
              <p:cNvSpPr txBox="1"/>
              <p:nvPr/>
            </p:nvSpPr>
            <p:spPr>
              <a:xfrm>
                <a:off x="2339515" y="4516472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12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E0D139A-35A7-4AE3-8523-2CA00FB75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5589" y="5405668"/>
                <a:ext cx="3029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FAD5783-F34D-484C-B135-6362D4D5B2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7816" y="5405668"/>
                <a:ext cx="2527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8EAC6FC3-D968-4353-8AF5-754EC9BD37DA}"/>
                  </a:ext>
                </a:extLst>
              </p:cNvPr>
              <p:cNvSpPr txBox="1"/>
              <p:nvPr/>
            </p:nvSpPr>
            <p:spPr>
              <a:xfrm>
                <a:off x="2892423" y="5249998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7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48" name="Group 947">
            <a:extLst>
              <a:ext uri="{FF2B5EF4-FFF2-40B4-BE49-F238E27FC236}">
                <a16:creationId xmlns:a16="http://schemas.microsoft.com/office/drawing/2014/main" id="{D77E65E1-451D-486D-9899-2EAD5A63AF9F}"/>
              </a:ext>
            </a:extLst>
          </p:cNvPr>
          <p:cNvGrpSpPr/>
          <p:nvPr/>
        </p:nvGrpSpPr>
        <p:grpSpPr>
          <a:xfrm>
            <a:off x="7239366" y="3407134"/>
            <a:ext cx="2629989" cy="2032516"/>
            <a:chOff x="6317434" y="3475483"/>
            <a:chExt cx="2629989" cy="2032516"/>
          </a:xfrm>
        </p:grpSpPr>
        <p:sp>
          <p:nvSpPr>
            <p:cNvPr id="949" name="object 5598">
              <a:extLst>
                <a:ext uri="{FF2B5EF4-FFF2-40B4-BE49-F238E27FC236}">
                  <a16:creationId xmlns:a16="http://schemas.microsoft.com/office/drawing/2014/main" id="{B8DDEAF9-CC5B-495A-BFDD-9DD4D9A9C9CC}"/>
                </a:ext>
              </a:extLst>
            </p:cNvPr>
            <p:cNvSpPr/>
            <p:nvPr/>
          </p:nvSpPr>
          <p:spPr>
            <a:xfrm>
              <a:off x="7195820" y="4788409"/>
              <a:ext cx="233679" cy="128905"/>
            </a:xfrm>
            <a:custGeom>
              <a:avLst/>
              <a:gdLst/>
              <a:ahLst/>
              <a:cxnLst/>
              <a:rect l="l" t="t" r="r" b="b"/>
              <a:pathLst>
                <a:path w="233679" h="128904">
                  <a:moveTo>
                    <a:pt x="0" y="128777"/>
                  </a:moveTo>
                  <a:lnTo>
                    <a:pt x="233172" y="128777"/>
                  </a:lnTo>
                  <a:lnTo>
                    <a:pt x="233172" y="0"/>
                  </a:lnTo>
                  <a:lnTo>
                    <a:pt x="0" y="0"/>
                  </a:lnTo>
                  <a:lnTo>
                    <a:pt x="0" y="12877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0" name="object 5599">
              <a:extLst>
                <a:ext uri="{FF2B5EF4-FFF2-40B4-BE49-F238E27FC236}">
                  <a16:creationId xmlns:a16="http://schemas.microsoft.com/office/drawing/2014/main" id="{07F7885F-DC90-473E-A230-B638574834A8}"/>
                </a:ext>
              </a:extLst>
            </p:cNvPr>
            <p:cNvSpPr/>
            <p:nvPr/>
          </p:nvSpPr>
          <p:spPr>
            <a:xfrm>
              <a:off x="7732268" y="3475483"/>
              <a:ext cx="1207770" cy="1209040"/>
            </a:xfrm>
            <a:custGeom>
              <a:avLst/>
              <a:gdLst/>
              <a:ahLst/>
              <a:cxnLst/>
              <a:rect l="l" t="t" r="r" b="b"/>
              <a:pathLst>
                <a:path w="1207770" h="1209039">
                  <a:moveTo>
                    <a:pt x="1207770" y="1208531"/>
                  </a:moveTo>
                  <a:lnTo>
                    <a:pt x="1207770" y="0"/>
                  </a:lnTo>
                  <a:lnTo>
                    <a:pt x="0" y="0"/>
                  </a:lnTo>
                  <a:lnTo>
                    <a:pt x="0" y="1208531"/>
                  </a:lnTo>
                  <a:lnTo>
                    <a:pt x="1207770" y="120853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1" name="object 5600">
              <a:extLst>
                <a:ext uri="{FF2B5EF4-FFF2-40B4-BE49-F238E27FC236}">
                  <a16:creationId xmlns:a16="http://schemas.microsoft.com/office/drawing/2014/main" id="{2C02097C-F8DD-40A7-88F1-9162290AEB6A}"/>
                </a:ext>
              </a:extLst>
            </p:cNvPr>
            <p:cNvSpPr/>
            <p:nvPr/>
          </p:nvSpPr>
          <p:spPr>
            <a:xfrm>
              <a:off x="7195821" y="3709430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635495" y="1078992"/>
                  </a:lnTo>
                  <a:lnTo>
                    <a:pt x="635495" y="1207770"/>
                  </a:lnTo>
                  <a:lnTo>
                    <a:pt x="1207770" y="1207770"/>
                  </a:lnTo>
                  <a:lnTo>
                    <a:pt x="1207770" y="1078992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2" name="object 5601">
              <a:extLst>
                <a:ext uri="{FF2B5EF4-FFF2-40B4-BE49-F238E27FC236}">
                  <a16:creationId xmlns:a16="http://schemas.microsoft.com/office/drawing/2014/main" id="{05600E06-E497-4E59-804C-2C8F7A7FA016}"/>
                </a:ext>
              </a:extLst>
            </p:cNvPr>
            <p:cNvSpPr/>
            <p:nvPr/>
          </p:nvSpPr>
          <p:spPr>
            <a:xfrm>
              <a:off x="7195820" y="3709417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70"/>
                  </a:lnTo>
                  <a:lnTo>
                    <a:pt x="1207770" y="1207770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3" name="object 5602">
              <a:extLst>
                <a:ext uri="{FF2B5EF4-FFF2-40B4-BE49-F238E27FC236}">
                  <a16:creationId xmlns:a16="http://schemas.microsoft.com/office/drawing/2014/main" id="{FB14242D-8D23-4532-81C7-5C305B0B448E}"/>
                </a:ext>
              </a:extLst>
            </p:cNvPr>
            <p:cNvSpPr/>
            <p:nvPr/>
          </p:nvSpPr>
          <p:spPr>
            <a:xfrm>
              <a:off x="6926822" y="3843542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944880"/>
                  </a:lnTo>
                  <a:lnTo>
                    <a:pt x="0" y="1207770"/>
                  </a:lnTo>
                  <a:lnTo>
                    <a:pt x="99060" y="1207770"/>
                  </a:lnTo>
                  <a:lnTo>
                    <a:pt x="99060" y="944880"/>
                  </a:lnTo>
                  <a:lnTo>
                    <a:pt x="904494" y="944880"/>
                  </a:lnTo>
                  <a:lnTo>
                    <a:pt x="904494" y="1207770"/>
                  </a:lnTo>
                  <a:lnTo>
                    <a:pt x="1207770" y="1207770"/>
                  </a:lnTo>
                  <a:lnTo>
                    <a:pt x="1207770" y="944880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4" name="object 5603">
              <a:extLst>
                <a:ext uri="{FF2B5EF4-FFF2-40B4-BE49-F238E27FC236}">
                  <a16:creationId xmlns:a16="http://schemas.microsoft.com/office/drawing/2014/main" id="{F455A547-050E-4E87-B073-8ABF2E27FB19}"/>
                </a:ext>
              </a:extLst>
            </p:cNvPr>
            <p:cNvSpPr/>
            <p:nvPr/>
          </p:nvSpPr>
          <p:spPr>
            <a:xfrm>
              <a:off x="6926822" y="3843529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69"/>
                  </a:lnTo>
                  <a:lnTo>
                    <a:pt x="1207770" y="1207769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5" name="object 5604">
              <a:extLst>
                <a:ext uri="{FF2B5EF4-FFF2-40B4-BE49-F238E27FC236}">
                  <a16:creationId xmlns:a16="http://schemas.microsoft.com/office/drawing/2014/main" id="{983C166A-B7C1-45CB-BB94-18BC9DE3DB23}"/>
                </a:ext>
              </a:extLst>
            </p:cNvPr>
            <p:cNvSpPr/>
            <p:nvPr/>
          </p:nvSpPr>
          <p:spPr>
            <a:xfrm>
              <a:off x="7227811" y="3488437"/>
              <a:ext cx="1655445" cy="220979"/>
            </a:xfrm>
            <a:custGeom>
              <a:avLst/>
              <a:gdLst/>
              <a:ahLst/>
              <a:cxnLst/>
              <a:rect l="l" t="t" r="r" b="b"/>
              <a:pathLst>
                <a:path w="1655445" h="220979">
                  <a:moveTo>
                    <a:pt x="0" y="189737"/>
                  </a:moveTo>
                  <a:lnTo>
                    <a:pt x="381000" y="0"/>
                  </a:lnTo>
                </a:path>
                <a:path w="1655445" h="220979">
                  <a:moveTo>
                    <a:pt x="1236726" y="220979"/>
                  </a:moveTo>
                  <a:lnTo>
                    <a:pt x="1655064" y="11429"/>
                  </a:lnTo>
                </a:path>
              </a:pathLst>
            </a:custGeom>
            <a:ln w="9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6" name="object 5605">
              <a:extLst>
                <a:ext uri="{FF2B5EF4-FFF2-40B4-BE49-F238E27FC236}">
                  <a16:creationId xmlns:a16="http://schemas.microsoft.com/office/drawing/2014/main" id="{1A07BECA-F236-4308-A878-4FEF6E698477}"/>
                </a:ext>
              </a:extLst>
            </p:cNvPr>
            <p:cNvSpPr/>
            <p:nvPr/>
          </p:nvSpPr>
          <p:spPr>
            <a:xfrm>
              <a:off x="6658610" y="5320285"/>
              <a:ext cx="1207770" cy="0"/>
            </a:xfrm>
            <a:custGeom>
              <a:avLst/>
              <a:gdLst/>
              <a:ahLst/>
              <a:cxnLst/>
              <a:rect l="l" t="t" r="r" b="b"/>
              <a:pathLst>
                <a:path w="1207770">
                  <a:moveTo>
                    <a:pt x="0" y="0"/>
                  </a:moveTo>
                  <a:lnTo>
                    <a:pt x="547103" y="0"/>
                  </a:lnTo>
                </a:path>
                <a:path w="1207770">
                  <a:moveTo>
                    <a:pt x="660641" y="0"/>
                  </a:moveTo>
                  <a:lnTo>
                    <a:pt x="1207769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7" name="object 5606">
              <a:extLst>
                <a:ext uri="{FF2B5EF4-FFF2-40B4-BE49-F238E27FC236}">
                  <a16:creationId xmlns:a16="http://schemas.microsoft.com/office/drawing/2014/main" id="{E8F65482-1CEC-45E6-8209-BFB232F37E5E}"/>
                </a:ext>
              </a:extLst>
            </p:cNvPr>
            <p:cNvSpPr/>
            <p:nvPr/>
          </p:nvSpPr>
          <p:spPr>
            <a:xfrm>
              <a:off x="665861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8" name="object 5607">
              <a:extLst>
                <a:ext uri="{FF2B5EF4-FFF2-40B4-BE49-F238E27FC236}">
                  <a16:creationId xmlns:a16="http://schemas.microsoft.com/office/drawing/2014/main" id="{61F78039-378C-4406-9304-833FE86BDCBB}"/>
                </a:ext>
              </a:extLst>
            </p:cNvPr>
            <p:cNvSpPr/>
            <p:nvPr/>
          </p:nvSpPr>
          <p:spPr>
            <a:xfrm>
              <a:off x="782828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76200"/>
                  </a:moveTo>
                  <a:lnTo>
                    <a:pt x="38100" y="38100"/>
                  </a:lnTo>
                  <a:lnTo>
                    <a:pt x="0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959" name="Group 958">
              <a:extLst>
                <a:ext uri="{FF2B5EF4-FFF2-40B4-BE49-F238E27FC236}">
                  <a16:creationId xmlns:a16="http://schemas.microsoft.com/office/drawing/2014/main" id="{2EF00294-8B5E-4B05-AF99-74FB5BC8DC7A}"/>
                </a:ext>
              </a:extLst>
            </p:cNvPr>
            <p:cNvGrpSpPr/>
            <p:nvPr/>
          </p:nvGrpSpPr>
          <p:grpSpPr>
            <a:xfrm>
              <a:off x="6317434" y="3967862"/>
              <a:ext cx="2629989" cy="1540137"/>
              <a:chOff x="6317434" y="3967862"/>
              <a:chExt cx="2629989" cy="1540137"/>
            </a:xfrm>
          </p:grpSpPr>
          <p:grpSp>
            <p:nvGrpSpPr>
              <p:cNvPr id="960" name="object 5615">
                <a:extLst>
                  <a:ext uri="{FF2B5EF4-FFF2-40B4-BE49-F238E27FC236}">
                    <a16:creationId xmlns:a16="http://schemas.microsoft.com/office/drawing/2014/main" id="{9F4AC8B7-E8F2-4D58-A54F-17BE61BEFBFC}"/>
                  </a:ext>
                </a:extLst>
              </p:cNvPr>
              <p:cNvGrpSpPr/>
              <p:nvPr/>
            </p:nvGrpSpPr>
            <p:grpSpPr>
              <a:xfrm>
                <a:off x="6609353" y="3968770"/>
                <a:ext cx="2338070" cy="1241425"/>
                <a:chOff x="6105302" y="4848116"/>
                <a:chExt cx="2338070" cy="1241425"/>
              </a:xfrm>
            </p:grpSpPr>
            <p:sp>
              <p:nvSpPr>
                <p:cNvPr id="968" name="object 5616">
                  <a:extLst>
                    <a:ext uri="{FF2B5EF4-FFF2-40B4-BE49-F238E27FC236}">
                      <a16:creationId xmlns:a16="http://schemas.microsoft.com/office/drawing/2014/main" id="{D80E35FD-CF26-4F80-B168-03E969C2081B}"/>
                    </a:ext>
                  </a:extLst>
                </p:cNvPr>
                <p:cNvSpPr/>
                <p:nvPr/>
              </p:nvSpPr>
              <p:spPr>
                <a:xfrm>
                  <a:off x="7362329" y="5528309"/>
                  <a:ext cx="1073785" cy="537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784" h="537210">
                      <a:moveTo>
                        <a:pt x="0" y="537210"/>
                      </a:moveTo>
                      <a:lnTo>
                        <a:pt x="1073658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9" name="object 5617">
                  <a:extLst>
                    <a:ext uri="{FF2B5EF4-FFF2-40B4-BE49-F238E27FC236}">
                      <a16:creationId xmlns:a16="http://schemas.microsoft.com/office/drawing/2014/main" id="{A8C3AF3E-F1DF-4CD8-8D80-FB20D064F359}"/>
                    </a:ext>
                  </a:extLst>
                </p:cNvPr>
                <p:cNvSpPr/>
                <p:nvPr/>
              </p:nvSpPr>
              <p:spPr>
                <a:xfrm>
                  <a:off x="7362329" y="6014465"/>
                  <a:ext cx="51435" cy="67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7945">
                      <a:moveTo>
                        <a:pt x="16764" y="0"/>
                      </a:moveTo>
                      <a:lnTo>
                        <a:pt x="0" y="51053"/>
                      </a:lnTo>
                      <a:lnTo>
                        <a:pt x="51054" y="67818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0" name="object 5618">
                  <a:extLst>
                    <a:ext uri="{FF2B5EF4-FFF2-40B4-BE49-F238E27FC236}">
                      <a16:creationId xmlns:a16="http://schemas.microsoft.com/office/drawing/2014/main" id="{0FBB4D32-6995-4AAC-9F7C-DB00D55F865F}"/>
                    </a:ext>
                  </a:extLst>
                </p:cNvPr>
                <p:cNvSpPr/>
                <p:nvPr/>
              </p:nvSpPr>
              <p:spPr>
                <a:xfrm>
                  <a:off x="8384933" y="5510783"/>
                  <a:ext cx="51435" cy="68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8579">
                      <a:moveTo>
                        <a:pt x="34290" y="68579"/>
                      </a:moveTo>
                      <a:lnTo>
                        <a:pt x="51054" y="17525"/>
                      </a:lnTo>
                      <a:lnTo>
                        <a:pt x="0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1" name="object 5619">
                  <a:extLst>
                    <a:ext uri="{FF2B5EF4-FFF2-40B4-BE49-F238E27FC236}">
                      <a16:creationId xmlns:a16="http://schemas.microsoft.com/office/drawing/2014/main" id="{05BD8D66-4618-45B8-BB11-F558F13665DE}"/>
                    </a:ext>
                  </a:extLst>
                </p:cNvPr>
                <p:cNvSpPr/>
                <p:nvPr/>
              </p:nvSpPr>
              <p:spPr>
                <a:xfrm>
                  <a:off x="7685405" y="5598413"/>
                  <a:ext cx="42799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990" h="396239">
                      <a:moveTo>
                        <a:pt x="427481" y="243839"/>
                      </a:moveTo>
                      <a:lnTo>
                        <a:pt x="305561" y="0"/>
                      </a:lnTo>
                      <a:lnTo>
                        <a:pt x="0" y="152399"/>
                      </a:lnTo>
                      <a:lnTo>
                        <a:pt x="122681" y="396239"/>
                      </a:lnTo>
                      <a:lnTo>
                        <a:pt x="427481" y="2438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2" name="object 5620">
                  <a:extLst>
                    <a:ext uri="{FF2B5EF4-FFF2-40B4-BE49-F238E27FC236}">
                      <a16:creationId xmlns:a16="http://schemas.microsoft.com/office/drawing/2014/main" id="{57E8296A-4660-483A-BBFA-2EB0394EC96C}"/>
                    </a:ext>
                  </a:extLst>
                </p:cNvPr>
                <p:cNvSpPr/>
                <p:nvPr/>
              </p:nvSpPr>
              <p:spPr>
                <a:xfrm>
                  <a:off x="7750187" y="5666612"/>
                  <a:ext cx="314325" cy="259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259079">
                      <a:moveTo>
                        <a:pt x="48767" y="109347"/>
                      </a:moveTo>
                      <a:lnTo>
                        <a:pt x="48005" y="88773"/>
                      </a:lnTo>
                      <a:lnTo>
                        <a:pt x="0" y="112395"/>
                      </a:lnTo>
                      <a:lnTo>
                        <a:pt x="0" y="177927"/>
                      </a:lnTo>
                      <a:lnTo>
                        <a:pt x="8381" y="174305"/>
                      </a:lnTo>
                      <a:lnTo>
                        <a:pt x="8381" y="129921"/>
                      </a:lnTo>
                      <a:lnTo>
                        <a:pt x="48767" y="109347"/>
                      </a:lnTo>
                      <a:close/>
                    </a:path>
                    <a:path w="314325" h="259079">
                      <a:moveTo>
                        <a:pt x="94487" y="205359"/>
                      </a:moveTo>
                      <a:lnTo>
                        <a:pt x="94487" y="190119"/>
                      </a:lnTo>
                      <a:lnTo>
                        <a:pt x="92201" y="183261"/>
                      </a:lnTo>
                      <a:lnTo>
                        <a:pt x="60197" y="150495"/>
                      </a:lnTo>
                      <a:lnTo>
                        <a:pt x="35432" y="146970"/>
                      </a:lnTo>
                      <a:lnTo>
                        <a:pt x="22264" y="148459"/>
                      </a:lnTo>
                      <a:lnTo>
                        <a:pt x="8381" y="152019"/>
                      </a:lnTo>
                      <a:lnTo>
                        <a:pt x="8381" y="174305"/>
                      </a:lnTo>
                      <a:lnTo>
                        <a:pt x="9286" y="173914"/>
                      </a:lnTo>
                      <a:lnTo>
                        <a:pt x="17716" y="170973"/>
                      </a:lnTo>
                      <a:lnTo>
                        <a:pt x="25288" y="169033"/>
                      </a:lnTo>
                      <a:lnTo>
                        <a:pt x="31241" y="168135"/>
                      </a:lnTo>
                      <a:lnTo>
                        <a:pt x="41147" y="168126"/>
                      </a:lnTo>
                      <a:lnTo>
                        <a:pt x="48029" y="169075"/>
                      </a:lnTo>
                      <a:lnTo>
                        <a:pt x="81533" y="192405"/>
                      </a:lnTo>
                      <a:lnTo>
                        <a:pt x="84867" y="231949"/>
                      </a:lnTo>
                      <a:lnTo>
                        <a:pt x="86105" y="230505"/>
                      </a:lnTo>
                      <a:lnTo>
                        <a:pt x="89153" y="225171"/>
                      </a:lnTo>
                      <a:lnTo>
                        <a:pt x="91439" y="218313"/>
                      </a:lnTo>
                      <a:lnTo>
                        <a:pt x="93725" y="212217"/>
                      </a:lnTo>
                      <a:lnTo>
                        <a:pt x="94487" y="205359"/>
                      </a:lnTo>
                      <a:close/>
                    </a:path>
                    <a:path w="314325" h="259079">
                      <a:moveTo>
                        <a:pt x="84867" y="231949"/>
                      </a:moveTo>
                      <a:lnTo>
                        <a:pt x="84867" y="205359"/>
                      </a:lnTo>
                      <a:lnTo>
                        <a:pt x="84641" y="211907"/>
                      </a:lnTo>
                      <a:lnTo>
                        <a:pt x="83057" y="218313"/>
                      </a:lnTo>
                      <a:lnTo>
                        <a:pt x="80009" y="227457"/>
                      </a:lnTo>
                      <a:lnTo>
                        <a:pt x="74675" y="233553"/>
                      </a:lnTo>
                      <a:lnTo>
                        <a:pt x="66960" y="237417"/>
                      </a:lnTo>
                      <a:lnTo>
                        <a:pt x="61721" y="240411"/>
                      </a:lnTo>
                      <a:lnTo>
                        <a:pt x="56387" y="241173"/>
                      </a:lnTo>
                      <a:lnTo>
                        <a:pt x="49529" y="239649"/>
                      </a:lnTo>
                      <a:lnTo>
                        <a:pt x="44957" y="238887"/>
                      </a:lnTo>
                      <a:lnTo>
                        <a:pt x="30479" y="248031"/>
                      </a:lnTo>
                      <a:lnTo>
                        <a:pt x="30479" y="249555"/>
                      </a:lnTo>
                      <a:lnTo>
                        <a:pt x="46481" y="258699"/>
                      </a:lnTo>
                      <a:lnTo>
                        <a:pt x="53339" y="257175"/>
                      </a:lnTo>
                      <a:lnTo>
                        <a:pt x="81533" y="235839"/>
                      </a:lnTo>
                      <a:lnTo>
                        <a:pt x="84867" y="231949"/>
                      </a:lnTo>
                      <a:close/>
                    </a:path>
                    <a:path w="314325" h="259079">
                      <a:moveTo>
                        <a:pt x="205739" y="177927"/>
                      </a:moveTo>
                      <a:lnTo>
                        <a:pt x="203453" y="174117"/>
                      </a:lnTo>
                      <a:lnTo>
                        <a:pt x="197357" y="177165"/>
                      </a:lnTo>
                      <a:lnTo>
                        <a:pt x="193547" y="178689"/>
                      </a:lnTo>
                      <a:lnTo>
                        <a:pt x="188213" y="178689"/>
                      </a:lnTo>
                      <a:lnTo>
                        <a:pt x="185927" y="177927"/>
                      </a:lnTo>
                      <a:lnTo>
                        <a:pt x="182879" y="174879"/>
                      </a:lnTo>
                      <a:lnTo>
                        <a:pt x="119633" y="49149"/>
                      </a:lnTo>
                      <a:lnTo>
                        <a:pt x="116585" y="50673"/>
                      </a:lnTo>
                      <a:lnTo>
                        <a:pt x="92201" y="83439"/>
                      </a:lnTo>
                      <a:lnTo>
                        <a:pt x="94487" y="85725"/>
                      </a:lnTo>
                      <a:lnTo>
                        <a:pt x="98297" y="81153"/>
                      </a:lnTo>
                      <a:lnTo>
                        <a:pt x="101345" y="78867"/>
                      </a:lnTo>
                      <a:lnTo>
                        <a:pt x="103631" y="77343"/>
                      </a:lnTo>
                      <a:lnTo>
                        <a:pt x="105155" y="76581"/>
                      </a:lnTo>
                      <a:lnTo>
                        <a:pt x="108965" y="76581"/>
                      </a:lnTo>
                      <a:lnTo>
                        <a:pt x="112013" y="78105"/>
                      </a:lnTo>
                      <a:lnTo>
                        <a:pt x="113537" y="79629"/>
                      </a:lnTo>
                      <a:lnTo>
                        <a:pt x="115823" y="82677"/>
                      </a:lnTo>
                      <a:lnTo>
                        <a:pt x="118871" y="88773"/>
                      </a:lnTo>
                      <a:lnTo>
                        <a:pt x="124205" y="98679"/>
                      </a:lnTo>
                      <a:lnTo>
                        <a:pt x="160019" y="171069"/>
                      </a:lnTo>
                      <a:lnTo>
                        <a:pt x="164591" y="179451"/>
                      </a:lnTo>
                      <a:lnTo>
                        <a:pt x="166115" y="184023"/>
                      </a:lnTo>
                      <a:lnTo>
                        <a:pt x="166115" y="186309"/>
                      </a:lnTo>
                      <a:lnTo>
                        <a:pt x="166877" y="187833"/>
                      </a:lnTo>
                      <a:lnTo>
                        <a:pt x="166877" y="197067"/>
                      </a:lnTo>
                      <a:lnTo>
                        <a:pt x="205739" y="177927"/>
                      </a:lnTo>
                      <a:close/>
                    </a:path>
                    <a:path w="314325" h="259079">
                      <a:moveTo>
                        <a:pt x="166877" y="197067"/>
                      </a:moveTo>
                      <a:lnTo>
                        <a:pt x="166877" y="187833"/>
                      </a:lnTo>
                      <a:lnTo>
                        <a:pt x="166115" y="190119"/>
                      </a:lnTo>
                      <a:lnTo>
                        <a:pt x="164591" y="191643"/>
                      </a:lnTo>
                      <a:lnTo>
                        <a:pt x="163067" y="193929"/>
                      </a:lnTo>
                      <a:lnTo>
                        <a:pt x="159257" y="196215"/>
                      </a:lnTo>
                      <a:lnTo>
                        <a:pt x="153161" y="200025"/>
                      </a:lnTo>
                      <a:lnTo>
                        <a:pt x="154685" y="203073"/>
                      </a:lnTo>
                      <a:lnTo>
                        <a:pt x="166877" y="197067"/>
                      </a:lnTo>
                      <a:close/>
                    </a:path>
                    <a:path w="314325" h="259079">
                      <a:moveTo>
                        <a:pt x="269747" y="54066"/>
                      </a:moveTo>
                      <a:lnTo>
                        <a:pt x="269747" y="35433"/>
                      </a:lnTo>
                      <a:lnTo>
                        <a:pt x="267461" y="27813"/>
                      </a:lnTo>
                      <a:lnTo>
                        <a:pt x="233171" y="116"/>
                      </a:lnTo>
                      <a:lnTo>
                        <a:pt x="224694" y="0"/>
                      </a:lnTo>
                      <a:lnTo>
                        <a:pt x="216467" y="1690"/>
                      </a:lnTo>
                      <a:lnTo>
                        <a:pt x="187451" y="27813"/>
                      </a:lnTo>
                      <a:lnTo>
                        <a:pt x="185070" y="43815"/>
                      </a:lnTo>
                      <a:lnTo>
                        <a:pt x="186273" y="52673"/>
                      </a:lnTo>
                      <a:lnTo>
                        <a:pt x="188975" y="62103"/>
                      </a:lnTo>
                      <a:lnTo>
                        <a:pt x="191261" y="61188"/>
                      </a:lnTo>
                      <a:lnTo>
                        <a:pt x="191261" y="51435"/>
                      </a:lnTo>
                      <a:lnTo>
                        <a:pt x="192023" y="43815"/>
                      </a:lnTo>
                      <a:lnTo>
                        <a:pt x="195833" y="37719"/>
                      </a:lnTo>
                      <a:lnTo>
                        <a:pt x="198881" y="30861"/>
                      </a:lnTo>
                      <a:lnTo>
                        <a:pt x="204215" y="26289"/>
                      </a:lnTo>
                      <a:lnTo>
                        <a:pt x="210311" y="22479"/>
                      </a:lnTo>
                      <a:lnTo>
                        <a:pt x="217931" y="19431"/>
                      </a:lnTo>
                      <a:lnTo>
                        <a:pt x="225551" y="18669"/>
                      </a:lnTo>
                      <a:lnTo>
                        <a:pt x="233171" y="21717"/>
                      </a:lnTo>
                      <a:lnTo>
                        <a:pt x="241553" y="24765"/>
                      </a:lnTo>
                      <a:lnTo>
                        <a:pt x="257472" y="69663"/>
                      </a:lnTo>
                      <a:lnTo>
                        <a:pt x="257472" y="108435"/>
                      </a:lnTo>
                      <a:lnTo>
                        <a:pt x="266318" y="77140"/>
                      </a:lnTo>
                      <a:lnTo>
                        <a:pt x="268604" y="65246"/>
                      </a:lnTo>
                      <a:lnTo>
                        <a:pt x="269747" y="54066"/>
                      </a:lnTo>
                      <a:close/>
                    </a:path>
                    <a:path w="314325" h="259079">
                      <a:moveTo>
                        <a:pt x="192785" y="60579"/>
                      </a:moveTo>
                      <a:lnTo>
                        <a:pt x="191261" y="51435"/>
                      </a:lnTo>
                      <a:lnTo>
                        <a:pt x="191261" y="61188"/>
                      </a:lnTo>
                      <a:lnTo>
                        <a:pt x="192785" y="60579"/>
                      </a:lnTo>
                      <a:close/>
                    </a:path>
                    <a:path w="314325" h="259079">
                      <a:moveTo>
                        <a:pt x="257472" y="108435"/>
                      </a:moveTo>
                      <a:lnTo>
                        <a:pt x="257472" y="69663"/>
                      </a:lnTo>
                      <a:lnTo>
                        <a:pt x="256031" y="82677"/>
                      </a:lnTo>
                      <a:lnTo>
                        <a:pt x="252888" y="97809"/>
                      </a:lnTo>
                      <a:lnTo>
                        <a:pt x="248030" y="115728"/>
                      </a:lnTo>
                      <a:lnTo>
                        <a:pt x="241458" y="136362"/>
                      </a:lnTo>
                      <a:lnTo>
                        <a:pt x="233171" y="159639"/>
                      </a:lnTo>
                      <a:lnTo>
                        <a:pt x="234695" y="163449"/>
                      </a:lnTo>
                      <a:lnTo>
                        <a:pt x="248411" y="156591"/>
                      </a:lnTo>
                      <a:lnTo>
                        <a:pt x="248411" y="137541"/>
                      </a:lnTo>
                      <a:lnTo>
                        <a:pt x="250567" y="131540"/>
                      </a:lnTo>
                      <a:lnTo>
                        <a:pt x="253650" y="121539"/>
                      </a:lnTo>
                      <a:lnTo>
                        <a:pt x="257472" y="108435"/>
                      </a:lnTo>
                      <a:close/>
                    </a:path>
                    <a:path w="314325" h="259079">
                      <a:moveTo>
                        <a:pt x="313943" y="123825"/>
                      </a:moveTo>
                      <a:lnTo>
                        <a:pt x="310895" y="93345"/>
                      </a:lnTo>
                      <a:lnTo>
                        <a:pt x="307085" y="94869"/>
                      </a:lnTo>
                      <a:lnTo>
                        <a:pt x="305561" y="102489"/>
                      </a:lnTo>
                      <a:lnTo>
                        <a:pt x="304037" y="104775"/>
                      </a:lnTo>
                      <a:lnTo>
                        <a:pt x="283463" y="120015"/>
                      </a:lnTo>
                      <a:lnTo>
                        <a:pt x="248411" y="137541"/>
                      </a:lnTo>
                      <a:lnTo>
                        <a:pt x="248411" y="156591"/>
                      </a:lnTo>
                      <a:lnTo>
                        <a:pt x="313943" y="1238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3" name="object 5621">
                  <a:extLst>
                    <a:ext uri="{FF2B5EF4-FFF2-40B4-BE49-F238E27FC236}">
                      <a16:creationId xmlns:a16="http://schemas.microsoft.com/office/drawing/2014/main" id="{03AA1079-E721-4991-A356-063FD33D0494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4" name="object 5622">
                  <a:extLst>
                    <a:ext uri="{FF2B5EF4-FFF2-40B4-BE49-F238E27FC236}">
                      <a16:creationId xmlns:a16="http://schemas.microsoft.com/office/drawing/2014/main" id="{9B2EDA6C-6810-41B9-A29E-56C9A49A9746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5" name="object 5623">
                  <a:extLst>
                    <a:ext uri="{FF2B5EF4-FFF2-40B4-BE49-F238E27FC236}">
                      <a16:creationId xmlns:a16="http://schemas.microsoft.com/office/drawing/2014/main" id="{242E72B7-EF88-46D2-B0BE-852231348B47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6" name="object 5624">
                  <a:extLst>
                    <a:ext uri="{FF2B5EF4-FFF2-40B4-BE49-F238E27FC236}">
                      <a16:creationId xmlns:a16="http://schemas.microsoft.com/office/drawing/2014/main" id="{073B90AC-5B8C-49C8-9A04-6E29B0397F38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7" name="object 5625">
                  <a:extLst>
                    <a:ext uri="{FF2B5EF4-FFF2-40B4-BE49-F238E27FC236}">
                      <a16:creationId xmlns:a16="http://schemas.microsoft.com/office/drawing/2014/main" id="{70B3D47B-3ECE-475A-A7E7-52C7649B566C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8" name="object 5626">
                  <a:extLst>
                    <a:ext uri="{FF2B5EF4-FFF2-40B4-BE49-F238E27FC236}">
                      <a16:creationId xmlns:a16="http://schemas.microsoft.com/office/drawing/2014/main" id="{27E8FA7C-76AE-436D-A015-ED9BAC6C571F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9" name="object 5627">
                  <a:extLst>
                    <a:ext uri="{FF2B5EF4-FFF2-40B4-BE49-F238E27FC236}">
                      <a16:creationId xmlns:a16="http://schemas.microsoft.com/office/drawing/2014/main" id="{79A6887B-7A99-4EB6-9280-000E9929477D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403098" y="402336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3098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0" name="object 5628">
                  <a:extLst>
                    <a:ext uri="{FF2B5EF4-FFF2-40B4-BE49-F238E27FC236}">
                      <a16:creationId xmlns:a16="http://schemas.microsoft.com/office/drawing/2014/main" id="{7B7593D3-489E-41A1-BD4E-82AB64D2EDDD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3098" y="402336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1" name="object 5629">
                  <a:extLst>
                    <a:ext uri="{FF2B5EF4-FFF2-40B4-BE49-F238E27FC236}">
                      <a16:creationId xmlns:a16="http://schemas.microsoft.com/office/drawing/2014/main" id="{C9733546-618A-4F6B-900A-F02534992848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2" name="object 5630">
                  <a:extLst>
                    <a:ext uri="{FF2B5EF4-FFF2-40B4-BE49-F238E27FC236}">
                      <a16:creationId xmlns:a16="http://schemas.microsoft.com/office/drawing/2014/main" id="{3C76D18A-AD27-4BC0-ACCB-D25BE14D1F57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3" name="object 5631">
                  <a:extLst>
                    <a:ext uri="{FF2B5EF4-FFF2-40B4-BE49-F238E27FC236}">
                      <a16:creationId xmlns:a16="http://schemas.microsoft.com/office/drawing/2014/main" id="{63D16973-4DC5-40ED-80CF-3B91B8FD6584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4" name="object 5632">
                  <a:extLst>
                    <a:ext uri="{FF2B5EF4-FFF2-40B4-BE49-F238E27FC236}">
                      <a16:creationId xmlns:a16="http://schemas.microsoft.com/office/drawing/2014/main" id="{DBFFAE74-75C2-4D57-8513-95FCCEDBF153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5" name="object 5633">
                  <a:extLst>
                    <a:ext uri="{FF2B5EF4-FFF2-40B4-BE49-F238E27FC236}">
                      <a16:creationId xmlns:a16="http://schemas.microsoft.com/office/drawing/2014/main" id="{01201A56-74DB-4CBC-B063-7EFB2C1C556B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6" name="object 5634">
                  <a:extLst>
                    <a:ext uri="{FF2B5EF4-FFF2-40B4-BE49-F238E27FC236}">
                      <a16:creationId xmlns:a16="http://schemas.microsoft.com/office/drawing/2014/main" id="{9D20D97B-033A-47F9-8E27-3A824956376B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7" name="object 5635">
                  <a:extLst>
                    <a:ext uri="{FF2B5EF4-FFF2-40B4-BE49-F238E27FC236}">
                      <a16:creationId xmlns:a16="http://schemas.microsoft.com/office/drawing/2014/main" id="{897BC492-A7BB-4AF7-81CF-0967BA62AE48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8" name="object 5636">
                  <a:extLst>
                    <a:ext uri="{FF2B5EF4-FFF2-40B4-BE49-F238E27FC236}">
                      <a16:creationId xmlns:a16="http://schemas.microsoft.com/office/drawing/2014/main" id="{94DFEF31-9039-4A60-8D65-0E85FA585C10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9" name="object 5637">
                  <a:extLst>
                    <a:ext uri="{FF2B5EF4-FFF2-40B4-BE49-F238E27FC236}">
                      <a16:creationId xmlns:a16="http://schemas.microsoft.com/office/drawing/2014/main" id="{4C969F43-0030-493B-BCC5-C2B935EEAA87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0" name="object 5638">
                  <a:extLst>
                    <a:ext uri="{FF2B5EF4-FFF2-40B4-BE49-F238E27FC236}">
                      <a16:creationId xmlns:a16="http://schemas.microsoft.com/office/drawing/2014/main" id="{C980024A-1CD9-4B34-ABFD-EC0E8E86F45A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1" name="object 5639">
                  <a:extLst>
                    <a:ext uri="{FF2B5EF4-FFF2-40B4-BE49-F238E27FC236}">
                      <a16:creationId xmlns:a16="http://schemas.microsoft.com/office/drawing/2014/main" id="{A0A59501-8A17-4F5A-A79A-73FCBBEC7939}"/>
                    </a:ext>
                  </a:extLst>
                </p:cNvPr>
                <p:cNvSpPr/>
                <p:nvPr/>
              </p:nvSpPr>
              <p:spPr>
                <a:xfrm>
                  <a:off x="6253607" y="4996433"/>
                  <a:ext cx="134112" cy="134874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2" name="object 5640">
                  <a:extLst>
                    <a:ext uri="{FF2B5EF4-FFF2-40B4-BE49-F238E27FC236}">
                      <a16:creationId xmlns:a16="http://schemas.microsoft.com/office/drawing/2014/main" id="{C2620A92-7DA4-426F-A4C1-9695D421622E}"/>
                    </a:ext>
                  </a:extLst>
                </p:cNvPr>
                <p:cNvSpPr/>
                <p:nvPr/>
              </p:nvSpPr>
              <p:spPr>
                <a:xfrm>
                  <a:off x="6253607" y="5418581"/>
                  <a:ext cx="134112" cy="134112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3" name="object 5641">
                  <a:extLst>
                    <a:ext uri="{FF2B5EF4-FFF2-40B4-BE49-F238E27FC236}">
                      <a16:creationId xmlns:a16="http://schemas.microsoft.com/office/drawing/2014/main" id="{9538D766-57D8-43ED-ACBE-A326C1B701E5}"/>
                    </a:ext>
                  </a:extLst>
                </p:cNvPr>
                <p:cNvSpPr/>
                <p:nvPr/>
              </p:nvSpPr>
              <p:spPr>
                <a:xfrm>
                  <a:off x="6655955" y="4996433"/>
                  <a:ext cx="134111" cy="134874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4" name="object 5642">
                  <a:extLst>
                    <a:ext uri="{FF2B5EF4-FFF2-40B4-BE49-F238E27FC236}">
                      <a16:creationId xmlns:a16="http://schemas.microsoft.com/office/drawing/2014/main" id="{51E8823A-F903-4331-AE11-6DB94A303C8A}"/>
                    </a:ext>
                  </a:extLst>
                </p:cNvPr>
                <p:cNvSpPr/>
                <p:nvPr/>
              </p:nvSpPr>
              <p:spPr>
                <a:xfrm>
                  <a:off x="6655955" y="5418581"/>
                  <a:ext cx="134111" cy="134112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5" name="object 5643">
                  <a:extLst>
                    <a:ext uri="{FF2B5EF4-FFF2-40B4-BE49-F238E27FC236}">
                      <a16:creationId xmlns:a16="http://schemas.microsoft.com/office/drawing/2014/main" id="{0FA8E4AD-38CC-410C-9150-24A5B3FB3663}"/>
                    </a:ext>
                  </a:extLst>
                </p:cNvPr>
                <p:cNvSpPr/>
                <p:nvPr/>
              </p:nvSpPr>
              <p:spPr>
                <a:xfrm>
                  <a:off x="6253607" y="5801867"/>
                  <a:ext cx="134112" cy="134874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6" name="object 5644">
                  <a:extLst>
                    <a:ext uri="{FF2B5EF4-FFF2-40B4-BE49-F238E27FC236}">
                      <a16:creationId xmlns:a16="http://schemas.microsoft.com/office/drawing/2014/main" id="{3088E913-D5E7-4E48-95A9-1709059B9922}"/>
                    </a:ext>
                  </a:extLst>
                </p:cNvPr>
                <p:cNvSpPr/>
                <p:nvPr/>
              </p:nvSpPr>
              <p:spPr>
                <a:xfrm>
                  <a:off x="6655955" y="5801867"/>
                  <a:ext cx="134111" cy="134874"/>
                </a:xfrm>
                <a:prstGeom prst="rect">
                  <a:avLst/>
                </a:prstGeom>
                <a:blipFill>
                  <a:blip r:embed="rId1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7" name="object 5645">
                  <a:extLst>
                    <a:ext uri="{FF2B5EF4-FFF2-40B4-BE49-F238E27FC236}">
                      <a16:creationId xmlns:a16="http://schemas.microsoft.com/office/drawing/2014/main" id="{A2C80DAA-C1FE-4E73-8F09-9116DA806CC7}"/>
                    </a:ext>
                  </a:extLst>
                </p:cNvPr>
                <p:cNvSpPr/>
                <p:nvPr/>
              </p:nvSpPr>
              <p:spPr>
                <a:xfrm>
                  <a:off x="7078103" y="4996433"/>
                  <a:ext cx="134111" cy="134874"/>
                </a:xfrm>
                <a:prstGeom prst="rect">
                  <a:avLst/>
                </a:prstGeom>
                <a:blipFill>
                  <a:blip r:embed="rId1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8" name="object 5646">
                  <a:extLst>
                    <a:ext uri="{FF2B5EF4-FFF2-40B4-BE49-F238E27FC236}">
                      <a16:creationId xmlns:a16="http://schemas.microsoft.com/office/drawing/2014/main" id="{104F994F-ACC3-404F-8BAB-FEBB7A04F35C}"/>
                    </a:ext>
                  </a:extLst>
                </p:cNvPr>
                <p:cNvSpPr/>
                <p:nvPr/>
              </p:nvSpPr>
              <p:spPr>
                <a:xfrm>
                  <a:off x="7078103" y="5418581"/>
                  <a:ext cx="134111" cy="134112"/>
                </a:xfrm>
                <a:prstGeom prst="rect">
                  <a:avLst/>
                </a:prstGeom>
                <a:blipFill>
                  <a:blip r:embed="rId1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9" name="object 5647">
                  <a:extLst>
                    <a:ext uri="{FF2B5EF4-FFF2-40B4-BE49-F238E27FC236}">
                      <a16:creationId xmlns:a16="http://schemas.microsoft.com/office/drawing/2014/main" id="{8B7330CA-65B3-4FFB-A72F-7AD91A09AD8A}"/>
                    </a:ext>
                  </a:extLst>
                </p:cNvPr>
                <p:cNvSpPr/>
                <p:nvPr/>
              </p:nvSpPr>
              <p:spPr>
                <a:xfrm>
                  <a:off x="7078103" y="5801867"/>
                  <a:ext cx="134111" cy="134874"/>
                </a:xfrm>
                <a:prstGeom prst="rect">
                  <a:avLst/>
                </a:prstGeom>
                <a:blipFill>
                  <a:blip r:embed="rId1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61" name="object 5609">
                <a:extLst>
                  <a:ext uri="{FF2B5EF4-FFF2-40B4-BE49-F238E27FC236}">
                    <a16:creationId xmlns:a16="http://schemas.microsoft.com/office/drawing/2014/main" id="{D5D3A90C-A001-4D0B-AD31-F03F15EDA812}"/>
                  </a:ext>
                </a:extLst>
              </p:cNvPr>
              <p:cNvGrpSpPr/>
              <p:nvPr/>
            </p:nvGrpSpPr>
            <p:grpSpPr>
              <a:xfrm>
                <a:off x="6322199" y="3967862"/>
                <a:ext cx="235585" cy="1223645"/>
                <a:chOff x="5884049" y="4849685"/>
                <a:chExt cx="235585" cy="1223645"/>
              </a:xfrm>
            </p:grpSpPr>
            <p:sp>
              <p:nvSpPr>
                <p:cNvPr id="964" name="object 5610">
                  <a:extLst>
                    <a:ext uri="{FF2B5EF4-FFF2-40B4-BE49-F238E27FC236}">
                      <a16:creationId xmlns:a16="http://schemas.microsoft.com/office/drawing/2014/main" id="{981E75B6-5B97-49B4-A959-6939C35F0A77}"/>
                    </a:ext>
                  </a:extLst>
                </p:cNvPr>
                <p:cNvSpPr/>
                <p:nvPr/>
              </p:nvSpPr>
              <p:spPr>
                <a:xfrm>
                  <a:off x="6020447" y="4856987"/>
                  <a:ext cx="0" cy="120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209039">
                      <a:moveTo>
                        <a:pt x="0" y="660654"/>
                      </a:moveTo>
                      <a:lnTo>
                        <a:pt x="0" y="1208532"/>
                      </a:lnTo>
                    </a:path>
                    <a:path h="1209039">
                      <a:moveTo>
                        <a:pt x="0" y="0"/>
                      </a:moveTo>
                      <a:lnTo>
                        <a:pt x="0" y="547115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5" name="object 5611">
                  <a:extLst>
                    <a:ext uri="{FF2B5EF4-FFF2-40B4-BE49-F238E27FC236}">
                      <a16:creationId xmlns:a16="http://schemas.microsoft.com/office/drawing/2014/main" id="{B5302DC1-90C1-4871-9C99-9F5A10A00F8B}"/>
                    </a:ext>
                  </a:extLst>
                </p:cNvPr>
                <p:cNvSpPr/>
                <p:nvPr/>
              </p:nvSpPr>
              <p:spPr>
                <a:xfrm>
                  <a:off x="5982347" y="4856987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76200" y="38100"/>
                      </a:moveTo>
                      <a:lnTo>
                        <a:pt x="38100" y="0"/>
                      </a:lnTo>
                      <a:lnTo>
                        <a:pt x="0" y="3810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6" name="object 5612">
                  <a:extLst>
                    <a:ext uri="{FF2B5EF4-FFF2-40B4-BE49-F238E27FC236}">
                      <a16:creationId xmlns:a16="http://schemas.microsoft.com/office/drawing/2014/main" id="{1A09F01D-5390-4BA3-8D38-0FF0D458C008}"/>
                    </a:ext>
                  </a:extLst>
                </p:cNvPr>
                <p:cNvSpPr/>
                <p:nvPr/>
              </p:nvSpPr>
              <p:spPr>
                <a:xfrm>
                  <a:off x="5982347" y="6027419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76200" y="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7" name="object 5613">
                  <a:extLst>
                    <a:ext uri="{FF2B5EF4-FFF2-40B4-BE49-F238E27FC236}">
                      <a16:creationId xmlns:a16="http://schemas.microsoft.com/office/drawing/2014/main" id="{315BCCB1-5F87-4143-A78D-2B8F0178D63A}"/>
                    </a:ext>
                  </a:extLst>
                </p:cNvPr>
                <p:cNvSpPr/>
                <p:nvPr/>
              </p:nvSpPr>
              <p:spPr>
                <a:xfrm>
                  <a:off x="5884049" y="5404103"/>
                  <a:ext cx="235585" cy="113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85" h="113664">
                      <a:moveTo>
                        <a:pt x="0" y="113538"/>
                      </a:moveTo>
                      <a:lnTo>
                        <a:pt x="235458" y="113538"/>
                      </a:lnTo>
                      <a:lnTo>
                        <a:pt x="235458" y="0"/>
                      </a:lnTo>
                      <a:lnTo>
                        <a:pt x="0" y="0"/>
                      </a:lnTo>
                      <a:lnTo>
                        <a:pt x="0" y="1135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62" name="Rectangle 961">
                <a:extLst>
                  <a:ext uri="{FF2B5EF4-FFF2-40B4-BE49-F238E27FC236}">
                    <a16:creationId xmlns:a16="http://schemas.microsoft.com/office/drawing/2014/main" id="{BA12A903-1C3C-4E95-ABBE-385033C09AEF}"/>
                  </a:ext>
                </a:extLst>
              </p:cNvPr>
              <p:cNvSpPr/>
              <p:nvPr/>
            </p:nvSpPr>
            <p:spPr>
              <a:xfrm>
                <a:off x="7127059" y="513866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63" name="Rectangle 962">
                <a:extLst>
                  <a:ext uri="{FF2B5EF4-FFF2-40B4-BE49-F238E27FC236}">
                    <a16:creationId xmlns:a16="http://schemas.microsoft.com/office/drawing/2014/main" id="{46893F41-6DE2-46A3-A287-06265953867C}"/>
                  </a:ext>
                </a:extLst>
              </p:cNvPr>
              <p:cNvSpPr/>
              <p:nvPr/>
            </p:nvSpPr>
            <p:spPr>
              <a:xfrm>
                <a:off x="6317434" y="4377859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000" name="Straight Arrow Connector 999">
            <a:extLst>
              <a:ext uri="{FF2B5EF4-FFF2-40B4-BE49-F238E27FC236}">
                <a16:creationId xmlns:a16="http://schemas.microsoft.com/office/drawing/2014/main" id="{82D54A58-8063-429D-AD52-38047A92B56D}"/>
              </a:ext>
            </a:extLst>
          </p:cNvPr>
          <p:cNvCxnSpPr/>
          <p:nvPr/>
        </p:nvCxnSpPr>
        <p:spPr>
          <a:xfrm flipV="1">
            <a:off x="5828142" y="4470886"/>
            <a:ext cx="1143000" cy="66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2D0F63B4-295C-4DB2-9A19-37C6E8B0B960}"/>
              </a:ext>
            </a:extLst>
          </p:cNvPr>
          <p:cNvSpPr/>
          <p:nvPr/>
        </p:nvSpPr>
        <p:spPr>
          <a:xfrm>
            <a:off x="5660778" y="3992902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max pooling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8189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8677-DB9E-4095-9812-880CDF5A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Pooling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7F78-B173-411E-978D-472A1FB8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不足之处</a:t>
            </a:r>
            <a:r>
              <a:rPr lang="en-US" altLang="zh-CN" b="1" dirty="0">
                <a:cs typeface="+mn-ea"/>
                <a:sym typeface="+mn-lt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采用取整操作会带来特征没有完全对齐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实例分割是需要精确的像素分割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5013F-40A4-4E29-BCB0-E81ED0D2B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584" y="3538809"/>
            <a:ext cx="6330832" cy="300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9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Align - Steps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A82D9-2FEA-4EB9-9AB8-E87F1CE7C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Step 1 (RoI mapping): </a:t>
                </a:r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cs typeface="+mn-ea"/>
                    <a:sym typeface="+mn-lt"/>
                  </a:rPr>
                  <a:t>将</a:t>
                </a:r>
                <a:r>
                  <a:rPr lang="en-US" altLang="zh-CN" dirty="0">
                    <a:cs typeface="+mn-ea"/>
                    <a:sym typeface="+mn-lt"/>
                  </a:rPr>
                  <a:t>RoI Bounding Box </a:t>
                </a:r>
                <a:r>
                  <a:rPr lang="zh-CN" altLang="en-US" dirty="0">
                    <a:cs typeface="+mn-ea"/>
                    <a:sym typeface="+mn-lt"/>
                  </a:rPr>
                  <a:t>的坐标从图像坐标映射到</a:t>
                </a:r>
                <a:r>
                  <a:rPr lang="en-US" altLang="zh-CN" dirty="0">
                    <a:cs typeface="+mn-ea"/>
                    <a:sym typeface="+mn-lt"/>
                  </a:rPr>
                  <a:t>Conv</a:t>
                </a:r>
                <a:r>
                  <a:rPr lang="zh-CN" altLang="en-US" dirty="0">
                    <a:cs typeface="+mn-ea"/>
                    <a:sym typeface="+mn-lt"/>
                  </a:rPr>
                  <a:t>层特征图</a:t>
                </a:r>
                <a:endParaRPr lang="en-US" altLang="zh-CN" dirty="0">
                  <a:solidFill>
                    <a:srgbClr val="00B05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Step 2 (RoI division): </a:t>
                </a:r>
                <a:r>
                  <a:rPr lang="zh-CN" altLang="en-US" dirty="0">
                    <a:cs typeface="+mn-ea"/>
                    <a:sym typeface="+mn-lt"/>
                  </a:rPr>
                  <a:t>将映射后的</a:t>
                </a:r>
                <a:r>
                  <a:rPr lang="en-US" altLang="zh-CN" dirty="0">
                    <a:cs typeface="+mn-ea"/>
                    <a:sym typeface="+mn-lt"/>
                  </a:rPr>
                  <a:t>RoI</a:t>
                </a:r>
                <a:r>
                  <a:rPr lang="zh-CN" altLang="en-US" dirty="0">
                    <a:cs typeface="+mn-ea"/>
                    <a:sym typeface="+mn-lt"/>
                  </a:rPr>
                  <a:t>区域划分到网格 </a:t>
                </a:r>
                <a:r>
                  <a:rPr lang="en-US" altLang="zh-CN" dirty="0">
                    <a:cs typeface="+mn-ea"/>
                    <a:sym typeface="+mn-lt"/>
                  </a:rPr>
                  <a:t>(grid)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Step 3 (Interpolation): </a:t>
                </a:r>
                <a:r>
                  <a:rPr lang="zh-CN" altLang="en-US" dirty="0">
                    <a:cs typeface="+mn-ea"/>
                    <a:sym typeface="+mn-lt"/>
                  </a:rPr>
                  <a:t>通过插值的方式计算采样点的特征值</a:t>
                </a:r>
                <a:r>
                  <a:rPr lang="en-US" altLang="zh-CN" dirty="0">
                    <a:cs typeface="+mn-ea"/>
                    <a:sym typeface="+mn-lt"/>
                  </a:rPr>
                  <a:t> (</a:t>
                </a:r>
                <a:r>
                  <a:rPr lang="zh-CN" altLang="en-US" dirty="0">
                    <a:cs typeface="+mn-ea"/>
                    <a:sym typeface="+mn-lt"/>
                  </a:rPr>
                  <a:t>每个</a:t>
                </a:r>
                <a:r>
                  <a:rPr lang="en-US" altLang="zh-CN" dirty="0">
                    <a:cs typeface="+mn-ea"/>
                    <a:sym typeface="+mn-lt"/>
                  </a:rPr>
                  <a:t>grid</a:t>
                </a:r>
                <a:r>
                  <a:rPr lang="zh-CN" altLang="en-US" dirty="0">
                    <a:cs typeface="+mn-ea"/>
                    <a:sym typeface="+mn-lt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𝑠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个采样点</a:t>
                </a:r>
                <a:r>
                  <a:rPr lang="en-US" altLang="zh-CN" dirty="0">
                    <a:cs typeface="+mn-ea"/>
                    <a:sym typeface="+mn-lt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Step 4 (max pooling): </a:t>
                </a:r>
                <a:r>
                  <a:rPr lang="zh-CN" altLang="en-US" dirty="0">
                    <a:cs typeface="+mn-ea"/>
                    <a:sym typeface="+mn-lt"/>
                  </a:rPr>
                  <a:t>对每一个网格内的特征提取最大值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A82D9-2FEA-4EB9-9AB8-E87F1CE7C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01" b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941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B8A9-A9A6-4B23-B7B3-23ACE279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Align Steps: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mapping &amp; division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1964F-4CB9-4DFA-8D43-D04BF02D6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4760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RoI mapping: </a:t>
                </a:r>
                <a:r>
                  <a:rPr lang="zh-CN" altLang="en-US" dirty="0">
                    <a:cs typeface="+mn-ea"/>
                    <a:sym typeface="+mn-lt"/>
                  </a:rPr>
                  <a:t>乘以特征尺寸缩放因子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RoI division: </a:t>
                </a:r>
                <a:r>
                  <a:rPr lang="zh-CN" altLang="en-US" dirty="0">
                    <a:cs typeface="+mn-ea"/>
                    <a:sym typeface="+mn-lt"/>
                  </a:rPr>
                  <a:t>划分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的网格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1964F-4CB9-4DFA-8D43-D04BF02D6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4760"/>
              </a:xfrm>
              <a:blipFill>
                <a:blip r:embed="rId2"/>
                <a:stretch>
                  <a:fillRect l="-1043" t="-3398" b="-9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5" name="Group 964">
            <a:extLst>
              <a:ext uri="{FF2B5EF4-FFF2-40B4-BE49-F238E27FC236}">
                <a16:creationId xmlns:a16="http://schemas.microsoft.com/office/drawing/2014/main" id="{0258C73E-9C95-40BA-81F0-F03B66236F38}"/>
              </a:ext>
            </a:extLst>
          </p:cNvPr>
          <p:cNvGrpSpPr/>
          <p:nvPr/>
        </p:nvGrpSpPr>
        <p:grpSpPr>
          <a:xfrm>
            <a:off x="742950" y="3676650"/>
            <a:ext cx="10837897" cy="2755747"/>
            <a:chOff x="838200" y="3429000"/>
            <a:chExt cx="10837897" cy="27557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EAA28E-A9F8-4BE8-8AED-0B1E06EC0D98}"/>
                </a:ext>
              </a:extLst>
            </p:cNvPr>
            <p:cNvGrpSpPr/>
            <p:nvPr/>
          </p:nvGrpSpPr>
          <p:grpSpPr>
            <a:xfrm>
              <a:off x="838200" y="3429000"/>
              <a:ext cx="3111389" cy="2640417"/>
              <a:chOff x="1762326" y="3483073"/>
              <a:chExt cx="3111389" cy="2640417"/>
            </a:xfrm>
          </p:grpSpPr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2E0B2994-3721-4779-A938-F4505C988C8C}"/>
                  </a:ext>
                </a:extLst>
              </p:cNvPr>
              <p:cNvSpPr/>
              <p:nvPr/>
            </p:nvSpPr>
            <p:spPr>
              <a:xfrm>
                <a:off x="2522899" y="4113021"/>
                <a:ext cx="18288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85725">
                    <a:moveTo>
                      <a:pt x="76961" y="0"/>
                    </a:moveTo>
                    <a:lnTo>
                      <a:pt x="0" y="38099"/>
                    </a:lnTo>
                    <a:lnTo>
                      <a:pt x="64007" y="70103"/>
                    </a:lnTo>
                    <a:lnTo>
                      <a:pt x="64007" y="35051"/>
                    </a:lnTo>
                    <a:lnTo>
                      <a:pt x="76610" y="35119"/>
                    </a:lnTo>
                    <a:lnTo>
                      <a:pt x="76961" y="0"/>
                    </a:lnTo>
                    <a:close/>
                  </a:path>
                  <a:path w="1828800" h="85725">
                    <a:moveTo>
                      <a:pt x="76610" y="35119"/>
                    </a:moveTo>
                    <a:lnTo>
                      <a:pt x="64007" y="35051"/>
                    </a:lnTo>
                    <a:lnTo>
                      <a:pt x="64007" y="41147"/>
                    </a:lnTo>
                    <a:lnTo>
                      <a:pt x="76549" y="41215"/>
                    </a:lnTo>
                    <a:lnTo>
                      <a:pt x="76610" y="35119"/>
                    </a:lnTo>
                    <a:close/>
                  </a:path>
                  <a:path w="1828800" h="85725">
                    <a:moveTo>
                      <a:pt x="76549" y="41215"/>
                    </a:moveTo>
                    <a:lnTo>
                      <a:pt x="64007" y="41147"/>
                    </a:lnTo>
                    <a:lnTo>
                      <a:pt x="64007" y="70103"/>
                    </a:lnTo>
                    <a:lnTo>
                      <a:pt x="76199" y="76199"/>
                    </a:lnTo>
                    <a:lnTo>
                      <a:pt x="76549" y="41215"/>
                    </a:lnTo>
                    <a:close/>
                  </a:path>
                  <a:path w="1828800" h="85725">
                    <a:moveTo>
                      <a:pt x="1753012" y="44128"/>
                    </a:moveTo>
                    <a:lnTo>
                      <a:pt x="76610" y="35119"/>
                    </a:lnTo>
                    <a:lnTo>
                      <a:pt x="76549" y="41215"/>
                    </a:lnTo>
                    <a:lnTo>
                      <a:pt x="1752951" y="50224"/>
                    </a:lnTo>
                    <a:lnTo>
                      <a:pt x="1753012" y="44128"/>
                    </a:lnTo>
                    <a:close/>
                  </a:path>
                  <a:path w="1828800" h="85725">
                    <a:moveTo>
                      <a:pt x="1765553" y="78866"/>
                    </a:moveTo>
                    <a:lnTo>
                      <a:pt x="1765553" y="50291"/>
                    </a:lnTo>
                    <a:lnTo>
                      <a:pt x="1752951" y="50224"/>
                    </a:lnTo>
                    <a:lnTo>
                      <a:pt x="1752600" y="85343"/>
                    </a:lnTo>
                    <a:lnTo>
                      <a:pt x="1765553" y="78866"/>
                    </a:lnTo>
                    <a:close/>
                  </a:path>
                  <a:path w="1828800" h="85725">
                    <a:moveTo>
                      <a:pt x="1765553" y="50291"/>
                    </a:moveTo>
                    <a:lnTo>
                      <a:pt x="1765553" y="44195"/>
                    </a:lnTo>
                    <a:lnTo>
                      <a:pt x="1753012" y="44128"/>
                    </a:lnTo>
                    <a:lnTo>
                      <a:pt x="1752951" y="50224"/>
                    </a:lnTo>
                    <a:lnTo>
                      <a:pt x="1765553" y="50291"/>
                    </a:lnTo>
                    <a:close/>
                  </a:path>
                  <a:path w="1828800" h="85725">
                    <a:moveTo>
                      <a:pt x="1828800" y="47243"/>
                    </a:moveTo>
                    <a:lnTo>
                      <a:pt x="1753362" y="9143"/>
                    </a:lnTo>
                    <a:lnTo>
                      <a:pt x="1753012" y="44128"/>
                    </a:lnTo>
                    <a:lnTo>
                      <a:pt x="1765553" y="44195"/>
                    </a:lnTo>
                    <a:lnTo>
                      <a:pt x="1765553" y="78866"/>
                    </a:lnTo>
                    <a:lnTo>
                      <a:pt x="1828800" y="4724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2F4A67C4-B09B-489B-A427-E7A2936B3D2C}"/>
                  </a:ext>
                </a:extLst>
              </p:cNvPr>
              <p:cNvSpPr txBox="1"/>
              <p:nvPr/>
            </p:nvSpPr>
            <p:spPr>
              <a:xfrm>
                <a:off x="3253149" y="3856163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dirty="0">
                    <a:cs typeface="+mn-ea"/>
                    <a:sym typeface="+mn-lt"/>
                  </a:rPr>
                  <a:t>806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8" name="object 14">
                <a:extLst>
                  <a:ext uri="{FF2B5EF4-FFF2-40B4-BE49-F238E27FC236}">
                    <a16:creationId xmlns:a16="http://schemas.microsoft.com/office/drawing/2014/main" id="{D9A5A4E7-3A5A-4E9E-9409-C89524BDD465}"/>
                  </a:ext>
                </a:extLst>
              </p:cNvPr>
              <p:cNvSpPr/>
              <p:nvPr/>
            </p:nvSpPr>
            <p:spPr>
              <a:xfrm>
                <a:off x="2258485" y="4333683"/>
                <a:ext cx="85090" cy="1254760"/>
              </a:xfrm>
              <a:custGeom>
                <a:avLst/>
                <a:gdLst/>
                <a:ahLst/>
                <a:cxnLst/>
                <a:rect l="l" t="t" r="r" b="b"/>
                <a:pathLst>
                  <a:path w="85089" h="1254760">
                    <a:moveTo>
                      <a:pt x="76200" y="76200"/>
                    </a:moveTo>
                    <a:lnTo>
                      <a:pt x="37338" y="0"/>
                    </a:lnTo>
                    <a:lnTo>
                      <a:pt x="0" y="76962"/>
                    </a:lnTo>
                    <a:lnTo>
                      <a:pt x="34290" y="76619"/>
                    </a:lnTo>
                    <a:lnTo>
                      <a:pt x="34290" y="64008"/>
                    </a:lnTo>
                    <a:lnTo>
                      <a:pt x="41148" y="64008"/>
                    </a:lnTo>
                    <a:lnTo>
                      <a:pt x="41249" y="76549"/>
                    </a:lnTo>
                    <a:lnTo>
                      <a:pt x="76200" y="76200"/>
                    </a:lnTo>
                    <a:close/>
                  </a:path>
                  <a:path w="85089" h="1254760">
                    <a:moveTo>
                      <a:pt x="50292" y="1247969"/>
                    </a:moveTo>
                    <a:lnTo>
                      <a:pt x="50292" y="1190244"/>
                    </a:lnTo>
                    <a:lnTo>
                      <a:pt x="43434" y="1190244"/>
                    </a:lnTo>
                    <a:lnTo>
                      <a:pt x="43332" y="1177702"/>
                    </a:lnTo>
                    <a:lnTo>
                      <a:pt x="8382" y="1178052"/>
                    </a:lnTo>
                    <a:lnTo>
                      <a:pt x="47244" y="1254252"/>
                    </a:lnTo>
                    <a:lnTo>
                      <a:pt x="50292" y="1247969"/>
                    </a:lnTo>
                    <a:close/>
                  </a:path>
                  <a:path w="85089" h="1254760">
                    <a:moveTo>
                      <a:pt x="41249" y="76549"/>
                    </a:moveTo>
                    <a:lnTo>
                      <a:pt x="41148" y="64008"/>
                    </a:lnTo>
                    <a:lnTo>
                      <a:pt x="34290" y="64008"/>
                    </a:lnTo>
                    <a:lnTo>
                      <a:pt x="34392" y="76618"/>
                    </a:lnTo>
                    <a:lnTo>
                      <a:pt x="41249" y="76549"/>
                    </a:lnTo>
                    <a:close/>
                  </a:path>
                  <a:path w="85089" h="1254760">
                    <a:moveTo>
                      <a:pt x="34392" y="76618"/>
                    </a:moveTo>
                    <a:lnTo>
                      <a:pt x="34290" y="64008"/>
                    </a:lnTo>
                    <a:lnTo>
                      <a:pt x="34290" y="76619"/>
                    </a:lnTo>
                    <a:close/>
                  </a:path>
                  <a:path w="85089" h="1254760">
                    <a:moveTo>
                      <a:pt x="50189" y="1177633"/>
                    </a:moveTo>
                    <a:lnTo>
                      <a:pt x="41249" y="76549"/>
                    </a:lnTo>
                    <a:lnTo>
                      <a:pt x="34392" y="76618"/>
                    </a:lnTo>
                    <a:lnTo>
                      <a:pt x="43332" y="1177702"/>
                    </a:lnTo>
                    <a:lnTo>
                      <a:pt x="50189" y="1177633"/>
                    </a:lnTo>
                    <a:close/>
                  </a:path>
                  <a:path w="85089" h="1254760">
                    <a:moveTo>
                      <a:pt x="50292" y="1190244"/>
                    </a:moveTo>
                    <a:lnTo>
                      <a:pt x="50189" y="1177633"/>
                    </a:lnTo>
                    <a:lnTo>
                      <a:pt x="43332" y="1177702"/>
                    </a:lnTo>
                    <a:lnTo>
                      <a:pt x="43434" y="1190244"/>
                    </a:lnTo>
                    <a:lnTo>
                      <a:pt x="50292" y="1190244"/>
                    </a:lnTo>
                    <a:close/>
                  </a:path>
                  <a:path w="85089" h="1254760">
                    <a:moveTo>
                      <a:pt x="84582" y="1177290"/>
                    </a:moveTo>
                    <a:lnTo>
                      <a:pt x="50189" y="1177633"/>
                    </a:lnTo>
                    <a:lnTo>
                      <a:pt x="50292" y="1247969"/>
                    </a:lnTo>
                    <a:lnTo>
                      <a:pt x="84582" y="117729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" name="object 15">
                <a:extLst>
                  <a:ext uri="{FF2B5EF4-FFF2-40B4-BE49-F238E27FC236}">
                    <a16:creationId xmlns:a16="http://schemas.microsoft.com/office/drawing/2014/main" id="{038BDCD0-980D-4472-BCEE-66F6E3F2BB81}"/>
                  </a:ext>
                </a:extLst>
              </p:cNvPr>
              <p:cNvSpPr txBox="1"/>
              <p:nvPr/>
            </p:nvSpPr>
            <p:spPr>
              <a:xfrm>
                <a:off x="1890185" y="4793360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1800" b="1" dirty="0">
                    <a:cs typeface="+mn-ea"/>
                    <a:sym typeface="+mn-lt"/>
                  </a:rPr>
                  <a:t>605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10" name="object 16">
                <a:extLst>
                  <a:ext uri="{FF2B5EF4-FFF2-40B4-BE49-F238E27FC236}">
                    <a16:creationId xmlns:a16="http://schemas.microsoft.com/office/drawing/2014/main" id="{7C62F983-215B-42F4-B8A6-0A1942F49D31}"/>
                  </a:ext>
                </a:extLst>
              </p:cNvPr>
              <p:cNvSpPr/>
              <p:nvPr/>
            </p:nvSpPr>
            <p:spPr>
              <a:xfrm>
                <a:off x="2522899" y="4333683"/>
                <a:ext cx="1828800" cy="1254760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5D13E5-9C32-40DB-8992-66D5F7C39C15}"/>
                  </a:ext>
                </a:extLst>
              </p:cNvPr>
              <p:cNvSpPr/>
              <p:nvPr/>
            </p:nvSpPr>
            <p:spPr>
              <a:xfrm>
                <a:off x="1762326" y="3483073"/>
                <a:ext cx="11624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(224, 89)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554BCA-20E5-4CA1-A92C-607E0989E657}"/>
                  </a:ext>
                </a:extLst>
              </p:cNvPr>
              <p:cNvSpPr/>
              <p:nvPr/>
            </p:nvSpPr>
            <p:spPr>
              <a:xfrm>
                <a:off x="3621449" y="5723380"/>
                <a:ext cx="125226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(439, 426)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95DDF78-CCC8-4401-9B15-E4DC1306DA50}"/>
                  </a:ext>
                </a:extLst>
              </p:cNvPr>
              <p:cNvCxnSpPr>
                <a:endCxn id="12" idx="0"/>
              </p:cNvCxnSpPr>
              <p:nvPr/>
            </p:nvCxnSpPr>
            <p:spPr>
              <a:xfrm>
                <a:off x="3542097" y="5236143"/>
                <a:ext cx="705485" cy="48723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7F02F7C-3A46-4322-BCF2-1D64F5FE3AC2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flipH="1" flipV="1">
                <a:off x="2343575" y="3883183"/>
                <a:ext cx="760573" cy="63628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E380271-11A0-4E7A-AE82-A1B3313DE51B}"/>
                </a:ext>
              </a:extLst>
            </p:cNvPr>
            <p:cNvGrpSpPr/>
            <p:nvPr/>
          </p:nvGrpSpPr>
          <p:grpSpPr>
            <a:xfrm>
              <a:off x="4342654" y="3516544"/>
              <a:ext cx="3836709" cy="2668203"/>
              <a:chOff x="6096000" y="3508760"/>
              <a:chExt cx="3836709" cy="266820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75442E6-1C1C-4C7A-AE0E-D256395764D7}"/>
                  </a:ext>
                </a:extLst>
              </p:cNvPr>
              <p:cNvGrpSpPr/>
              <p:nvPr/>
            </p:nvGrpSpPr>
            <p:grpSpPr>
              <a:xfrm>
                <a:off x="6096000" y="3508760"/>
                <a:ext cx="3836709" cy="2668203"/>
                <a:chOff x="6719337" y="3798041"/>
                <a:chExt cx="3836709" cy="2668203"/>
              </a:xfrm>
            </p:grpSpPr>
            <p:sp>
              <p:nvSpPr>
                <p:cNvPr id="20" name="object 33">
                  <a:extLst>
                    <a:ext uri="{FF2B5EF4-FFF2-40B4-BE49-F238E27FC236}">
                      <a16:creationId xmlns:a16="http://schemas.microsoft.com/office/drawing/2014/main" id="{7669AF7C-21F8-4A0F-A166-F216C7951376}"/>
                    </a:ext>
                  </a:extLst>
                </p:cNvPr>
                <p:cNvSpPr/>
                <p:nvPr/>
              </p:nvSpPr>
              <p:spPr>
                <a:xfrm>
                  <a:off x="7244648" y="4391639"/>
                  <a:ext cx="2112264" cy="1662683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34">
                  <a:extLst>
                    <a:ext uri="{FF2B5EF4-FFF2-40B4-BE49-F238E27FC236}">
                      <a16:creationId xmlns:a16="http://schemas.microsoft.com/office/drawing/2014/main" id="{01BE36B5-762E-4920-9695-722A7C949A3C}"/>
                    </a:ext>
                  </a:extLst>
                </p:cNvPr>
                <p:cNvSpPr/>
                <p:nvPr/>
              </p:nvSpPr>
              <p:spPr>
                <a:xfrm>
                  <a:off x="8783114" y="4398509"/>
                  <a:ext cx="604520" cy="133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520" h="1337310">
                      <a:moveTo>
                        <a:pt x="32766" y="679704"/>
                      </a:moveTo>
                      <a:lnTo>
                        <a:pt x="4572" y="675894"/>
                      </a:lnTo>
                      <a:lnTo>
                        <a:pt x="0" y="704088"/>
                      </a:lnTo>
                      <a:lnTo>
                        <a:pt x="28194" y="707898"/>
                      </a:lnTo>
                      <a:lnTo>
                        <a:pt x="32766" y="679704"/>
                      </a:lnTo>
                      <a:close/>
                    </a:path>
                    <a:path w="604520" h="1337310">
                      <a:moveTo>
                        <a:pt x="40386" y="623316"/>
                      </a:moveTo>
                      <a:lnTo>
                        <a:pt x="12192" y="619506"/>
                      </a:lnTo>
                      <a:lnTo>
                        <a:pt x="8382" y="647700"/>
                      </a:lnTo>
                      <a:lnTo>
                        <a:pt x="36576" y="651510"/>
                      </a:lnTo>
                      <a:lnTo>
                        <a:pt x="40386" y="623316"/>
                      </a:lnTo>
                      <a:close/>
                    </a:path>
                    <a:path w="604520" h="1337310">
                      <a:moveTo>
                        <a:pt x="48768" y="566928"/>
                      </a:moveTo>
                      <a:lnTo>
                        <a:pt x="19812" y="563118"/>
                      </a:lnTo>
                      <a:lnTo>
                        <a:pt x="16002" y="591312"/>
                      </a:lnTo>
                      <a:lnTo>
                        <a:pt x="44196" y="595122"/>
                      </a:lnTo>
                      <a:lnTo>
                        <a:pt x="48768" y="566928"/>
                      </a:lnTo>
                      <a:close/>
                    </a:path>
                    <a:path w="604520" h="1337310">
                      <a:moveTo>
                        <a:pt x="56388" y="510540"/>
                      </a:moveTo>
                      <a:lnTo>
                        <a:pt x="28194" y="505968"/>
                      </a:lnTo>
                      <a:lnTo>
                        <a:pt x="24384" y="534162"/>
                      </a:lnTo>
                      <a:lnTo>
                        <a:pt x="52578" y="538734"/>
                      </a:lnTo>
                      <a:lnTo>
                        <a:pt x="56388" y="510540"/>
                      </a:lnTo>
                      <a:close/>
                    </a:path>
                    <a:path w="604520" h="1337310">
                      <a:moveTo>
                        <a:pt x="64770" y="453390"/>
                      </a:moveTo>
                      <a:lnTo>
                        <a:pt x="35814" y="449580"/>
                      </a:lnTo>
                      <a:lnTo>
                        <a:pt x="32004" y="477774"/>
                      </a:lnTo>
                      <a:lnTo>
                        <a:pt x="60198" y="481584"/>
                      </a:lnTo>
                      <a:lnTo>
                        <a:pt x="64770" y="453390"/>
                      </a:lnTo>
                      <a:close/>
                    </a:path>
                    <a:path w="604520" h="1337310">
                      <a:moveTo>
                        <a:pt x="72390" y="397002"/>
                      </a:moveTo>
                      <a:lnTo>
                        <a:pt x="44196" y="393192"/>
                      </a:lnTo>
                      <a:lnTo>
                        <a:pt x="40386" y="421386"/>
                      </a:lnTo>
                      <a:lnTo>
                        <a:pt x="68580" y="425196"/>
                      </a:lnTo>
                      <a:lnTo>
                        <a:pt x="72390" y="397002"/>
                      </a:lnTo>
                      <a:close/>
                    </a:path>
                    <a:path w="604520" h="1337310">
                      <a:moveTo>
                        <a:pt x="80772" y="340614"/>
                      </a:moveTo>
                      <a:lnTo>
                        <a:pt x="51816" y="336804"/>
                      </a:lnTo>
                      <a:lnTo>
                        <a:pt x="48006" y="364998"/>
                      </a:lnTo>
                      <a:lnTo>
                        <a:pt x="76200" y="368808"/>
                      </a:lnTo>
                      <a:lnTo>
                        <a:pt x="80772" y="340614"/>
                      </a:lnTo>
                      <a:close/>
                    </a:path>
                    <a:path w="604520" h="1337310">
                      <a:moveTo>
                        <a:pt x="88392" y="284226"/>
                      </a:moveTo>
                      <a:lnTo>
                        <a:pt x="60198" y="279654"/>
                      </a:lnTo>
                      <a:lnTo>
                        <a:pt x="56388" y="307848"/>
                      </a:lnTo>
                      <a:lnTo>
                        <a:pt x="84582" y="312420"/>
                      </a:lnTo>
                      <a:lnTo>
                        <a:pt x="88392" y="284226"/>
                      </a:lnTo>
                      <a:close/>
                    </a:path>
                    <a:path w="604520" h="1337310">
                      <a:moveTo>
                        <a:pt x="96774" y="227076"/>
                      </a:moveTo>
                      <a:lnTo>
                        <a:pt x="67818" y="223266"/>
                      </a:lnTo>
                      <a:lnTo>
                        <a:pt x="64008" y="251460"/>
                      </a:lnTo>
                      <a:lnTo>
                        <a:pt x="92202" y="255270"/>
                      </a:lnTo>
                      <a:lnTo>
                        <a:pt x="96774" y="227076"/>
                      </a:lnTo>
                      <a:close/>
                    </a:path>
                    <a:path w="604520" h="1337310">
                      <a:moveTo>
                        <a:pt x="104394" y="170688"/>
                      </a:moveTo>
                      <a:lnTo>
                        <a:pt x="76200" y="166878"/>
                      </a:lnTo>
                      <a:lnTo>
                        <a:pt x="72390" y="195072"/>
                      </a:lnTo>
                      <a:lnTo>
                        <a:pt x="100584" y="198882"/>
                      </a:lnTo>
                      <a:lnTo>
                        <a:pt x="104394" y="170688"/>
                      </a:lnTo>
                      <a:close/>
                    </a:path>
                    <a:path w="604520" h="1337310">
                      <a:moveTo>
                        <a:pt x="112776" y="114300"/>
                      </a:moveTo>
                      <a:lnTo>
                        <a:pt x="83820" y="109728"/>
                      </a:lnTo>
                      <a:lnTo>
                        <a:pt x="80010" y="138684"/>
                      </a:lnTo>
                      <a:lnTo>
                        <a:pt x="108204" y="142494"/>
                      </a:lnTo>
                      <a:lnTo>
                        <a:pt x="112776" y="114300"/>
                      </a:lnTo>
                      <a:close/>
                    </a:path>
                    <a:path w="604520" h="1337310">
                      <a:moveTo>
                        <a:pt x="144780" y="91440"/>
                      </a:moveTo>
                      <a:lnTo>
                        <a:pt x="114300" y="0"/>
                      </a:lnTo>
                      <a:lnTo>
                        <a:pt x="59436" y="79248"/>
                      </a:lnTo>
                      <a:lnTo>
                        <a:pt x="88392" y="83375"/>
                      </a:lnTo>
                      <a:lnTo>
                        <a:pt x="118110" y="87630"/>
                      </a:lnTo>
                      <a:lnTo>
                        <a:pt x="144780" y="91440"/>
                      </a:lnTo>
                      <a:close/>
                    </a:path>
                    <a:path w="604520" h="1337310">
                      <a:moveTo>
                        <a:pt x="171450" y="915924"/>
                      </a:moveTo>
                      <a:lnTo>
                        <a:pt x="150876" y="896874"/>
                      </a:lnTo>
                      <a:lnTo>
                        <a:pt x="131064" y="917448"/>
                      </a:lnTo>
                      <a:lnTo>
                        <a:pt x="152400" y="937260"/>
                      </a:lnTo>
                      <a:lnTo>
                        <a:pt x="171450" y="915924"/>
                      </a:lnTo>
                      <a:close/>
                    </a:path>
                    <a:path w="604520" h="1337310">
                      <a:moveTo>
                        <a:pt x="213360" y="954786"/>
                      </a:moveTo>
                      <a:lnTo>
                        <a:pt x="192786" y="935736"/>
                      </a:lnTo>
                      <a:lnTo>
                        <a:pt x="172974" y="956310"/>
                      </a:lnTo>
                      <a:lnTo>
                        <a:pt x="194310" y="976122"/>
                      </a:lnTo>
                      <a:lnTo>
                        <a:pt x="213360" y="954786"/>
                      </a:lnTo>
                      <a:close/>
                    </a:path>
                    <a:path w="604520" h="1337310">
                      <a:moveTo>
                        <a:pt x="255270" y="993648"/>
                      </a:moveTo>
                      <a:lnTo>
                        <a:pt x="234696" y="974598"/>
                      </a:lnTo>
                      <a:lnTo>
                        <a:pt x="214884" y="995172"/>
                      </a:lnTo>
                      <a:lnTo>
                        <a:pt x="236220" y="1014984"/>
                      </a:lnTo>
                      <a:lnTo>
                        <a:pt x="255270" y="993648"/>
                      </a:lnTo>
                      <a:close/>
                    </a:path>
                    <a:path w="604520" h="1337310">
                      <a:moveTo>
                        <a:pt x="297180" y="1032510"/>
                      </a:moveTo>
                      <a:lnTo>
                        <a:pt x="276606" y="1013460"/>
                      </a:lnTo>
                      <a:lnTo>
                        <a:pt x="256794" y="1034034"/>
                      </a:lnTo>
                      <a:lnTo>
                        <a:pt x="278130" y="1053846"/>
                      </a:lnTo>
                      <a:lnTo>
                        <a:pt x="297180" y="1032510"/>
                      </a:lnTo>
                      <a:close/>
                    </a:path>
                    <a:path w="604520" h="1337310">
                      <a:moveTo>
                        <a:pt x="339090" y="1071372"/>
                      </a:moveTo>
                      <a:lnTo>
                        <a:pt x="318516" y="1052322"/>
                      </a:lnTo>
                      <a:lnTo>
                        <a:pt x="298704" y="1072896"/>
                      </a:lnTo>
                      <a:lnTo>
                        <a:pt x="320040" y="1092708"/>
                      </a:lnTo>
                      <a:lnTo>
                        <a:pt x="339090" y="1071372"/>
                      </a:lnTo>
                      <a:close/>
                    </a:path>
                    <a:path w="604520" h="1337310">
                      <a:moveTo>
                        <a:pt x="381000" y="1110234"/>
                      </a:moveTo>
                      <a:lnTo>
                        <a:pt x="360426" y="1091184"/>
                      </a:lnTo>
                      <a:lnTo>
                        <a:pt x="340614" y="1111758"/>
                      </a:lnTo>
                      <a:lnTo>
                        <a:pt x="361950" y="1131570"/>
                      </a:lnTo>
                      <a:lnTo>
                        <a:pt x="381000" y="1110234"/>
                      </a:lnTo>
                      <a:close/>
                    </a:path>
                    <a:path w="604520" h="1337310">
                      <a:moveTo>
                        <a:pt x="422910" y="1149096"/>
                      </a:moveTo>
                      <a:lnTo>
                        <a:pt x="402336" y="1130046"/>
                      </a:lnTo>
                      <a:lnTo>
                        <a:pt x="382524" y="1150620"/>
                      </a:lnTo>
                      <a:lnTo>
                        <a:pt x="403860" y="1170432"/>
                      </a:lnTo>
                      <a:lnTo>
                        <a:pt x="422910" y="1149096"/>
                      </a:lnTo>
                      <a:close/>
                    </a:path>
                    <a:path w="604520" h="1337310">
                      <a:moveTo>
                        <a:pt x="464820" y="1187958"/>
                      </a:moveTo>
                      <a:lnTo>
                        <a:pt x="444246" y="1168908"/>
                      </a:lnTo>
                      <a:lnTo>
                        <a:pt x="424434" y="1189482"/>
                      </a:lnTo>
                      <a:lnTo>
                        <a:pt x="445770" y="1209294"/>
                      </a:lnTo>
                      <a:lnTo>
                        <a:pt x="464820" y="1187958"/>
                      </a:lnTo>
                      <a:close/>
                    </a:path>
                    <a:path w="604520" h="1337310">
                      <a:moveTo>
                        <a:pt x="506730" y="1226820"/>
                      </a:moveTo>
                      <a:lnTo>
                        <a:pt x="486156" y="1207770"/>
                      </a:lnTo>
                      <a:lnTo>
                        <a:pt x="466344" y="1228344"/>
                      </a:lnTo>
                      <a:lnTo>
                        <a:pt x="487680" y="1248156"/>
                      </a:lnTo>
                      <a:lnTo>
                        <a:pt x="506730" y="1226820"/>
                      </a:lnTo>
                      <a:close/>
                    </a:path>
                    <a:path w="604520" h="1337310">
                      <a:moveTo>
                        <a:pt x="548640" y="1265682"/>
                      </a:moveTo>
                      <a:lnTo>
                        <a:pt x="528066" y="1246632"/>
                      </a:lnTo>
                      <a:lnTo>
                        <a:pt x="508254" y="1267206"/>
                      </a:lnTo>
                      <a:lnTo>
                        <a:pt x="529590" y="1287018"/>
                      </a:lnTo>
                      <a:lnTo>
                        <a:pt x="548640" y="1265682"/>
                      </a:lnTo>
                      <a:close/>
                    </a:path>
                    <a:path w="604520" h="1337310">
                      <a:moveTo>
                        <a:pt x="604266" y="1337310"/>
                      </a:moveTo>
                      <a:lnTo>
                        <a:pt x="570738" y="1247394"/>
                      </a:lnTo>
                      <a:lnTo>
                        <a:pt x="512064" y="1309878"/>
                      </a:lnTo>
                      <a:lnTo>
                        <a:pt x="604266" y="133731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35">
                  <a:extLst>
                    <a:ext uri="{FF2B5EF4-FFF2-40B4-BE49-F238E27FC236}">
                      <a16:creationId xmlns:a16="http://schemas.microsoft.com/office/drawing/2014/main" id="{D472FA3A-12BE-4F46-9EFC-AD80E04B997E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3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36">
                  <a:extLst>
                    <a:ext uri="{FF2B5EF4-FFF2-40B4-BE49-F238E27FC236}">
                      <a16:creationId xmlns:a16="http://schemas.microsoft.com/office/drawing/2014/main" id="{FC667D22-01A1-4654-81E2-597AD6A6CDE4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3"/>
                      </a:lnTo>
                      <a:lnTo>
                        <a:pt x="2716530" y="1956053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object 37">
                  <a:extLst>
                    <a:ext uri="{FF2B5EF4-FFF2-40B4-BE49-F238E27FC236}">
                      <a16:creationId xmlns:a16="http://schemas.microsoft.com/office/drawing/2014/main" id="{D32A6ECB-1260-4280-A493-F4A99D4F54B4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2716530" y="1956816"/>
                      </a:moveTo>
                      <a:lnTo>
                        <a:pt x="2716530" y="0"/>
                      </a:lnTo>
                      <a:lnTo>
                        <a:pt x="0" y="0"/>
                      </a:lnTo>
                      <a:lnTo>
                        <a:pt x="0" y="1956816"/>
                      </a:lnTo>
                      <a:lnTo>
                        <a:pt x="2716530" y="195681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object 38">
                  <a:extLst>
                    <a:ext uri="{FF2B5EF4-FFF2-40B4-BE49-F238E27FC236}">
                      <a16:creationId xmlns:a16="http://schemas.microsoft.com/office/drawing/2014/main" id="{5EF8F803-D5B3-4803-973E-FBEEC57AF6F1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0" y="0"/>
                      </a:moveTo>
                      <a:lnTo>
                        <a:pt x="0" y="1956815"/>
                      </a:lnTo>
                      <a:lnTo>
                        <a:pt x="2716530" y="1956815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39">
                  <a:extLst>
                    <a:ext uri="{FF2B5EF4-FFF2-40B4-BE49-F238E27FC236}">
                      <a16:creationId xmlns:a16="http://schemas.microsoft.com/office/drawing/2014/main" id="{7FBC9236-0879-45BE-8A3E-11AF73E89FF0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4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4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bject 40">
                  <a:extLst>
                    <a:ext uri="{FF2B5EF4-FFF2-40B4-BE49-F238E27FC236}">
                      <a16:creationId xmlns:a16="http://schemas.microsoft.com/office/drawing/2014/main" id="{2D562469-8EFF-4C5F-AB5F-B425F2854F9E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4"/>
                      </a:lnTo>
                      <a:lnTo>
                        <a:pt x="2716530" y="1956054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bject 41">
                  <a:extLst>
                    <a:ext uri="{FF2B5EF4-FFF2-40B4-BE49-F238E27FC236}">
                      <a16:creationId xmlns:a16="http://schemas.microsoft.com/office/drawing/2014/main" id="{E6328A79-3C80-4DC5-8376-F062E5E02668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object 42">
                  <a:extLst>
                    <a:ext uri="{FF2B5EF4-FFF2-40B4-BE49-F238E27FC236}">
                      <a16:creationId xmlns:a16="http://schemas.microsoft.com/office/drawing/2014/main" id="{CD00073A-F5A2-42F6-82CC-E2B7014B74E7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object 43">
                  <a:extLst>
                    <a:ext uri="{FF2B5EF4-FFF2-40B4-BE49-F238E27FC236}">
                      <a16:creationId xmlns:a16="http://schemas.microsoft.com/office/drawing/2014/main" id="{1583B7E4-51A2-4211-8527-932CC7F63094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object 44">
                  <a:extLst>
                    <a:ext uri="{FF2B5EF4-FFF2-40B4-BE49-F238E27FC236}">
                      <a16:creationId xmlns:a16="http://schemas.microsoft.com/office/drawing/2014/main" id="{0F279F50-BB13-4FA2-A40B-8FAE8AA4C2FA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object 45">
                  <a:extLst>
                    <a:ext uri="{FF2B5EF4-FFF2-40B4-BE49-F238E27FC236}">
                      <a16:creationId xmlns:a16="http://schemas.microsoft.com/office/drawing/2014/main" id="{C36BAC0E-DB41-4435-954E-B75115183AAB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object 46">
                  <a:extLst>
                    <a:ext uri="{FF2B5EF4-FFF2-40B4-BE49-F238E27FC236}">
                      <a16:creationId xmlns:a16="http://schemas.microsoft.com/office/drawing/2014/main" id="{58D1C554-C939-4356-BD0E-F3200F21D09F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bject 47">
                  <a:extLst>
                    <a:ext uri="{FF2B5EF4-FFF2-40B4-BE49-F238E27FC236}">
                      <a16:creationId xmlns:a16="http://schemas.microsoft.com/office/drawing/2014/main" id="{F73FFF4D-A183-4262-BD87-A79B572F28F1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object 48">
                  <a:extLst>
                    <a:ext uri="{FF2B5EF4-FFF2-40B4-BE49-F238E27FC236}">
                      <a16:creationId xmlns:a16="http://schemas.microsoft.com/office/drawing/2014/main" id="{1B4552C8-8DAF-457A-BE7B-77946B54F3F2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object 49">
                  <a:extLst>
                    <a:ext uri="{FF2B5EF4-FFF2-40B4-BE49-F238E27FC236}">
                      <a16:creationId xmlns:a16="http://schemas.microsoft.com/office/drawing/2014/main" id="{53458409-520B-44D8-A47F-38EEB08E237F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object 50">
                  <a:extLst>
                    <a:ext uri="{FF2B5EF4-FFF2-40B4-BE49-F238E27FC236}">
                      <a16:creationId xmlns:a16="http://schemas.microsoft.com/office/drawing/2014/main" id="{8D4B0B25-FD9D-4C8E-A154-1F89EB091C03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object 51">
                  <a:extLst>
                    <a:ext uri="{FF2B5EF4-FFF2-40B4-BE49-F238E27FC236}">
                      <a16:creationId xmlns:a16="http://schemas.microsoft.com/office/drawing/2014/main" id="{DEAC8BCE-423A-4EFC-BE69-6B99AB9BD9E9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object 52">
                  <a:extLst>
                    <a:ext uri="{FF2B5EF4-FFF2-40B4-BE49-F238E27FC236}">
                      <a16:creationId xmlns:a16="http://schemas.microsoft.com/office/drawing/2014/main" id="{9D7ED5CB-B3FB-4746-AD2A-0B29CF39828C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object 53">
                  <a:extLst>
                    <a:ext uri="{FF2B5EF4-FFF2-40B4-BE49-F238E27FC236}">
                      <a16:creationId xmlns:a16="http://schemas.microsoft.com/office/drawing/2014/main" id="{EFDBC636-7B18-4B24-94CB-B73B03669152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object 54">
                  <a:extLst>
                    <a:ext uri="{FF2B5EF4-FFF2-40B4-BE49-F238E27FC236}">
                      <a16:creationId xmlns:a16="http://schemas.microsoft.com/office/drawing/2014/main" id="{2D5F9B48-8CDA-4339-895D-07F15C672DF3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object 55">
                  <a:extLst>
                    <a:ext uri="{FF2B5EF4-FFF2-40B4-BE49-F238E27FC236}">
                      <a16:creationId xmlns:a16="http://schemas.microsoft.com/office/drawing/2014/main" id="{94D5AD3C-EC53-4A2D-8AE4-D8476A3B6C3C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object 56">
                  <a:extLst>
                    <a:ext uri="{FF2B5EF4-FFF2-40B4-BE49-F238E27FC236}">
                      <a16:creationId xmlns:a16="http://schemas.microsoft.com/office/drawing/2014/main" id="{1EE7B482-8CE6-463D-A8E6-70E9996A6CD4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object 57">
                  <a:extLst>
                    <a:ext uri="{FF2B5EF4-FFF2-40B4-BE49-F238E27FC236}">
                      <a16:creationId xmlns:a16="http://schemas.microsoft.com/office/drawing/2014/main" id="{C9DDA3A2-3397-4AB9-B5F1-A4823FC8E517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object 58">
                  <a:extLst>
                    <a:ext uri="{FF2B5EF4-FFF2-40B4-BE49-F238E27FC236}">
                      <a16:creationId xmlns:a16="http://schemas.microsoft.com/office/drawing/2014/main" id="{B688B773-5A7E-4DA0-AF94-9EEC3287F534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object 59">
                  <a:extLst>
                    <a:ext uri="{FF2B5EF4-FFF2-40B4-BE49-F238E27FC236}">
                      <a16:creationId xmlns:a16="http://schemas.microsoft.com/office/drawing/2014/main" id="{ED50F30B-6D5B-4355-B497-F969E3191A6C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object 60">
                  <a:extLst>
                    <a:ext uri="{FF2B5EF4-FFF2-40B4-BE49-F238E27FC236}">
                      <a16:creationId xmlns:a16="http://schemas.microsoft.com/office/drawing/2014/main" id="{C3A9AC47-1AAF-4B04-B0A9-1042166E275D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object 61">
                  <a:extLst>
                    <a:ext uri="{FF2B5EF4-FFF2-40B4-BE49-F238E27FC236}">
                      <a16:creationId xmlns:a16="http://schemas.microsoft.com/office/drawing/2014/main" id="{FD833B40-0803-4B63-A8DD-BB11B23FFEA9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object 62">
                  <a:extLst>
                    <a:ext uri="{FF2B5EF4-FFF2-40B4-BE49-F238E27FC236}">
                      <a16:creationId xmlns:a16="http://schemas.microsoft.com/office/drawing/2014/main" id="{1C309706-2C34-4BB3-AAA1-552F4C910F82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object 63">
                  <a:extLst>
                    <a:ext uri="{FF2B5EF4-FFF2-40B4-BE49-F238E27FC236}">
                      <a16:creationId xmlns:a16="http://schemas.microsoft.com/office/drawing/2014/main" id="{EF11839A-23A7-412F-A135-05D29C3CB1D5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object 64">
                  <a:extLst>
                    <a:ext uri="{FF2B5EF4-FFF2-40B4-BE49-F238E27FC236}">
                      <a16:creationId xmlns:a16="http://schemas.microsoft.com/office/drawing/2014/main" id="{8DC6DBB1-E60B-4325-AC75-4837E60D15F0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object 65">
                  <a:extLst>
                    <a:ext uri="{FF2B5EF4-FFF2-40B4-BE49-F238E27FC236}">
                      <a16:creationId xmlns:a16="http://schemas.microsoft.com/office/drawing/2014/main" id="{574E7812-86CE-44C5-A23A-01575A11F2AA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object 66">
                  <a:extLst>
                    <a:ext uri="{FF2B5EF4-FFF2-40B4-BE49-F238E27FC236}">
                      <a16:creationId xmlns:a16="http://schemas.microsoft.com/office/drawing/2014/main" id="{89EA6B13-5177-442F-AC66-62B2FF74C16F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object 67">
                  <a:extLst>
                    <a:ext uri="{FF2B5EF4-FFF2-40B4-BE49-F238E27FC236}">
                      <a16:creationId xmlns:a16="http://schemas.microsoft.com/office/drawing/2014/main" id="{898CA033-30CD-4155-BE23-C7F0E7FD12A5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object 68">
                  <a:extLst>
                    <a:ext uri="{FF2B5EF4-FFF2-40B4-BE49-F238E27FC236}">
                      <a16:creationId xmlns:a16="http://schemas.microsoft.com/office/drawing/2014/main" id="{70A74DB2-0BDB-4E07-A0F8-7030D85040F0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object 69">
                  <a:extLst>
                    <a:ext uri="{FF2B5EF4-FFF2-40B4-BE49-F238E27FC236}">
                      <a16:creationId xmlns:a16="http://schemas.microsoft.com/office/drawing/2014/main" id="{586EFA6B-32F0-45DA-A2E5-BE730ABBFD1B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object 70">
                  <a:extLst>
                    <a:ext uri="{FF2B5EF4-FFF2-40B4-BE49-F238E27FC236}">
                      <a16:creationId xmlns:a16="http://schemas.microsoft.com/office/drawing/2014/main" id="{DA5A0840-0349-41AB-828D-166EBA0C75C5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object 71">
                  <a:extLst>
                    <a:ext uri="{FF2B5EF4-FFF2-40B4-BE49-F238E27FC236}">
                      <a16:creationId xmlns:a16="http://schemas.microsoft.com/office/drawing/2014/main" id="{5DCF767E-7BF3-4142-B69E-4C38DD20D2AA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object 72">
                  <a:extLst>
                    <a:ext uri="{FF2B5EF4-FFF2-40B4-BE49-F238E27FC236}">
                      <a16:creationId xmlns:a16="http://schemas.microsoft.com/office/drawing/2014/main" id="{B64A6DAF-7E6D-4467-A7B8-45ED80EFDE07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object 73">
                  <a:extLst>
                    <a:ext uri="{FF2B5EF4-FFF2-40B4-BE49-F238E27FC236}">
                      <a16:creationId xmlns:a16="http://schemas.microsoft.com/office/drawing/2014/main" id="{7EA1C221-E780-4A17-AB05-BF674C5375BC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object 74">
                  <a:extLst>
                    <a:ext uri="{FF2B5EF4-FFF2-40B4-BE49-F238E27FC236}">
                      <a16:creationId xmlns:a16="http://schemas.microsoft.com/office/drawing/2014/main" id="{82FAA2A1-727E-4DAE-9CD5-7260176ECAFF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object 75">
                  <a:extLst>
                    <a:ext uri="{FF2B5EF4-FFF2-40B4-BE49-F238E27FC236}">
                      <a16:creationId xmlns:a16="http://schemas.microsoft.com/office/drawing/2014/main" id="{28D14CBC-EF93-4B57-82E1-039BFEA73835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object 76">
                  <a:extLst>
                    <a:ext uri="{FF2B5EF4-FFF2-40B4-BE49-F238E27FC236}">
                      <a16:creationId xmlns:a16="http://schemas.microsoft.com/office/drawing/2014/main" id="{402B8DB7-E56B-45CE-A420-BED4325A207F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bject 77">
                  <a:extLst>
                    <a:ext uri="{FF2B5EF4-FFF2-40B4-BE49-F238E27FC236}">
                      <a16:creationId xmlns:a16="http://schemas.microsoft.com/office/drawing/2014/main" id="{D3A1949F-9059-4085-A3D1-4BEF40289C53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object 78">
                  <a:extLst>
                    <a:ext uri="{FF2B5EF4-FFF2-40B4-BE49-F238E27FC236}">
                      <a16:creationId xmlns:a16="http://schemas.microsoft.com/office/drawing/2014/main" id="{2AF5C330-D717-4FB5-A26C-35A522289C29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object 79">
                  <a:extLst>
                    <a:ext uri="{FF2B5EF4-FFF2-40B4-BE49-F238E27FC236}">
                      <a16:creationId xmlns:a16="http://schemas.microsoft.com/office/drawing/2014/main" id="{E2CBC8F6-D848-4568-9B23-68396684CB7D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object 80">
                  <a:extLst>
                    <a:ext uri="{FF2B5EF4-FFF2-40B4-BE49-F238E27FC236}">
                      <a16:creationId xmlns:a16="http://schemas.microsoft.com/office/drawing/2014/main" id="{020A4397-78CB-4C30-8A0F-2BD2B1281066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object 81">
                  <a:extLst>
                    <a:ext uri="{FF2B5EF4-FFF2-40B4-BE49-F238E27FC236}">
                      <a16:creationId xmlns:a16="http://schemas.microsoft.com/office/drawing/2014/main" id="{60058CC8-C907-4EDB-A98A-1558707CC712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object 82">
                  <a:extLst>
                    <a:ext uri="{FF2B5EF4-FFF2-40B4-BE49-F238E27FC236}">
                      <a16:creationId xmlns:a16="http://schemas.microsoft.com/office/drawing/2014/main" id="{74A69E71-A7C9-4310-B132-B15736686674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object 83">
                  <a:extLst>
                    <a:ext uri="{FF2B5EF4-FFF2-40B4-BE49-F238E27FC236}">
                      <a16:creationId xmlns:a16="http://schemas.microsoft.com/office/drawing/2014/main" id="{0033D629-15C2-4F37-AD64-DE7433B325CD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object 84">
                  <a:extLst>
                    <a:ext uri="{FF2B5EF4-FFF2-40B4-BE49-F238E27FC236}">
                      <a16:creationId xmlns:a16="http://schemas.microsoft.com/office/drawing/2014/main" id="{E8DFB13C-9643-41F4-A9C5-78066C99B6ED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object 85">
                  <a:extLst>
                    <a:ext uri="{FF2B5EF4-FFF2-40B4-BE49-F238E27FC236}">
                      <a16:creationId xmlns:a16="http://schemas.microsoft.com/office/drawing/2014/main" id="{44725499-EFCA-4AC7-9B39-DBA46B38BFB5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object 86">
                  <a:extLst>
                    <a:ext uri="{FF2B5EF4-FFF2-40B4-BE49-F238E27FC236}">
                      <a16:creationId xmlns:a16="http://schemas.microsoft.com/office/drawing/2014/main" id="{5D3F18F2-BD59-465C-8A59-9DA083631A4D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object 87">
                  <a:extLst>
                    <a:ext uri="{FF2B5EF4-FFF2-40B4-BE49-F238E27FC236}">
                      <a16:creationId xmlns:a16="http://schemas.microsoft.com/office/drawing/2014/main" id="{AB638A2C-3EF2-420E-98B6-A15603CBEB71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object 88">
                  <a:extLst>
                    <a:ext uri="{FF2B5EF4-FFF2-40B4-BE49-F238E27FC236}">
                      <a16:creationId xmlns:a16="http://schemas.microsoft.com/office/drawing/2014/main" id="{2532489B-C23E-4DBE-A014-7B59632FD764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object 89">
                  <a:extLst>
                    <a:ext uri="{FF2B5EF4-FFF2-40B4-BE49-F238E27FC236}">
                      <a16:creationId xmlns:a16="http://schemas.microsoft.com/office/drawing/2014/main" id="{3891952E-ABEE-4397-BD72-F2C15251C5AA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object 90">
                  <a:extLst>
                    <a:ext uri="{FF2B5EF4-FFF2-40B4-BE49-F238E27FC236}">
                      <a16:creationId xmlns:a16="http://schemas.microsoft.com/office/drawing/2014/main" id="{8C1D5888-6C5A-477A-8CB7-8264BA5F0C88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object 91">
                  <a:extLst>
                    <a:ext uri="{FF2B5EF4-FFF2-40B4-BE49-F238E27FC236}">
                      <a16:creationId xmlns:a16="http://schemas.microsoft.com/office/drawing/2014/main" id="{51F29166-6751-4767-9CDD-D0E834B9EE13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object 92">
                  <a:extLst>
                    <a:ext uri="{FF2B5EF4-FFF2-40B4-BE49-F238E27FC236}">
                      <a16:creationId xmlns:a16="http://schemas.microsoft.com/office/drawing/2014/main" id="{F48D6699-7E68-4701-B1A6-CEA91F42056C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object 93">
                  <a:extLst>
                    <a:ext uri="{FF2B5EF4-FFF2-40B4-BE49-F238E27FC236}">
                      <a16:creationId xmlns:a16="http://schemas.microsoft.com/office/drawing/2014/main" id="{5597F397-1CE3-4FA8-B238-1936553CC163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object 94">
                  <a:extLst>
                    <a:ext uri="{FF2B5EF4-FFF2-40B4-BE49-F238E27FC236}">
                      <a16:creationId xmlns:a16="http://schemas.microsoft.com/office/drawing/2014/main" id="{36CCA5E9-9108-4AD0-9D2E-4E4E5F9A9243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object 95">
                  <a:extLst>
                    <a:ext uri="{FF2B5EF4-FFF2-40B4-BE49-F238E27FC236}">
                      <a16:creationId xmlns:a16="http://schemas.microsoft.com/office/drawing/2014/main" id="{C3EFA9EE-B026-43BF-B8F9-3CD63CBE0082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object 96">
                  <a:extLst>
                    <a:ext uri="{FF2B5EF4-FFF2-40B4-BE49-F238E27FC236}">
                      <a16:creationId xmlns:a16="http://schemas.microsoft.com/office/drawing/2014/main" id="{C41EA451-12A6-4A6C-8F13-64B896F45C65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object 97">
                  <a:extLst>
                    <a:ext uri="{FF2B5EF4-FFF2-40B4-BE49-F238E27FC236}">
                      <a16:creationId xmlns:a16="http://schemas.microsoft.com/office/drawing/2014/main" id="{5BBAF328-673C-440D-8632-B93DAB76F8F9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object 98">
                  <a:extLst>
                    <a:ext uri="{FF2B5EF4-FFF2-40B4-BE49-F238E27FC236}">
                      <a16:creationId xmlns:a16="http://schemas.microsoft.com/office/drawing/2014/main" id="{2942A8C2-C867-4B26-AC89-169585EEE442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object 99">
                  <a:extLst>
                    <a:ext uri="{FF2B5EF4-FFF2-40B4-BE49-F238E27FC236}">
                      <a16:creationId xmlns:a16="http://schemas.microsoft.com/office/drawing/2014/main" id="{B90FCA75-342F-4AD8-A809-EE47FF818613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object 100">
                  <a:extLst>
                    <a:ext uri="{FF2B5EF4-FFF2-40B4-BE49-F238E27FC236}">
                      <a16:creationId xmlns:a16="http://schemas.microsoft.com/office/drawing/2014/main" id="{EF55D521-A025-4D7C-8CB0-2005F9D6EB2E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object 101">
                  <a:extLst>
                    <a:ext uri="{FF2B5EF4-FFF2-40B4-BE49-F238E27FC236}">
                      <a16:creationId xmlns:a16="http://schemas.microsoft.com/office/drawing/2014/main" id="{A0FAEB07-FEE7-4598-8AA4-997B55170AAB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object 102">
                  <a:extLst>
                    <a:ext uri="{FF2B5EF4-FFF2-40B4-BE49-F238E27FC236}">
                      <a16:creationId xmlns:a16="http://schemas.microsoft.com/office/drawing/2014/main" id="{2ED11E55-200C-40AB-827B-8AB8EEFB3574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object 103">
                  <a:extLst>
                    <a:ext uri="{FF2B5EF4-FFF2-40B4-BE49-F238E27FC236}">
                      <a16:creationId xmlns:a16="http://schemas.microsoft.com/office/drawing/2014/main" id="{811826AF-0FD5-45B1-8193-C8FD83EE3366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object 104">
                  <a:extLst>
                    <a:ext uri="{FF2B5EF4-FFF2-40B4-BE49-F238E27FC236}">
                      <a16:creationId xmlns:a16="http://schemas.microsoft.com/office/drawing/2014/main" id="{012C101B-F0EA-4C57-B7DC-BDB2F3CD3A70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object 105">
                  <a:extLst>
                    <a:ext uri="{FF2B5EF4-FFF2-40B4-BE49-F238E27FC236}">
                      <a16:creationId xmlns:a16="http://schemas.microsoft.com/office/drawing/2014/main" id="{433E31F3-E03E-49C1-B5CF-ACF6A3AE08B2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object 106">
                  <a:extLst>
                    <a:ext uri="{FF2B5EF4-FFF2-40B4-BE49-F238E27FC236}">
                      <a16:creationId xmlns:a16="http://schemas.microsoft.com/office/drawing/2014/main" id="{12945BA6-C46E-45DE-81CD-F9FA319E5866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object 107">
                  <a:extLst>
                    <a:ext uri="{FF2B5EF4-FFF2-40B4-BE49-F238E27FC236}">
                      <a16:creationId xmlns:a16="http://schemas.microsoft.com/office/drawing/2014/main" id="{9C0594B7-887F-41E8-9915-16F45BB45877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object 108">
                  <a:extLst>
                    <a:ext uri="{FF2B5EF4-FFF2-40B4-BE49-F238E27FC236}">
                      <a16:creationId xmlns:a16="http://schemas.microsoft.com/office/drawing/2014/main" id="{7C3DE3E1-4BD4-4B1A-8F81-82FF4638EE92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object 109">
                  <a:extLst>
                    <a:ext uri="{FF2B5EF4-FFF2-40B4-BE49-F238E27FC236}">
                      <a16:creationId xmlns:a16="http://schemas.microsoft.com/office/drawing/2014/main" id="{A21381DB-5738-4C2E-ADE4-B6ED3D8C03BE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bject 110">
                  <a:extLst>
                    <a:ext uri="{FF2B5EF4-FFF2-40B4-BE49-F238E27FC236}">
                      <a16:creationId xmlns:a16="http://schemas.microsoft.com/office/drawing/2014/main" id="{AB5FA871-6E44-48FB-BD4F-210BB8C7D5EB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object 111">
                  <a:extLst>
                    <a:ext uri="{FF2B5EF4-FFF2-40B4-BE49-F238E27FC236}">
                      <a16:creationId xmlns:a16="http://schemas.microsoft.com/office/drawing/2014/main" id="{D0F7FA9F-7EAB-4DF6-A165-4AAD6E6981C3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object 112">
                  <a:extLst>
                    <a:ext uri="{FF2B5EF4-FFF2-40B4-BE49-F238E27FC236}">
                      <a16:creationId xmlns:a16="http://schemas.microsoft.com/office/drawing/2014/main" id="{BCDAA7F3-C299-4126-8BB4-08613B4A2F0D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object 113">
                  <a:extLst>
                    <a:ext uri="{FF2B5EF4-FFF2-40B4-BE49-F238E27FC236}">
                      <a16:creationId xmlns:a16="http://schemas.microsoft.com/office/drawing/2014/main" id="{27226360-2D4D-4358-872D-34CA5D21BDF0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object 114">
                  <a:extLst>
                    <a:ext uri="{FF2B5EF4-FFF2-40B4-BE49-F238E27FC236}">
                      <a16:creationId xmlns:a16="http://schemas.microsoft.com/office/drawing/2014/main" id="{9B014ED0-34F2-4F46-B440-9E3564D81F7D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object 115">
                  <a:extLst>
                    <a:ext uri="{FF2B5EF4-FFF2-40B4-BE49-F238E27FC236}">
                      <a16:creationId xmlns:a16="http://schemas.microsoft.com/office/drawing/2014/main" id="{5A041A04-7E78-4070-B691-3F1063E02FE7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object 116">
                  <a:extLst>
                    <a:ext uri="{FF2B5EF4-FFF2-40B4-BE49-F238E27FC236}">
                      <a16:creationId xmlns:a16="http://schemas.microsoft.com/office/drawing/2014/main" id="{CF3BB779-B2FF-4BBA-959B-313DED19893E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object 117">
                  <a:extLst>
                    <a:ext uri="{FF2B5EF4-FFF2-40B4-BE49-F238E27FC236}">
                      <a16:creationId xmlns:a16="http://schemas.microsoft.com/office/drawing/2014/main" id="{636988CF-F4D2-4874-B6A7-1541FEB70CDF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object 118">
                  <a:extLst>
                    <a:ext uri="{FF2B5EF4-FFF2-40B4-BE49-F238E27FC236}">
                      <a16:creationId xmlns:a16="http://schemas.microsoft.com/office/drawing/2014/main" id="{7C55CFCE-D37B-4E87-B938-89CC7010F3A0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object 119">
                  <a:extLst>
                    <a:ext uri="{FF2B5EF4-FFF2-40B4-BE49-F238E27FC236}">
                      <a16:creationId xmlns:a16="http://schemas.microsoft.com/office/drawing/2014/main" id="{5F0B16DD-A536-4CE9-9A6F-4774CCD9A1C6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object 120">
                  <a:extLst>
                    <a:ext uri="{FF2B5EF4-FFF2-40B4-BE49-F238E27FC236}">
                      <a16:creationId xmlns:a16="http://schemas.microsoft.com/office/drawing/2014/main" id="{45590AB4-F310-43C1-8005-C49BD491D9B8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object 121">
                  <a:extLst>
                    <a:ext uri="{FF2B5EF4-FFF2-40B4-BE49-F238E27FC236}">
                      <a16:creationId xmlns:a16="http://schemas.microsoft.com/office/drawing/2014/main" id="{CDA169DF-7DC9-4E7D-BD13-3397A85A8C80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object 122">
                  <a:extLst>
                    <a:ext uri="{FF2B5EF4-FFF2-40B4-BE49-F238E27FC236}">
                      <a16:creationId xmlns:a16="http://schemas.microsoft.com/office/drawing/2014/main" id="{58F11EFC-E11B-47F1-97F2-90A86135EB0D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object 123">
                  <a:extLst>
                    <a:ext uri="{FF2B5EF4-FFF2-40B4-BE49-F238E27FC236}">
                      <a16:creationId xmlns:a16="http://schemas.microsoft.com/office/drawing/2014/main" id="{A336A255-39A6-40F7-9E3F-38AA799C9A23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object 124">
                  <a:extLst>
                    <a:ext uri="{FF2B5EF4-FFF2-40B4-BE49-F238E27FC236}">
                      <a16:creationId xmlns:a16="http://schemas.microsoft.com/office/drawing/2014/main" id="{1151275B-2411-4082-BBAB-075E01FC2EA0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object 125">
                  <a:extLst>
                    <a:ext uri="{FF2B5EF4-FFF2-40B4-BE49-F238E27FC236}">
                      <a16:creationId xmlns:a16="http://schemas.microsoft.com/office/drawing/2014/main" id="{2BD7608B-B254-43AE-9C0B-03FF06ACAF7A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object 126">
                  <a:extLst>
                    <a:ext uri="{FF2B5EF4-FFF2-40B4-BE49-F238E27FC236}">
                      <a16:creationId xmlns:a16="http://schemas.microsoft.com/office/drawing/2014/main" id="{4019AA00-D372-4C80-A45F-F8210B2D4C9F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object 127">
                  <a:extLst>
                    <a:ext uri="{FF2B5EF4-FFF2-40B4-BE49-F238E27FC236}">
                      <a16:creationId xmlns:a16="http://schemas.microsoft.com/office/drawing/2014/main" id="{D47CE495-0CB3-4908-92ED-82DE1A272D69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object 128">
                  <a:extLst>
                    <a:ext uri="{FF2B5EF4-FFF2-40B4-BE49-F238E27FC236}">
                      <a16:creationId xmlns:a16="http://schemas.microsoft.com/office/drawing/2014/main" id="{60452AA4-8C9E-4621-BFDC-39AB691AF808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object 129">
                  <a:extLst>
                    <a:ext uri="{FF2B5EF4-FFF2-40B4-BE49-F238E27FC236}">
                      <a16:creationId xmlns:a16="http://schemas.microsoft.com/office/drawing/2014/main" id="{8106582C-DB8E-4968-87E3-C5EC294A396A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object 130">
                  <a:extLst>
                    <a:ext uri="{FF2B5EF4-FFF2-40B4-BE49-F238E27FC236}">
                      <a16:creationId xmlns:a16="http://schemas.microsoft.com/office/drawing/2014/main" id="{329EDFF6-B781-41DD-80EF-2AAC6D55A722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object 131">
                  <a:extLst>
                    <a:ext uri="{FF2B5EF4-FFF2-40B4-BE49-F238E27FC236}">
                      <a16:creationId xmlns:a16="http://schemas.microsoft.com/office/drawing/2014/main" id="{B4DF5EA2-2F2D-4810-9314-0EB12EF96FB6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object 132">
                  <a:extLst>
                    <a:ext uri="{FF2B5EF4-FFF2-40B4-BE49-F238E27FC236}">
                      <a16:creationId xmlns:a16="http://schemas.microsoft.com/office/drawing/2014/main" id="{621B5BAB-C33E-4F53-AAAF-63A2969EEA1B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object 133">
                  <a:extLst>
                    <a:ext uri="{FF2B5EF4-FFF2-40B4-BE49-F238E27FC236}">
                      <a16:creationId xmlns:a16="http://schemas.microsoft.com/office/drawing/2014/main" id="{FC9C977B-450C-4CD2-B691-D4C2AD8332A0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object 134">
                  <a:extLst>
                    <a:ext uri="{FF2B5EF4-FFF2-40B4-BE49-F238E27FC236}">
                      <a16:creationId xmlns:a16="http://schemas.microsoft.com/office/drawing/2014/main" id="{9942D014-CEBD-4C17-8AF5-D5DDDDD0E8E0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object 135">
                  <a:extLst>
                    <a:ext uri="{FF2B5EF4-FFF2-40B4-BE49-F238E27FC236}">
                      <a16:creationId xmlns:a16="http://schemas.microsoft.com/office/drawing/2014/main" id="{CF4BA6E9-FD21-48F2-86D2-C97B071B7357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object 136">
                  <a:extLst>
                    <a:ext uri="{FF2B5EF4-FFF2-40B4-BE49-F238E27FC236}">
                      <a16:creationId xmlns:a16="http://schemas.microsoft.com/office/drawing/2014/main" id="{ABDC65CE-57EE-4440-94B4-9A7295E7066B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object 137">
                  <a:extLst>
                    <a:ext uri="{FF2B5EF4-FFF2-40B4-BE49-F238E27FC236}">
                      <a16:creationId xmlns:a16="http://schemas.microsoft.com/office/drawing/2014/main" id="{8C60BC81-9E48-4375-8AAB-D27304AFC7D0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object 138">
                  <a:extLst>
                    <a:ext uri="{FF2B5EF4-FFF2-40B4-BE49-F238E27FC236}">
                      <a16:creationId xmlns:a16="http://schemas.microsoft.com/office/drawing/2014/main" id="{435CB6DD-0EE8-4063-8888-5C3AB4EFE492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object 139">
                  <a:extLst>
                    <a:ext uri="{FF2B5EF4-FFF2-40B4-BE49-F238E27FC236}">
                      <a16:creationId xmlns:a16="http://schemas.microsoft.com/office/drawing/2014/main" id="{1724A0EF-CF10-4A46-8F05-29A1400F2F29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object 140">
                  <a:extLst>
                    <a:ext uri="{FF2B5EF4-FFF2-40B4-BE49-F238E27FC236}">
                      <a16:creationId xmlns:a16="http://schemas.microsoft.com/office/drawing/2014/main" id="{6E1AF07E-4EF8-41A2-BDF9-F2BBD866BE23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object 141">
                  <a:extLst>
                    <a:ext uri="{FF2B5EF4-FFF2-40B4-BE49-F238E27FC236}">
                      <a16:creationId xmlns:a16="http://schemas.microsoft.com/office/drawing/2014/main" id="{00AD2F23-C491-4560-A194-5DC4335D3DE8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object 142">
                  <a:extLst>
                    <a:ext uri="{FF2B5EF4-FFF2-40B4-BE49-F238E27FC236}">
                      <a16:creationId xmlns:a16="http://schemas.microsoft.com/office/drawing/2014/main" id="{BAA3CA38-7770-4AF9-9BC3-7DCBD492C04C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object 143">
                  <a:extLst>
                    <a:ext uri="{FF2B5EF4-FFF2-40B4-BE49-F238E27FC236}">
                      <a16:creationId xmlns:a16="http://schemas.microsoft.com/office/drawing/2014/main" id="{9EDC3E13-5AB0-47D5-9C08-E1CA8552F758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object 144">
                  <a:extLst>
                    <a:ext uri="{FF2B5EF4-FFF2-40B4-BE49-F238E27FC236}">
                      <a16:creationId xmlns:a16="http://schemas.microsoft.com/office/drawing/2014/main" id="{07ACD4C1-CDFE-4B2A-9A20-C1355DBAA7E4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object 145">
                  <a:extLst>
                    <a:ext uri="{FF2B5EF4-FFF2-40B4-BE49-F238E27FC236}">
                      <a16:creationId xmlns:a16="http://schemas.microsoft.com/office/drawing/2014/main" id="{817FDD5C-914B-4E9C-9D34-AD6627A38BA5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object 146">
                  <a:extLst>
                    <a:ext uri="{FF2B5EF4-FFF2-40B4-BE49-F238E27FC236}">
                      <a16:creationId xmlns:a16="http://schemas.microsoft.com/office/drawing/2014/main" id="{CDA284B4-02DF-441A-BD72-8F2CA4C6E647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object 147">
                  <a:extLst>
                    <a:ext uri="{FF2B5EF4-FFF2-40B4-BE49-F238E27FC236}">
                      <a16:creationId xmlns:a16="http://schemas.microsoft.com/office/drawing/2014/main" id="{F1610199-CD19-4F07-9714-BB46576DFD4A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object 148">
                  <a:extLst>
                    <a:ext uri="{FF2B5EF4-FFF2-40B4-BE49-F238E27FC236}">
                      <a16:creationId xmlns:a16="http://schemas.microsoft.com/office/drawing/2014/main" id="{2685AB9A-251C-4F77-931E-986C5116C1D9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object 149">
                  <a:extLst>
                    <a:ext uri="{FF2B5EF4-FFF2-40B4-BE49-F238E27FC236}">
                      <a16:creationId xmlns:a16="http://schemas.microsoft.com/office/drawing/2014/main" id="{816B60E4-08CA-4E8A-9709-296046D0FBF4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object 150">
                  <a:extLst>
                    <a:ext uri="{FF2B5EF4-FFF2-40B4-BE49-F238E27FC236}">
                      <a16:creationId xmlns:a16="http://schemas.microsoft.com/office/drawing/2014/main" id="{9E33C446-04B2-46B6-B578-F0C521FF1A73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object 151">
                  <a:extLst>
                    <a:ext uri="{FF2B5EF4-FFF2-40B4-BE49-F238E27FC236}">
                      <a16:creationId xmlns:a16="http://schemas.microsoft.com/office/drawing/2014/main" id="{4A23FB5F-E5C7-48C0-8A9A-D3F3F0D148CA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object 152">
                  <a:extLst>
                    <a:ext uri="{FF2B5EF4-FFF2-40B4-BE49-F238E27FC236}">
                      <a16:creationId xmlns:a16="http://schemas.microsoft.com/office/drawing/2014/main" id="{F07CCEF8-8A78-45C0-AF93-0257753C6A16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object 153">
                  <a:extLst>
                    <a:ext uri="{FF2B5EF4-FFF2-40B4-BE49-F238E27FC236}">
                      <a16:creationId xmlns:a16="http://schemas.microsoft.com/office/drawing/2014/main" id="{5C377550-003E-4C7B-9D35-9CA4C640F15F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object 154">
                  <a:extLst>
                    <a:ext uri="{FF2B5EF4-FFF2-40B4-BE49-F238E27FC236}">
                      <a16:creationId xmlns:a16="http://schemas.microsoft.com/office/drawing/2014/main" id="{031F84E9-AB3F-4D67-A330-78E66F937A00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object 155">
                  <a:extLst>
                    <a:ext uri="{FF2B5EF4-FFF2-40B4-BE49-F238E27FC236}">
                      <a16:creationId xmlns:a16="http://schemas.microsoft.com/office/drawing/2014/main" id="{CB70D566-3695-45A8-AE2D-4099823CF271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object 156">
                  <a:extLst>
                    <a:ext uri="{FF2B5EF4-FFF2-40B4-BE49-F238E27FC236}">
                      <a16:creationId xmlns:a16="http://schemas.microsoft.com/office/drawing/2014/main" id="{8BDEFA37-2077-4B68-A7F6-19B7022ED231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object 157">
                  <a:extLst>
                    <a:ext uri="{FF2B5EF4-FFF2-40B4-BE49-F238E27FC236}">
                      <a16:creationId xmlns:a16="http://schemas.microsoft.com/office/drawing/2014/main" id="{1CF32516-6C01-45E2-91C8-7879A70D1A6E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object 158">
                  <a:extLst>
                    <a:ext uri="{FF2B5EF4-FFF2-40B4-BE49-F238E27FC236}">
                      <a16:creationId xmlns:a16="http://schemas.microsoft.com/office/drawing/2014/main" id="{D250AE7D-7FE2-4481-A7F3-EBED394029D1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object 159">
                  <a:extLst>
                    <a:ext uri="{FF2B5EF4-FFF2-40B4-BE49-F238E27FC236}">
                      <a16:creationId xmlns:a16="http://schemas.microsoft.com/office/drawing/2014/main" id="{07DD2187-ADBE-4537-B1B6-8A5E48DFD152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object 160">
                  <a:extLst>
                    <a:ext uri="{FF2B5EF4-FFF2-40B4-BE49-F238E27FC236}">
                      <a16:creationId xmlns:a16="http://schemas.microsoft.com/office/drawing/2014/main" id="{257CD046-8565-4867-90C1-DF2F17101237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object 161">
                  <a:extLst>
                    <a:ext uri="{FF2B5EF4-FFF2-40B4-BE49-F238E27FC236}">
                      <a16:creationId xmlns:a16="http://schemas.microsoft.com/office/drawing/2014/main" id="{20C7F661-EB06-4DEA-A4B2-A1360B6761A5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object 162">
                  <a:extLst>
                    <a:ext uri="{FF2B5EF4-FFF2-40B4-BE49-F238E27FC236}">
                      <a16:creationId xmlns:a16="http://schemas.microsoft.com/office/drawing/2014/main" id="{0062EED9-B9A8-4DEB-BF24-B7323228E62A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object 163">
                  <a:extLst>
                    <a:ext uri="{FF2B5EF4-FFF2-40B4-BE49-F238E27FC236}">
                      <a16:creationId xmlns:a16="http://schemas.microsoft.com/office/drawing/2014/main" id="{A3A754C9-C30E-4453-B180-64D3F6C9278C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object 164">
                  <a:extLst>
                    <a:ext uri="{FF2B5EF4-FFF2-40B4-BE49-F238E27FC236}">
                      <a16:creationId xmlns:a16="http://schemas.microsoft.com/office/drawing/2014/main" id="{2DEC2271-CD8B-4C02-93BB-4AB8ECA9A28E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object 165">
                  <a:extLst>
                    <a:ext uri="{FF2B5EF4-FFF2-40B4-BE49-F238E27FC236}">
                      <a16:creationId xmlns:a16="http://schemas.microsoft.com/office/drawing/2014/main" id="{126DD4B9-C022-4C45-940A-940157C00AA4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object 166">
                  <a:extLst>
                    <a:ext uri="{FF2B5EF4-FFF2-40B4-BE49-F238E27FC236}">
                      <a16:creationId xmlns:a16="http://schemas.microsoft.com/office/drawing/2014/main" id="{A660B10D-46FF-4584-AAD2-664FCD9A5980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object 167">
                  <a:extLst>
                    <a:ext uri="{FF2B5EF4-FFF2-40B4-BE49-F238E27FC236}">
                      <a16:creationId xmlns:a16="http://schemas.microsoft.com/office/drawing/2014/main" id="{AFDD2AF6-9705-4A36-AE4F-FB4AADAE2E0B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object 168">
                  <a:extLst>
                    <a:ext uri="{FF2B5EF4-FFF2-40B4-BE49-F238E27FC236}">
                      <a16:creationId xmlns:a16="http://schemas.microsoft.com/office/drawing/2014/main" id="{C9604D75-0475-4B95-83F3-8C3BF28BB100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object 169">
                  <a:extLst>
                    <a:ext uri="{FF2B5EF4-FFF2-40B4-BE49-F238E27FC236}">
                      <a16:creationId xmlns:a16="http://schemas.microsoft.com/office/drawing/2014/main" id="{7DC457A1-E36D-4E4E-A234-7018176A103F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object 170">
                  <a:extLst>
                    <a:ext uri="{FF2B5EF4-FFF2-40B4-BE49-F238E27FC236}">
                      <a16:creationId xmlns:a16="http://schemas.microsoft.com/office/drawing/2014/main" id="{080460D8-F35C-45FE-9FA0-AC70F3053C9D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object 171">
                  <a:extLst>
                    <a:ext uri="{FF2B5EF4-FFF2-40B4-BE49-F238E27FC236}">
                      <a16:creationId xmlns:a16="http://schemas.microsoft.com/office/drawing/2014/main" id="{34F4318C-0D3A-442A-B9CF-AD3A4F21D448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object 172">
                  <a:extLst>
                    <a:ext uri="{FF2B5EF4-FFF2-40B4-BE49-F238E27FC236}">
                      <a16:creationId xmlns:a16="http://schemas.microsoft.com/office/drawing/2014/main" id="{9919435B-1E13-4B3B-9966-BE6B004A391C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object 173">
                  <a:extLst>
                    <a:ext uri="{FF2B5EF4-FFF2-40B4-BE49-F238E27FC236}">
                      <a16:creationId xmlns:a16="http://schemas.microsoft.com/office/drawing/2014/main" id="{0B462872-9B4D-483C-982B-7C1FCC3F60D7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object 174">
                  <a:extLst>
                    <a:ext uri="{FF2B5EF4-FFF2-40B4-BE49-F238E27FC236}">
                      <a16:creationId xmlns:a16="http://schemas.microsoft.com/office/drawing/2014/main" id="{30C25321-E51E-4ED6-B9FA-EB38F12593A2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2" name="object 175">
                  <a:extLst>
                    <a:ext uri="{FF2B5EF4-FFF2-40B4-BE49-F238E27FC236}">
                      <a16:creationId xmlns:a16="http://schemas.microsoft.com/office/drawing/2014/main" id="{2DD1B5EE-848E-4F59-BFB2-C44217414B2C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3" name="object 176">
                  <a:extLst>
                    <a:ext uri="{FF2B5EF4-FFF2-40B4-BE49-F238E27FC236}">
                      <a16:creationId xmlns:a16="http://schemas.microsoft.com/office/drawing/2014/main" id="{89640BE9-3381-4ABB-8A9C-E5B8A37B1277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4" name="object 177">
                  <a:extLst>
                    <a:ext uri="{FF2B5EF4-FFF2-40B4-BE49-F238E27FC236}">
                      <a16:creationId xmlns:a16="http://schemas.microsoft.com/office/drawing/2014/main" id="{AA538D8C-D696-4C7B-BA89-953CE4720D3D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object 178">
                  <a:extLst>
                    <a:ext uri="{FF2B5EF4-FFF2-40B4-BE49-F238E27FC236}">
                      <a16:creationId xmlns:a16="http://schemas.microsoft.com/office/drawing/2014/main" id="{34CF4933-C947-466D-98AB-9DAF27D6F693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6" name="object 179">
                  <a:extLst>
                    <a:ext uri="{FF2B5EF4-FFF2-40B4-BE49-F238E27FC236}">
                      <a16:creationId xmlns:a16="http://schemas.microsoft.com/office/drawing/2014/main" id="{B4B8919C-B03D-4F5B-B0C6-DE34E64D6C9B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7" name="object 180">
                  <a:extLst>
                    <a:ext uri="{FF2B5EF4-FFF2-40B4-BE49-F238E27FC236}">
                      <a16:creationId xmlns:a16="http://schemas.microsoft.com/office/drawing/2014/main" id="{708963BB-C520-4698-AD6F-C912BFD71508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8" name="object 181">
                  <a:extLst>
                    <a:ext uri="{FF2B5EF4-FFF2-40B4-BE49-F238E27FC236}">
                      <a16:creationId xmlns:a16="http://schemas.microsoft.com/office/drawing/2014/main" id="{F54A5D27-AB52-4138-802D-0BEB06132138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9" name="object 182">
                  <a:extLst>
                    <a:ext uri="{FF2B5EF4-FFF2-40B4-BE49-F238E27FC236}">
                      <a16:creationId xmlns:a16="http://schemas.microsoft.com/office/drawing/2014/main" id="{EAAE0C12-A26D-4DB2-BB45-1403397DEE7B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0" name="object 183">
                  <a:extLst>
                    <a:ext uri="{FF2B5EF4-FFF2-40B4-BE49-F238E27FC236}">
                      <a16:creationId xmlns:a16="http://schemas.microsoft.com/office/drawing/2014/main" id="{8DF78B18-EBA9-41C2-B81E-1EFF372E2DFA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1" name="object 184">
                  <a:extLst>
                    <a:ext uri="{FF2B5EF4-FFF2-40B4-BE49-F238E27FC236}">
                      <a16:creationId xmlns:a16="http://schemas.microsoft.com/office/drawing/2014/main" id="{5AC5FC6E-763A-46EB-95D9-149AE13869FB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2" name="object 185">
                  <a:extLst>
                    <a:ext uri="{FF2B5EF4-FFF2-40B4-BE49-F238E27FC236}">
                      <a16:creationId xmlns:a16="http://schemas.microsoft.com/office/drawing/2014/main" id="{C09F4860-6571-422E-A6A9-0812AACA6AAB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3" name="object 186">
                  <a:extLst>
                    <a:ext uri="{FF2B5EF4-FFF2-40B4-BE49-F238E27FC236}">
                      <a16:creationId xmlns:a16="http://schemas.microsoft.com/office/drawing/2014/main" id="{BBBE428E-DCAC-4ACB-9025-36CA16CA82E8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object 187">
                  <a:extLst>
                    <a:ext uri="{FF2B5EF4-FFF2-40B4-BE49-F238E27FC236}">
                      <a16:creationId xmlns:a16="http://schemas.microsoft.com/office/drawing/2014/main" id="{9DC684D8-BE81-4B3C-A63B-F16493F06CB1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object 188">
                  <a:extLst>
                    <a:ext uri="{FF2B5EF4-FFF2-40B4-BE49-F238E27FC236}">
                      <a16:creationId xmlns:a16="http://schemas.microsoft.com/office/drawing/2014/main" id="{B3EEC7C3-FCF4-489F-A5DE-D86ED1564A67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object 189">
                  <a:extLst>
                    <a:ext uri="{FF2B5EF4-FFF2-40B4-BE49-F238E27FC236}">
                      <a16:creationId xmlns:a16="http://schemas.microsoft.com/office/drawing/2014/main" id="{3FFC6CB3-5BDB-456B-85F5-8AE735417221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object 190">
                  <a:extLst>
                    <a:ext uri="{FF2B5EF4-FFF2-40B4-BE49-F238E27FC236}">
                      <a16:creationId xmlns:a16="http://schemas.microsoft.com/office/drawing/2014/main" id="{EE6217CD-F786-4FFB-91D7-5A9885DCB278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object 191">
                  <a:extLst>
                    <a:ext uri="{FF2B5EF4-FFF2-40B4-BE49-F238E27FC236}">
                      <a16:creationId xmlns:a16="http://schemas.microsoft.com/office/drawing/2014/main" id="{502A4EC3-7825-4D27-91C8-BB49B164B999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object 192">
                  <a:extLst>
                    <a:ext uri="{FF2B5EF4-FFF2-40B4-BE49-F238E27FC236}">
                      <a16:creationId xmlns:a16="http://schemas.microsoft.com/office/drawing/2014/main" id="{0E6B6236-A568-4F62-B62D-F3B5E1B992B7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object 193">
                  <a:extLst>
                    <a:ext uri="{FF2B5EF4-FFF2-40B4-BE49-F238E27FC236}">
                      <a16:creationId xmlns:a16="http://schemas.microsoft.com/office/drawing/2014/main" id="{2D194F2F-B055-429B-957B-C4A455B582F6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bject 194">
                  <a:extLst>
                    <a:ext uri="{FF2B5EF4-FFF2-40B4-BE49-F238E27FC236}">
                      <a16:creationId xmlns:a16="http://schemas.microsoft.com/office/drawing/2014/main" id="{BB5ED1C9-C4B2-41B7-86CD-9A9C0023337A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object 195">
                  <a:extLst>
                    <a:ext uri="{FF2B5EF4-FFF2-40B4-BE49-F238E27FC236}">
                      <a16:creationId xmlns:a16="http://schemas.microsoft.com/office/drawing/2014/main" id="{FFDB61DC-F572-44D6-994C-7C57AD7B1D7B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bject 196">
                  <a:extLst>
                    <a:ext uri="{FF2B5EF4-FFF2-40B4-BE49-F238E27FC236}">
                      <a16:creationId xmlns:a16="http://schemas.microsoft.com/office/drawing/2014/main" id="{0C2FD64A-C4AA-4828-948E-2853E3F5F2EF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object 197">
                  <a:extLst>
                    <a:ext uri="{FF2B5EF4-FFF2-40B4-BE49-F238E27FC236}">
                      <a16:creationId xmlns:a16="http://schemas.microsoft.com/office/drawing/2014/main" id="{C5E514F1-227B-4B34-9CB2-44474C319289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object 198">
                  <a:extLst>
                    <a:ext uri="{FF2B5EF4-FFF2-40B4-BE49-F238E27FC236}">
                      <a16:creationId xmlns:a16="http://schemas.microsoft.com/office/drawing/2014/main" id="{408CDA5B-D918-450D-90E5-1EE10675792A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object 199">
                  <a:extLst>
                    <a:ext uri="{FF2B5EF4-FFF2-40B4-BE49-F238E27FC236}">
                      <a16:creationId xmlns:a16="http://schemas.microsoft.com/office/drawing/2014/main" id="{ADA6F21C-1BF0-426C-AA2F-022FDD05F736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object 200">
                  <a:extLst>
                    <a:ext uri="{FF2B5EF4-FFF2-40B4-BE49-F238E27FC236}">
                      <a16:creationId xmlns:a16="http://schemas.microsoft.com/office/drawing/2014/main" id="{2D41D771-CB06-4CC1-85A9-EFED32A4A7A3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object 201">
                  <a:extLst>
                    <a:ext uri="{FF2B5EF4-FFF2-40B4-BE49-F238E27FC236}">
                      <a16:creationId xmlns:a16="http://schemas.microsoft.com/office/drawing/2014/main" id="{591A3A19-2736-4A33-9502-97B0A10048F8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object 202">
                  <a:extLst>
                    <a:ext uri="{FF2B5EF4-FFF2-40B4-BE49-F238E27FC236}">
                      <a16:creationId xmlns:a16="http://schemas.microsoft.com/office/drawing/2014/main" id="{26B99EC4-B9AE-4347-8FD7-E54D454A8447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object 203">
                  <a:extLst>
                    <a:ext uri="{FF2B5EF4-FFF2-40B4-BE49-F238E27FC236}">
                      <a16:creationId xmlns:a16="http://schemas.microsoft.com/office/drawing/2014/main" id="{DB9402AC-85A4-4321-AF6A-D084CE3A8A3A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object 204">
                  <a:extLst>
                    <a:ext uri="{FF2B5EF4-FFF2-40B4-BE49-F238E27FC236}">
                      <a16:creationId xmlns:a16="http://schemas.microsoft.com/office/drawing/2014/main" id="{CF086806-411B-4EBC-B2FA-1ACFFF32E8B4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2" name="object 205">
                  <a:extLst>
                    <a:ext uri="{FF2B5EF4-FFF2-40B4-BE49-F238E27FC236}">
                      <a16:creationId xmlns:a16="http://schemas.microsoft.com/office/drawing/2014/main" id="{BFBA985E-FE78-428A-9B4B-C70B2559562E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3" name="object 206">
                  <a:extLst>
                    <a:ext uri="{FF2B5EF4-FFF2-40B4-BE49-F238E27FC236}">
                      <a16:creationId xmlns:a16="http://schemas.microsoft.com/office/drawing/2014/main" id="{C86BD005-8BE1-47E1-9EFB-A4C400FB4634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4" name="object 207">
                  <a:extLst>
                    <a:ext uri="{FF2B5EF4-FFF2-40B4-BE49-F238E27FC236}">
                      <a16:creationId xmlns:a16="http://schemas.microsoft.com/office/drawing/2014/main" id="{B57C68EB-84C2-4A0A-8D8B-0BB28DCFB19B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5" name="object 208">
                  <a:extLst>
                    <a:ext uri="{FF2B5EF4-FFF2-40B4-BE49-F238E27FC236}">
                      <a16:creationId xmlns:a16="http://schemas.microsoft.com/office/drawing/2014/main" id="{FA002AC5-2DAB-4946-988B-4B72CA92E02A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6" name="object 209">
                  <a:extLst>
                    <a:ext uri="{FF2B5EF4-FFF2-40B4-BE49-F238E27FC236}">
                      <a16:creationId xmlns:a16="http://schemas.microsoft.com/office/drawing/2014/main" id="{7A66F08C-722D-45E2-B7FC-B6620BB9752E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7" name="object 210">
                  <a:extLst>
                    <a:ext uri="{FF2B5EF4-FFF2-40B4-BE49-F238E27FC236}">
                      <a16:creationId xmlns:a16="http://schemas.microsoft.com/office/drawing/2014/main" id="{E8660F5F-30F9-4912-8CE1-22A75BF26639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8" name="object 211">
                  <a:extLst>
                    <a:ext uri="{FF2B5EF4-FFF2-40B4-BE49-F238E27FC236}">
                      <a16:creationId xmlns:a16="http://schemas.microsoft.com/office/drawing/2014/main" id="{5072455C-2984-46C8-82FE-D3B2C6E4A278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9" name="object 212">
                  <a:extLst>
                    <a:ext uri="{FF2B5EF4-FFF2-40B4-BE49-F238E27FC236}">
                      <a16:creationId xmlns:a16="http://schemas.microsoft.com/office/drawing/2014/main" id="{7B7ED0BA-E6AB-46E6-8454-7C569EAD2FE5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0" name="object 213">
                  <a:extLst>
                    <a:ext uri="{FF2B5EF4-FFF2-40B4-BE49-F238E27FC236}">
                      <a16:creationId xmlns:a16="http://schemas.microsoft.com/office/drawing/2014/main" id="{295EDE1B-68CB-4BEB-8B16-346367426DE8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1" name="object 214">
                  <a:extLst>
                    <a:ext uri="{FF2B5EF4-FFF2-40B4-BE49-F238E27FC236}">
                      <a16:creationId xmlns:a16="http://schemas.microsoft.com/office/drawing/2014/main" id="{78157BC5-981A-49B6-9717-B8EDD400F894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2" name="object 215">
                  <a:extLst>
                    <a:ext uri="{FF2B5EF4-FFF2-40B4-BE49-F238E27FC236}">
                      <a16:creationId xmlns:a16="http://schemas.microsoft.com/office/drawing/2014/main" id="{B94FB5E9-7D66-4DB4-922A-353044028083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3" name="object 216">
                  <a:extLst>
                    <a:ext uri="{FF2B5EF4-FFF2-40B4-BE49-F238E27FC236}">
                      <a16:creationId xmlns:a16="http://schemas.microsoft.com/office/drawing/2014/main" id="{7BFE7450-50D5-47B1-8F3F-67F65B1C5DC4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4" name="object 217">
                  <a:extLst>
                    <a:ext uri="{FF2B5EF4-FFF2-40B4-BE49-F238E27FC236}">
                      <a16:creationId xmlns:a16="http://schemas.microsoft.com/office/drawing/2014/main" id="{595FDFDE-E8C5-498B-A043-2457FAD1D99A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5" name="object 218">
                  <a:extLst>
                    <a:ext uri="{FF2B5EF4-FFF2-40B4-BE49-F238E27FC236}">
                      <a16:creationId xmlns:a16="http://schemas.microsoft.com/office/drawing/2014/main" id="{764F9332-5DC4-44E3-87F6-E255814900FC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6" name="object 219">
                  <a:extLst>
                    <a:ext uri="{FF2B5EF4-FFF2-40B4-BE49-F238E27FC236}">
                      <a16:creationId xmlns:a16="http://schemas.microsoft.com/office/drawing/2014/main" id="{5140509E-53AF-4A8B-8DF2-28EAB80A0EE7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object 220">
                  <a:extLst>
                    <a:ext uri="{FF2B5EF4-FFF2-40B4-BE49-F238E27FC236}">
                      <a16:creationId xmlns:a16="http://schemas.microsoft.com/office/drawing/2014/main" id="{8359BC0D-1DC8-4841-92AF-4AA6A7DCDC2B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object 221">
                  <a:extLst>
                    <a:ext uri="{FF2B5EF4-FFF2-40B4-BE49-F238E27FC236}">
                      <a16:creationId xmlns:a16="http://schemas.microsoft.com/office/drawing/2014/main" id="{00D18294-57BD-4613-B328-152B3D3414C7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object 222">
                  <a:extLst>
                    <a:ext uri="{FF2B5EF4-FFF2-40B4-BE49-F238E27FC236}">
                      <a16:creationId xmlns:a16="http://schemas.microsoft.com/office/drawing/2014/main" id="{E0676EC7-1858-47C0-87DE-5A45B99BA228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object 223">
                  <a:extLst>
                    <a:ext uri="{FF2B5EF4-FFF2-40B4-BE49-F238E27FC236}">
                      <a16:creationId xmlns:a16="http://schemas.microsoft.com/office/drawing/2014/main" id="{20A38E3C-DDFA-47DB-BD19-D89FC9C2EFB9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object 224">
                  <a:extLst>
                    <a:ext uri="{FF2B5EF4-FFF2-40B4-BE49-F238E27FC236}">
                      <a16:creationId xmlns:a16="http://schemas.microsoft.com/office/drawing/2014/main" id="{F74B29E8-FAF3-4B2D-A74B-B3CB7C747A24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2" name="object 225">
                  <a:extLst>
                    <a:ext uri="{FF2B5EF4-FFF2-40B4-BE49-F238E27FC236}">
                      <a16:creationId xmlns:a16="http://schemas.microsoft.com/office/drawing/2014/main" id="{A23D5008-595C-4D62-9BF3-192949C11846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3" name="object 226">
                  <a:extLst>
                    <a:ext uri="{FF2B5EF4-FFF2-40B4-BE49-F238E27FC236}">
                      <a16:creationId xmlns:a16="http://schemas.microsoft.com/office/drawing/2014/main" id="{B4706CE0-13CF-4D6F-B75D-85F3765F91F9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4" name="object 227">
                  <a:extLst>
                    <a:ext uri="{FF2B5EF4-FFF2-40B4-BE49-F238E27FC236}">
                      <a16:creationId xmlns:a16="http://schemas.microsoft.com/office/drawing/2014/main" id="{447966D4-929C-40AA-8628-65669C3C1DD7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5" name="object 228">
                  <a:extLst>
                    <a:ext uri="{FF2B5EF4-FFF2-40B4-BE49-F238E27FC236}">
                      <a16:creationId xmlns:a16="http://schemas.microsoft.com/office/drawing/2014/main" id="{A263FDF9-841A-43B6-A20F-EE873ED992EE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6" name="object 229">
                  <a:extLst>
                    <a:ext uri="{FF2B5EF4-FFF2-40B4-BE49-F238E27FC236}">
                      <a16:creationId xmlns:a16="http://schemas.microsoft.com/office/drawing/2014/main" id="{D641A8DF-D12B-4357-93E7-A269A39BF229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7" name="object 230">
                  <a:extLst>
                    <a:ext uri="{FF2B5EF4-FFF2-40B4-BE49-F238E27FC236}">
                      <a16:creationId xmlns:a16="http://schemas.microsoft.com/office/drawing/2014/main" id="{2188F73D-AF61-40F8-A3BE-70B8C0F917E9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8" name="object 231">
                  <a:extLst>
                    <a:ext uri="{FF2B5EF4-FFF2-40B4-BE49-F238E27FC236}">
                      <a16:creationId xmlns:a16="http://schemas.microsoft.com/office/drawing/2014/main" id="{C87C0CD6-8E38-4AC2-9424-DE17754B2369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9" name="object 232">
                  <a:extLst>
                    <a:ext uri="{FF2B5EF4-FFF2-40B4-BE49-F238E27FC236}">
                      <a16:creationId xmlns:a16="http://schemas.microsoft.com/office/drawing/2014/main" id="{DCBCCC7E-2A7D-46B5-BE92-7686D2625070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0" name="object 233">
                  <a:extLst>
                    <a:ext uri="{FF2B5EF4-FFF2-40B4-BE49-F238E27FC236}">
                      <a16:creationId xmlns:a16="http://schemas.microsoft.com/office/drawing/2014/main" id="{3321D07F-B3BA-451B-AE98-D5D730CB7CC0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1" name="object 234">
                  <a:extLst>
                    <a:ext uri="{FF2B5EF4-FFF2-40B4-BE49-F238E27FC236}">
                      <a16:creationId xmlns:a16="http://schemas.microsoft.com/office/drawing/2014/main" id="{E029E944-D640-46C1-BC3E-7FEB1E9BF954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2" name="object 235">
                  <a:extLst>
                    <a:ext uri="{FF2B5EF4-FFF2-40B4-BE49-F238E27FC236}">
                      <a16:creationId xmlns:a16="http://schemas.microsoft.com/office/drawing/2014/main" id="{26CC040D-BCB9-47CA-AE70-4206CCA5B521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3" name="object 236">
                  <a:extLst>
                    <a:ext uri="{FF2B5EF4-FFF2-40B4-BE49-F238E27FC236}">
                      <a16:creationId xmlns:a16="http://schemas.microsoft.com/office/drawing/2014/main" id="{A4FA5E3C-DBFD-4716-8459-45330DF31D4A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4" name="object 237">
                  <a:extLst>
                    <a:ext uri="{FF2B5EF4-FFF2-40B4-BE49-F238E27FC236}">
                      <a16:creationId xmlns:a16="http://schemas.microsoft.com/office/drawing/2014/main" id="{DF1EAA6B-F7DC-4BDB-B8C5-363EC4F0B1FF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5" name="object 238">
                  <a:extLst>
                    <a:ext uri="{FF2B5EF4-FFF2-40B4-BE49-F238E27FC236}">
                      <a16:creationId xmlns:a16="http://schemas.microsoft.com/office/drawing/2014/main" id="{B0FFACA9-34C4-46FF-B03E-459612FDD3C3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6" name="object 239">
                  <a:extLst>
                    <a:ext uri="{FF2B5EF4-FFF2-40B4-BE49-F238E27FC236}">
                      <a16:creationId xmlns:a16="http://schemas.microsoft.com/office/drawing/2014/main" id="{D837520E-A1D8-4A6A-AAA5-154FD9DD36C4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7" name="object 240">
                  <a:extLst>
                    <a:ext uri="{FF2B5EF4-FFF2-40B4-BE49-F238E27FC236}">
                      <a16:creationId xmlns:a16="http://schemas.microsoft.com/office/drawing/2014/main" id="{52043536-D708-4F02-AC3C-5D925A45C053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8" name="object 241">
                  <a:extLst>
                    <a:ext uri="{FF2B5EF4-FFF2-40B4-BE49-F238E27FC236}">
                      <a16:creationId xmlns:a16="http://schemas.microsoft.com/office/drawing/2014/main" id="{AC763E5C-3F6B-448F-82C5-8AFD51CA5365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9" name="object 242">
                  <a:extLst>
                    <a:ext uri="{FF2B5EF4-FFF2-40B4-BE49-F238E27FC236}">
                      <a16:creationId xmlns:a16="http://schemas.microsoft.com/office/drawing/2014/main" id="{519EE832-46B2-44FA-ABD3-439D417046DE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0" name="object 243">
                  <a:extLst>
                    <a:ext uri="{FF2B5EF4-FFF2-40B4-BE49-F238E27FC236}">
                      <a16:creationId xmlns:a16="http://schemas.microsoft.com/office/drawing/2014/main" id="{321450DB-9907-4C2C-BE4A-A665CE44E009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1" name="object 244">
                  <a:extLst>
                    <a:ext uri="{FF2B5EF4-FFF2-40B4-BE49-F238E27FC236}">
                      <a16:creationId xmlns:a16="http://schemas.microsoft.com/office/drawing/2014/main" id="{8663209F-35C6-4399-8595-AA515DCCF41C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2" name="object 245">
                  <a:extLst>
                    <a:ext uri="{FF2B5EF4-FFF2-40B4-BE49-F238E27FC236}">
                      <a16:creationId xmlns:a16="http://schemas.microsoft.com/office/drawing/2014/main" id="{7FD01469-7A11-4492-B70D-A201B5A9B1DE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3" name="object 246">
                  <a:extLst>
                    <a:ext uri="{FF2B5EF4-FFF2-40B4-BE49-F238E27FC236}">
                      <a16:creationId xmlns:a16="http://schemas.microsoft.com/office/drawing/2014/main" id="{3D3DCD82-5350-4A7C-9D91-B6970E53723A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4" name="object 247">
                  <a:extLst>
                    <a:ext uri="{FF2B5EF4-FFF2-40B4-BE49-F238E27FC236}">
                      <a16:creationId xmlns:a16="http://schemas.microsoft.com/office/drawing/2014/main" id="{781AE449-F68D-457E-A940-D28D76FE58F3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5" name="object 248">
                  <a:extLst>
                    <a:ext uri="{FF2B5EF4-FFF2-40B4-BE49-F238E27FC236}">
                      <a16:creationId xmlns:a16="http://schemas.microsoft.com/office/drawing/2014/main" id="{7AB73759-D5E7-4ABD-8720-8C2D675E3D6F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6" name="object 249">
                  <a:extLst>
                    <a:ext uri="{FF2B5EF4-FFF2-40B4-BE49-F238E27FC236}">
                      <a16:creationId xmlns:a16="http://schemas.microsoft.com/office/drawing/2014/main" id="{EE34E5B0-1FDF-4334-83DC-EC83A1C3F54A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7" name="object 250">
                  <a:extLst>
                    <a:ext uri="{FF2B5EF4-FFF2-40B4-BE49-F238E27FC236}">
                      <a16:creationId xmlns:a16="http://schemas.microsoft.com/office/drawing/2014/main" id="{2598286E-BFF8-416E-92B4-31559CBB080B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8" name="object 251">
                  <a:extLst>
                    <a:ext uri="{FF2B5EF4-FFF2-40B4-BE49-F238E27FC236}">
                      <a16:creationId xmlns:a16="http://schemas.microsoft.com/office/drawing/2014/main" id="{8D4C97DE-1354-4425-BDB4-243F741C3110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9" name="object 252">
                  <a:extLst>
                    <a:ext uri="{FF2B5EF4-FFF2-40B4-BE49-F238E27FC236}">
                      <a16:creationId xmlns:a16="http://schemas.microsoft.com/office/drawing/2014/main" id="{4EF7A5DC-8B94-4B25-ADA0-963EC570889C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0" name="object 253">
                  <a:extLst>
                    <a:ext uri="{FF2B5EF4-FFF2-40B4-BE49-F238E27FC236}">
                      <a16:creationId xmlns:a16="http://schemas.microsoft.com/office/drawing/2014/main" id="{E67807B7-209D-4180-81C1-78BFF31CA5C0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1" name="object 254">
                  <a:extLst>
                    <a:ext uri="{FF2B5EF4-FFF2-40B4-BE49-F238E27FC236}">
                      <a16:creationId xmlns:a16="http://schemas.microsoft.com/office/drawing/2014/main" id="{E8FFF8E7-090B-4C7C-8C61-CA9633CDA540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2" name="object 255">
                  <a:extLst>
                    <a:ext uri="{FF2B5EF4-FFF2-40B4-BE49-F238E27FC236}">
                      <a16:creationId xmlns:a16="http://schemas.microsoft.com/office/drawing/2014/main" id="{C2AA3E69-5063-42C4-B871-14080A744521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3" name="object 256">
                  <a:extLst>
                    <a:ext uri="{FF2B5EF4-FFF2-40B4-BE49-F238E27FC236}">
                      <a16:creationId xmlns:a16="http://schemas.microsoft.com/office/drawing/2014/main" id="{B86E09F6-1F4D-4C42-92EB-7DAAE2E97E92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4" name="object 257">
                  <a:extLst>
                    <a:ext uri="{FF2B5EF4-FFF2-40B4-BE49-F238E27FC236}">
                      <a16:creationId xmlns:a16="http://schemas.microsoft.com/office/drawing/2014/main" id="{75B08833-BC38-4DB1-9995-4418220B6304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5" name="object 258">
                  <a:extLst>
                    <a:ext uri="{FF2B5EF4-FFF2-40B4-BE49-F238E27FC236}">
                      <a16:creationId xmlns:a16="http://schemas.microsoft.com/office/drawing/2014/main" id="{21805E61-E2AD-4456-B21E-ED5DCE3B621C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6" name="object 259">
                  <a:extLst>
                    <a:ext uri="{FF2B5EF4-FFF2-40B4-BE49-F238E27FC236}">
                      <a16:creationId xmlns:a16="http://schemas.microsoft.com/office/drawing/2014/main" id="{46889AAC-40DD-4434-81A9-EEC47498F3DE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7" name="object 260">
                  <a:extLst>
                    <a:ext uri="{FF2B5EF4-FFF2-40B4-BE49-F238E27FC236}">
                      <a16:creationId xmlns:a16="http://schemas.microsoft.com/office/drawing/2014/main" id="{220D94CC-A720-4946-ADCC-9E6BB88F1D3F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8" name="object 261">
                  <a:extLst>
                    <a:ext uri="{FF2B5EF4-FFF2-40B4-BE49-F238E27FC236}">
                      <a16:creationId xmlns:a16="http://schemas.microsoft.com/office/drawing/2014/main" id="{D7DB7CB4-F804-4EEA-8084-22C5BB99F067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9" name="object 262">
                  <a:extLst>
                    <a:ext uri="{FF2B5EF4-FFF2-40B4-BE49-F238E27FC236}">
                      <a16:creationId xmlns:a16="http://schemas.microsoft.com/office/drawing/2014/main" id="{D3F0C03B-3118-4576-AA2A-578BC2613DDC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0" name="object 263">
                  <a:extLst>
                    <a:ext uri="{FF2B5EF4-FFF2-40B4-BE49-F238E27FC236}">
                      <a16:creationId xmlns:a16="http://schemas.microsoft.com/office/drawing/2014/main" id="{36E51395-6562-4DDA-9766-19251F57A897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1" name="object 264">
                  <a:extLst>
                    <a:ext uri="{FF2B5EF4-FFF2-40B4-BE49-F238E27FC236}">
                      <a16:creationId xmlns:a16="http://schemas.microsoft.com/office/drawing/2014/main" id="{3C670168-7D51-45B0-94C4-EC3499F5B413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2" name="object 265">
                  <a:extLst>
                    <a:ext uri="{FF2B5EF4-FFF2-40B4-BE49-F238E27FC236}">
                      <a16:creationId xmlns:a16="http://schemas.microsoft.com/office/drawing/2014/main" id="{E23EEACE-DB4A-414F-ABCB-12A6F74E7023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3" name="object 266">
                  <a:extLst>
                    <a:ext uri="{FF2B5EF4-FFF2-40B4-BE49-F238E27FC236}">
                      <a16:creationId xmlns:a16="http://schemas.microsoft.com/office/drawing/2014/main" id="{B166FA1F-F762-4EF9-B844-994E865F4231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4" name="object 267">
                  <a:extLst>
                    <a:ext uri="{FF2B5EF4-FFF2-40B4-BE49-F238E27FC236}">
                      <a16:creationId xmlns:a16="http://schemas.microsoft.com/office/drawing/2014/main" id="{9A73EC8B-0898-4DA6-A10C-4746D20E2E66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5" name="object 268">
                  <a:extLst>
                    <a:ext uri="{FF2B5EF4-FFF2-40B4-BE49-F238E27FC236}">
                      <a16:creationId xmlns:a16="http://schemas.microsoft.com/office/drawing/2014/main" id="{BB1112A4-5CBF-48B2-A80C-1281DC597E77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6" name="object 269">
                  <a:extLst>
                    <a:ext uri="{FF2B5EF4-FFF2-40B4-BE49-F238E27FC236}">
                      <a16:creationId xmlns:a16="http://schemas.microsoft.com/office/drawing/2014/main" id="{C5332094-A227-4112-B5E1-66B3FB1CD7D1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7" name="object 270">
                  <a:extLst>
                    <a:ext uri="{FF2B5EF4-FFF2-40B4-BE49-F238E27FC236}">
                      <a16:creationId xmlns:a16="http://schemas.microsoft.com/office/drawing/2014/main" id="{E21CF8E9-3A99-4E4E-A05B-B26A441F95B2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8" name="object 271">
                  <a:extLst>
                    <a:ext uri="{FF2B5EF4-FFF2-40B4-BE49-F238E27FC236}">
                      <a16:creationId xmlns:a16="http://schemas.microsoft.com/office/drawing/2014/main" id="{A415915A-5E23-4B5E-AF0A-65D8325E8D06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9" name="object 272">
                  <a:extLst>
                    <a:ext uri="{FF2B5EF4-FFF2-40B4-BE49-F238E27FC236}">
                      <a16:creationId xmlns:a16="http://schemas.microsoft.com/office/drawing/2014/main" id="{46A7FE65-93BF-4A5E-86E3-7FE0C3CD6A48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0" name="object 273">
                  <a:extLst>
                    <a:ext uri="{FF2B5EF4-FFF2-40B4-BE49-F238E27FC236}">
                      <a16:creationId xmlns:a16="http://schemas.microsoft.com/office/drawing/2014/main" id="{77DFCF2E-4D3D-4A9D-979B-ECFBBA21AFAA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1" name="object 274">
                  <a:extLst>
                    <a:ext uri="{FF2B5EF4-FFF2-40B4-BE49-F238E27FC236}">
                      <a16:creationId xmlns:a16="http://schemas.microsoft.com/office/drawing/2014/main" id="{D4F8C0F4-A5C4-45D9-B72D-AB8A9D85F456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2" name="object 275">
                  <a:extLst>
                    <a:ext uri="{FF2B5EF4-FFF2-40B4-BE49-F238E27FC236}">
                      <a16:creationId xmlns:a16="http://schemas.microsoft.com/office/drawing/2014/main" id="{5855BE55-A20E-4A25-A6F3-7C01A205211E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3" name="object 276">
                  <a:extLst>
                    <a:ext uri="{FF2B5EF4-FFF2-40B4-BE49-F238E27FC236}">
                      <a16:creationId xmlns:a16="http://schemas.microsoft.com/office/drawing/2014/main" id="{0E63F23A-E683-426D-BA56-AF206F3560F5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4" name="object 277">
                  <a:extLst>
                    <a:ext uri="{FF2B5EF4-FFF2-40B4-BE49-F238E27FC236}">
                      <a16:creationId xmlns:a16="http://schemas.microsoft.com/office/drawing/2014/main" id="{CEA2046D-2284-4A1A-A44D-BCDAC3474A4D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5" name="object 278">
                  <a:extLst>
                    <a:ext uri="{FF2B5EF4-FFF2-40B4-BE49-F238E27FC236}">
                      <a16:creationId xmlns:a16="http://schemas.microsoft.com/office/drawing/2014/main" id="{E153CA31-A9D8-4B99-91B6-3E02A4922781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6" name="object 279">
                  <a:extLst>
                    <a:ext uri="{FF2B5EF4-FFF2-40B4-BE49-F238E27FC236}">
                      <a16:creationId xmlns:a16="http://schemas.microsoft.com/office/drawing/2014/main" id="{AD90001E-8C63-4C33-A192-DFB8B89B7694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7" name="object 280">
                  <a:extLst>
                    <a:ext uri="{FF2B5EF4-FFF2-40B4-BE49-F238E27FC236}">
                      <a16:creationId xmlns:a16="http://schemas.microsoft.com/office/drawing/2014/main" id="{FEE25D5C-4E63-42EC-957E-15C6E9ECB7D5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8" name="object 281">
                  <a:extLst>
                    <a:ext uri="{FF2B5EF4-FFF2-40B4-BE49-F238E27FC236}">
                      <a16:creationId xmlns:a16="http://schemas.microsoft.com/office/drawing/2014/main" id="{B183F170-2EF6-4F51-85BE-4F14BFB46817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9" name="object 282">
                  <a:extLst>
                    <a:ext uri="{FF2B5EF4-FFF2-40B4-BE49-F238E27FC236}">
                      <a16:creationId xmlns:a16="http://schemas.microsoft.com/office/drawing/2014/main" id="{5E7C8EA7-42DD-418F-A891-7C4F03540942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0" name="object 283">
                  <a:extLst>
                    <a:ext uri="{FF2B5EF4-FFF2-40B4-BE49-F238E27FC236}">
                      <a16:creationId xmlns:a16="http://schemas.microsoft.com/office/drawing/2014/main" id="{C22492E2-2708-4324-9EAA-3CAAD0568F37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1" name="object 284">
                  <a:extLst>
                    <a:ext uri="{FF2B5EF4-FFF2-40B4-BE49-F238E27FC236}">
                      <a16:creationId xmlns:a16="http://schemas.microsoft.com/office/drawing/2014/main" id="{0A3EE486-75AF-4E07-BA65-035C7D31E356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2" name="object 285">
                  <a:extLst>
                    <a:ext uri="{FF2B5EF4-FFF2-40B4-BE49-F238E27FC236}">
                      <a16:creationId xmlns:a16="http://schemas.microsoft.com/office/drawing/2014/main" id="{CD3AE66C-870E-4883-8091-6B8E2151D283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3" name="object 286">
                  <a:extLst>
                    <a:ext uri="{FF2B5EF4-FFF2-40B4-BE49-F238E27FC236}">
                      <a16:creationId xmlns:a16="http://schemas.microsoft.com/office/drawing/2014/main" id="{F04D3C3E-E5B1-4406-AAD3-277C8F3FA33B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4" name="object 287">
                  <a:extLst>
                    <a:ext uri="{FF2B5EF4-FFF2-40B4-BE49-F238E27FC236}">
                      <a16:creationId xmlns:a16="http://schemas.microsoft.com/office/drawing/2014/main" id="{8E663A63-6C70-4A70-A313-5DEB1B4A912F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5" name="object 288">
                  <a:extLst>
                    <a:ext uri="{FF2B5EF4-FFF2-40B4-BE49-F238E27FC236}">
                      <a16:creationId xmlns:a16="http://schemas.microsoft.com/office/drawing/2014/main" id="{21757360-EEAE-4459-8C2B-FEFCA28CA306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6" name="object 289">
                  <a:extLst>
                    <a:ext uri="{FF2B5EF4-FFF2-40B4-BE49-F238E27FC236}">
                      <a16:creationId xmlns:a16="http://schemas.microsoft.com/office/drawing/2014/main" id="{6A425EE8-0960-4BCC-981B-51D5A5CFD95F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7" name="object 290">
                  <a:extLst>
                    <a:ext uri="{FF2B5EF4-FFF2-40B4-BE49-F238E27FC236}">
                      <a16:creationId xmlns:a16="http://schemas.microsoft.com/office/drawing/2014/main" id="{CB05BBB9-0441-46DB-9284-C9B3FA08BDEC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8" name="object 291">
                  <a:extLst>
                    <a:ext uri="{FF2B5EF4-FFF2-40B4-BE49-F238E27FC236}">
                      <a16:creationId xmlns:a16="http://schemas.microsoft.com/office/drawing/2014/main" id="{EE4CB053-582E-432B-8225-9D5DE1134EFE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9" name="object 292">
                  <a:extLst>
                    <a:ext uri="{FF2B5EF4-FFF2-40B4-BE49-F238E27FC236}">
                      <a16:creationId xmlns:a16="http://schemas.microsoft.com/office/drawing/2014/main" id="{DF2D81ED-6E5E-4A80-89B1-B36C1DD73FDB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0" name="object 293">
                  <a:extLst>
                    <a:ext uri="{FF2B5EF4-FFF2-40B4-BE49-F238E27FC236}">
                      <a16:creationId xmlns:a16="http://schemas.microsoft.com/office/drawing/2014/main" id="{9CBA5760-07EA-49A3-B526-6826DF052D08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1" name="object 294">
                  <a:extLst>
                    <a:ext uri="{FF2B5EF4-FFF2-40B4-BE49-F238E27FC236}">
                      <a16:creationId xmlns:a16="http://schemas.microsoft.com/office/drawing/2014/main" id="{9C1022D1-53DE-4ED4-9FFC-46BD2BB56401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2" name="object 295">
                  <a:extLst>
                    <a:ext uri="{FF2B5EF4-FFF2-40B4-BE49-F238E27FC236}">
                      <a16:creationId xmlns:a16="http://schemas.microsoft.com/office/drawing/2014/main" id="{4A78AD9A-303C-4C2E-8E42-C76DAF2EFAB1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3" name="object 296">
                  <a:extLst>
                    <a:ext uri="{FF2B5EF4-FFF2-40B4-BE49-F238E27FC236}">
                      <a16:creationId xmlns:a16="http://schemas.microsoft.com/office/drawing/2014/main" id="{2C2A8D66-20C3-45CF-9B82-CCE6501EF3CF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4" name="object 297">
                  <a:extLst>
                    <a:ext uri="{FF2B5EF4-FFF2-40B4-BE49-F238E27FC236}">
                      <a16:creationId xmlns:a16="http://schemas.microsoft.com/office/drawing/2014/main" id="{49DCA9A0-6C99-436A-B5C5-ECE7C69E0F09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" name="object 298">
                  <a:extLst>
                    <a:ext uri="{FF2B5EF4-FFF2-40B4-BE49-F238E27FC236}">
                      <a16:creationId xmlns:a16="http://schemas.microsoft.com/office/drawing/2014/main" id="{E9D01F2E-D978-4491-8BCF-3D5EDE8E8ECD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" name="object 299">
                  <a:extLst>
                    <a:ext uri="{FF2B5EF4-FFF2-40B4-BE49-F238E27FC236}">
                      <a16:creationId xmlns:a16="http://schemas.microsoft.com/office/drawing/2014/main" id="{60477B4C-6E14-45A8-8707-65E9C97CC8A8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" name="object 300">
                  <a:extLst>
                    <a:ext uri="{FF2B5EF4-FFF2-40B4-BE49-F238E27FC236}">
                      <a16:creationId xmlns:a16="http://schemas.microsoft.com/office/drawing/2014/main" id="{FD796DCC-DEC9-4E82-9186-7AD7969D5F2E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" name="object 301">
                  <a:extLst>
                    <a:ext uri="{FF2B5EF4-FFF2-40B4-BE49-F238E27FC236}">
                      <a16:creationId xmlns:a16="http://schemas.microsoft.com/office/drawing/2014/main" id="{E9FD7FF0-0589-4DEE-8A5C-F7B9497E7F60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" name="object 302">
                  <a:extLst>
                    <a:ext uri="{FF2B5EF4-FFF2-40B4-BE49-F238E27FC236}">
                      <a16:creationId xmlns:a16="http://schemas.microsoft.com/office/drawing/2014/main" id="{4E8FCD32-2395-4AF4-A552-A080DE6C11BF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0" name="object 303">
                  <a:extLst>
                    <a:ext uri="{FF2B5EF4-FFF2-40B4-BE49-F238E27FC236}">
                      <a16:creationId xmlns:a16="http://schemas.microsoft.com/office/drawing/2014/main" id="{ACDBF73F-EB86-4E98-A26C-A0A7A2A68F39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1" name="object 304">
                  <a:extLst>
                    <a:ext uri="{FF2B5EF4-FFF2-40B4-BE49-F238E27FC236}">
                      <a16:creationId xmlns:a16="http://schemas.microsoft.com/office/drawing/2014/main" id="{EB5A528C-FDA8-46EA-90DB-AB8D6DFB5AAE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2" name="object 305">
                  <a:extLst>
                    <a:ext uri="{FF2B5EF4-FFF2-40B4-BE49-F238E27FC236}">
                      <a16:creationId xmlns:a16="http://schemas.microsoft.com/office/drawing/2014/main" id="{1110E4DA-1543-4C34-84F4-12D50D6395C8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3" name="object 306">
                  <a:extLst>
                    <a:ext uri="{FF2B5EF4-FFF2-40B4-BE49-F238E27FC236}">
                      <a16:creationId xmlns:a16="http://schemas.microsoft.com/office/drawing/2014/main" id="{69271625-4378-439F-B746-23385A50A170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4" name="object 307">
                  <a:extLst>
                    <a:ext uri="{FF2B5EF4-FFF2-40B4-BE49-F238E27FC236}">
                      <a16:creationId xmlns:a16="http://schemas.microsoft.com/office/drawing/2014/main" id="{DB466825-343B-4FAE-AC24-D3A68EA57257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5" name="object 308">
                  <a:extLst>
                    <a:ext uri="{FF2B5EF4-FFF2-40B4-BE49-F238E27FC236}">
                      <a16:creationId xmlns:a16="http://schemas.microsoft.com/office/drawing/2014/main" id="{6E99886E-785C-4A51-9968-5A4FA06ED3C7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6" name="object 309">
                  <a:extLst>
                    <a:ext uri="{FF2B5EF4-FFF2-40B4-BE49-F238E27FC236}">
                      <a16:creationId xmlns:a16="http://schemas.microsoft.com/office/drawing/2014/main" id="{45FC8BA7-4B7E-4B10-8161-2AB145B394FF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7" name="object 310">
                  <a:extLst>
                    <a:ext uri="{FF2B5EF4-FFF2-40B4-BE49-F238E27FC236}">
                      <a16:creationId xmlns:a16="http://schemas.microsoft.com/office/drawing/2014/main" id="{F402B0F1-8C23-43E5-B0EC-F7FD5ABD8655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8" name="object 311">
                  <a:extLst>
                    <a:ext uri="{FF2B5EF4-FFF2-40B4-BE49-F238E27FC236}">
                      <a16:creationId xmlns:a16="http://schemas.microsoft.com/office/drawing/2014/main" id="{428480F5-E3F2-49E5-ACE9-3EDC8EFEE63B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9" name="object 312">
                  <a:extLst>
                    <a:ext uri="{FF2B5EF4-FFF2-40B4-BE49-F238E27FC236}">
                      <a16:creationId xmlns:a16="http://schemas.microsoft.com/office/drawing/2014/main" id="{B2602CC6-30BB-42C4-AB99-5A37039FF442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object 313">
                  <a:extLst>
                    <a:ext uri="{FF2B5EF4-FFF2-40B4-BE49-F238E27FC236}">
                      <a16:creationId xmlns:a16="http://schemas.microsoft.com/office/drawing/2014/main" id="{846A2AC1-1A45-4FCC-93B9-EB30DEF6BFD3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1" name="object 314">
                  <a:extLst>
                    <a:ext uri="{FF2B5EF4-FFF2-40B4-BE49-F238E27FC236}">
                      <a16:creationId xmlns:a16="http://schemas.microsoft.com/office/drawing/2014/main" id="{C7F1DA96-F700-4AF6-9367-C53E3BD3699E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2" name="object 315">
                  <a:extLst>
                    <a:ext uri="{FF2B5EF4-FFF2-40B4-BE49-F238E27FC236}">
                      <a16:creationId xmlns:a16="http://schemas.microsoft.com/office/drawing/2014/main" id="{6DCE9C98-CD21-4929-8D4F-0EC3D28A851D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3" name="object 316">
                  <a:extLst>
                    <a:ext uri="{FF2B5EF4-FFF2-40B4-BE49-F238E27FC236}">
                      <a16:creationId xmlns:a16="http://schemas.microsoft.com/office/drawing/2014/main" id="{A98CE56E-2B6B-488D-9142-E68439AAD423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4" name="object 317">
                  <a:extLst>
                    <a:ext uri="{FF2B5EF4-FFF2-40B4-BE49-F238E27FC236}">
                      <a16:creationId xmlns:a16="http://schemas.microsoft.com/office/drawing/2014/main" id="{2BDF7464-6427-4A45-AFEE-4F813A20F198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5" name="object 318">
                  <a:extLst>
                    <a:ext uri="{FF2B5EF4-FFF2-40B4-BE49-F238E27FC236}">
                      <a16:creationId xmlns:a16="http://schemas.microsoft.com/office/drawing/2014/main" id="{840CC656-2739-4E36-B341-47A8B59212BC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6" name="object 319">
                  <a:extLst>
                    <a:ext uri="{FF2B5EF4-FFF2-40B4-BE49-F238E27FC236}">
                      <a16:creationId xmlns:a16="http://schemas.microsoft.com/office/drawing/2014/main" id="{9033316D-772D-4F92-A985-2FF8DE73E65B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7" name="object 320">
                  <a:extLst>
                    <a:ext uri="{FF2B5EF4-FFF2-40B4-BE49-F238E27FC236}">
                      <a16:creationId xmlns:a16="http://schemas.microsoft.com/office/drawing/2014/main" id="{2DD1AD48-489F-4784-82FB-3C8A95B59D10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8" name="object 321">
                  <a:extLst>
                    <a:ext uri="{FF2B5EF4-FFF2-40B4-BE49-F238E27FC236}">
                      <a16:creationId xmlns:a16="http://schemas.microsoft.com/office/drawing/2014/main" id="{2526A3EE-934B-40BB-A304-203C4711B1E1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9" name="object 322">
                  <a:extLst>
                    <a:ext uri="{FF2B5EF4-FFF2-40B4-BE49-F238E27FC236}">
                      <a16:creationId xmlns:a16="http://schemas.microsoft.com/office/drawing/2014/main" id="{2E06EC16-AFD4-4442-B343-BBF62399FC38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0" name="object 323">
                  <a:extLst>
                    <a:ext uri="{FF2B5EF4-FFF2-40B4-BE49-F238E27FC236}">
                      <a16:creationId xmlns:a16="http://schemas.microsoft.com/office/drawing/2014/main" id="{9ECD599E-090E-4550-9C3D-B70183B28339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1" name="object 324">
                  <a:extLst>
                    <a:ext uri="{FF2B5EF4-FFF2-40B4-BE49-F238E27FC236}">
                      <a16:creationId xmlns:a16="http://schemas.microsoft.com/office/drawing/2014/main" id="{A9674151-6DD2-45FA-A015-BA552DC6F8AC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2" name="object 325">
                  <a:extLst>
                    <a:ext uri="{FF2B5EF4-FFF2-40B4-BE49-F238E27FC236}">
                      <a16:creationId xmlns:a16="http://schemas.microsoft.com/office/drawing/2014/main" id="{E07BB392-066D-4962-8FFC-99787DBDC2D8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3" name="object 326">
                  <a:extLst>
                    <a:ext uri="{FF2B5EF4-FFF2-40B4-BE49-F238E27FC236}">
                      <a16:creationId xmlns:a16="http://schemas.microsoft.com/office/drawing/2014/main" id="{2222E0D7-F007-4EC6-9734-C9EE0E330A3C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4" name="object 327">
                  <a:extLst>
                    <a:ext uri="{FF2B5EF4-FFF2-40B4-BE49-F238E27FC236}">
                      <a16:creationId xmlns:a16="http://schemas.microsoft.com/office/drawing/2014/main" id="{283BA258-FFC9-4444-9061-A23791C01908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5" name="object 328">
                  <a:extLst>
                    <a:ext uri="{FF2B5EF4-FFF2-40B4-BE49-F238E27FC236}">
                      <a16:creationId xmlns:a16="http://schemas.microsoft.com/office/drawing/2014/main" id="{214272E1-0D0F-4FD8-BB2F-ABE52B9BC452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6" name="object 329">
                  <a:extLst>
                    <a:ext uri="{FF2B5EF4-FFF2-40B4-BE49-F238E27FC236}">
                      <a16:creationId xmlns:a16="http://schemas.microsoft.com/office/drawing/2014/main" id="{9A132A4B-E2D6-4537-BCEB-F4172C7EDA84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object 330">
                  <a:extLst>
                    <a:ext uri="{FF2B5EF4-FFF2-40B4-BE49-F238E27FC236}">
                      <a16:creationId xmlns:a16="http://schemas.microsoft.com/office/drawing/2014/main" id="{A12E8220-1CE9-4D05-9FCB-AB721E754D46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object 331">
                  <a:extLst>
                    <a:ext uri="{FF2B5EF4-FFF2-40B4-BE49-F238E27FC236}">
                      <a16:creationId xmlns:a16="http://schemas.microsoft.com/office/drawing/2014/main" id="{025F41FD-D7DF-498B-9647-8109FE636CD9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object 332">
                  <a:extLst>
                    <a:ext uri="{FF2B5EF4-FFF2-40B4-BE49-F238E27FC236}">
                      <a16:creationId xmlns:a16="http://schemas.microsoft.com/office/drawing/2014/main" id="{3CFD30B3-8A85-4C32-A45F-90405E1D0B14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object 333">
                  <a:extLst>
                    <a:ext uri="{FF2B5EF4-FFF2-40B4-BE49-F238E27FC236}">
                      <a16:creationId xmlns:a16="http://schemas.microsoft.com/office/drawing/2014/main" id="{CC46463E-6210-49B8-AB6A-B58A6E4AB64E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object 334">
                  <a:extLst>
                    <a:ext uri="{FF2B5EF4-FFF2-40B4-BE49-F238E27FC236}">
                      <a16:creationId xmlns:a16="http://schemas.microsoft.com/office/drawing/2014/main" id="{6AF7773D-722C-45F5-B150-DA82F71FB2E6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object 335">
                  <a:extLst>
                    <a:ext uri="{FF2B5EF4-FFF2-40B4-BE49-F238E27FC236}">
                      <a16:creationId xmlns:a16="http://schemas.microsoft.com/office/drawing/2014/main" id="{F9EEAFF9-ADE2-4199-A4CB-7BE57D468E48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object 336">
                  <a:extLst>
                    <a:ext uri="{FF2B5EF4-FFF2-40B4-BE49-F238E27FC236}">
                      <a16:creationId xmlns:a16="http://schemas.microsoft.com/office/drawing/2014/main" id="{0A2A7583-2D80-4517-85D9-674604522AA8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bject 337">
                  <a:extLst>
                    <a:ext uri="{FF2B5EF4-FFF2-40B4-BE49-F238E27FC236}">
                      <a16:creationId xmlns:a16="http://schemas.microsoft.com/office/drawing/2014/main" id="{8B17058F-25BF-4F2E-AA61-985307081FBB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object 338">
                  <a:extLst>
                    <a:ext uri="{FF2B5EF4-FFF2-40B4-BE49-F238E27FC236}">
                      <a16:creationId xmlns:a16="http://schemas.microsoft.com/office/drawing/2014/main" id="{9CB33DCF-40DA-4E9E-8283-A1B3F3716D01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bject 339">
                  <a:extLst>
                    <a:ext uri="{FF2B5EF4-FFF2-40B4-BE49-F238E27FC236}">
                      <a16:creationId xmlns:a16="http://schemas.microsoft.com/office/drawing/2014/main" id="{138A1807-1B70-481A-A926-78FFE7DA5343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object 340">
                  <a:extLst>
                    <a:ext uri="{FF2B5EF4-FFF2-40B4-BE49-F238E27FC236}">
                      <a16:creationId xmlns:a16="http://schemas.microsoft.com/office/drawing/2014/main" id="{FF1DC12C-EA44-45F4-9756-21730DF971D7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object 341">
                  <a:extLst>
                    <a:ext uri="{FF2B5EF4-FFF2-40B4-BE49-F238E27FC236}">
                      <a16:creationId xmlns:a16="http://schemas.microsoft.com/office/drawing/2014/main" id="{D40F8AF9-3935-4359-A90E-F6D16E6BB5C4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object 342">
                  <a:extLst>
                    <a:ext uri="{FF2B5EF4-FFF2-40B4-BE49-F238E27FC236}">
                      <a16:creationId xmlns:a16="http://schemas.microsoft.com/office/drawing/2014/main" id="{1A66A0A8-4736-485B-99F8-BF8E2B38EF38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object 343">
                  <a:extLst>
                    <a:ext uri="{FF2B5EF4-FFF2-40B4-BE49-F238E27FC236}">
                      <a16:creationId xmlns:a16="http://schemas.microsoft.com/office/drawing/2014/main" id="{9B0BC4B5-456A-4517-A05C-3D5A409FB03D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object 344">
                  <a:extLst>
                    <a:ext uri="{FF2B5EF4-FFF2-40B4-BE49-F238E27FC236}">
                      <a16:creationId xmlns:a16="http://schemas.microsoft.com/office/drawing/2014/main" id="{1E481D12-0D7A-404D-8A57-B5E34B2B763A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object 345">
                  <a:extLst>
                    <a:ext uri="{FF2B5EF4-FFF2-40B4-BE49-F238E27FC236}">
                      <a16:creationId xmlns:a16="http://schemas.microsoft.com/office/drawing/2014/main" id="{481F2705-8BC1-4E55-ACBD-B65040E2E314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object 346">
                  <a:extLst>
                    <a:ext uri="{FF2B5EF4-FFF2-40B4-BE49-F238E27FC236}">
                      <a16:creationId xmlns:a16="http://schemas.microsoft.com/office/drawing/2014/main" id="{7E21A12F-667F-4C65-B550-5AEB96785804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object 347">
                  <a:extLst>
                    <a:ext uri="{FF2B5EF4-FFF2-40B4-BE49-F238E27FC236}">
                      <a16:creationId xmlns:a16="http://schemas.microsoft.com/office/drawing/2014/main" id="{11FC30C7-9884-4B2A-9BA7-141C4A4F6F73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object 348">
                  <a:extLst>
                    <a:ext uri="{FF2B5EF4-FFF2-40B4-BE49-F238E27FC236}">
                      <a16:creationId xmlns:a16="http://schemas.microsoft.com/office/drawing/2014/main" id="{BAC2D0E5-2F73-4AE4-8E91-4FF138633DFD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object 349">
                  <a:extLst>
                    <a:ext uri="{FF2B5EF4-FFF2-40B4-BE49-F238E27FC236}">
                      <a16:creationId xmlns:a16="http://schemas.microsoft.com/office/drawing/2014/main" id="{689F609F-0E4A-471A-BCF1-A38DF33F3C64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object 350">
                  <a:extLst>
                    <a:ext uri="{FF2B5EF4-FFF2-40B4-BE49-F238E27FC236}">
                      <a16:creationId xmlns:a16="http://schemas.microsoft.com/office/drawing/2014/main" id="{27C9C629-E423-4C23-85FD-C7118F1D37A1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object 351">
                  <a:extLst>
                    <a:ext uri="{FF2B5EF4-FFF2-40B4-BE49-F238E27FC236}">
                      <a16:creationId xmlns:a16="http://schemas.microsoft.com/office/drawing/2014/main" id="{0A9AFEDC-FD0B-4621-9723-7EA7118DC45F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object 352">
                  <a:extLst>
                    <a:ext uri="{FF2B5EF4-FFF2-40B4-BE49-F238E27FC236}">
                      <a16:creationId xmlns:a16="http://schemas.microsoft.com/office/drawing/2014/main" id="{ADD8F0B4-203E-4CC9-8337-7818CEADAFC5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object 353">
                  <a:extLst>
                    <a:ext uri="{FF2B5EF4-FFF2-40B4-BE49-F238E27FC236}">
                      <a16:creationId xmlns:a16="http://schemas.microsoft.com/office/drawing/2014/main" id="{8C35E1D3-274B-471C-BDAA-AEBFF0D79CA9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1" name="object 354">
                  <a:extLst>
                    <a:ext uri="{FF2B5EF4-FFF2-40B4-BE49-F238E27FC236}">
                      <a16:creationId xmlns:a16="http://schemas.microsoft.com/office/drawing/2014/main" id="{77F8595A-EF76-4C7E-BC05-32CA88B0780D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2" name="object 355">
                  <a:extLst>
                    <a:ext uri="{FF2B5EF4-FFF2-40B4-BE49-F238E27FC236}">
                      <a16:creationId xmlns:a16="http://schemas.microsoft.com/office/drawing/2014/main" id="{788779A8-261C-4F65-9F91-AFE6566E3304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3" name="object 356">
                  <a:extLst>
                    <a:ext uri="{FF2B5EF4-FFF2-40B4-BE49-F238E27FC236}">
                      <a16:creationId xmlns:a16="http://schemas.microsoft.com/office/drawing/2014/main" id="{8FA83A50-CF5D-43CF-9396-0B2FAC42B03B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4" name="object 357">
                  <a:extLst>
                    <a:ext uri="{FF2B5EF4-FFF2-40B4-BE49-F238E27FC236}">
                      <a16:creationId xmlns:a16="http://schemas.microsoft.com/office/drawing/2014/main" id="{78BA89AA-8E30-4352-8BFB-9FFE678CA7D2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5" name="object 358">
                  <a:extLst>
                    <a:ext uri="{FF2B5EF4-FFF2-40B4-BE49-F238E27FC236}">
                      <a16:creationId xmlns:a16="http://schemas.microsoft.com/office/drawing/2014/main" id="{83B7C5BC-1323-4496-B612-9FC5B73FDB49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6" name="object 359">
                  <a:extLst>
                    <a:ext uri="{FF2B5EF4-FFF2-40B4-BE49-F238E27FC236}">
                      <a16:creationId xmlns:a16="http://schemas.microsoft.com/office/drawing/2014/main" id="{D04DFF74-1BE0-4104-8E01-36402A6D759A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7" name="object 360">
                  <a:extLst>
                    <a:ext uri="{FF2B5EF4-FFF2-40B4-BE49-F238E27FC236}">
                      <a16:creationId xmlns:a16="http://schemas.microsoft.com/office/drawing/2014/main" id="{32CDE16E-8B64-4BAD-B554-880BD7AF6A0B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8" name="object 361">
                  <a:extLst>
                    <a:ext uri="{FF2B5EF4-FFF2-40B4-BE49-F238E27FC236}">
                      <a16:creationId xmlns:a16="http://schemas.microsoft.com/office/drawing/2014/main" id="{823382AD-15EB-4E79-8670-390F84D55A33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9" name="object 362">
                  <a:extLst>
                    <a:ext uri="{FF2B5EF4-FFF2-40B4-BE49-F238E27FC236}">
                      <a16:creationId xmlns:a16="http://schemas.microsoft.com/office/drawing/2014/main" id="{6E5BC3C0-375B-478E-8075-9844A897B1D6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0" name="object 363">
                  <a:extLst>
                    <a:ext uri="{FF2B5EF4-FFF2-40B4-BE49-F238E27FC236}">
                      <a16:creationId xmlns:a16="http://schemas.microsoft.com/office/drawing/2014/main" id="{3E0C34DD-D2D0-4373-87E8-1E8FDF291C16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1" name="object 364">
                  <a:extLst>
                    <a:ext uri="{FF2B5EF4-FFF2-40B4-BE49-F238E27FC236}">
                      <a16:creationId xmlns:a16="http://schemas.microsoft.com/office/drawing/2014/main" id="{C1DC5E2C-9B45-4C0B-A9F8-0F7D08A9E522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2" name="object 365">
                  <a:extLst>
                    <a:ext uri="{FF2B5EF4-FFF2-40B4-BE49-F238E27FC236}">
                      <a16:creationId xmlns:a16="http://schemas.microsoft.com/office/drawing/2014/main" id="{0125EE92-6CE4-4CF6-949D-1EFFF110A876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3" name="object 366">
                  <a:extLst>
                    <a:ext uri="{FF2B5EF4-FFF2-40B4-BE49-F238E27FC236}">
                      <a16:creationId xmlns:a16="http://schemas.microsoft.com/office/drawing/2014/main" id="{7342B662-572D-4A29-BE0F-01ABCE244581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4" name="object 367">
                  <a:extLst>
                    <a:ext uri="{FF2B5EF4-FFF2-40B4-BE49-F238E27FC236}">
                      <a16:creationId xmlns:a16="http://schemas.microsoft.com/office/drawing/2014/main" id="{C69A5C9C-7966-4DDB-84FB-2409C80235BC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5" name="object 368">
                  <a:extLst>
                    <a:ext uri="{FF2B5EF4-FFF2-40B4-BE49-F238E27FC236}">
                      <a16:creationId xmlns:a16="http://schemas.microsoft.com/office/drawing/2014/main" id="{5A93B7FF-5648-47E4-8E2A-37DF33E7F99A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6" name="object 369">
                  <a:extLst>
                    <a:ext uri="{FF2B5EF4-FFF2-40B4-BE49-F238E27FC236}">
                      <a16:creationId xmlns:a16="http://schemas.microsoft.com/office/drawing/2014/main" id="{75D72928-0016-44A7-B53D-976C722001DB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7" name="object 370">
                  <a:extLst>
                    <a:ext uri="{FF2B5EF4-FFF2-40B4-BE49-F238E27FC236}">
                      <a16:creationId xmlns:a16="http://schemas.microsoft.com/office/drawing/2014/main" id="{5F2833CF-D8DB-427B-8D6D-E2B1381603E4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8" name="object 371">
                  <a:extLst>
                    <a:ext uri="{FF2B5EF4-FFF2-40B4-BE49-F238E27FC236}">
                      <a16:creationId xmlns:a16="http://schemas.microsoft.com/office/drawing/2014/main" id="{6E767655-EE24-49EE-834D-436912910F24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9" name="object 372">
                  <a:extLst>
                    <a:ext uri="{FF2B5EF4-FFF2-40B4-BE49-F238E27FC236}">
                      <a16:creationId xmlns:a16="http://schemas.microsoft.com/office/drawing/2014/main" id="{3FF8E409-4182-433C-B8B7-41B546FF63E5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0" name="object 373">
                  <a:extLst>
                    <a:ext uri="{FF2B5EF4-FFF2-40B4-BE49-F238E27FC236}">
                      <a16:creationId xmlns:a16="http://schemas.microsoft.com/office/drawing/2014/main" id="{24BE4282-91FF-45C5-8B35-81908D49A1D4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1" name="object 374">
                  <a:extLst>
                    <a:ext uri="{FF2B5EF4-FFF2-40B4-BE49-F238E27FC236}">
                      <a16:creationId xmlns:a16="http://schemas.microsoft.com/office/drawing/2014/main" id="{AFDFFF9A-8719-4A0A-B584-66DA6F5D178E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2" name="object 375">
                  <a:extLst>
                    <a:ext uri="{FF2B5EF4-FFF2-40B4-BE49-F238E27FC236}">
                      <a16:creationId xmlns:a16="http://schemas.microsoft.com/office/drawing/2014/main" id="{45FADE5D-6CC5-490B-8E6D-47DB545C6959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3" name="object 376">
                  <a:extLst>
                    <a:ext uri="{FF2B5EF4-FFF2-40B4-BE49-F238E27FC236}">
                      <a16:creationId xmlns:a16="http://schemas.microsoft.com/office/drawing/2014/main" id="{9148764F-7A87-4BF2-8346-1121669D53DE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4" name="object 377">
                  <a:extLst>
                    <a:ext uri="{FF2B5EF4-FFF2-40B4-BE49-F238E27FC236}">
                      <a16:creationId xmlns:a16="http://schemas.microsoft.com/office/drawing/2014/main" id="{BB37D03F-FA2E-4EB8-A229-13C90EA3E903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5" name="object 378">
                  <a:extLst>
                    <a:ext uri="{FF2B5EF4-FFF2-40B4-BE49-F238E27FC236}">
                      <a16:creationId xmlns:a16="http://schemas.microsoft.com/office/drawing/2014/main" id="{D0BFBC11-EA8E-4E56-A299-2C1B5FC2A76E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6" name="object 379">
                  <a:extLst>
                    <a:ext uri="{FF2B5EF4-FFF2-40B4-BE49-F238E27FC236}">
                      <a16:creationId xmlns:a16="http://schemas.microsoft.com/office/drawing/2014/main" id="{259D9B45-FC40-458E-B80F-665C5CAE640E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7" name="object 380">
                  <a:extLst>
                    <a:ext uri="{FF2B5EF4-FFF2-40B4-BE49-F238E27FC236}">
                      <a16:creationId xmlns:a16="http://schemas.microsoft.com/office/drawing/2014/main" id="{62BBA47B-F3B8-4964-A974-665CB8C5B3CF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8" name="object 381">
                  <a:extLst>
                    <a:ext uri="{FF2B5EF4-FFF2-40B4-BE49-F238E27FC236}">
                      <a16:creationId xmlns:a16="http://schemas.microsoft.com/office/drawing/2014/main" id="{2A154875-0A85-4D9C-94DF-9F4B38E35395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9" name="object 382">
                  <a:extLst>
                    <a:ext uri="{FF2B5EF4-FFF2-40B4-BE49-F238E27FC236}">
                      <a16:creationId xmlns:a16="http://schemas.microsoft.com/office/drawing/2014/main" id="{27ED2B64-5A8E-401D-93FC-CC3DAB0573C8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0" name="object 383">
                  <a:extLst>
                    <a:ext uri="{FF2B5EF4-FFF2-40B4-BE49-F238E27FC236}">
                      <a16:creationId xmlns:a16="http://schemas.microsoft.com/office/drawing/2014/main" id="{14310D7B-4176-4EAE-BC03-516CF0D9C01D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1" name="object 384">
                  <a:extLst>
                    <a:ext uri="{FF2B5EF4-FFF2-40B4-BE49-F238E27FC236}">
                      <a16:creationId xmlns:a16="http://schemas.microsoft.com/office/drawing/2014/main" id="{EAF3048E-6BD0-4A69-A35A-0182E0C704C4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2" name="object 385">
                  <a:extLst>
                    <a:ext uri="{FF2B5EF4-FFF2-40B4-BE49-F238E27FC236}">
                      <a16:creationId xmlns:a16="http://schemas.microsoft.com/office/drawing/2014/main" id="{D496BB1D-27BF-4D04-8698-FAE296ED1746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3" name="object 386">
                  <a:extLst>
                    <a:ext uri="{FF2B5EF4-FFF2-40B4-BE49-F238E27FC236}">
                      <a16:creationId xmlns:a16="http://schemas.microsoft.com/office/drawing/2014/main" id="{B895A990-A6CB-4FA1-8153-F4BC15A508D8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4" name="object 387">
                  <a:extLst>
                    <a:ext uri="{FF2B5EF4-FFF2-40B4-BE49-F238E27FC236}">
                      <a16:creationId xmlns:a16="http://schemas.microsoft.com/office/drawing/2014/main" id="{E4890F20-C569-4954-BBDC-E4089214ED6A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5" name="object 388">
                  <a:extLst>
                    <a:ext uri="{FF2B5EF4-FFF2-40B4-BE49-F238E27FC236}">
                      <a16:creationId xmlns:a16="http://schemas.microsoft.com/office/drawing/2014/main" id="{5A352A7F-4B0C-4842-BE33-9BACB551813A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6" name="object 389">
                  <a:extLst>
                    <a:ext uri="{FF2B5EF4-FFF2-40B4-BE49-F238E27FC236}">
                      <a16:creationId xmlns:a16="http://schemas.microsoft.com/office/drawing/2014/main" id="{C5ED707F-1B2A-460E-9786-A3CE8A497FEF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7" name="object 390">
                  <a:extLst>
                    <a:ext uri="{FF2B5EF4-FFF2-40B4-BE49-F238E27FC236}">
                      <a16:creationId xmlns:a16="http://schemas.microsoft.com/office/drawing/2014/main" id="{C7FFCB5E-FF9D-4EFA-8191-709E54EE6BE6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object 391">
                  <a:extLst>
                    <a:ext uri="{FF2B5EF4-FFF2-40B4-BE49-F238E27FC236}">
                      <a16:creationId xmlns:a16="http://schemas.microsoft.com/office/drawing/2014/main" id="{4061C99F-8DAA-4967-991B-A4A8613DB8D5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object 392">
                  <a:extLst>
                    <a:ext uri="{FF2B5EF4-FFF2-40B4-BE49-F238E27FC236}">
                      <a16:creationId xmlns:a16="http://schemas.microsoft.com/office/drawing/2014/main" id="{D27863E8-742F-4A03-9E4D-5AB8DE8498AA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0" name="object 393">
                  <a:extLst>
                    <a:ext uri="{FF2B5EF4-FFF2-40B4-BE49-F238E27FC236}">
                      <a16:creationId xmlns:a16="http://schemas.microsoft.com/office/drawing/2014/main" id="{ADB25AB6-5329-4210-A3EB-F2D62FFD72BD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1" name="object 394">
                  <a:extLst>
                    <a:ext uri="{FF2B5EF4-FFF2-40B4-BE49-F238E27FC236}">
                      <a16:creationId xmlns:a16="http://schemas.microsoft.com/office/drawing/2014/main" id="{CA6ABC6D-C710-4D30-9057-179E9BC30248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2" name="object 395">
                  <a:extLst>
                    <a:ext uri="{FF2B5EF4-FFF2-40B4-BE49-F238E27FC236}">
                      <a16:creationId xmlns:a16="http://schemas.microsoft.com/office/drawing/2014/main" id="{7E6AA523-C49B-460E-9386-749DC5ABCC68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object 396">
                  <a:extLst>
                    <a:ext uri="{FF2B5EF4-FFF2-40B4-BE49-F238E27FC236}">
                      <a16:creationId xmlns:a16="http://schemas.microsoft.com/office/drawing/2014/main" id="{2399F6B7-1E21-4C7E-B4C4-311700CCEF4F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object 397">
                  <a:extLst>
                    <a:ext uri="{FF2B5EF4-FFF2-40B4-BE49-F238E27FC236}">
                      <a16:creationId xmlns:a16="http://schemas.microsoft.com/office/drawing/2014/main" id="{BA2D6A9F-EC7F-4EA0-B400-2B7616FFB72F}"/>
                    </a:ext>
                  </a:extLst>
                </p:cNvPr>
                <p:cNvSpPr/>
                <p:nvPr/>
              </p:nvSpPr>
              <p:spPr>
                <a:xfrm>
                  <a:off x="7295702" y="49936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object 398">
                  <a:extLst>
                    <a:ext uri="{FF2B5EF4-FFF2-40B4-BE49-F238E27FC236}">
                      <a16:creationId xmlns:a16="http://schemas.microsoft.com/office/drawing/2014/main" id="{E79166DE-CB13-4490-B283-B76731BB6BF5}"/>
                    </a:ext>
                  </a:extLst>
                </p:cNvPr>
                <p:cNvSpPr/>
                <p:nvPr/>
              </p:nvSpPr>
              <p:spPr>
                <a:xfrm>
                  <a:off x="729570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object 399">
                  <a:extLst>
                    <a:ext uri="{FF2B5EF4-FFF2-40B4-BE49-F238E27FC236}">
                      <a16:creationId xmlns:a16="http://schemas.microsoft.com/office/drawing/2014/main" id="{EE5C1486-933D-4299-8B00-A767997071D2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object 400">
                  <a:extLst>
                    <a:ext uri="{FF2B5EF4-FFF2-40B4-BE49-F238E27FC236}">
                      <a16:creationId xmlns:a16="http://schemas.microsoft.com/office/drawing/2014/main" id="{7D193000-C811-4623-B947-1B719A99863E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object 401">
                  <a:extLst>
                    <a:ext uri="{FF2B5EF4-FFF2-40B4-BE49-F238E27FC236}">
                      <a16:creationId xmlns:a16="http://schemas.microsoft.com/office/drawing/2014/main" id="{6EB7FA9B-69CC-4320-A690-A6E4B45F3C6C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object 402">
                  <a:extLst>
                    <a:ext uri="{FF2B5EF4-FFF2-40B4-BE49-F238E27FC236}">
                      <a16:creationId xmlns:a16="http://schemas.microsoft.com/office/drawing/2014/main" id="{2487D611-BB6D-47B9-AADE-E609348A938C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0" name="object 403">
                  <a:extLst>
                    <a:ext uri="{FF2B5EF4-FFF2-40B4-BE49-F238E27FC236}">
                      <a16:creationId xmlns:a16="http://schemas.microsoft.com/office/drawing/2014/main" id="{212ED554-1050-4886-A301-DF511B85D6AE}"/>
                    </a:ext>
                  </a:extLst>
                </p:cNvPr>
                <p:cNvSpPr/>
                <p:nvPr/>
              </p:nvSpPr>
              <p:spPr>
                <a:xfrm>
                  <a:off x="7621839" y="49936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191" y="108966"/>
                      </a:lnTo>
                      <a:lnTo>
                        <a:pt x="108191" y="16764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1" name="object 404">
                  <a:extLst>
                    <a:ext uri="{FF2B5EF4-FFF2-40B4-BE49-F238E27FC236}">
                      <a16:creationId xmlns:a16="http://schemas.microsoft.com/office/drawing/2014/main" id="{B14DCDC1-5F5B-4F68-A76F-EA56EB03BD9D}"/>
                    </a:ext>
                  </a:extLst>
                </p:cNvPr>
                <p:cNvSpPr/>
                <p:nvPr/>
              </p:nvSpPr>
              <p:spPr>
                <a:xfrm>
                  <a:off x="762183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2" name="object 405">
                  <a:extLst>
                    <a:ext uri="{FF2B5EF4-FFF2-40B4-BE49-F238E27FC236}">
                      <a16:creationId xmlns:a16="http://schemas.microsoft.com/office/drawing/2014/main" id="{52C7289B-6F0A-4E77-A6E4-104010589AE8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object 406">
                  <a:extLst>
                    <a:ext uri="{FF2B5EF4-FFF2-40B4-BE49-F238E27FC236}">
                      <a16:creationId xmlns:a16="http://schemas.microsoft.com/office/drawing/2014/main" id="{BF33A840-3F2C-42C2-BF80-ABB4FB838707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object 407">
                  <a:extLst>
                    <a:ext uri="{FF2B5EF4-FFF2-40B4-BE49-F238E27FC236}">
                      <a16:creationId xmlns:a16="http://schemas.microsoft.com/office/drawing/2014/main" id="{F83B7745-2650-463C-BB0E-6FBC5AD93D7A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object 408">
                  <a:extLst>
                    <a:ext uri="{FF2B5EF4-FFF2-40B4-BE49-F238E27FC236}">
                      <a16:creationId xmlns:a16="http://schemas.microsoft.com/office/drawing/2014/main" id="{0C43F102-CA8F-4D25-9CBF-D7B31120C8FD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object 409">
                  <a:extLst>
                    <a:ext uri="{FF2B5EF4-FFF2-40B4-BE49-F238E27FC236}">
                      <a16:creationId xmlns:a16="http://schemas.microsoft.com/office/drawing/2014/main" id="{3050548F-3CBF-40EE-A906-DBBBEF8F51D3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7" name="object 410">
                  <a:extLst>
                    <a:ext uri="{FF2B5EF4-FFF2-40B4-BE49-F238E27FC236}">
                      <a16:creationId xmlns:a16="http://schemas.microsoft.com/office/drawing/2014/main" id="{04E58706-A91D-498E-8FEC-1CBA1C81FA7B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8" name="object 411">
                  <a:extLst>
                    <a:ext uri="{FF2B5EF4-FFF2-40B4-BE49-F238E27FC236}">
                      <a16:creationId xmlns:a16="http://schemas.microsoft.com/office/drawing/2014/main" id="{45062FA6-ECC5-4334-9BD4-5FCB25D95E2A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9" name="object 412">
                  <a:extLst>
                    <a:ext uri="{FF2B5EF4-FFF2-40B4-BE49-F238E27FC236}">
                      <a16:creationId xmlns:a16="http://schemas.microsoft.com/office/drawing/2014/main" id="{9C58C228-20EA-4AA0-AED8-96452892AEAA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0" name="object 413">
                  <a:extLst>
                    <a:ext uri="{FF2B5EF4-FFF2-40B4-BE49-F238E27FC236}">
                      <a16:creationId xmlns:a16="http://schemas.microsoft.com/office/drawing/2014/main" id="{9EE4079D-8A0B-4DB0-8119-BBC12115C223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1" name="object 414">
                  <a:extLst>
                    <a:ext uri="{FF2B5EF4-FFF2-40B4-BE49-F238E27FC236}">
                      <a16:creationId xmlns:a16="http://schemas.microsoft.com/office/drawing/2014/main" id="{D84268DB-338D-4034-9A10-E613A9192394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2" name="object 415">
                  <a:extLst>
                    <a:ext uri="{FF2B5EF4-FFF2-40B4-BE49-F238E27FC236}">
                      <a16:creationId xmlns:a16="http://schemas.microsoft.com/office/drawing/2014/main" id="{B644D16D-04C3-4179-BB66-D6C201E807FE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3" name="object 416">
                  <a:extLst>
                    <a:ext uri="{FF2B5EF4-FFF2-40B4-BE49-F238E27FC236}">
                      <a16:creationId xmlns:a16="http://schemas.microsoft.com/office/drawing/2014/main" id="{61CBB8F6-E9A2-45AB-AF63-1522AC17331E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4" name="object 417">
                  <a:extLst>
                    <a:ext uri="{FF2B5EF4-FFF2-40B4-BE49-F238E27FC236}">
                      <a16:creationId xmlns:a16="http://schemas.microsoft.com/office/drawing/2014/main" id="{A37B9AF2-0BAF-4ED7-BC82-B21AE6AA2F8A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5" name="object 418">
                  <a:extLst>
                    <a:ext uri="{FF2B5EF4-FFF2-40B4-BE49-F238E27FC236}">
                      <a16:creationId xmlns:a16="http://schemas.microsoft.com/office/drawing/2014/main" id="{D9156463-9036-43C4-B3B8-91D9FECAD9D2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6" name="object 419">
                  <a:extLst>
                    <a:ext uri="{FF2B5EF4-FFF2-40B4-BE49-F238E27FC236}">
                      <a16:creationId xmlns:a16="http://schemas.microsoft.com/office/drawing/2014/main" id="{33A2285A-B2FC-45D3-956D-816175CE9461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object 420">
                  <a:extLst>
                    <a:ext uri="{FF2B5EF4-FFF2-40B4-BE49-F238E27FC236}">
                      <a16:creationId xmlns:a16="http://schemas.microsoft.com/office/drawing/2014/main" id="{45BBBA7E-771E-4B91-B76A-3999C74ABAAF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8" name="object 421">
                  <a:extLst>
                    <a:ext uri="{FF2B5EF4-FFF2-40B4-BE49-F238E27FC236}">
                      <a16:creationId xmlns:a16="http://schemas.microsoft.com/office/drawing/2014/main" id="{4F9115CE-0535-49E3-8ACC-894EA2F48082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object 422">
                  <a:extLst>
                    <a:ext uri="{FF2B5EF4-FFF2-40B4-BE49-F238E27FC236}">
                      <a16:creationId xmlns:a16="http://schemas.microsoft.com/office/drawing/2014/main" id="{47C3D968-6469-4572-BADF-7B272FDC3527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0" name="object 423">
                  <a:extLst>
                    <a:ext uri="{FF2B5EF4-FFF2-40B4-BE49-F238E27FC236}">
                      <a16:creationId xmlns:a16="http://schemas.microsoft.com/office/drawing/2014/main" id="{051996FE-1977-45D0-9140-97AD1C1D05BE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object 424">
                  <a:extLst>
                    <a:ext uri="{FF2B5EF4-FFF2-40B4-BE49-F238E27FC236}">
                      <a16:creationId xmlns:a16="http://schemas.microsoft.com/office/drawing/2014/main" id="{92277FAE-2061-494A-B88D-6EE32CE170AF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2" name="object 425">
                  <a:extLst>
                    <a:ext uri="{FF2B5EF4-FFF2-40B4-BE49-F238E27FC236}">
                      <a16:creationId xmlns:a16="http://schemas.microsoft.com/office/drawing/2014/main" id="{31B124B3-C68A-438F-AED7-CB2B4B8B86A7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3" name="object 426">
                  <a:extLst>
                    <a:ext uri="{FF2B5EF4-FFF2-40B4-BE49-F238E27FC236}">
                      <a16:creationId xmlns:a16="http://schemas.microsoft.com/office/drawing/2014/main" id="{0C360A18-9836-4463-BD7A-97FA7F09140B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4" name="object 427">
                  <a:extLst>
                    <a:ext uri="{FF2B5EF4-FFF2-40B4-BE49-F238E27FC236}">
                      <a16:creationId xmlns:a16="http://schemas.microsoft.com/office/drawing/2014/main" id="{B3202A90-38D5-4129-9E18-245C95BFA579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5" name="object 428">
                  <a:extLst>
                    <a:ext uri="{FF2B5EF4-FFF2-40B4-BE49-F238E27FC236}">
                      <a16:creationId xmlns:a16="http://schemas.microsoft.com/office/drawing/2014/main" id="{2E09EEBC-CA24-4547-900E-04B856D65418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6" name="object 429">
                  <a:extLst>
                    <a:ext uri="{FF2B5EF4-FFF2-40B4-BE49-F238E27FC236}">
                      <a16:creationId xmlns:a16="http://schemas.microsoft.com/office/drawing/2014/main" id="{EE9858A8-EBEC-4220-B93A-681270BDDD88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7" name="object 430">
                  <a:extLst>
                    <a:ext uri="{FF2B5EF4-FFF2-40B4-BE49-F238E27FC236}">
                      <a16:creationId xmlns:a16="http://schemas.microsoft.com/office/drawing/2014/main" id="{06A83E2B-7D8A-4099-8201-93D957A0AB82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8" name="object 431">
                  <a:extLst>
                    <a:ext uri="{FF2B5EF4-FFF2-40B4-BE49-F238E27FC236}">
                      <a16:creationId xmlns:a16="http://schemas.microsoft.com/office/drawing/2014/main" id="{D98F53BD-885D-48F0-8C6C-AB25154EA370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9" name="object 432">
                  <a:extLst>
                    <a:ext uri="{FF2B5EF4-FFF2-40B4-BE49-F238E27FC236}">
                      <a16:creationId xmlns:a16="http://schemas.microsoft.com/office/drawing/2014/main" id="{22B75773-6A03-4AE9-93B6-6DC634FA3674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0" name="object 433">
                  <a:extLst>
                    <a:ext uri="{FF2B5EF4-FFF2-40B4-BE49-F238E27FC236}">
                      <a16:creationId xmlns:a16="http://schemas.microsoft.com/office/drawing/2014/main" id="{B184DD74-FA88-4DC4-ABBA-3D70B999963E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1" name="object 434">
                  <a:extLst>
                    <a:ext uri="{FF2B5EF4-FFF2-40B4-BE49-F238E27FC236}">
                      <a16:creationId xmlns:a16="http://schemas.microsoft.com/office/drawing/2014/main" id="{DABC5DCE-4289-4960-B863-23D45478F4EF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2" name="object 435">
                  <a:extLst>
                    <a:ext uri="{FF2B5EF4-FFF2-40B4-BE49-F238E27FC236}">
                      <a16:creationId xmlns:a16="http://schemas.microsoft.com/office/drawing/2014/main" id="{236F0A66-00E8-42A0-8FA5-8BAEF2677D81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3" name="object 436">
                  <a:extLst>
                    <a:ext uri="{FF2B5EF4-FFF2-40B4-BE49-F238E27FC236}">
                      <a16:creationId xmlns:a16="http://schemas.microsoft.com/office/drawing/2014/main" id="{95F1487E-6D79-46BF-8B68-9ACB8F5C545B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4" name="object 437">
                  <a:extLst>
                    <a:ext uri="{FF2B5EF4-FFF2-40B4-BE49-F238E27FC236}">
                      <a16:creationId xmlns:a16="http://schemas.microsoft.com/office/drawing/2014/main" id="{4D24C306-6DA4-45A7-A1F4-89ABF77F9235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5" name="object 438">
                  <a:extLst>
                    <a:ext uri="{FF2B5EF4-FFF2-40B4-BE49-F238E27FC236}">
                      <a16:creationId xmlns:a16="http://schemas.microsoft.com/office/drawing/2014/main" id="{AB86EEE4-0AD8-4653-89E4-018AC75EA358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6" name="object 439">
                  <a:extLst>
                    <a:ext uri="{FF2B5EF4-FFF2-40B4-BE49-F238E27FC236}">
                      <a16:creationId xmlns:a16="http://schemas.microsoft.com/office/drawing/2014/main" id="{83C8484D-0167-4C5C-A929-5B7CE9581195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7" name="object 440">
                  <a:extLst>
                    <a:ext uri="{FF2B5EF4-FFF2-40B4-BE49-F238E27FC236}">
                      <a16:creationId xmlns:a16="http://schemas.microsoft.com/office/drawing/2014/main" id="{0F2D0A5F-C477-416F-ADD0-B3B54531C214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8" name="object 441">
                  <a:extLst>
                    <a:ext uri="{FF2B5EF4-FFF2-40B4-BE49-F238E27FC236}">
                      <a16:creationId xmlns:a16="http://schemas.microsoft.com/office/drawing/2014/main" id="{A9B62F4F-2238-421F-BE3E-5FD2E4EECA3F}"/>
                    </a:ext>
                  </a:extLst>
                </p:cNvPr>
                <p:cNvSpPr/>
                <p:nvPr/>
              </p:nvSpPr>
              <p:spPr>
                <a:xfrm>
                  <a:off x="6969566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9" name="object 442">
                  <a:extLst>
                    <a:ext uri="{FF2B5EF4-FFF2-40B4-BE49-F238E27FC236}">
                      <a16:creationId xmlns:a16="http://schemas.microsoft.com/office/drawing/2014/main" id="{8CA2636A-E479-4EF4-826A-700FDE255C12}"/>
                    </a:ext>
                  </a:extLst>
                </p:cNvPr>
                <p:cNvSpPr/>
                <p:nvPr/>
              </p:nvSpPr>
              <p:spPr>
                <a:xfrm>
                  <a:off x="696956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0" name="object 443">
                  <a:extLst>
                    <a:ext uri="{FF2B5EF4-FFF2-40B4-BE49-F238E27FC236}">
                      <a16:creationId xmlns:a16="http://schemas.microsoft.com/office/drawing/2014/main" id="{E0956A51-C4D1-4CED-9749-D8AB74D997D9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1" name="object 444">
                  <a:extLst>
                    <a:ext uri="{FF2B5EF4-FFF2-40B4-BE49-F238E27FC236}">
                      <a16:creationId xmlns:a16="http://schemas.microsoft.com/office/drawing/2014/main" id="{C9C521E7-F548-4922-84C3-D12A4D8E5524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2" name="object 445">
                  <a:extLst>
                    <a:ext uri="{FF2B5EF4-FFF2-40B4-BE49-F238E27FC236}">
                      <a16:creationId xmlns:a16="http://schemas.microsoft.com/office/drawing/2014/main" id="{60DD85C1-E11A-40C2-AF79-C5C17E08F298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3" name="object 446">
                  <a:extLst>
                    <a:ext uri="{FF2B5EF4-FFF2-40B4-BE49-F238E27FC236}">
                      <a16:creationId xmlns:a16="http://schemas.microsoft.com/office/drawing/2014/main" id="{DDAEE7A0-30B8-4291-BBFD-BF280490980D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4" name="object 447">
                  <a:extLst>
                    <a:ext uri="{FF2B5EF4-FFF2-40B4-BE49-F238E27FC236}">
                      <a16:creationId xmlns:a16="http://schemas.microsoft.com/office/drawing/2014/main" id="{7E765E6A-AE6B-4305-B2E6-0D1386F43BCC}"/>
                    </a:ext>
                  </a:extLst>
                </p:cNvPr>
                <p:cNvSpPr/>
                <p:nvPr/>
              </p:nvSpPr>
              <p:spPr>
                <a:xfrm>
                  <a:off x="7295702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91440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5" name="object 448">
                  <a:extLst>
                    <a:ext uri="{FF2B5EF4-FFF2-40B4-BE49-F238E27FC236}">
                      <a16:creationId xmlns:a16="http://schemas.microsoft.com/office/drawing/2014/main" id="{0100D91E-EDB5-476E-87B1-076BD2070CB4}"/>
                    </a:ext>
                  </a:extLst>
                </p:cNvPr>
                <p:cNvSpPr/>
                <p:nvPr/>
              </p:nvSpPr>
              <p:spPr>
                <a:xfrm>
                  <a:off x="729570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6" name="object 449">
                  <a:extLst>
                    <a:ext uri="{FF2B5EF4-FFF2-40B4-BE49-F238E27FC236}">
                      <a16:creationId xmlns:a16="http://schemas.microsoft.com/office/drawing/2014/main" id="{26F18F0C-CA97-4655-B9E8-9C2FA731C7FE}"/>
                    </a:ext>
                  </a:extLst>
                </p:cNvPr>
                <p:cNvSpPr/>
                <p:nvPr/>
              </p:nvSpPr>
              <p:spPr>
                <a:xfrm>
                  <a:off x="7404668" y="5194025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7" name="object 450">
                  <a:extLst>
                    <a:ext uri="{FF2B5EF4-FFF2-40B4-BE49-F238E27FC236}">
                      <a16:creationId xmlns:a16="http://schemas.microsoft.com/office/drawing/2014/main" id="{6C114365-7D97-4992-900F-6F260F4FAC94}"/>
                    </a:ext>
                  </a:extLst>
                </p:cNvPr>
                <p:cNvSpPr/>
                <p:nvPr/>
              </p:nvSpPr>
              <p:spPr>
                <a:xfrm>
                  <a:off x="740466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8" name="object 451">
                  <a:extLst>
                    <a:ext uri="{FF2B5EF4-FFF2-40B4-BE49-F238E27FC236}">
                      <a16:creationId xmlns:a16="http://schemas.microsoft.com/office/drawing/2014/main" id="{FA762850-2B03-4B71-9A04-74DF5F4EC912}"/>
                    </a:ext>
                  </a:extLst>
                </p:cNvPr>
                <p:cNvSpPr/>
                <p:nvPr/>
              </p:nvSpPr>
              <p:spPr>
                <a:xfrm>
                  <a:off x="7512872" y="5194025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9" name="object 452">
                  <a:extLst>
                    <a:ext uri="{FF2B5EF4-FFF2-40B4-BE49-F238E27FC236}">
                      <a16:creationId xmlns:a16="http://schemas.microsoft.com/office/drawing/2014/main" id="{A635FBC8-C7B7-4F84-AB28-7E2BB98741C6}"/>
                    </a:ext>
                  </a:extLst>
                </p:cNvPr>
                <p:cNvSpPr/>
                <p:nvPr/>
              </p:nvSpPr>
              <p:spPr>
                <a:xfrm>
                  <a:off x="75128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0" name="object 453">
                  <a:extLst>
                    <a:ext uri="{FF2B5EF4-FFF2-40B4-BE49-F238E27FC236}">
                      <a16:creationId xmlns:a16="http://schemas.microsoft.com/office/drawing/2014/main" id="{7F30209C-E87F-49D7-9E5F-41ABD1A4FB9E}"/>
                    </a:ext>
                  </a:extLst>
                </p:cNvPr>
                <p:cNvSpPr/>
                <p:nvPr/>
              </p:nvSpPr>
              <p:spPr>
                <a:xfrm>
                  <a:off x="7621839" y="510259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191" y="108204"/>
                      </a:lnTo>
                      <a:lnTo>
                        <a:pt x="108191" y="91440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1" name="object 454">
                  <a:extLst>
                    <a:ext uri="{FF2B5EF4-FFF2-40B4-BE49-F238E27FC236}">
                      <a16:creationId xmlns:a16="http://schemas.microsoft.com/office/drawing/2014/main" id="{904658CC-4285-4FA4-A919-CE2EF34C89C2}"/>
                    </a:ext>
                  </a:extLst>
                </p:cNvPr>
                <p:cNvSpPr/>
                <p:nvPr/>
              </p:nvSpPr>
              <p:spPr>
                <a:xfrm>
                  <a:off x="762183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2" name="object 455">
                  <a:extLst>
                    <a:ext uri="{FF2B5EF4-FFF2-40B4-BE49-F238E27FC236}">
                      <a16:creationId xmlns:a16="http://schemas.microsoft.com/office/drawing/2014/main" id="{EF140C8D-CF8C-4999-B70F-40B780798020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3" name="object 456">
                  <a:extLst>
                    <a:ext uri="{FF2B5EF4-FFF2-40B4-BE49-F238E27FC236}">
                      <a16:creationId xmlns:a16="http://schemas.microsoft.com/office/drawing/2014/main" id="{E9343C64-1581-4485-865F-2F984F135298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4" name="object 457">
                  <a:extLst>
                    <a:ext uri="{FF2B5EF4-FFF2-40B4-BE49-F238E27FC236}">
                      <a16:creationId xmlns:a16="http://schemas.microsoft.com/office/drawing/2014/main" id="{ED6FD846-C473-4C74-82BE-829F0FBB7A6E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5" name="object 458">
                  <a:extLst>
                    <a:ext uri="{FF2B5EF4-FFF2-40B4-BE49-F238E27FC236}">
                      <a16:creationId xmlns:a16="http://schemas.microsoft.com/office/drawing/2014/main" id="{A874915D-46B5-4D31-BEBC-2BCA92379722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6" name="object 459">
                  <a:extLst>
                    <a:ext uri="{FF2B5EF4-FFF2-40B4-BE49-F238E27FC236}">
                      <a16:creationId xmlns:a16="http://schemas.microsoft.com/office/drawing/2014/main" id="{D1964061-4537-46B7-8F02-80330B19EE5F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7" name="object 460">
                  <a:extLst>
                    <a:ext uri="{FF2B5EF4-FFF2-40B4-BE49-F238E27FC236}">
                      <a16:creationId xmlns:a16="http://schemas.microsoft.com/office/drawing/2014/main" id="{8A4B36DE-279A-46FC-957E-88A7D39F1114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8" name="object 461">
                  <a:extLst>
                    <a:ext uri="{FF2B5EF4-FFF2-40B4-BE49-F238E27FC236}">
                      <a16:creationId xmlns:a16="http://schemas.microsoft.com/office/drawing/2014/main" id="{FA6533C6-82AA-4255-B25C-E33C4F329E92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9" name="object 462">
                  <a:extLst>
                    <a:ext uri="{FF2B5EF4-FFF2-40B4-BE49-F238E27FC236}">
                      <a16:creationId xmlns:a16="http://schemas.microsoft.com/office/drawing/2014/main" id="{1E04ED24-2FBB-4AED-AE85-1EB9F93F6B64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0" name="object 463">
                  <a:extLst>
                    <a:ext uri="{FF2B5EF4-FFF2-40B4-BE49-F238E27FC236}">
                      <a16:creationId xmlns:a16="http://schemas.microsoft.com/office/drawing/2014/main" id="{4849482B-088E-48D2-896C-55FD716A75B6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1" name="object 464">
                  <a:extLst>
                    <a:ext uri="{FF2B5EF4-FFF2-40B4-BE49-F238E27FC236}">
                      <a16:creationId xmlns:a16="http://schemas.microsoft.com/office/drawing/2014/main" id="{5292FC13-3363-477D-BE1A-D9EFD2C724AA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2" name="object 465">
                  <a:extLst>
                    <a:ext uri="{FF2B5EF4-FFF2-40B4-BE49-F238E27FC236}">
                      <a16:creationId xmlns:a16="http://schemas.microsoft.com/office/drawing/2014/main" id="{DFDE07EC-5527-4E90-8A34-3C0E270C1EF3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3" name="object 466">
                  <a:extLst>
                    <a:ext uri="{FF2B5EF4-FFF2-40B4-BE49-F238E27FC236}">
                      <a16:creationId xmlns:a16="http://schemas.microsoft.com/office/drawing/2014/main" id="{BAB87845-9236-4952-9FF2-C1F01B21154E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4" name="object 467">
                  <a:extLst>
                    <a:ext uri="{FF2B5EF4-FFF2-40B4-BE49-F238E27FC236}">
                      <a16:creationId xmlns:a16="http://schemas.microsoft.com/office/drawing/2014/main" id="{63C034CF-2D96-41DE-A080-02764F296378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5" name="object 468">
                  <a:extLst>
                    <a:ext uri="{FF2B5EF4-FFF2-40B4-BE49-F238E27FC236}">
                      <a16:creationId xmlns:a16="http://schemas.microsoft.com/office/drawing/2014/main" id="{FB60C8BF-1CAF-4199-9F30-DFBBC80AE492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6" name="object 469">
                  <a:extLst>
                    <a:ext uri="{FF2B5EF4-FFF2-40B4-BE49-F238E27FC236}">
                      <a16:creationId xmlns:a16="http://schemas.microsoft.com/office/drawing/2014/main" id="{5332DC35-254C-4BBE-9C04-0493936A6AA3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7" name="object 470">
                  <a:extLst>
                    <a:ext uri="{FF2B5EF4-FFF2-40B4-BE49-F238E27FC236}">
                      <a16:creationId xmlns:a16="http://schemas.microsoft.com/office/drawing/2014/main" id="{D3C3B76D-7721-4A47-8FE7-4E77AC354F0B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8" name="object 471">
                  <a:extLst>
                    <a:ext uri="{FF2B5EF4-FFF2-40B4-BE49-F238E27FC236}">
                      <a16:creationId xmlns:a16="http://schemas.microsoft.com/office/drawing/2014/main" id="{F7633956-4F2F-45FB-A3E3-642315DE9B09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9" name="object 472">
                  <a:extLst>
                    <a:ext uri="{FF2B5EF4-FFF2-40B4-BE49-F238E27FC236}">
                      <a16:creationId xmlns:a16="http://schemas.microsoft.com/office/drawing/2014/main" id="{A5735BDB-CCDD-47A1-BD30-4FC434C51964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0" name="object 473">
                  <a:extLst>
                    <a:ext uri="{FF2B5EF4-FFF2-40B4-BE49-F238E27FC236}">
                      <a16:creationId xmlns:a16="http://schemas.microsoft.com/office/drawing/2014/main" id="{5FF17176-4DE7-4D2A-BC48-B412F94CF263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1" name="object 474">
                  <a:extLst>
                    <a:ext uri="{FF2B5EF4-FFF2-40B4-BE49-F238E27FC236}">
                      <a16:creationId xmlns:a16="http://schemas.microsoft.com/office/drawing/2014/main" id="{8EB1A3B1-C46E-4410-94DD-D454211AF5C3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2" name="object 475">
                  <a:extLst>
                    <a:ext uri="{FF2B5EF4-FFF2-40B4-BE49-F238E27FC236}">
                      <a16:creationId xmlns:a16="http://schemas.microsoft.com/office/drawing/2014/main" id="{F4520AB3-872A-4170-8B67-2895FEFA1824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3" name="object 476">
                  <a:extLst>
                    <a:ext uri="{FF2B5EF4-FFF2-40B4-BE49-F238E27FC236}">
                      <a16:creationId xmlns:a16="http://schemas.microsoft.com/office/drawing/2014/main" id="{42F9171B-F12D-42D7-9BEB-86EFF7C54CD9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4" name="object 477">
                  <a:extLst>
                    <a:ext uri="{FF2B5EF4-FFF2-40B4-BE49-F238E27FC236}">
                      <a16:creationId xmlns:a16="http://schemas.microsoft.com/office/drawing/2014/main" id="{8DEB7897-F469-4919-90C6-ADAD72208BDA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5" name="object 478">
                  <a:extLst>
                    <a:ext uri="{FF2B5EF4-FFF2-40B4-BE49-F238E27FC236}">
                      <a16:creationId xmlns:a16="http://schemas.microsoft.com/office/drawing/2014/main" id="{931BBFC9-8E1D-4046-AA45-1686806CACF6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6" name="object 479">
                  <a:extLst>
                    <a:ext uri="{FF2B5EF4-FFF2-40B4-BE49-F238E27FC236}">
                      <a16:creationId xmlns:a16="http://schemas.microsoft.com/office/drawing/2014/main" id="{CE2301BC-F12F-4579-91EC-60A8B777CC9C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7" name="object 480">
                  <a:extLst>
                    <a:ext uri="{FF2B5EF4-FFF2-40B4-BE49-F238E27FC236}">
                      <a16:creationId xmlns:a16="http://schemas.microsoft.com/office/drawing/2014/main" id="{02BDBD36-F00B-4AED-9C69-570D34C1F42E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8" name="object 481">
                  <a:extLst>
                    <a:ext uri="{FF2B5EF4-FFF2-40B4-BE49-F238E27FC236}">
                      <a16:creationId xmlns:a16="http://schemas.microsoft.com/office/drawing/2014/main" id="{00952E5D-7BB7-488E-B9A9-C743E4512DBB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9" name="object 482">
                  <a:extLst>
                    <a:ext uri="{FF2B5EF4-FFF2-40B4-BE49-F238E27FC236}">
                      <a16:creationId xmlns:a16="http://schemas.microsoft.com/office/drawing/2014/main" id="{68518014-7FBF-4475-BBDA-3F04C069AFFD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0" name="object 483">
                  <a:extLst>
                    <a:ext uri="{FF2B5EF4-FFF2-40B4-BE49-F238E27FC236}">
                      <a16:creationId xmlns:a16="http://schemas.microsoft.com/office/drawing/2014/main" id="{4C4F1371-C75F-4FAA-B0AC-422A35583D25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1" name="object 484">
                  <a:extLst>
                    <a:ext uri="{FF2B5EF4-FFF2-40B4-BE49-F238E27FC236}">
                      <a16:creationId xmlns:a16="http://schemas.microsoft.com/office/drawing/2014/main" id="{DCE3BC10-EFE3-4D74-8E8E-4E181C75EEA6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2" name="object 485">
                  <a:extLst>
                    <a:ext uri="{FF2B5EF4-FFF2-40B4-BE49-F238E27FC236}">
                      <a16:creationId xmlns:a16="http://schemas.microsoft.com/office/drawing/2014/main" id="{59530C85-F35B-4219-AE5E-740389A6DD20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3" name="object 486">
                  <a:extLst>
                    <a:ext uri="{FF2B5EF4-FFF2-40B4-BE49-F238E27FC236}">
                      <a16:creationId xmlns:a16="http://schemas.microsoft.com/office/drawing/2014/main" id="{586636CB-FBC5-4DD4-A0B0-657D0FFB8929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4" name="object 487">
                  <a:extLst>
                    <a:ext uri="{FF2B5EF4-FFF2-40B4-BE49-F238E27FC236}">
                      <a16:creationId xmlns:a16="http://schemas.microsoft.com/office/drawing/2014/main" id="{0020CC83-0391-4203-890C-71BCC926356D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5" name="object 488">
                  <a:extLst>
                    <a:ext uri="{FF2B5EF4-FFF2-40B4-BE49-F238E27FC236}">
                      <a16:creationId xmlns:a16="http://schemas.microsoft.com/office/drawing/2014/main" id="{C651D03D-DE36-4701-9F9E-ADE1EACF4CC2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6" name="object 489">
                  <a:extLst>
                    <a:ext uri="{FF2B5EF4-FFF2-40B4-BE49-F238E27FC236}">
                      <a16:creationId xmlns:a16="http://schemas.microsoft.com/office/drawing/2014/main" id="{54B52AEB-64FD-4450-9565-5FC4613F5FE2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7" name="object 490">
                  <a:extLst>
                    <a:ext uri="{FF2B5EF4-FFF2-40B4-BE49-F238E27FC236}">
                      <a16:creationId xmlns:a16="http://schemas.microsoft.com/office/drawing/2014/main" id="{2564EAD0-FA90-4C19-BAF9-901D90354B7D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8" name="object 491">
                  <a:extLst>
                    <a:ext uri="{FF2B5EF4-FFF2-40B4-BE49-F238E27FC236}">
                      <a16:creationId xmlns:a16="http://schemas.microsoft.com/office/drawing/2014/main" id="{4F535456-11F8-4A90-A004-DB6C57689F8D}"/>
                    </a:ext>
                  </a:extLst>
                </p:cNvPr>
                <p:cNvSpPr/>
                <p:nvPr/>
              </p:nvSpPr>
              <p:spPr>
                <a:xfrm>
                  <a:off x="6969566" y="521080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2202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92202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9" name="object 492">
                  <a:extLst>
                    <a:ext uri="{FF2B5EF4-FFF2-40B4-BE49-F238E27FC236}">
                      <a16:creationId xmlns:a16="http://schemas.microsoft.com/office/drawing/2014/main" id="{DA36863D-9E7F-45F3-BE6B-71EC9E059291}"/>
                    </a:ext>
                  </a:extLst>
                </p:cNvPr>
                <p:cNvSpPr/>
                <p:nvPr/>
              </p:nvSpPr>
              <p:spPr>
                <a:xfrm>
                  <a:off x="696956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0" name="object 493">
                  <a:extLst>
                    <a:ext uri="{FF2B5EF4-FFF2-40B4-BE49-F238E27FC236}">
                      <a16:creationId xmlns:a16="http://schemas.microsoft.com/office/drawing/2014/main" id="{B2A4BD0E-A81C-407E-9884-ACFF036F79F7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1" name="object 494">
                  <a:extLst>
                    <a:ext uri="{FF2B5EF4-FFF2-40B4-BE49-F238E27FC236}">
                      <a16:creationId xmlns:a16="http://schemas.microsoft.com/office/drawing/2014/main" id="{B5DF763B-5D8D-4449-9645-1152EE96940C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2" name="object 495">
                  <a:extLst>
                    <a:ext uri="{FF2B5EF4-FFF2-40B4-BE49-F238E27FC236}">
                      <a16:creationId xmlns:a16="http://schemas.microsoft.com/office/drawing/2014/main" id="{F5960609-161A-4DCD-A644-C8D62719114D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3" name="object 496">
                  <a:extLst>
                    <a:ext uri="{FF2B5EF4-FFF2-40B4-BE49-F238E27FC236}">
                      <a16:creationId xmlns:a16="http://schemas.microsoft.com/office/drawing/2014/main" id="{040F52FE-DF80-431D-B53A-3037A33C1EAD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4" name="object 497">
                  <a:extLst>
                    <a:ext uri="{FF2B5EF4-FFF2-40B4-BE49-F238E27FC236}">
                      <a16:creationId xmlns:a16="http://schemas.microsoft.com/office/drawing/2014/main" id="{E75113C4-50B7-4C05-91AD-9FA6587CF500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5" name="object 498">
                  <a:extLst>
                    <a:ext uri="{FF2B5EF4-FFF2-40B4-BE49-F238E27FC236}">
                      <a16:creationId xmlns:a16="http://schemas.microsoft.com/office/drawing/2014/main" id="{5E625DA1-1102-4B35-A09B-72435435A850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6" name="object 499">
                  <a:extLst>
                    <a:ext uri="{FF2B5EF4-FFF2-40B4-BE49-F238E27FC236}">
                      <a16:creationId xmlns:a16="http://schemas.microsoft.com/office/drawing/2014/main" id="{079CEF00-0EBB-4FC8-BB1B-DAB8904969B7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7" name="object 500">
                  <a:extLst>
                    <a:ext uri="{FF2B5EF4-FFF2-40B4-BE49-F238E27FC236}">
                      <a16:creationId xmlns:a16="http://schemas.microsoft.com/office/drawing/2014/main" id="{81363AAF-9B05-4011-BDF4-F968DF24755B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8" name="object 501">
                  <a:extLst>
                    <a:ext uri="{FF2B5EF4-FFF2-40B4-BE49-F238E27FC236}">
                      <a16:creationId xmlns:a16="http://schemas.microsoft.com/office/drawing/2014/main" id="{840C87A6-6660-4B08-BD3C-772F614C8FA0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9" name="object 502">
                  <a:extLst>
                    <a:ext uri="{FF2B5EF4-FFF2-40B4-BE49-F238E27FC236}">
                      <a16:creationId xmlns:a16="http://schemas.microsoft.com/office/drawing/2014/main" id="{EE9670A9-6A7F-4D24-AFD1-02560630C3F3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0" name="object 503">
                  <a:extLst>
                    <a:ext uri="{FF2B5EF4-FFF2-40B4-BE49-F238E27FC236}">
                      <a16:creationId xmlns:a16="http://schemas.microsoft.com/office/drawing/2014/main" id="{1080B388-1AC2-4281-9D5B-8DBF8862DBD9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1" name="object 504">
                  <a:extLst>
                    <a:ext uri="{FF2B5EF4-FFF2-40B4-BE49-F238E27FC236}">
                      <a16:creationId xmlns:a16="http://schemas.microsoft.com/office/drawing/2014/main" id="{67C9D9CB-1F01-42FD-9D1D-F407E9CF086E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2" name="object 505">
                  <a:extLst>
                    <a:ext uri="{FF2B5EF4-FFF2-40B4-BE49-F238E27FC236}">
                      <a16:creationId xmlns:a16="http://schemas.microsoft.com/office/drawing/2014/main" id="{546097C3-178D-42CB-862E-2D4A83EC6AEE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3" name="object 506">
                  <a:extLst>
                    <a:ext uri="{FF2B5EF4-FFF2-40B4-BE49-F238E27FC236}">
                      <a16:creationId xmlns:a16="http://schemas.microsoft.com/office/drawing/2014/main" id="{5FE24615-AF8F-431E-A3AB-655FC9CEEF4F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4" name="object 507">
                  <a:extLst>
                    <a:ext uri="{FF2B5EF4-FFF2-40B4-BE49-F238E27FC236}">
                      <a16:creationId xmlns:a16="http://schemas.microsoft.com/office/drawing/2014/main" id="{A172596B-2614-4719-965B-8182B734817D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5" name="object 508">
                  <a:extLst>
                    <a:ext uri="{FF2B5EF4-FFF2-40B4-BE49-F238E27FC236}">
                      <a16:creationId xmlns:a16="http://schemas.microsoft.com/office/drawing/2014/main" id="{52218DB3-F79B-43CB-A175-786D193DC7E8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6" name="object 509">
                  <a:extLst>
                    <a:ext uri="{FF2B5EF4-FFF2-40B4-BE49-F238E27FC236}">
                      <a16:creationId xmlns:a16="http://schemas.microsoft.com/office/drawing/2014/main" id="{222F078F-018B-471B-BB2F-C22C1D6FEE04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7" name="object 510">
                  <a:extLst>
                    <a:ext uri="{FF2B5EF4-FFF2-40B4-BE49-F238E27FC236}">
                      <a16:creationId xmlns:a16="http://schemas.microsoft.com/office/drawing/2014/main" id="{50FBC912-2A2F-43BD-BF5F-E8B04370C982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8" name="object 511">
                  <a:extLst>
                    <a:ext uri="{FF2B5EF4-FFF2-40B4-BE49-F238E27FC236}">
                      <a16:creationId xmlns:a16="http://schemas.microsoft.com/office/drawing/2014/main" id="{989DC38B-65F6-4618-989A-5E8C3F77837F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9" name="object 512">
                  <a:extLst>
                    <a:ext uri="{FF2B5EF4-FFF2-40B4-BE49-F238E27FC236}">
                      <a16:creationId xmlns:a16="http://schemas.microsoft.com/office/drawing/2014/main" id="{C13E5EDC-6480-4DD6-A86B-0B6935904A9B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0" name="object 513">
                  <a:extLst>
                    <a:ext uri="{FF2B5EF4-FFF2-40B4-BE49-F238E27FC236}">
                      <a16:creationId xmlns:a16="http://schemas.microsoft.com/office/drawing/2014/main" id="{1DA7DF05-43FE-48E7-B02F-3BE373CF7E59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1" name="object 514">
                  <a:extLst>
                    <a:ext uri="{FF2B5EF4-FFF2-40B4-BE49-F238E27FC236}">
                      <a16:creationId xmlns:a16="http://schemas.microsoft.com/office/drawing/2014/main" id="{C66B5483-12B8-4754-8099-04E196252B67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2" name="object 515">
                  <a:extLst>
                    <a:ext uri="{FF2B5EF4-FFF2-40B4-BE49-F238E27FC236}">
                      <a16:creationId xmlns:a16="http://schemas.microsoft.com/office/drawing/2014/main" id="{9C3E143E-C388-4080-AA99-291AE902C787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3" name="object 516">
                  <a:extLst>
                    <a:ext uri="{FF2B5EF4-FFF2-40B4-BE49-F238E27FC236}">
                      <a16:creationId xmlns:a16="http://schemas.microsoft.com/office/drawing/2014/main" id="{79E0D59C-249A-4F40-8499-46675439C713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4" name="object 517">
                  <a:extLst>
                    <a:ext uri="{FF2B5EF4-FFF2-40B4-BE49-F238E27FC236}">
                      <a16:creationId xmlns:a16="http://schemas.microsoft.com/office/drawing/2014/main" id="{3A3982BB-DFAE-4B2B-B9F1-E8707BF74C73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5" name="object 518">
                  <a:extLst>
                    <a:ext uri="{FF2B5EF4-FFF2-40B4-BE49-F238E27FC236}">
                      <a16:creationId xmlns:a16="http://schemas.microsoft.com/office/drawing/2014/main" id="{A125ED24-226C-4E15-89A4-314715D06D51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6" name="object 519">
                  <a:extLst>
                    <a:ext uri="{FF2B5EF4-FFF2-40B4-BE49-F238E27FC236}">
                      <a16:creationId xmlns:a16="http://schemas.microsoft.com/office/drawing/2014/main" id="{D4B8EEA1-0212-4464-995D-5F8CCA192A0A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7" name="object 520">
                  <a:extLst>
                    <a:ext uri="{FF2B5EF4-FFF2-40B4-BE49-F238E27FC236}">
                      <a16:creationId xmlns:a16="http://schemas.microsoft.com/office/drawing/2014/main" id="{5A19454B-CBAD-4E10-8FAB-DD6EB8CF5B09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8" name="object 521">
                  <a:extLst>
                    <a:ext uri="{FF2B5EF4-FFF2-40B4-BE49-F238E27FC236}">
                      <a16:creationId xmlns:a16="http://schemas.microsoft.com/office/drawing/2014/main" id="{3CADB0BA-F7A4-41B9-B2A0-1B3BD7E7C313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9" name="object 522">
                  <a:extLst>
                    <a:ext uri="{FF2B5EF4-FFF2-40B4-BE49-F238E27FC236}">
                      <a16:creationId xmlns:a16="http://schemas.microsoft.com/office/drawing/2014/main" id="{F3885DFA-6921-4793-A275-64EB7F9EEC3B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0" name="object 523">
                  <a:extLst>
                    <a:ext uri="{FF2B5EF4-FFF2-40B4-BE49-F238E27FC236}">
                      <a16:creationId xmlns:a16="http://schemas.microsoft.com/office/drawing/2014/main" id="{D78D577E-C729-4C89-8261-AE6D09C5113C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1" name="object 524">
                  <a:extLst>
                    <a:ext uri="{FF2B5EF4-FFF2-40B4-BE49-F238E27FC236}">
                      <a16:creationId xmlns:a16="http://schemas.microsoft.com/office/drawing/2014/main" id="{9703D7ED-A5DF-48EC-A43C-142A0BC2D1AF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2" name="object 525">
                  <a:extLst>
                    <a:ext uri="{FF2B5EF4-FFF2-40B4-BE49-F238E27FC236}">
                      <a16:creationId xmlns:a16="http://schemas.microsoft.com/office/drawing/2014/main" id="{34C31DE7-90F2-4BFE-808B-3CC7AC9D9DCD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3" name="object 526">
                  <a:extLst>
                    <a:ext uri="{FF2B5EF4-FFF2-40B4-BE49-F238E27FC236}">
                      <a16:creationId xmlns:a16="http://schemas.microsoft.com/office/drawing/2014/main" id="{C5007065-985F-4C1C-B59A-FC6375F96234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4" name="object 527">
                  <a:extLst>
                    <a:ext uri="{FF2B5EF4-FFF2-40B4-BE49-F238E27FC236}">
                      <a16:creationId xmlns:a16="http://schemas.microsoft.com/office/drawing/2014/main" id="{F53CFE37-C8E8-4688-820D-241192CCF1B2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object 528">
                  <a:extLst>
                    <a:ext uri="{FF2B5EF4-FFF2-40B4-BE49-F238E27FC236}">
                      <a16:creationId xmlns:a16="http://schemas.microsoft.com/office/drawing/2014/main" id="{E6689AE8-371D-450E-987D-457E3BD4D7C7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6" name="object 529">
                  <a:extLst>
                    <a:ext uri="{FF2B5EF4-FFF2-40B4-BE49-F238E27FC236}">
                      <a16:creationId xmlns:a16="http://schemas.microsoft.com/office/drawing/2014/main" id="{65676CFC-13A2-487B-8FD1-3B6E671289CF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7" name="object 530">
                  <a:extLst>
                    <a:ext uri="{FF2B5EF4-FFF2-40B4-BE49-F238E27FC236}">
                      <a16:creationId xmlns:a16="http://schemas.microsoft.com/office/drawing/2014/main" id="{3415D475-1095-4E45-8A2D-A287227BACCD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8" name="object 531">
                  <a:extLst>
                    <a:ext uri="{FF2B5EF4-FFF2-40B4-BE49-F238E27FC236}">
                      <a16:creationId xmlns:a16="http://schemas.microsoft.com/office/drawing/2014/main" id="{5190AD34-9A3F-4BF0-A3F0-2727A1E2DF8A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9" name="object 532">
                  <a:extLst>
                    <a:ext uri="{FF2B5EF4-FFF2-40B4-BE49-F238E27FC236}">
                      <a16:creationId xmlns:a16="http://schemas.microsoft.com/office/drawing/2014/main" id="{08350358-7429-4027-B782-96290002E003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0" name="object 533">
                  <a:extLst>
                    <a:ext uri="{FF2B5EF4-FFF2-40B4-BE49-F238E27FC236}">
                      <a16:creationId xmlns:a16="http://schemas.microsoft.com/office/drawing/2014/main" id="{130929F1-6B96-400C-BE4F-BB068382BF75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1" name="object 534">
                  <a:extLst>
                    <a:ext uri="{FF2B5EF4-FFF2-40B4-BE49-F238E27FC236}">
                      <a16:creationId xmlns:a16="http://schemas.microsoft.com/office/drawing/2014/main" id="{433714BD-3CEF-4228-AF83-D5B5887D3CAF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2" name="object 535">
                  <a:extLst>
                    <a:ext uri="{FF2B5EF4-FFF2-40B4-BE49-F238E27FC236}">
                      <a16:creationId xmlns:a16="http://schemas.microsoft.com/office/drawing/2014/main" id="{5F62AD87-40D2-449E-9AC7-544F07098FEB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3" name="object 536">
                  <a:extLst>
                    <a:ext uri="{FF2B5EF4-FFF2-40B4-BE49-F238E27FC236}">
                      <a16:creationId xmlns:a16="http://schemas.microsoft.com/office/drawing/2014/main" id="{DA9A774C-3AB4-4599-AF29-83E67AD1EE47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4" name="object 537">
                  <a:extLst>
                    <a:ext uri="{FF2B5EF4-FFF2-40B4-BE49-F238E27FC236}">
                      <a16:creationId xmlns:a16="http://schemas.microsoft.com/office/drawing/2014/main" id="{4990592F-380E-4907-91B0-C849864ADCA2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5" name="object 538">
                  <a:extLst>
                    <a:ext uri="{FF2B5EF4-FFF2-40B4-BE49-F238E27FC236}">
                      <a16:creationId xmlns:a16="http://schemas.microsoft.com/office/drawing/2014/main" id="{7B5F9FB2-457D-480C-B74A-5DEA8E2A9BF1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6" name="object 539">
                  <a:extLst>
                    <a:ext uri="{FF2B5EF4-FFF2-40B4-BE49-F238E27FC236}">
                      <a16:creationId xmlns:a16="http://schemas.microsoft.com/office/drawing/2014/main" id="{11E8C329-6737-41A6-8399-083700C6BA15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7" name="object 540">
                  <a:extLst>
                    <a:ext uri="{FF2B5EF4-FFF2-40B4-BE49-F238E27FC236}">
                      <a16:creationId xmlns:a16="http://schemas.microsoft.com/office/drawing/2014/main" id="{F8F0A44F-5900-4454-832D-3E092FB0B285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8" name="object 541">
                  <a:extLst>
                    <a:ext uri="{FF2B5EF4-FFF2-40B4-BE49-F238E27FC236}">
                      <a16:creationId xmlns:a16="http://schemas.microsoft.com/office/drawing/2014/main" id="{D6F88DC7-47C9-4007-B509-BBAAFBB5D314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9" name="object 542">
                  <a:extLst>
                    <a:ext uri="{FF2B5EF4-FFF2-40B4-BE49-F238E27FC236}">
                      <a16:creationId xmlns:a16="http://schemas.microsoft.com/office/drawing/2014/main" id="{D0B0B082-543E-4B71-A5E8-830CED1FA0D5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0" name="object 543">
                  <a:extLst>
                    <a:ext uri="{FF2B5EF4-FFF2-40B4-BE49-F238E27FC236}">
                      <a16:creationId xmlns:a16="http://schemas.microsoft.com/office/drawing/2014/main" id="{C80B604A-0BC7-422B-BE96-BB415B8C76A2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1" name="object 544">
                  <a:extLst>
                    <a:ext uri="{FF2B5EF4-FFF2-40B4-BE49-F238E27FC236}">
                      <a16:creationId xmlns:a16="http://schemas.microsoft.com/office/drawing/2014/main" id="{F4A427BF-7F32-4A52-8CE6-4F49FE0215DD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2" name="object 545">
                  <a:extLst>
                    <a:ext uri="{FF2B5EF4-FFF2-40B4-BE49-F238E27FC236}">
                      <a16:creationId xmlns:a16="http://schemas.microsoft.com/office/drawing/2014/main" id="{6DC7D036-5C1B-456D-8AD9-D74A15BF7F58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3" name="object 546">
                  <a:extLst>
                    <a:ext uri="{FF2B5EF4-FFF2-40B4-BE49-F238E27FC236}">
                      <a16:creationId xmlns:a16="http://schemas.microsoft.com/office/drawing/2014/main" id="{E374F111-D480-4422-9638-DB398ADCE33A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4" name="object 547">
                  <a:extLst>
                    <a:ext uri="{FF2B5EF4-FFF2-40B4-BE49-F238E27FC236}">
                      <a16:creationId xmlns:a16="http://schemas.microsoft.com/office/drawing/2014/main" id="{E8FD3118-A3CC-4ACF-BAD7-E501EFFE9A79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5" name="object 548">
                  <a:extLst>
                    <a:ext uri="{FF2B5EF4-FFF2-40B4-BE49-F238E27FC236}">
                      <a16:creationId xmlns:a16="http://schemas.microsoft.com/office/drawing/2014/main" id="{1D9E2FD3-6F72-47CA-9833-76C5901D3C0A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6" name="object 549">
                  <a:extLst>
                    <a:ext uri="{FF2B5EF4-FFF2-40B4-BE49-F238E27FC236}">
                      <a16:creationId xmlns:a16="http://schemas.microsoft.com/office/drawing/2014/main" id="{A551DAEC-79E6-45A3-BCC5-26C65D6BD604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7" name="object 550">
                  <a:extLst>
                    <a:ext uri="{FF2B5EF4-FFF2-40B4-BE49-F238E27FC236}">
                      <a16:creationId xmlns:a16="http://schemas.microsoft.com/office/drawing/2014/main" id="{12FE0A01-427D-429B-9337-C7218DB21A29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8" name="object 551">
                  <a:extLst>
                    <a:ext uri="{FF2B5EF4-FFF2-40B4-BE49-F238E27FC236}">
                      <a16:creationId xmlns:a16="http://schemas.microsoft.com/office/drawing/2014/main" id="{F0710DB9-B0E4-4025-B36E-97C4AAD1436F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9" name="object 552">
                  <a:extLst>
                    <a:ext uri="{FF2B5EF4-FFF2-40B4-BE49-F238E27FC236}">
                      <a16:creationId xmlns:a16="http://schemas.microsoft.com/office/drawing/2014/main" id="{7D6D7F56-D922-4F58-85CA-A113A6026386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0" name="object 553">
                  <a:extLst>
                    <a:ext uri="{FF2B5EF4-FFF2-40B4-BE49-F238E27FC236}">
                      <a16:creationId xmlns:a16="http://schemas.microsoft.com/office/drawing/2014/main" id="{1A9A4607-D997-4A1F-8B9C-E186E2008EED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1" name="object 554">
                  <a:extLst>
                    <a:ext uri="{FF2B5EF4-FFF2-40B4-BE49-F238E27FC236}">
                      <a16:creationId xmlns:a16="http://schemas.microsoft.com/office/drawing/2014/main" id="{2B7FF383-4A88-4EBC-A9D2-C7FD39560991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2" name="object 555">
                  <a:extLst>
                    <a:ext uri="{FF2B5EF4-FFF2-40B4-BE49-F238E27FC236}">
                      <a16:creationId xmlns:a16="http://schemas.microsoft.com/office/drawing/2014/main" id="{75C3013C-EC52-4C1A-BFAF-A8E5D1ED88C4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3" name="object 556">
                  <a:extLst>
                    <a:ext uri="{FF2B5EF4-FFF2-40B4-BE49-F238E27FC236}">
                      <a16:creationId xmlns:a16="http://schemas.microsoft.com/office/drawing/2014/main" id="{1B051F0A-6DED-4045-B606-F6E3177DCB1E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4" name="object 557">
                  <a:extLst>
                    <a:ext uri="{FF2B5EF4-FFF2-40B4-BE49-F238E27FC236}">
                      <a16:creationId xmlns:a16="http://schemas.microsoft.com/office/drawing/2014/main" id="{F212DFEB-C2E7-4EA3-9037-6DBAF0F07FFF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5" name="object 558">
                  <a:extLst>
                    <a:ext uri="{FF2B5EF4-FFF2-40B4-BE49-F238E27FC236}">
                      <a16:creationId xmlns:a16="http://schemas.microsoft.com/office/drawing/2014/main" id="{9BDCF02F-320A-4076-9932-41B7EDDAD052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6" name="object 559">
                  <a:extLst>
                    <a:ext uri="{FF2B5EF4-FFF2-40B4-BE49-F238E27FC236}">
                      <a16:creationId xmlns:a16="http://schemas.microsoft.com/office/drawing/2014/main" id="{101C5A75-BE91-44BE-881D-991A57883A4A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7" name="object 560">
                  <a:extLst>
                    <a:ext uri="{FF2B5EF4-FFF2-40B4-BE49-F238E27FC236}">
                      <a16:creationId xmlns:a16="http://schemas.microsoft.com/office/drawing/2014/main" id="{A3832B63-A64E-4CB0-8FE0-4FA7BB528B50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8" name="object 561">
                  <a:extLst>
                    <a:ext uri="{FF2B5EF4-FFF2-40B4-BE49-F238E27FC236}">
                      <a16:creationId xmlns:a16="http://schemas.microsoft.com/office/drawing/2014/main" id="{2D462010-F3E9-42CE-B613-E10CEF970668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9" name="object 562">
                  <a:extLst>
                    <a:ext uri="{FF2B5EF4-FFF2-40B4-BE49-F238E27FC236}">
                      <a16:creationId xmlns:a16="http://schemas.microsoft.com/office/drawing/2014/main" id="{B2F33630-C757-446E-8653-C3B5B57DF9EE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0" name="object 563">
                  <a:extLst>
                    <a:ext uri="{FF2B5EF4-FFF2-40B4-BE49-F238E27FC236}">
                      <a16:creationId xmlns:a16="http://schemas.microsoft.com/office/drawing/2014/main" id="{EAB4DB2A-581D-4DD0-B558-4B014A81099D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1" name="object 564">
                  <a:extLst>
                    <a:ext uri="{FF2B5EF4-FFF2-40B4-BE49-F238E27FC236}">
                      <a16:creationId xmlns:a16="http://schemas.microsoft.com/office/drawing/2014/main" id="{CC614766-EC43-45BB-9130-F31F404A805B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2" name="object 565">
                  <a:extLst>
                    <a:ext uri="{FF2B5EF4-FFF2-40B4-BE49-F238E27FC236}">
                      <a16:creationId xmlns:a16="http://schemas.microsoft.com/office/drawing/2014/main" id="{CC635016-BB2D-42FC-903F-6DB3E334E4DF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3" name="object 566">
                  <a:extLst>
                    <a:ext uri="{FF2B5EF4-FFF2-40B4-BE49-F238E27FC236}">
                      <a16:creationId xmlns:a16="http://schemas.microsoft.com/office/drawing/2014/main" id="{ADFC4779-7721-404D-B7EC-79104232CB56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4" name="object 567">
                  <a:extLst>
                    <a:ext uri="{FF2B5EF4-FFF2-40B4-BE49-F238E27FC236}">
                      <a16:creationId xmlns:a16="http://schemas.microsoft.com/office/drawing/2014/main" id="{7067779D-CD9F-497D-875F-F47BD6C83295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5" name="object 568">
                  <a:extLst>
                    <a:ext uri="{FF2B5EF4-FFF2-40B4-BE49-F238E27FC236}">
                      <a16:creationId xmlns:a16="http://schemas.microsoft.com/office/drawing/2014/main" id="{D1849FCB-C200-4BF4-9EE3-BDA6122A2077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6" name="object 569">
                  <a:extLst>
                    <a:ext uri="{FF2B5EF4-FFF2-40B4-BE49-F238E27FC236}">
                      <a16:creationId xmlns:a16="http://schemas.microsoft.com/office/drawing/2014/main" id="{924878B5-D251-480A-BE22-EB6C273C444D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7" name="object 570">
                  <a:extLst>
                    <a:ext uri="{FF2B5EF4-FFF2-40B4-BE49-F238E27FC236}">
                      <a16:creationId xmlns:a16="http://schemas.microsoft.com/office/drawing/2014/main" id="{6BA39B79-3DA1-4E07-90ED-61C48A253D21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8" name="object 571">
                  <a:extLst>
                    <a:ext uri="{FF2B5EF4-FFF2-40B4-BE49-F238E27FC236}">
                      <a16:creationId xmlns:a16="http://schemas.microsoft.com/office/drawing/2014/main" id="{0F6D2770-1CB6-46C0-8708-EBB3ECB50C59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9" name="object 572">
                  <a:extLst>
                    <a:ext uri="{FF2B5EF4-FFF2-40B4-BE49-F238E27FC236}">
                      <a16:creationId xmlns:a16="http://schemas.microsoft.com/office/drawing/2014/main" id="{536D9E4D-AD2C-471F-A526-99297A2C5A39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0" name="object 573">
                  <a:extLst>
                    <a:ext uri="{FF2B5EF4-FFF2-40B4-BE49-F238E27FC236}">
                      <a16:creationId xmlns:a16="http://schemas.microsoft.com/office/drawing/2014/main" id="{89143382-E2ED-4B16-91C8-B1752F659F54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1" name="object 574">
                  <a:extLst>
                    <a:ext uri="{FF2B5EF4-FFF2-40B4-BE49-F238E27FC236}">
                      <a16:creationId xmlns:a16="http://schemas.microsoft.com/office/drawing/2014/main" id="{5EB9BA21-26BA-4D57-8ECE-67D3D77858CA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2" name="object 575">
                  <a:extLst>
                    <a:ext uri="{FF2B5EF4-FFF2-40B4-BE49-F238E27FC236}">
                      <a16:creationId xmlns:a16="http://schemas.microsoft.com/office/drawing/2014/main" id="{B67C65A7-E93C-4583-8154-99399151D778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3" name="object 576">
                  <a:extLst>
                    <a:ext uri="{FF2B5EF4-FFF2-40B4-BE49-F238E27FC236}">
                      <a16:creationId xmlns:a16="http://schemas.microsoft.com/office/drawing/2014/main" id="{E629C557-5806-4C60-9508-D8A6B12941ED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4" name="object 577">
                  <a:extLst>
                    <a:ext uri="{FF2B5EF4-FFF2-40B4-BE49-F238E27FC236}">
                      <a16:creationId xmlns:a16="http://schemas.microsoft.com/office/drawing/2014/main" id="{776D5DF1-3242-4C95-A063-05A6AD4B6706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5" name="object 578">
                  <a:extLst>
                    <a:ext uri="{FF2B5EF4-FFF2-40B4-BE49-F238E27FC236}">
                      <a16:creationId xmlns:a16="http://schemas.microsoft.com/office/drawing/2014/main" id="{E2A1D0C2-7B9B-43DE-8297-B57057790DD6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6" name="object 579">
                  <a:extLst>
                    <a:ext uri="{FF2B5EF4-FFF2-40B4-BE49-F238E27FC236}">
                      <a16:creationId xmlns:a16="http://schemas.microsoft.com/office/drawing/2014/main" id="{B747EA3D-4D85-4C20-9A28-679F20422E9D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7" name="object 580">
                  <a:extLst>
                    <a:ext uri="{FF2B5EF4-FFF2-40B4-BE49-F238E27FC236}">
                      <a16:creationId xmlns:a16="http://schemas.microsoft.com/office/drawing/2014/main" id="{F8DFE8C1-E7BC-485E-9CC1-0D15C3F522DA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8" name="object 581">
                  <a:extLst>
                    <a:ext uri="{FF2B5EF4-FFF2-40B4-BE49-F238E27FC236}">
                      <a16:creationId xmlns:a16="http://schemas.microsoft.com/office/drawing/2014/main" id="{04C5B1C7-7037-43FD-86CC-C1943E057E57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9" name="object 582">
                  <a:extLst>
                    <a:ext uri="{FF2B5EF4-FFF2-40B4-BE49-F238E27FC236}">
                      <a16:creationId xmlns:a16="http://schemas.microsoft.com/office/drawing/2014/main" id="{E8E74F2F-E244-4D84-8DBC-F6E1DC889C9E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0" name="object 583">
                  <a:extLst>
                    <a:ext uri="{FF2B5EF4-FFF2-40B4-BE49-F238E27FC236}">
                      <a16:creationId xmlns:a16="http://schemas.microsoft.com/office/drawing/2014/main" id="{536C3D3C-5C55-4DEC-A3DE-CBDEAB9B0844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1" name="object 584">
                  <a:extLst>
                    <a:ext uri="{FF2B5EF4-FFF2-40B4-BE49-F238E27FC236}">
                      <a16:creationId xmlns:a16="http://schemas.microsoft.com/office/drawing/2014/main" id="{60F19FD1-EC0B-499E-912D-CA45A55FAE07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2" name="object 585">
                  <a:extLst>
                    <a:ext uri="{FF2B5EF4-FFF2-40B4-BE49-F238E27FC236}">
                      <a16:creationId xmlns:a16="http://schemas.microsoft.com/office/drawing/2014/main" id="{1C492311-36DF-4B14-8701-B1DC0C02CA15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3" name="object 586">
                  <a:extLst>
                    <a:ext uri="{FF2B5EF4-FFF2-40B4-BE49-F238E27FC236}">
                      <a16:creationId xmlns:a16="http://schemas.microsoft.com/office/drawing/2014/main" id="{3A2D67C3-5F5A-4754-ABC3-D479EB6DB171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4" name="object 587">
                  <a:extLst>
                    <a:ext uri="{FF2B5EF4-FFF2-40B4-BE49-F238E27FC236}">
                      <a16:creationId xmlns:a16="http://schemas.microsoft.com/office/drawing/2014/main" id="{3C02EBBE-9D92-483A-AA9C-73F0BA377CF2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5" name="object 588">
                  <a:extLst>
                    <a:ext uri="{FF2B5EF4-FFF2-40B4-BE49-F238E27FC236}">
                      <a16:creationId xmlns:a16="http://schemas.microsoft.com/office/drawing/2014/main" id="{B9DFCF87-B44A-4669-8E02-2700B32B444B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6" name="object 589">
                  <a:extLst>
                    <a:ext uri="{FF2B5EF4-FFF2-40B4-BE49-F238E27FC236}">
                      <a16:creationId xmlns:a16="http://schemas.microsoft.com/office/drawing/2014/main" id="{10D8900A-6EEA-4628-8401-6C50E3456B9D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7" name="object 590">
                  <a:extLst>
                    <a:ext uri="{FF2B5EF4-FFF2-40B4-BE49-F238E27FC236}">
                      <a16:creationId xmlns:a16="http://schemas.microsoft.com/office/drawing/2014/main" id="{265F3453-BFCA-49FA-9F0A-64C7B612508C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8" name="object 591">
                  <a:extLst>
                    <a:ext uri="{FF2B5EF4-FFF2-40B4-BE49-F238E27FC236}">
                      <a16:creationId xmlns:a16="http://schemas.microsoft.com/office/drawing/2014/main" id="{7764C12F-2333-41EC-BA91-95CAE5CBC897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9" name="object 592">
                  <a:extLst>
                    <a:ext uri="{FF2B5EF4-FFF2-40B4-BE49-F238E27FC236}">
                      <a16:creationId xmlns:a16="http://schemas.microsoft.com/office/drawing/2014/main" id="{FC0E4680-515C-45C5-88E7-585B2F82BD95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0" name="object 593">
                  <a:extLst>
                    <a:ext uri="{FF2B5EF4-FFF2-40B4-BE49-F238E27FC236}">
                      <a16:creationId xmlns:a16="http://schemas.microsoft.com/office/drawing/2014/main" id="{1F02C666-416F-4A50-B7A5-ECFCE61ECC1F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1" name="object 594">
                  <a:extLst>
                    <a:ext uri="{FF2B5EF4-FFF2-40B4-BE49-F238E27FC236}">
                      <a16:creationId xmlns:a16="http://schemas.microsoft.com/office/drawing/2014/main" id="{DE788C36-3A85-4A53-AAC4-71442529B8DE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2" name="object 595">
                  <a:extLst>
                    <a:ext uri="{FF2B5EF4-FFF2-40B4-BE49-F238E27FC236}">
                      <a16:creationId xmlns:a16="http://schemas.microsoft.com/office/drawing/2014/main" id="{4245AD2F-2ABA-4969-AA8F-A4022A002FCC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3" name="object 596">
                  <a:extLst>
                    <a:ext uri="{FF2B5EF4-FFF2-40B4-BE49-F238E27FC236}">
                      <a16:creationId xmlns:a16="http://schemas.microsoft.com/office/drawing/2014/main" id="{AC8E4451-D806-45EC-A3F1-31793C41EF4D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4" name="object 597">
                  <a:extLst>
                    <a:ext uri="{FF2B5EF4-FFF2-40B4-BE49-F238E27FC236}">
                      <a16:creationId xmlns:a16="http://schemas.microsoft.com/office/drawing/2014/main" id="{BBF6F2ED-C199-415A-9C6C-A3A2C7BDE731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5" name="object 598">
                  <a:extLst>
                    <a:ext uri="{FF2B5EF4-FFF2-40B4-BE49-F238E27FC236}">
                      <a16:creationId xmlns:a16="http://schemas.microsoft.com/office/drawing/2014/main" id="{57B47A73-DB9D-4E3E-B790-A460A66FD998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6" name="object 599">
                  <a:extLst>
                    <a:ext uri="{FF2B5EF4-FFF2-40B4-BE49-F238E27FC236}">
                      <a16:creationId xmlns:a16="http://schemas.microsoft.com/office/drawing/2014/main" id="{3C84A018-4D66-4B71-AB21-13B4E183306C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7" name="object 600">
                  <a:extLst>
                    <a:ext uri="{FF2B5EF4-FFF2-40B4-BE49-F238E27FC236}">
                      <a16:creationId xmlns:a16="http://schemas.microsoft.com/office/drawing/2014/main" id="{A7AB7F8D-B50D-4AFD-9884-6B63E36ACA58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8" name="object 601">
                  <a:extLst>
                    <a:ext uri="{FF2B5EF4-FFF2-40B4-BE49-F238E27FC236}">
                      <a16:creationId xmlns:a16="http://schemas.microsoft.com/office/drawing/2014/main" id="{A056173C-9C12-4B22-90FF-75AB0C3E0F2B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9" name="object 602">
                  <a:extLst>
                    <a:ext uri="{FF2B5EF4-FFF2-40B4-BE49-F238E27FC236}">
                      <a16:creationId xmlns:a16="http://schemas.microsoft.com/office/drawing/2014/main" id="{65A766B1-F74A-472B-9931-C43A2A710810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0" name="object 603">
                  <a:extLst>
                    <a:ext uri="{FF2B5EF4-FFF2-40B4-BE49-F238E27FC236}">
                      <a16:creationId xmlns:a16="http://schemas.microsoft.com/office/drawing/2014/main" id="{F9B0DEA8-D827-4DA7-B0A1-F4691454CEA1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1" name="object 604">
                  <a:extLst>
                    <a:ext uri="{FF2B5EF4-FFF2-40B4-BE49-F238E27FC236}">
                      <a16:creationId xmlns:a16="http://schemas.microsoft.com/office/drawing/2014/main" id="{ACE91706-8DAC-4056-8ABA-E0C64D48D1A2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2" name="object 605">
                  <a:extLst>
                    <a:ext uri="{FF2B5EF4-FFF2-40B4-BE49-F238E27FC236}">
                      <a16:creationId xmlns:a16="http://schemas.microsoft.com/office/drawing/2014/main" id="{209EA568-4FCB-41A6-A00D-7E19E1590EA2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3" name="object 606">
                  <a:extLst>
                    <a:ext uri="{FF2B5EF4-FFF2-40B4-BE49-F238E27FC236}">
                      <a16:creationId xmlns:a16="http://schemas.microsoft.com/office/drawing/2014/main" id="{F4A0D2C4-0CFC-468D-A56A-899164A4F325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4" name="object 607">
                  <a:extLst>
                    <a:ext uri="{FF2B5EF4-FFF2-40B4-BE49-F238E27FC236}">
                      <a16:creationId xmlns:a16="http://schemas.microsoft.com/office/drawing/2014/main" id="{35043973-2EFD-4DB4-8020-A20DFDD3D40D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5" name="object 608">
                  <a:extLst>
                    <a:ext uri="{FF2B5EF4-FFF2-40B4-BE49-F238E27FC236}">
                      <a16:creationId xmlns:a16="http://schemas.microsoft.com/office/drawing/2014/main" id="{438AAE6A-511D-4ABC-90AA-27EAC1AF444C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6" name="object 609">
                  <a:extLst>
                    <a:ext uri="{FF2B5EF4-FFF2-40B4-BE49-F238E27FC236}">
                      <a16:creationId xmlns:a16="http://schemas.microsoft.com/office/drawing/2014/main" id="{AF2BCEAD-E380-45E6-B6AF-8C02A987BB1E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7" name="object 610">
                  <a:extLst>
                    <a:ext uri="{FF2B5EF4-FFF2-40B4-BE49-F238E27FC236}">
                      <a16:creationId xmlns:a16="http://schemas.microsoft.com/office/drawing/2014/main" id="{528B37CA-3AA2-4253-A888-AE4E7F8769C1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8" name="object 611">
                  <a:extLst>
                    <a:ext uri="{FF2B5EF4-FFF2-40B4-BE49-F238E27FC236}">
                      <a16:creationId xmlns:a16="http://schemas.microsoft.com/office/drawing/2014/main" id="{39E06694-C620-433E-864B-AA9C1F77994C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9" name="object 612">
                  <a:extLst>
                    <a:ext uri="{FF2B5EF4-FFF2-40B4-BE49-F238E27FC236}">
                      <a16:creationId xmlns:a16="http://schemas.microsoft.com/office/drawing/2014/main" id="{02FD8671-9D1E-4953-BF08-A9E982236D3F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0" name="object 613">
                  <a:extLst>
                    <a:ext uri="{FF2B5EF4-FFF2-40B4-BE49-F238E27FC236}">
                      <a16:creationId xmlns:a16="http://schemas.microsoft.com/office/drawing/2014/main" id="{726EED5C-FF80-4A01-A89F-BD4C9511191A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1" name="object 614">
                  <a:extLst>
                    <a:ext uri="{FF2B5EF4-FFF2-40B4-BE49-F238E27FC236}">
                      <a16:creationId xmlns:a16="http://schemas.microsoft.com/office/drawing/2014/main" id="{303A9A88-F2AC-44BB-B62A-9BA3F194C9C8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2" name="object 615">
                  <a:extLst>
                    <a:ext uri="{FF2B5EF4-FFF2-40B4-BE49-F238E27FC236}">
                      <a16:creationId xmlns:a16="http://schemas.microsoft.com/office/drawing/2014/main" id="{A03F832E-5718-4E2A-B0D9-A92BF8B6ED6E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3" name="object 616">
                  <a:extLst>
                    <a:ext uri="{FF2B5EF4-FFF2-40B4-BE49-F238E27FC236}">
                      <a16:creationId xmlns:a16="http://schemas.microsoft.com/office/drawing/2014/main" id="{0B4D930F-6FB6-47BE-92A6-A5957033E49A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4" name="object 617">
                  <a:extLst>
                    <a:ext uri="{FF2B5EF4-FFF2-40B4-BE49-F238E27FC236}">
                      <a16:creationId xmlns:a16="http://schemas.microsoft.com/office/drawing/2014/main" id="{1FB3EBFC-054D-4A03-86FA-FEDC81F55F95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5" name="object 618">
                  <a:extLst>
                    <a:ext uri="{FF2B5EF4-FFF2-40B4-BE49-F238E27FC236}">
                      <a16:creationId xmlns:a16="http://schemas.microsoft.com/office/drawing/2014/main" id="{FFCA7E16-AA1D-4D63-88D1-0EA1759236F4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6" name="object 619">
                  <a:extLst>
                    <a:ext uri="{FF2B5EF4-FFF2-40B4-BE49-F238E27FC236}">
                      <a16:creationId xmlns:a16="http://schemas.microsoft.com/office/drawing/2014/main" id="{444C83BD-C522-4760-80B2-393FC18BEE61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7" name="object 620">
                  <a:extLst>
                    <a:ext uri="{FF2B5EF4-FFF2-40B4-BE49-F238E27FC236}">
                      <a16:creationId xmlns:a16="http://schemas.microsoft.com/office/drawing/2014/main" id="{7CFA7641-7747-414C-8A83-6A11C333B4BB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8" name="object 621">
                  <a:extLst>
                    <a:ext uri="{FF2B5EF4-FFF2-40B4-BE49-F238E27FC236}">
                      <a16:creationId xmlns:a16="http://schemas.microsoft.com/office/drawing/2014/main" id="{5E251423-DD23-432E-AD68-3A834EDDC296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9" name="object 622">
                  <a:extLst>
                    <a:ext uri="{FF2B5EF4-FFF2-40B4-BE49-F238E27FC236}">
                      <a16:creationId xmlns:a16="http://schemas.microsoft.com/office/drawing/2014/main" id="{4EBC3248-79E7-4F95-AC5C-7C2A512C59B3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0" name="object 623">
                  <a:extLst>
                    <a:ext uri="{FF2B5EF4-FFF2-40B4-BE49-F238E27FC236}">
                      <a16:creationId xmlns:a16="http://schemas.microsoft.com/office/drawing/2014/main" id="{177D5348-FFDE-432C-AEB9-5D63CEBD6C36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1" name="object 624">
                  <a:extLst>
                    <a:ext uri="{FF2B5EF4-FFF2-40B4-BE49-F238E27FC236}">
                      <a16:creationId xmlns:a16="http://schemas.microsoft.com/office/drawing/2014/main" id="{3846F43B-CD01-474F-9E1F-E52E055DF913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2" name="object 625">
                  <a:extLst>
                    <a:ext uri="{FF2B5EF4-FFF2-40B4-BE49-F238E27FC236}">
                      <a16:creationId xmlns:a16="http://schemas.microsoft.com/office/drawing/2014/main" id="{96F01F41-1A9E-43CA-9BB2-AB039E300C07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3" name="object 626">
                  <a:extLst>
                    <a:ext uri="{FF2B5EF4-FFF2-40B4-BE49-F238E27FC236}">
                      <a16:creationId xmlns:a16="http://schemas.microsoft.com/office/drawing/2014/main" id="{10B3ED2F-4650-44A8-947C-A9F29CCF0E19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4" name="object 627">
                  <a:extLst>
                    <a:ext uri="{FF2B5EF4-FFF2-40B4-BE49-F238E27FC236}">
                      <a16:creationId xmlns:a16="http://schemas.microsoft.com/office/drawing/2014/main" id="{C32C03DA-D683-4A4C-AE03-61C9662432CA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5" name="object 628">
                  <a:extLst>
                    <a:ext uri="{FF2B5EF4-FFF2-40B4-BE49-F238E27FC236}">
                      <a16:creationId xmlns:a16="http://schemas.microsoft.com/office/drawing/2014/main" id="{254A8573-A491-4FCE-BEE6-F5524EA39AB3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6" name="object 629">
                  <a:extLst>
                    <a:ext uri="{FF2B5EF4-FFF2-40B4-BE49-F238E27FC236}">
                      <a16:creationId xmlns:a16="http://schemas.microsoft.com/office/drawing/2014/main" id="{DCEFB273-2A0E-4DEC-A3FB-37264204CA03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7" name="object 630">
                  <a:extLst>
                    <a:ext uri="{FF2B5EF4-FFF2-40B4-BE49-F238E27FC236}">
                      <a16:creationId xmlns:a16="http://schemas.microsoft.com/office/drawing/2014/main" id="{1C325862-C3D8-4783-9575-664D572E9E31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8" name="object 631">
                  <a:extLst>
                    <a:ext uri="{FF2B5EF4-FFF2-40B4-BE49-F238E27FC236}">
                      <a16:creationId xmlns:a16="http://schemas.microsoft.com/office/drawing/2014/main" id="{97FD290C-6F2D-4659-AF68-328BF6D29FBD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9" name="object 632">
                  <a:extLst>
                    <a:ext uri="{FF2B5EF4-FFF2-40B4-BE49-F238E27FC236}">
                      <a16:creationId xmlns:a16="http://schemas.microsoft.com/office/drawing/2014/main" id="{DE3B2B41-3B09-466B-81D4-9BF09D629A54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0" name="object 633">
                  <a:extLst>
                    <a:ext uri="{FF2B5EF4-FFF2-40B4-BE49-F238E27FC236}">
                      <a16:creationId xmlns:a16="http://schemas.microsoft.com/office/drawing/2014/main" id="{4E4B7ED1-016D-461E-91FD-2BB368AC56B8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1" name="object 634">
                  <a:extLst>
                    <a:ext uri="{FF2B5EF4-FFF2-40B4-BE49-F238E27FC236}">
                      <a16:creationId xmlns:a16="http://schemas.microsoft.com/office/drawing/2014/main" id="{274D72DC-B93F-43F4-BB21-5D51E4B493DD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2" name="object 635">
                  <a:extLst>
                    <a:ext uri="{FF2B5EF4-FFF2-40B4-BE49-F238E27FC236}">
                      <a16:creationId xmlns:a16="http://schemas.microsoft.com/office/drawing/2014/main" id="{D975080A-D09B-4A71-9B69-C43F161CC2B2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3" name="object 636">
                  <a:extLst>
                    <a:ext uri="{FF2B5EF4-FFF2-40B4-BE49-F238E27FC236}">
                      <a16:creationId xmlns:a16="http://schemas.microsoft.com/office/drawing/2014/main" id="{A9CC42BA-92F1-4B1A-8C39-DE8B4B9A9F0C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4" name="object 637">
                  <a:extLst>
                    <a:ext uri="{FF2B5EF4-FFF2-40B4-BE49-F238E27FC236}">
                      <a16:creationId xmlns:a16="http://schemas.microsoft.com/office/drawing/2014/main" id="{18A236AD-9F50-4B57-B26F-7260C322819E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5" name="object 638">
                  <a:extLst>
                    <a:ext uri="{FF2B5EF4-FFF2-40B4-BE49-F238E27FC236}">
                      <a16:creationId xmlns:a16="http://schemas.microsoft.com/office/drawing/2014/main" id="{AC3655F7-6571-4AB2-8E6F-5F472C934B5F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6" name="object 639">
                  <a:extLst>
                    <a:ext uri="{FF2B5EF4-FFF2-40B4-BE49-F238E27FC236}">
                      <a16:creationId xmlns:a16="http://schemas.microsoft.com/office/drawing/2014/main" id="{10A9158C-FF99-4428-8849-ED0823FF3DB0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7" name="object 640">
                  <a:extLst>
                    <a:ext uri="{FF2B5EF4-FFF2-40B4-BE49-F238E27FC236}">
                      <a16:creationId xmlns:a16="http://schemas.microsoft.com/office/drawing/2014/main" id="{027BE85B-9996-4E79-A34D-1CC55A106A5B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8" name="object 641">
                  <a:extLst>
                    <a:ext uri="{FF2B5EF4-FFF2-40B4-BE49-F238E27FC236}">
                      <a16:creationId xmlns:a16="http://schemas.microsoft.com/office/drawing/2014/main" id="{B56572EF-E84B-492D-A15A-C74E3763811A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9" name="object 642">
                  <a:extLst>
                    <a:ext uri="{FF2B5EF4-FFF2-40B4-BE49-F238E27FC236}">
                      <a16:creationId xmlns:a16="http://schemas.microsoft.com/office/drawing/2014/main" id="{9481A7D9-BA4C-43DF-991E-7D2C4DB9B691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0" name="object 643">
                  <a:extLst>
                    <a:ext uri="{FF2B5EF4-FFF2-40B4-BE49-F238E27FC236}">
                      <a16:creationId xmlns:a16="http://schemas.microsoft.com/office/drawing/2014/main" id="{9AEBCDF6-B58B-4DAC-926D-41A24F10D550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1" name="object 644">
                  <a:extLst>
                    <a:ext uri="{FF2B5EF4-FFF2-40B4-BE49-F238E27FC236}">
                      <a16:creationId xmlns:a16="http://schemas.microsoft.com/office/drawing/2014/main" id="{09C47BDC-C595-458D-8CBF-DF0EE080FFFD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2" name="object 645">
                  <a:extLst>
                    <a:ext uri="{FF2B5EF4-FFF2-40B4-BE49-F238E27FC236}">
                      <a16:creationId xmlns:a16="http://schemas.microsoft.com/office/drawing/2014/main" id="{6E946480-722C-4DC8-871E-25E8E0C38B6E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3" name="object 646">
                  <a:extLst>
                    <a:ext uri="{FF2B5EF4-FFF2-40B4-BE49-F238E27FC236}">
                      <a16:creationId xmlns:a16="http://schemas.microsoft.com/office/drawing/2014/main" id="{02051910-7F83-431A-8300-062558550605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4" name="object 647">
                  <a:extLst>
                    <a:ext uri="{FF2B5EF4-FFF2-40B4-BE49-F238E27FC236}">
                      <a16:creationId xmlns:a16="http://schemas.microsoft.com/office/drawing/2014/main" id="{8B5A795E-91B5-44CC-A7E9-8D4682764A73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5" name="object 648">
                  <a:extLst>
                    <a:ext uri="{FF2B5EF4-FFF2-40B4-BE49-F238E27FC236}">
                      <a16:creationId xmlns:a16="http://schemas.microsoft.com/office/drawing/2014/main" id="{B0811ABE-1458-436C-9AEF-D4DD1D26611B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6" name="object 649">
                  <a:extLst>
                    <a:ext uri="{FF2B5EF4-FFF2-40B4-BE49-F238E27FC236}">
                      <a16:creationId xmlns:a16="http://schemas.microsoft.com/office/drawing/2014/main" id="{8D65D968-4FB6-4964-811E-7835724206E5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7" name="object 650">
                  <a:extLst>
                    <a:ext uri="{FF2B5EF4-FFF2-40B4-BE49-F238E27FC236}">
                      <a16:creationId xmlns:a16="http://schemas.microsoft.com/office/drawing/2014/main" id="{D7569E18-6D16-4ED7-B535-CEADD14092D4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8" name="object 651">
                  <a:extLst>
                    <a:ext uri="{FF2B5EF4-FFF2-40B4-BE49-F238E27FC236}">
                      <a16:creationId xmlns:a16="http://schemas.microsoft.com/office/drawing/2014/main" id="{0FD2A813-FBC0-47BA-98A8-96C7936C985B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9" name="object 652">
                  <a:extLst>
                    <a:ext uri="{FF2B5EF4-FFF2-40B4-BE49-F238E27FC236}">
                      <a16:creationId xmlns:a16="http://schemas.microsoft.com/office/drawing/2014/main" id="{0D501CFF-B90D-4BBC-9874-B0060339A7C3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0" name="object 653">
                  <a:extLst>
                    <a:ext uri="{FF2B5EF4-FFF2-40B4-BE49-F238E27FC236}">
                      <a16:creationId xmlns:a16="http://schemas.microsoft.com/office/drawing/2014/main" id="{F9ADE28E-A8E5-40C6-8021-7DE28EFB93E0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1" name="object 654">
                  <a:extLst>
                    <a:ext uri="{FF2B5EF4-FFF2-40B4-BE49-F238E27FC236}">
                      <a16:creationId xmlns:a16="http://schemas.microsoft.com/office/drawing/2014/main" id="{4B611824-3EB6-40EE-A549-C7B5107C3081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2" name="object 655">
                  <a:extLst>
                    <a:ext uri="{FF2B5EF4-FFF2-40B4-BE49-F238E27FC236}">
                      <a16:creationId xmlns:a16="http://schemas.microsoft.com/office/drawing/2014/main" id="{88A2A1EA-8888-429B-BBAC-8B8C4190F650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3" name="object 656">
                  <a:extLst>
                    <a:ext uri="{FF2B5EF4-FFF2-40B4-BE49-F238E27FC236}">
                      <a16:creationId xmlns:a16="http://schemas.microsoft.com/office/drawing/2014/main" id="{B8BE9050-8D58-4081-9212-36175B5A7926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4" name="object 657">
                  <a:extLst>
                    <a:ext uri="{FF2B5EF4-FFF2-40B4-BE49-F238E27FC236}">
                      <a16:creationId xmlns:a16="http://schemas.microsoft.com/office/drawing/2014/main" id="{2D18DBAB-5D34-4ABD-8D09-862B71E34049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5" name="object 658">
                  <a:extLst>
                    <a:ext uri="{FF2B5EF4-FFF2-40B4-BE49-F238E27FC236}">
                      <a16:creationId xmlns:a16="http://schemas.microsoft.com/office/drawing/2014/main" id="{EDA69CE3-51E8-4F14-BBB6-6C57890D2E83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6" name="object 659">
                  <a:extLst>
                    <a:ext uri="{FF2B5EF4-FFF2-40B4-BE49-F238E27FC236}">
                      <a16:creationId xmlns:a16="http://schemas.microsoft.com/office/drawing/2014/main" id="{8A46131F-3400-4151-9C81-24F5626E3C00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7" name="object 660">
                  <a:extLst>
                    <a:ext uri="{FF2B5EF4-FFF2-40B4-BE49-F238E27FC236}">
                      <a16:creationId xmlns:a16="http://schemas.microsoft.com/office/drawing/2014/main" id="{6533254D-A7C0-41DA-A56F-49D6C2CF803D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8" name="object 661">
                  <a:extLst>
                    <a:ext uri="{FF2B5EF4-FFF2-40B4-BE49-F238E27FC236}">
                      <a16:creationId xmlns:a16="http://schemas.microsoft.com/office/drawing/2014/main" id="{1366B249-DC14-471F-99B2-5AF5AF7E7F54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9" name="object 662">
                  <a:extLst>
                    <a:ext uri="{FF2B5EF4-FFF2-40B4-BE49-F238E27FC236}">
                      <a16:creationId xmlns:a16="http://schemas.microsoft.com/office/drawing/2014/main" id="{7EA17454-5E50-4D08-87A6-B09EB02B83B6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0" name="object 663">
                  <a:extLst>
                    <a:ext uri="{FF2B5EF4-FFF2-40B4-BE49-F238E27FC236}">
                      <a16:creationId xmlns:a16="http://schemas.microsoft.com/office/drawing/2014/main" id="{2C50F40B-1025-484D-AA9E-27CCD3497BF1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1" name="object 664">
                  <a:extLst>
                    <a:ext uri="{FF2B5EF4-FFF2-40B4-BE49-F238E27FC236}">
                      <a16:creationId xmlns:a16="http://schemas.microsoft.com/office/drawing/2014/main" id="{E019C96F-22FD-4B58-9450-0DAEDD47E72C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2" name="object 665">
                  <a:extLst>
                    <a:ext uri="{FF2B5EF4-FFF2-40B4-BE49-F238E27FC236}">
                      <a16:creationId xmlns:a16="http://schemas.microsoft.com/office/drawing/2014/main" id="{E7241BE6-7DC1-435D-A85F-93C256AD833B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3" name="object 666">
                  <a:extLst>
                    <a:ext uri="{FF2B5EF4-FFF2-40B4-BE49-F238E27FC236}">
                      <a16:creationId xmlns:a16="http://schemas.microsoft.com/office/drawing/2014/main" id="{34B4FE36-ED79-4B26-ADA7-AC09F40B8916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4" name="object 667">
                  <a:extLst>
                    <a:ext uri="{FF2B5EF4-FFF2-40B4-BE49-F238E27FC236}">
                      <a16:creationId xmlns:a16="http://schemas.microsoft.com/office/drawing/2014/main" id="{3995343D-7623-47A2-AAA7-C7672A21B969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5" name="object 668">
                  <a:extLst>
                    <a:ext uri="{FF2B5EF4-FFF2-40B4-BE49-F238E27FC236}">
                      <a16:creationId xmlns:a16="http://schemas.microsoft.com/office/drawing/2014/main" id="{C00B60C4-0E64-4466-8556-DB3D45173350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6" name="object 669">
                  <a:extLst>
                    <a:ext uri="{FF2B5EF4-FFF2-40B4-BE49-F238E27FC236}">
                      <a16:creationId xmlns:a16="http://schemas.microsoft.com/office/drawing/2014/main" id="{A266EE27-672B-4944-A1CE-5A2FF55B4594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7" name="object 670">
                  <a:extLst>
                    <a:ext uri="{FF2B5EF4-FFF2-40B4-BE49-F238E27FC236}">
                      <a16:creationId xmlns:a16="http://schemas.microsoft.com/office/drawing/2014/main" id="{13E611A4-3835-47F3-9066-010FD422916C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8" name="object 671">
                  <a:extLst>
                    <a:ext uri="{FF2B5EF4-FFF2-40B4-BE49-F238E27FC236}">
                      <a16:creationId xmlns:a16="http://schemas.microsoft.com/office/drawing/2014/main" id="{2A366FB8-32F1-443B-A91B-F5E39EB31A81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9" name="object 672">
                  <a:extLst>
                    <a:ext uri="{FF2B5EF4-FFF2-40B4-BE49-F238E27FC236}">
                      <a16:creationId xmlns:a16="http://schemas.microsoft.com/office/drawing/2014/main" id="{6C080251-BE34-46A3-AE01-0E5AF017892E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0" name="object 673">
                  <a:extLst>
                    <a:ext uri="{FF2B5EF4-FFF2-40B4-BE49-F238E27FC236}">
                      <a16:creationId xmlns:a16="http://schemas.microsoft.com/office/drawing/2014/main" id="{9572F5C4-47A0-475C-98E2-D5467A64A3D5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1" name="object 674">
                  <a:extLst>
                    <a:ext uri="{FF2B5EF4-FFF2-40B4-BE49-F238E27FC236}">
                      <a16:creationId xmlns:a16="http://schemas.microsoft.com/office/drawing/2014/main" id="{796DF75F-1A11-4173-A1FC-73C2A001346F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2" name="object 675">
                  <a:extLst>
                    <a:ext uri="{FF2B5EF4-FFF2-40B4-BE49-F238E27FC236}">
                      <a16:creationId xmlns:a16="http://schemas.microsoft.com/office/drawing/2014/main" id="{20485B11-E3AE-4E9F-A789-19162F93608F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3" name="object 676">
                  <a:extLst>
                    <a:ext uri="{FF2B5EF4-FFF2-40B4-BE49-F238E27FC236}">
                      <a16:creationId xmlns:a16="http://schemas.microsoft.com/office/drawing/2014/main" id="{7C61244C-4F59-42AC-9F92-B76249927D46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4" name="object 677">
                  <a:extLst>
                    <a:ext uri="{FF2B5EF4-FFF2-40B4-BE49-F238E27FC236}">
                      <a16:creationId xmlns:a16="http://schemas.microsoft.com/office/drawing/2014/main" id="{9A922040-1036-48EB-BEF0-45729ADEA49C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5" name="object 678">
                  <a:extLst>
                    <a:ext uri="{FF2B5EF4-FFF2-40B4-BE49-F238E27FC236}">
                      <a16:creationId xmlns:a16="http://schemas.microsoft.com/office/drawing/2014/main" id="{F5AC3905-812F-4FFA-8600-46E3172D15B6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6" name="object 679">
                  <a:extLst>
                    <a:ext uri="{FF2B5EF4-FFF2-40B4-BE49-F238E27FC236}">
                      <a16:creationId xmlns:a16="http://schemas.microsoft.com/office/drawing/2014/main" id="{AA58CFF4-63E9-4F8C-B8E3-13343745DC05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7" name="object 680">
                  <a:extLst>
                    <a:ext uri="{FF2B5EF4-FFF2-40B4-BE49-F238E27FC236}">
                      <a16:creationId xmlns:a16="http://schemas.microsoft.com/office/drawing/2014/main" id="{C921623A-A991-47C6-A2FE-8FC253E49E46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8" name="object 681">
                  <a:extLst>
                    <a:ext uri="{FF2B5EF4-FFF2-40B4-BE49-F238E27FC236}">
                      <a16:creationId xmlns:a16="http://schemas.microsoft.com/office/drawing/2014/main" id="{69651063-3634-4506-ACE4-A60DEA23A638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9" name="object 682">
                  <a:extLst>
                    <a:ext uri="{FF2B5EF4-FFF2-40B4-BE49-F238E27FC236}">
                      <a16:creationId xmlns:a16="http://schemas.microsoft.com/office/drawing/2014/main" id="{0BB84285-AB92-4379-A106-FD7060D5F00E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0" name="object 683">
                  <a:extLst>
                    <a:ext uri="{FF2B5EF4-FFF2-40B4-BE49-F238E27FC236}">
                      <a16:creationId xmlns:a16="http://schemas.microsoft.com/office/drawing/2014/main" id="{F0ED9456-27F9-4915-89B4-EEE339B9CD5D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1" name="object 684">
                  <a:extLst>
                    <a:ext uri="{FF2B5EF4-FFF2-40B4-BE49-F238E27FC236}">
                      <a16:creationId xmlns:a16="http://schemas.microsoft.com/office/drawing/2014/main" id="{052BBDF8-818B-4B89-88EE-100A157D7B15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2" name="object 685">
                  <a:extLst>
                    <a:ext uri="{FF2B5EF4-FFF2-40B4-BE49-F238E27FC236}">
                      <a16:creationId xmlns:a16="http://schemas.microsoft.com/office/drawing/2014/main" id="{A523CDD8-3ABE-4025-9E3E-12E04A8F8655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3" name="object 686">
                  <a:extLst>
                    <a:ext uri="{FF2B5EF4-FFF2-40B4-BE49-F238E27FC236}">
                      <a16:creationId xmlns:a16="http://schemas.microsoft.com/office/drawing/2014/main" id="{80C6F18A-6D41-46A4-8E86-7F98A1FCC422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4" name="object 687">
                  <a:extLst>
                    <a:ext uri="{FF2B5EF4-FFF2-40B4-BE49-F238E27FC236}">
                      <a16:creationId xmlns:a16="http://schemas.microsoft.com/office/drawing/2014/main" id="{42C747EF-B80B-4E04-BBBC-57DC2098A2AD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5" name="object 688">
                  <a:extLst>
                    <a:ext uri="{FF2B5EF4-FFF2-40B4-BE49-F238E27FC236}">
                      <a16:creationId xmlns:a16="http://schemas.microsoft.com/office/drawing/2014/main" id="{252EA404-A597-46E2-BFD3-8569FA6E2282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6" name="object 689">
                  <a:extLst>
                    <a:ext uri="{FF2B5EF4-FFF2-40B4-BE49-F238E27FC236}">
                      <a16:creationId xmlns:a16="http://schemas.microsoft.com/office/drawing/2014/main" id="{56A1E3F0-1674-4504-9899-514CBF89F110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7" name="object 690">
                  <a:extLst>
                    <a:ext uri="{FF2B5EF4-FFF2-40B4-BE49-F238E27FC236}">
                      <a16:creationId xmlns:a16="http://schemas.microsoft.com/office/drawing/2014/main" id="{6C681F31-E98B-4F9F-9390-9B4C89462E6A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8" name="object 691">
                  <a:extLst>
                    <a:ext uri="{FF2B5EF4-FFF2-40B4-BE49-F238E27FC236}">
                      <a16:creationId xmlns:a16="http://schemas.microsoft.com/office/drawing/2014/main" id="{88B4CF8D-0B40-402E-8CE3-95A91A157BD1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9" name="object 692">
                  <a:extLst>
                    <a:ext uri="{FF2B5EF4-FFF2-40B4-BE49-F238E27FC236}">
                      <a16:creationId xmlns:a16="http://schemas.microsoft.com/office/drawing/2014/main" id="{84B2FED8-2254-4D97-AAD4-1237241E4CD0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0" name="object 693">
                  <a:extLst>
                    <a:ext uri="{FF2B5EF4-FFF2-40B4-BE49-F238E27FC236}">
                      <a16:creationId xmlns:a16="http://schemas.microsoft.com/office/drawing/2014/main" id="{22A53B11-DBF0-4F8E-BDB9-EA716F4D12C0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1" name="object 694">
                  <a:extLst>
                    <a:ext uri="{FF2B5EF4-FFF2-40B4-BE49-F238E27FC236}">
                      <a16:creationId xmlns:a16="http://schemas.microsoft.com/office/drawing/2014/main" id="{E6B42426-8643-4E92-9758-E08FF61E3DE9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2" name="object 695">
                  <a:extLst>
                    <a:ext uri="{FF2B5EF4-FFF2-40B4-BE49-F238E27FC236}">
                      <a16:creationId xmlns:a16="http://schemas.microsoft.com/office/drawing/2014/main" id="{BF11BFEB-E540-4AF1-BBB8-ADA9407BBE12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3" name="object 696">
                  <a:extLst>
                    <a:ext uri="{FF2B5EF4-FFF2-40B4-BE49-F238E27FC236}">
                      <a16:creationId xmlns:a16="http://schemas.microsoft.com/office/drawing/2014/main" id="{8D5300EC-2370-46F0-9773-39DA09412C6D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4" name="object 697">
                  <a:extLst>
                    <a:ext uri="{FF2B5EF4-FFF2-40B4-BE49-F238E27FC236}">
                      <a16:creationId xmlns:a16="http://schemas.microsoft.com/office/drawing/2014/main" id="{00715B52-C623-4F9F-B10F-53DD653F77BD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5" name="object 698">
                  <a:extLst>
                    <a:ext uri="{FF2B5EF4-FFF2-40B4-BE49-F238E27FC236}">
                      <a16:creationId xmlns:a16="http://schemas.microsoft.com/office/drawing/2014/main" id="{5F5DD2D9-5687-4C44-BB2C-2C34ED14ADA4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6" name="object 699">
                  <a:extLst>
                    <a:ext uri="{FF2B5EF4-FFF2-40B4-BE49-F238E27FC236}">
                      <a16:creationId xmlns:a16="http://schemas.microsoft.com/office/drawing/2014/main" id="{28E185D2-4921-47AF-9829-E7AF8AC058C0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7" name="object 700">
                  <a:extLst>
                    <a:ext uri="{FF2B5EF4-FFF2-40B4-BE49-F238E27FC236}">
                      <a16:creationId xmlns:a16="http://schemas.microsoft.com/office/drawing/2014/main" id="{39C511B1-1E27-48DA-B5C6-60C1ED11854D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8" name="object 701">
                  <a:extLst>
                    <a:ext uri="{FF2B5EF4-FFF2-40B4-BE49-F238E27FC236}">
                      <a16:creationId xmlns:a16="http://schemas.microsoft.com/office/drawing/2014/main" id="{7211E4E5-ACD7-4492-9D43-FDFA5957ED40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9" name="object 702">
                  <a:extLst>
                    <a:ext uri="{FF2B5EF4-FFF2-40B4-BE49-F238E27FC236}">
                      <a16:creationId xmlns:a16="http://schemas.microsoft.com/office/drawing/2014/main" id="{B5C470B3-337A-4F89-AE16-C868B47AB347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0" name="object 703">
                  <a:extLst>
                    <a:ext uri="{FF2B5EF4-FFF2-40B4-BE49-F238E27FC236}">
                      <a16:creationId xmlns:a16="http://schemas.microsoft.com/office/drawing/2014/main" id="{220FBEC9-BF45-4CD2-BD4D-B4C06C1C4514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1" name="object 704">
                  <a:extLst>
                    <a:ext uri="{FF2B5EF4-FFF2-40B4-BE49-F238E27FC236}">
                      <a16:creationId xmlns:a16="http://schemas.microsoft.com/office/drawing/2014/main" id="{C2F32A72-4334-44D7-9C97-23BA2337A5BF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2" name="object 705">
                  <a:extLst>
                    <a:ext uri="{FF2B5EF4-FFF2-40B4-BE49-F238E27FC236}">
                      <a16:creationId xmlns:a16="http://schemas.microsoft.com/office/drawing/2014/main" id="{16C4BC36-574A-4A3B-8A10-DB555CBFA84F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3" name="object 706">
                  <a:extLst>
                    <a:ext uri="{FF2B5EF4-FFF2-40B4-BE49-F238E27FC236}">
                      <a16:creationId xmlns:a16="http://schemas.microsoft.com/office/drawing/2014/main" id="{5BAC338D-1034-43B9-97AF-69371E212231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4" name="object 707">
                  <a:extLst>
                    <a:ext uri="{FF2B5EF4-FFF2-40B4-BE49-F238E27FC236}">
                      <a16:creationId xmlns:a16="http://schemas.microsoft.com/office/drawing/2014/main" id="{685E8EA5-8236-46F2-A25F-979491CFD912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5" name="object 708">
                  <a:extLst>
                    <a:ext uri="{FF2B5EF4-FFF2-40B4-BE49-F238E27FC236}">
                      <a16:creationId xmlns:a16="http://schemas.microsoft.com/office/drawing/2014/main" id="{C1ECD0E7-A45E-4539-8537-E3A8B7B8B505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6" name="object 709">
                  <a:extLst>
                    <a:ext uri="{FF2B5EF4-FFF2-40B4-BE49-F238E27FC236}">
                      <a16:creationId xmlns:a16="http://schemas.microsoft.com/office/drawing/2014/main" id="{D2D7126B-6D52-41D6-8BDD-03E9874DF6D4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7" name="object 710">
                  <a:extLst>
                    <a:ext uri="{FF2B5EF4-FFF2-40B4-BE49-F238E27FC236}">
                      <a16:creationId xmlns:a16="http://schemas.microsoft.com/office/drawing/2014/main" id="{DEBBB536-C7AA-4453-98DF-454DC4BB77A9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8" name="object 711">
                  <a:extLst>
                    <a:ext uri="{FF2B5EF4-FFF2-40B4-BE49-F238E27FC236}">
                      <a16:creationId xmlns:a16="http://schemas.microsoft.com/office/drawing/2014/main" id="{8E01D8A3-9DA6-40E0-B474-4C7D2BF5244D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9" name="object 712">
                  <a:extLst>
                    <a:ext uri="{FF2B5EF4-FFF2-40B4-BE49-F238E27FC236}">
                      <a16:creationId xmlns:a16="http://schemas.microsoft.com/office/drawing/2014/main" id="{8EF91C28-9156-4EE1-B851-E64F18107584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0" name="object 713">
                  <a:extLst>
                    <a:ext uri="{FF2B5EF4-FFF2-40B4-BE49-F238E27FC236}">
                      <a16:creationId xmlns:a16="http://schemas.microsoft.com/office/drawing/2014/main" id="{1850757C-71A9-402E-9B24-CB26AFEBB149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1" name="object 714">
                  <a:extLst>
                    <a:ext uri="{FF2B5EF4-FFF2-40B4-BE49-F238E27FC236}">
                      <a16:creationId xmlns:a16="http://schemas.microsoft.com/office/drawing/2014/main" id="{437DC1B1-5F45-40E0-88E5-D8DB58D1C043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2" name="object 715">
                  <a:extLst>
                    <a:ext uri="{FF2B5EF4-FFF2-40B4-BE49-F238E27FC236}">
                      <a16:creationId xmlns:a16="http://schemas.microsoft.com/office/drawing/2014/main" id="{C46292D8-E438-4FDF-B0BA-127210B37BAA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3" name="object 716">
                  <a:extLst>
                    <a:ext uri="{FF2B5EF4-FFF2-40B4-BE49-F238E27FC236}">
                      <a16:creationId xmlns:a16="http://schemas.microsoft.com/office/drawing/2014/main" id="{B1A7CD97-284D-4DFF-9320-4DAFF66BECFE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4" name="object 717">
                  <a:extLst>
                    <a:ext uri="{FF2B5EF4-FFF2-40B4-BE49-F238E27FC236}">
                      <a16:creationId xmlns:a16="http://schemas.microsoft.com/office/drawing/2014/main" id="{A7B0F660-9542-49A6-9048-91832B42E32C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5" name="object 718">
                  <a:extLst>
                    <a:ext uri="{FF2B5EF4-FFF2-40B4-BE49-F238E27FC236}">
                      <a16:creationId xmlns:a16="http://schemas.microsoft.com/office/drawing/2014/main" id="{3BBFAC42-4FAC-43D4-BC02-830AB51A5608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6" name="object 719">
                  <a:extLst>
                    <a:ext uri="{FF2B5EF4-FFF2-40B4-BE49-F238E27FC236}">
                      <a16:creationId xmlns:a16="http://schemas.microsoft.com/office/drawing/2014/main" id="{7938E229-9F7D-4621-BC01-3858A3CD14A5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7" name="object 720">
                  <a:extLst>
                    <a:ext uri="{FF2B5EF4-FFF2-40B4-BE49-F238E27FC236}">
                      <a16:creationId xmlns:a16="http://schemas.microsoft.com/office/drawing/2014/main" id="{80111210-93DB-4C1F-B036-096CC72DDD1F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8" name="object 721">
                  <a:extLst>
                    <a:ext uri="{FF2B5EF4-FFF2-40B4-BE49-F238E27FC236}">
                      <a16:creationId xmlns:a16="http://schemas.microsoft.com/office/drawing/2014/main" id="{54B9F7F0-0571-4870-B8FA-E361007C8FEC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9" name="object 722">
                  <a:extLst>
                    <a:ext uri="{FF2B5EF4-FFF2-40B4-BE49-F238E27FC236}">
                      <a16:creationId xmlns:a16="http://schemas.microsoft.com/office/drawing/2014/main" id="{DCD66556-7B43-4B01-9CFC-249A3D4ECA70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0" name="object 723">
                  <a:extLst>
                    <a:ext uri="{FF2B5EF4-FFF2-40B4-BE49-F238E27FC236}">
                      <a16:creationId xmlns:a16="http://schemas.microsoft.com/office/drawing/2014/main" id="{0C3BC318-AA01-4823-9298-8D4529876B8E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1" name="object 724">
                  <a:extLst>
                    <a:ext uri="{FF2B5EF4-FFF2-40B4-BE49-F238E27FC236}">
                      <a16:creationId xmlns:a16="http://schemas.microsoft.com/office/drawing/2014/main" id="{CDD66677-EDE1-479C-A9DA-47D96F21188B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2" name="object 725">
                  <a:extLst>
                    <a:ext uri="{FF2B5EF4-FFF2-40B4-BE49-F238E27FC236}">
                      <a16:creationId xmlns:a16="http://schemas.microsoft.com/office/drawing/2014/main" id="{6D3123B9-CBDB-4F37-BEC3-F958A92CBDAD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3" name="object 726">
                  <a:extLst>
                    <a:ext uri="{FF2B5EF4-FFF2-40B4-BE49-F238E27FC236}">
                      <a16:creationId xmlns:a16="http://schemas.microsoft.com/office/drawing/2014/main" id="{005B240E-222D-4D72-A974-BA5A62CBE1BB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4" name="object 727">
                  <a:extLst>
                    <a:ext uri="{FF2B5EF4-FFF2-40B4-BE49-F238E27FC236}">
                      <a16:creationId xmlns:a16="http://schemas.microsoft.com/office/drawing/2014/main" id="{D2B33746-328A-4550-BEB1-55C9018DA319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5" name="object 728">
                  <a:extLst>
                    <a:ext uri="{FF2B5EF4-FFF2-40B4-BE49-F238E27FC236}">
                      <a16:creationId xmlns:a16="http://schemas.microsoft.com/office/drawing/2014/main" id="{D3F4D1B9-FDB6-46F2-ACDF-620C0E242229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6" name="object 729">
                  <a:extLst>
                    <a:ext uri="{FF2B5EF4-FFF2-40B4-BE49-F238E27FC236}">
                      <a16:creationId xmlns:a16="http://schemas.microsoft.com/office/drawing/2014/main" id="{A7C6F22F-4532-4BB0-87E0-09EAB30CF2BE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7" name="object 730">
                  <a:extLst>
                    <a:ext uri="{FF2B5EF4-FFF2-40B4-BE49-F238E27FC236}">
                      <a16:creationId xmlns:a16="http://schemas.microsoft.com/office/drawing/2014/main" id="{B74A8B1F-C061-4694-BE27-9C92F7252625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8" name="object 731">
                  <a:extLst>
                    <a:ext uri="{FF2B5EF4-FFF2-40B4-BE49-F238E27FC236}">
                      <a16:creationId xmlns:a16="http://schemas.microsoft.com/office/drawing/2014/main" id="{8D7E6237-8B8D-4230-BE49-7B0F9CCAE466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9" name="object 732">
                  <a:extLst>
                    <a:ext uri="{FF2B5EF4-FFF2-40B4-BE49-F238E27FC236}">
                      <a16:creationId xmlns:a16="http://schemas.microsoft.com/office/drawing/2014/main" id="{DACA7950-9CEA-4355-A008-27C1419B2257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0" name="object 733">
                  <a:extLst>
                    <a:ext uri="{FF2B5EF4-FFF2-40B4-BE49-F238E27FC236}">
                      <a16:creationId xmlns:a16="http://schemas.microsoft.com/office/drawing/2014/main" id="{BA3D4364-672A-4D12-A1C1-9932C558DB9E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1" name="object 734">
                  <a:extLst>
                    <a:ext uri="{FF2B5EF4-FFF2-40B4-BE49-F238E27FC236}">
                      <a16:creationId xmlns:a16="http://schemas.microsoft.com/office/drawing/2014/main" id="{97244C10-AB41-4F91-876A-6CBFB4EC5D82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2" name="object 735">
                  <a:extLst>
                    <a:ext uri="{FF2B5EF4-FFF2-40B4-BE49-F238E27FC236}">
                      <a16:creationId xmlns:a16="http://schemas.microsoft.com/office/drawing/2014/main" id="{8C9113C5-9519-49B3-908F-6F0D5CFF2092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3" name="object 736">
                  <a:extLst>
                    <a:ext uri="{FF2B5EF4-FFF2-40B4-BE49-F238E27FC236}">
                      <a16:creationId xmlns:a16="http://schemas.microsoft.com/office/drawing/2014/main" id="{B8C89EDC-D465-4F6B-BEB8-419773989829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4" name="object 737">
                  <a:extLst>
                    <a:ext uri="{FF2B5EF4-FFF2-40B4-BE49-F238E27FC236}">
                      <a16:creationId xmlns:a16="http://schemas.microsoft.com/office/drawing/2014/main" id="{C25DEBD6-E769-4767-B23B-5673F044227F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5" name="object 738">
                  <a:extLst>
                    <a:ext uri="{FF2B5EF4-FFF2-40B4-BE49-F238E27FC236}">
                      <a16:creationId xmlns:a16="http://schemas.microsoft.com/office/drawing/2014/main" id="{F1778DD4-4F03-40CB-9D2A-BB181D9D83B1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6" name="object 739">
                  <a:extLst>
                    <a:ext uri="{FF2B5EF4-FFF2-40B4-BE49-F238E27FC236}">
                      <a16:creationId xmlns:a16="http://schemas.microsoft.com/office/drawing/2014/main" id="{6D0B942B-F995-46C2-8866-FE1D9A667C53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7" name="object 740">
                  <a:extLst>
                    <a:ext uri="{FF2B5EF4-FFF2-40B4-BE49-F238E27FC236}">
                      <a16:creationId xmlns:a16="http://schemas.microsoft.com/office/drawing/2014/main" id="{644AD5C4-8334-4918-A9F4-2B61AF17F798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8" name="object 741">
                  <a:extLst>
                    <a:ext uri="{FF2B5EF4-FFF2-40B4-BE49-F238E27FC236}">
                      <a16:creationId xmlns:a16="http://schemas.microsoft.com/office/drawing/2014/main" id="{40D90BAC-9E4C-4E80-9F07-1C38E949E781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9" name="object 742">
                  <a:extLst>
                    <a:ext uri="{FF2B5EF4-FFF2-40B4-BE49-F238E27FC236}">
                      <a16:creationId xmlns:a16="http://schemas.microsoft.com/office/drawing/2014/main" id="{F4683B27-650C-43B9-A3BD-AD5F00A5E019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0" name="object 743">
                  <a:extLst>
                    <a:ext uri="{FF2B5EF4-FFF2-40B4-BE49-F238E27FC236}">
                      <a16:creationId xmlns:a16="http://schemas.microsoft.com/office/drawing/2014/main" id="{8B8F1ECD-0D10-4F2B-A079-134DD4EB295C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1" name="object 744">
                  <a:extLst>
                    <a:ext uri="{FF2B5EF4-FFF2-40B4-BE49-F238E27FC236}">
                      <a16:creationId xmlns:a16="http://schemas.microsoft.com/office/drawing/2014/main" id="{F85AF311-5B67-4368-BE7E-C31D85E5EBB0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2" name="object 745">
                  <a:extLst>
                    <a:ext uri="{FF2B5EF4-FFF2-40B4-BE49-F238E27FC236}">
                      <a16:creationId xmlns:a16="http://schemas.microsoft.com/office/drawing/2014/main" id="{0508AB13-A9E5-4B01-83BE-1F3E3803DAA4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3" name="object 746">
                  <a:extLst>
                    <a:ext uri="{FF2B5EF4-FFF2-40B4-BE49-F238E27FC236}">
                      <a16:creationId xmlns:a16="http://schemas.microsoft.com/office/drawing/2014/main" id="{4E715B51-AD81-43AA-83A5-6D44FCC4241F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4" name="object 747">
                  <a:extLst>
                    <a:ext uri="{FF2B5EF4-FFF2-40B4-BE49-F238E27FC236}">
                      <a16:creationId xmlns:a16="http://schemas.microsoft.com/office/drawing/2014/main" id="{5B1CC5BF-110F-4FB2-B36E-C54AE4F8C8A1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5" name="object 748">
                  <a:extLst>
                    <a:ext uri="{FF2B5EF4-FFF2-40B4-BE49-F238E27FC236}">
                      <a16:creationId xmlns:a16="http://schemas.microsoft.com/office/drawing/2014/main" id="{446B3CE6-1C85-40BC-A45A-2D795043EE0C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6" name="object 749">
                  <a:extLst>
                    <a:ext uri="{FF2B5EF4-FFF2-40B4-BE49-F238E27FC236}">
                      <a16:creationId xmlns:a16="http://schemas.microsoft.com/office/drawing/2014/main" id="{34F0938C-FC3F-42C4-9973-37FBE2859675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7" name="object 750">
                  <a:extLst>
                    <a:ext uri="{FF2B5EF4-FFF2-40B4-BE49-F238E27FC236}">
                      <a16:creationId xmlns:a16="http://schemas.microsoft.com/office/drawing/2014/main" id="{765C00A9-3EB3-435A-A91D-01C7B4C4E679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8" name="object 751">
                  <a:extLst>
                    <a:ext uri="{FF2B5EF4-FFF2-40B4-BE49-F238E27FC236}">
                      <a16:creationId xmlns:a16="http://schemas.microsoft.com/office/drawing/2014/main" id="{351BB5E8-2BFC-4A60-AB4D-BA954A5F22BE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9" name="object 752">
                  <a:extLst>
                    <a:ext uri="{FF2B5EF4-FFF2-40B4-BE49-F238E27FC236}">
                      <a16:creationId xmlns:a16="http://schemas.microsoft.com/office/drawing/2014/main" id="{42441A37-E7F6-4F7E-AFC5-CBEA3097A0ED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0" name="object 753">
                  <a:extLst>
                    <a:ext uri="{FF2B5EF4-FFF2-40B4-BE49-F238E27FC236}">
                      <a16:creationId xmlns:a16="http://schemas.microsoft.com/office/drawing/2014/main" id="{3F316072-171E-48FE-9D33-DD600B159227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1" name="object 754">
                  <a:extLst>
                    <a:ext uri="{FF2B5EF4-FFF2-40B4-BE49-F238E27FC236}">
                      <a16:creationId xmlns:a16="http://schemas.microsoft.com/office/drawing/2014/main" id="{A66CACE9-770B-426A-B4FA-EE9AEB756679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2" name="object 755">
                  <a:extLst>
                    <a:ext uri="{FF2B5EF4-FFF2-40B4-BE49-F238E27FC236}">
                      <a16:creationId xmlns:a16="http://schemas.microsoft.com/office/drawing/2014/main" id="{C71A274E-A2FD-41FB-9CD5-B27112E24B9A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3" name="object 756">
                  <a:extLst>
                    <a:ext uri="{FF2B5EF4-FFF2-40B4-BE49-F238E27FC236}">
                      <a16:creationId xmlns:a16="http://schemas.microsoft.com/office/drawing/2014/main" id="{B535E0C2-F698-4270-9B6B-3A2302B76DFD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4" name="object 757">
                  <a:extLst>
                    <a:ext uri="{FF2B5EF4-FFF2-40B4-BE49-F238E27FC236}">
                      <a16:creationId xmlns:a16="http://schemas.microsoft.com/office/drawing/2014/main" id="{F4996C4F-7D0D-4696-8A33-40B61BC78242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5" name="object 758">
                  <a:extLst>
                    <a:ext uri="{FF2B5EF4-FFF2-40B4-BE49-F238E27FC236}">
                      <a16:creationId xmlns:a16="http://schemas.microsoft.com/office/drawing/2014/main" id="{DEA1200A-868D-4280-A88D-9AD42962FF16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6" name="object 759">
                  <a:extLst>
                    <a:ext uri="{FF2B5EF4-FFF2-40B4-BE49-F238E27FC236}">
                      <a16:creationId xmlns:a16="http://schemas.microsoft.com/office/drawing/2014/main" id="{39C22D20-F986-4854-8588-33159C214C97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7" name="object 760">
                  <a:extLst>
                    <a:ext uri="{FF2B5EF4-FFF2-40B4-BE49-F238E27FC236}">
                      <a16:creationId xmlns:a16="http://schemas.microsoft.com/office/drawing/2014/main" id="{D56AAF66-3E21-4F41-BC10-1C0C63DD698C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8" name="object 761">
                  <a:extLst>
                    <a:ext uri="{FF2B5EF4-FFF2-40B4-BE49-F238E27FC236}">
                      <a16:creationId xmlns:a16="http://schemas.microsoft.com/office/drawing/2014/main" id="{1D4198F2-4FD1-4A72-9134-B95FEC732056}"/>
                    </a:ext>
                  </a:extLst>
                </p:cNvPr>
                <p:cNvSpPr/>
                <p:nvPr/>
              </p:nvSpPr>
              <p:spPr>
                <a:xfrm>
                  <a:off x="8056179" y="575410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2578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52578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9" name="object 762">
                  <a:extLst>
                    <a:ext uri="{FF2B5EF4-FFF2-40B4-BE49-F238E27FC236}">
                      <a16:creationId xmlns:a16="http://schemas.microsoft.com/office/drawing/2014/main" id="{330B8BC3-F32A-4212-8D66-8C5F19F9D63E}"/>
                    </a:ext>
                  </a:extLst>
                </p:cNvPr>
                <p:cNvSpPr/>
                <p:nvPr/>
              </p:nvSpPr>
              <p:spPr>
                <a:xfrm>
                  <a:off x="80561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0" name="object 763">
                  <a:extLst>
                    <a:ext uri="{FF2B5EF4-FFF2-40B4-BE49-F238E27FC236}">
                      <a16:creationId xmlns:a16="http://schemas.microsoft.com/office/drawing/2014/main" id="{D7298350-3F47-4AE7-ADC6-47630C17B515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1" name="object 764">
                  <a:extLst>
                    <a:ext uri="{FF2B5EF4-FFF2-40B4-BE49-F238E27FC236}">
                      <a16:creationId xmlns:a16="http://schemas.microsoft.com/office/drawing/2014/main" id="{E70680ED-06B2-4E84-AC80-579577B0551E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2" name="object 765">
                  <a:extLst>
                    <a:ext uri="{FF2B5EF4-FFF2-40B4-BE49-F238E27FC236}">
                      <a16:creationId xmlns:a16="http://schemas.microsoft.com/office/drawing/2014/main" id="{7B51828D-B0C4-46A3-AA90-CD1BFA1F2EA0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3" name="object 766">
                  <a:extLst>
                    <a:ext uri="{FF2B5EF4-FFF2-40B4-BE49-F238E27FC236}">
                      <a16:creationId xmlns:a16="http://schemas.microsoft.com/office/drawing/2014/main" id="{BD57469F-3634-4D1E-BA39-F6ACEEFA1E7B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4" name="object 767">
                  <a:extLst>
                    <a:ext uri="{FF2B5EF4-FFF2-40B4-BE49-F238E27FC236}">
                      <a16:creationId xmlns:a16="http://schemas.microsoft.com/office/drawing/2014/main" id="{E35986D2-5308-4CD9-B9C7-492978B7E412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5" name="object 768">
                  <a:extLst>
                    <a:ext uri="{FF2B5EF4-FFF2-40B4-BE49-F238E27FC236}">
                      <a16:creationId xmlns:a16="http://schemas.microsoft.com/office/drawing/2014/main" id="{0C409167-DF08-4494-A59B-B4E4AD49542D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6" name="object 769">
                  <a:extLst>
                    <a:ext uri="{FF2B5EF4-FFF2-40B4-BE49-F238E27FC236}">
                      <a16:creationId xmlns:a16="http://schemas.microsoft.com/office/drawing/2014/main" id="{162760F8-CB3B-4EAE-9B15-A9A89B76F54A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7" name="object 770">
                  <a:extLst>
                    <a:ext uri="{FF2B5EF4-FFF2-40B4-BE49-F238E27FC236}">
                      <a16:creationId xmlns:a16="http://schemas.microsoft.com/office/drawing/2014/main" id="{81ABEB65-5218-4659-B019-1966BC6BD4AB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8" name="object 771">
                  <a:extLst>
                    <a:ext uri="{FF2B5EF4-FFF2-40B4-BE49-F238E27FC236}">
                      <a16:creationId xmlns:a16="http://schemas.microsoft.com/office/drawing/2014/main" id="{46D2DF14-6271-4DBB-A214-A257BF9D289E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9" name="object 772">
                  <a:extLst>
                    <a:ext uri="{FF2B5EF4-FFF2-40B4-BE49-F238E27FC236}">
                      <a16:creationId xmlns:a16="http://schemas.microsoft.com/office/drawing/2014/main" id="{9872A1E7-E55D-4B36-9CE1-AB6CC0ED6235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0" name="object 773">
                  <a:extLst>
                    <a:ext uri="{FF2B5EF4-FFF2-40B4-BE49-F238E27FC236}">
                      <a16:creationId xmlns:a16="http://schemas.microsoft.com/office/drawing/2014/main" id="{4922062E-0268-4978-84FF-47A1666B6EA4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1" name="object 774">
                  <a:extLst>
                    <a:ext uri="{FF2B5EF4-FFF2-40B4-BE49-F238E27FC236}">
                      <a16:creationId xmlns:a16="http://schemas.microsoft.com/office/drawing/2014/main" id="{6ED7D12A-3A8D-47B5-B43F-01412B78375C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2" name="object 775">
                  <a:extLst>
                    <a:ext uri="{FF2B5EF4-FFF2-40B4-BE49-F238E27FC236}">
                      <a16:creationId xmlns:a16="http://schemas.microsoft.com/office/drawing/2014/main" id="{5318F877-5222-4CA8-B614-F42131574AF6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3" name="object 776">
                  <a:extLst>
                    <a:ext uri="{FF2B5EF4-FFF2-40B4-BE49-F238E27FC236}">
                      <a16:creationId xmlns:a16="http://schemas.microsoft.com/office/drawing/2014/main" id="{161F9680-5E5B-427F-95E7-039BFBCCAD50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4" name="object 777">
                  <a:extLst>
                    <a:ext uri="{FF2B5EF4-FFF2-40B4-BE49-F238E27FC236}">
                      <a16:creationId xmlns:a16="http://schemas.microsoft.com/office/drawing/2014/main" id="{6CE9E2A9-A984-41CE-A924-7AF05801CB5B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5" name="object 778">
                  <a:extLst>
                    <a:ext uri="{FF2B5EF4-FFF2-40B4-BE49-F238E27FC236}">
                      <a16:creationId xmlns:a16="http://schemas.microsoft.com/office/drawing/2014/main" id="{41395A64-887D-4A67-90A4-25A254373C05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6" name="object 779">
                  <a:extLst>
                    <a:ext uri="{FF2B5EF4-FFF2-40B4-BE49-F238E27FC236}">
                      <a16:creationId xmlns:a16="http://schemas.microsoft.com/office/drawing/2014/main" id="{6FB31F76-6187-440A-A167-E445D3033F80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7" name="object 780">
                  <a:extLst>
                    <a:ext uri="{FF2B5EF4-FFF2-40B4-BE49-F238E27FC236}">
                      <a16:creationId xmlns:a16="http://schemas.microsoft.com/office/drawing/2014/main" id="{1510E47C-8252-4757-B12B-D6AA2CCA4369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8" name="object 781">
                  <a:extLst>
                    <a:ext uri="{FF2B5EF4-FFF2-40B4-BE49-F238E27FC236}">
                      <a16:creationId xmlns:a16="http://schemas.microsoft.com/office/drawing/2014/main" id="{0AC2571D-B118-4CEF-A529-2F7AC5C183BD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9" name="object 782">
                  <a:extLst>
                    <a:ext uri="{FF2B5EF4-FFF2-40B4-BE49-F238E27FC236}">
                      <a16:creationId xmlns:a16="http://schemas.microsoft.com/office/drawing/2014/main" id="{2DEAC065-EEB5-4E83-B2CF-BD94192E19D0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0" name="object 783">
                  <a:extLst>
                    <a:ext uri="{FF2B5EF4-FFF2-40B4-BE49-F238E27FC236}">
                      <a16:creationId xmlns:a16="http://schemas.microsoft.com/office/drawing/2014/main" id="{015A795B-1C14-4A81-9A22-7D9A2C00B3E3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1" name="object 784">
                  <a:extLst>
                    <a:ext uri="{FF2B5EF4-FFF2-40B4-BE49-F238E27FC236}">
                      <a16:creationId xmlns:a16="http://schemas.microsoft.com/office/drawing/2014/main" id="{4555424D-A2F2-48BD-84EB-296642C8069A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2" name="object 785">
                  <a:extLst>
                    <a:ext uri="{FF2B5EF4-FFF2-40B4-BE49-F238E27FC236}">
                      <a16:creationId xmlns:a16="http://schemas.microsoft.com/office/drawing/2014/main" id="{9C54D389-0C93-4DB5-B37B-EA6025BAB388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3" name="object 786">
                  <a:extLst>
                    <a:ext uri="{FF2B5EF4-FFF2-40B4-BE49-F238E27FC236}">
                      <a16:creationId xmlns:a16="http://schemas.microsoft.com/office/drawing/2014/main" id="{883CE4DC-9B32-432E-BD49-DDBFCC2B8507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4" name="object 787">
                  <a:extLst>
                    <a:ext uri="{FF2B5EF4-FFF2-40B4-BE49-F238E27FC236}">
                      <a16:creationId xmlns:a16="http://schemas.microsoft.com/office/drawing/2014/main" id="{C0A89CE4-DE89-4C32-909F-1DF8C93208A9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5" name="object 788">
                  <a:extLst>
                    <a:ext uri="{FF2B5EF4-FFF2-40B4-BE49-F238E27FC236}">
                      <a16:creationId xmlns:a16="http://schemas.microsoft.com/office/drawing/2014/main" id="{E906CAD5-5252-44BE-8961-ABF7AE9D7341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6" name="object 789">
                  <a:extLst>
                    <a:ext uri="{FF2B5EF4-FFF2-40B4-BE49-F238E27FC236}">
                      <a16:creationId xmlns:a16="http://schemas.microsoft.com/office/drawing/2014/main" id="{AE676D80-FFFD-47DB-974D-594F35EBB795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7" name="object 790">
                  <a:extLst>
                    <a:ext uri="{FF2B5EF4-FFF2-40B4-BE49-F238E27FC236}">
                      <a16:creationId xmlns:a16="http://schemas.microsoft.com/office/drawing/2014/main" id="{0A3209A5-63D9-4A91-BA7C-292161E70FA6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8" name="object 791">
                  <a:extLst>
                    <a:ext uri="{FF2B5EF4-FFF2-40B4-BE49-F238E27FC236}">
                      <a16:creationId xmlns:a16="http://schemas.microsoft.com/office/drawing/2014/main" id="{41D95E1E-BEFD-409F-A4EC-0F23695F4D5C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9" name="object 792">
                  <a:extLst>
                    <a:ext uri="{FF2B5EF4-FFF2-40B4-BE49-F238E27FC236}">
                      <a16:creationId xmlns:a16="http://schemas.microsoft.com/office/drawing/2014/main" id="{A4CE6650-93EA-4D50-9906-30CB0A9A3E17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0" name="object 793">
                  <a:extLst>
                    <a:ext uri="{FF2B5EF4-FFF2-40B4-BE49-F238E27FC236}">
                      <a16:creationId xmlns:a16="http://schemas.microsoft.com/office/drawing/2014/main" id="{605FA3EC-D3B7-4E14-914F-48FED79C0C71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1" name="object 794">
                  <a:extLst>
                    <a:ext uri="{FF2B5EF4-FFF2-40B4-BE49-F238E27FC236}">
                      <a16:creationId xmlns:a16="http://schemas.microsoft.com/office/drawing/2014/main" id="{929ABB9F-EBAF-4EC7-BE82-0068F7365585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2" name="object 795">
                  <a:extLst>
                    <a:ext uri="{FF2B5EF4-FFF2-40B4-BE49-F238E27FC236}">
                      <a16:creationId xmlns:a16="http://schemas.microsoft.com/office/drawing/2014/main" id="{6F9E21CA-775A-4643-B168-062CD2E7F308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3" name="object 796">
                  <a:extLst>
                    <a:ext uri="{FF2B5EF4-FFF2-40B4-BE49-F238E27FC236}">
                      <a16:creationId xmlns:a16="http://schemas.microsoft.com/office/drawing/2014/main" id="{47F99C05-D8A5-4BA2-A821-345AF72C597A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4" name="object 797">
                  <a:extLst>
                    <a:ext uri="{FF2B5EF4-FFF2-40B4-BE49-F238E27FC236}">
                      <a16:creationId xmlns:a16="http://schemas.microsoft.com/office/drawing/2014/main" id="{3F850155-CD90-46CA-8821-6E0218EFA15D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5" name="object 798">
                  <a:extLst>
                    <a:ext uri="{FF2B5EF4-FFF2-40B4-BE49-F238E27FC236}">
                      <a16:creationId xmlns:a16="http://schemas.microsoft.com/office/drawing/2014/main" id="{E0EF1F3E-74CB-4863-B62D-D9DA20AB0EC9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6" name="object 799">
                  <a:extLst>
                    <a:ext uri="{FF2B5EF4-FFF2-40B4-BE49-F238E27FC236}">
                      <a16:creationId xmlns:a16="http://schemas.microsoft.com/office/drawing/2014/main" id="{89A497E8-9ED8-467F-83AA-A256B2C53CBB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7" name="object 800">
                  <a:extLst>
                    <a:ext uri="{FF2B5EF4-FFF2-40B4-BE49-F238E27FC236}">
                      <a16:creationId xmlns:a16="http://schemas.microsoft.com/office/drawing/2014/main" id="{DE7AF483-CAC3-4721-AB13-0EF6A0A414C9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8" name="object 801">
                  <a:extLst>
                    <a:ext uri="{FF2B5EF4-FFF2-40B4-BE49-F238E27FC236}">
                      <a16:creationId xmlns:a16="http://schemas.microsoft.com/office/drawing/2014/main" id="{CCEA3F66-8EBD-4239-9479-0474B6819832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9" name="object 802">
                  <a:extLst>
                    <a:ext uri="{FF2B5EF4-FFF2-40B4-BE49-F238E27FC236}">
                      <a16:creationId xmlns:a16="http://schemas.microsoft.com/office/drawing/2014/main" id="{2F58856E-EA37-4F61-8B83-3B6994693A45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0" name="object 803">
                  <a:extLst>
                    <a:ext uri="{FF2B5EF4-FFF2-40B4-BE49-F238E27FC236}">
                      <a16:creationId xmlns:a16="http://schemas.microsoft.com/office/drawing/2014/main" id="{EE16BA40-BDA4-4117-882D-EDEE6D36C498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1" name="object 804">
                  <a:extLst>
                    <a:ext uri="{FF2B5EF4-FFF2-40B4-BE49-F238E27FC236}">
                      <a16:creationId xmlns:a16="http://schemas.microsoft.com/office/drawing/2014/main" id="{042A0AF7-269C-4F03-8BE4-9698A9DA1F8C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2" name="object 805">
                  <a:extLst>
                    <a:ext uri="{FF2B5EF4-FFF2-40B4-BE49-F238E27FC236}">
                      <a16:creationId xmlns:a16="http://schemas.microsoft.com/office/drawing/2014/main" id="{CF8951D4-DD4E-40BD-BC0A-8B9DBB13DC75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3" name="object 806">
                  <a:extLst>
                    <a:ext uri="{FF2B5EF4-FFF2-40B4-BE49-F238E27FC236}">
                      <a16:creationId xmlns:a16="http://schemas.microsoft.com/office/drawing/2014/main" id="{56265A7F-B118-4C91-B829-A2A90E616588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4" name="object 807">
                  <a:extLst>
                    <a:ext uri="{FF2B5EF4-FFF2-40B4-BE49-F238E27FC236}">
                      <a16:creationId xmlns:a16="http://schemas.microsoft.com/office/drawing/2014/main" id="{741D59F4-CD0D-436C-BC09-63A1F7AFA493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5" name="object 808">
                  <a:extLst>
                    <a:ext uri="{FF2B5EF4-FFF2-40B4-BE49-F238E27FC236}">
                      <a16:creationId xmlns:a16="http://schemas.microsoft.com/office/drawing/2014/main" id="{4F3EEDD1-3532-4385-806D-105EB9232272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6" name="object 809">
                  <a:extLst>
                    <a:ext uri="{FF2B5EF4-FFF2-40B4-BE49-F238E27FC236}">
                      <a16:creationId xmlns:a16="http://schemas.microsoft.com/office/drawing/2014/main" id="{36DC313B-FE05-4493-A66E-10CEA3776A4E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7" name="object 810">
                  <a:extLst>
                    <a:ext uri="{FF2B5EF4-FFF2-40B4-BE49-F238E27FC236}">
                      <a16:creationId xmlns:a16="http://schemas.microsoft.com/office/drawing/2014/main" id="{F9132E42-CC5E-4CC0-B9CA-7B4097B74E85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8" name="object 811">
                  <a:extLst>
                    <a:ext uri="{FF2B5EF4-FFF2-40B4-BE49-F238E27FC236}">
                      <a16:creationId xmlns:a16="http://schemas.microsoft.com/office/drawing/2014/main" id="{CA94281A-DCEF-4D33-BBEE-821C9176419F}"/>
                    </a:ext>
                  </a:extLst>
                </p:cNvPr>
                <p:cNvSpPr/>
                <p:nvPr/>
              </p:nvSpPr>
              <p:spPr>
                <a:xfrm>
                  <a:off x="8056179" y="586307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8382" y="0"/>
                      </a:move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8382" y="108966"/>
                      </a:lnTo>
                      <a:lnTo>
                        <a:pt x="8382" y="0"/>
                      </a:lnTo>
                      <a:close/>
                    </a:path>
                    <a:path w="109220" h="109220">
                      <a:moveTo>
                        <a:pt x="108966" y="0"/>
                      </a:moveTo>
                      <a:lnTo>
                        <a:pt x="100584" y="0"/>
                      </a:lnTo>
                      <a:lnTo>
                        <a:pt x="100584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9" name="object 812">
                  <a:extLst>
                    <a:ext uri="{FF2B5EF4-FFF2-40B4-BE49-F238E27FC236}">
                      <a16:creationId xmlns:a16="http://schemas.microsoft.com/office/drawing/2014/main" id="{B03658B3-3A58-4619-8B0C-CD74D060C280}"/>
                    </a:ext>
                  </a:extLst>
                </p:cNvPr>
                <p:cNvSpPr/>
                <p:nvPr/>
              </p:nvSpPr>
              <p:spPr>
                <a:xfrm>
                  <a:off x="80561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0" name="object 813">
                  <a:extLst>
                    <a:ext uri="{FF2B5EF4-FFF2-40B4-BE49-F238E27FC236}">
                      <a16:creationId xmlns:a16="http://schemas.microsoft.com/office/drawing/2014/main" id="{6D8F1E60-113D-4E33-9455-D87694F127E1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1" name="object 814">
                  <a:extLst>
                    <a:ext uri="{FF2B5EF4-FFF2-40B4-BE49-F238E27FC236}">
                      <a16:creationId xmlns:a16="http://schemas.microsoft.com/office/drawing/2014/main" id="{FD8FF17C-D0E8-4225-925F-D5786A623A00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2" name="object 815">
                  <a:extLst>
                    <a:ext uri="{FF2B5EF4-FFF2-40B4-BE49-F238E27FC236}">
                      <a16:creationId xmlns:a16="http://schemas.microsoft.com/office/drawing/2014/main" id="{27E6A52B-E406-4D75-8F5D-AC9AA712E1BC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3" name="object 816">
                  <a:extLst>
                    <a:ext uri="{FF2B5EF4-FFF2-40B4-BE49-F238E27FC236}">
                      <a16:creationId xmlns:a16="http://schemas.microsoft.com/office/drawing/2014/main" id="{78B761E8-8997-40BB-BDBC-F7640CB9A904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4" name="object 817">
                  <a:extLst>
                    <a:ext uri="{FF2B5EF4-FFF2-40B4-BE49-F238E27FC236}">
                      <a16:creationId xmlns:a16="http://schemas.microsoft.com/office/drawing/2014/main" id="{9AB8EB26-D833-4534-875A-88459F74A327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5" name="object 818">
                  <a:extLst>
                    <a:ext uri="{FF2B5EF4-FFF2-40B4-BE49-F238E27FC236}">
                      <a16:creationId xmlns:a16="http://schemas.microsoft.com/office/drawing/2014/main" id="{4D8CBB0B-34C0-4D8D-BC05-2DDFEB129579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6" name="object 819">
                  <a:extLst>
                    <a:ext uri="{FF2B5EF4-FFF2-40B4-BE49-F238E27FC236}">
                      <a16:creationId xmlns:a16="http://schemas.microsoft.com/office/drawing/2014/main" id="{6FCA1ADC-215A-4975-BDC3-1D6941EABBCD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7" name="object 820">
                  <a:extLst>
                    <a:ext uri="{FF2B5EF4-FFF2-40B4-BE49-F238E27FC236}">
                      <a16:creationId xmlns:a16="http://schemas.microsoft.com/office/drawing/2014/main" id="{8C47780E-E222-4B27-8926-FA2CC80481EB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8" name="object 821">
                  <a:extLst>
                    <a:ext uri="{FF2B5EF4-FFF2-40B4-BE49-F238E27FC236}">
                      <a16:creationId xmlns:a16="http://schemas.microsoft.com/office/drawing/2014/main" id="{FE9A62C5-CE31-4B87-96C1-FBC5D6DE3834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9" name="object 822">
                  <a:extLst>
                    <a:ext uri="{FF2B5EF4-FFF2-40B4-BE49-F238E27FC236}">
                      <a16:creationId xmlns:a16="http://schemas.microsoft.com/office/drawing/2014/main" id="{76A55276-3E3C-4245-9A26-C732F82B1AD6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0" name="object 823">
                  <a:extLst>
                    <a:ext uri="{FF2B5EF4-FFF2-40B4-BE49-F238E27FC236}">
                      <a16:creationId xmlns:a16="http://schemas.microsoft.com/office/drawing/2014/main" id="{ADA327BB-AB60-4F0A-8025-3BFD781EA4FE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1" name="object 824">
                  <a:extLst>
                    <a:ext uri="{FF2B5EF4-FFF2-40B4-BE49-F238E27FC236}">
                      <a16:creationId xmlns:a16="http://schemas.microsoft.com/office/drawing/2014/main" id="{A3605DF5-1EBC-413B-9CB3-49C06404CAA2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2" name="object 825">
                  <a:extLst>
                    <a:ext uri="{FF2B5EF4-FFF2-40B4-BE49-F238E27FC236}">
                      <a16:creationId xmlns:a16="http://schemas.microsoft.com/office/drawing/2014/main" id="{CCCCACE1-30B4-48FC-B605-181569BEC1E2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3" name="object 826">
                  <a:extLst>
                    <a:ext uri="{FF2B5EF4-FFF2-40B4-BE49-F238E27FC236}">
                      <a16:creationId xmlns:a16="http://schemas.microsoft.com/office/drawing/2014/main" id="{BC4EB3D7-C302-4CFD-8A8F-A0E32BD8A65D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4" name="object 827">
                  <a:extLst>
                    <a:ext uri="{FF2B5EF4-FFF2-40B4-BE49-F238E27FC236}">
                      <a16:creationId xmlns:a16="http://schemas.microsoft.com/office/drawing/2014/main" id="{16040868-DE19-46C7-923A-2751179CBA23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5" name="object 828">
                  <a:extLst>
                    <a:ext uri="{FF2B5EF4-FFF2-40B4-BE49-F238E27FC236}">
                      <a16:creationId xmlns:a16="http://schemas.microsoft.com/office/drawing/2014/main" id="{19BA62A8-C6AA-49DE-928C-D583E8CFB372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6" name="object 829">
                  <a:extLst>
                    <a:ext uri="{FF2B5EF4-FFF2-40B4-BE49-F238E27FC236}">
                      <a16:creationId xmlns:a16="http://schemas.microsoft.com/office/drawing/2014/main" id="{F278F94F-2714-466D-8470-3E64EF5CFA0B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7" name="object 830">
                  <a:extLst>
                    <a:ext uri="{FF2B5EF4-FFF2-40B4-BE49-F238E27FC236}">
                      <a16:creationId xmlns:a16="http://schemas.microsoft.com/office/drawing/2014/main" id="{7D6FEB5D-0FDD-4B4F-8C4C-8E932AB8ED8D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8" name="object 831">
                  <a:extLst>
                    <a:ext uri="{FF2B5EF4-FFF2-40B4-BE49-F238E27FC236}">
                      <a16:creationId xmlns:a16="http://schemas.microsoft.com/office/drawing/2014/main" id="{7DD44787-4203-48B0-9DE0-B9EDE357DE4F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9" name="object 832">
                  <a:extLst>
                    <a:ext uri="{FF2B5EF4-FFF2-40B4-BE49-F238E27FC236}">
                      <a16:creationId xmlns:a16="http://schemas.microsoft.com/office/drawing/2014/main" id="{4E8E3356-D6C4-4D47-9966-C4D8E00FB8C4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0" name="object 833">
                  <a:extLst>
                    <a:ext uri="{FF2B5EF4-FFF2-40B4-BE49-F238E27FC236}">
                      <a16:creationId xmlns:a16="http://schemas.microsoft.com/office/drawing/2014/main" id="{DE5A1E35-296E-4EB5-A67D-39A931D6BE67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1" name="object 834">
                  <a:extLst>
                    <a:ext uri="{FF2B5EF4-FFF2-40B4-BE49-F238E27FC236}">
                      <a16:creationId xmlns:a16="http://schemas.microsoft.com/office/drawing/2014/main" id="{A2524F79-4A92-4B06-AD07-342E05FBC7C9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2" name="object 835">
                  <a:extLst>
                    <a:ext uri="{FF2B5EF4-FFF2-40B4-BE49-F238E27FC236}">
                      <a16:creationId xmlns:a16="http://schemas.microsoft.com/office/drawing/2014/main" id="{9F27F49D-A397-4354-9247-1CBCE1EAA9E2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3" name="object 836">
                  <a:extLst>
                    <a:ext uri="{FF2B5EF4-FFF2-40B4-BE49-F238E27FC236}">
                      <a16:creationId xmlns:a16="http://schemas.microsoft.com/office/drawing/2014/main" id="{C18E55E7-43C8-4868-899F-6D6435046C16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4" name="object 837">
                  <a:extLst>
                    <a:ext uri="{FF2B5EF4-FFF2-40B4-BE49-F238E27FC236}">
                      <a16:creationId xmlns:a16="http://schemas.microsoft.com/office/drawing/2014/main" id="{3DDFBAAD-191D-4488-B50C-F1880BB00977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5" name="object 838">
                  <a:extLst>
                    <a:ext uri="{FF2B5EF4-FFF2-40B4-BE49-F238E27FC236}">
                      <a16:creationId xmlns:a16="http://schemas.microsoft.com/office/drawing/2014/main" id="{794F0D3C-1C06-45DB-BE20-19E4A7F87DAF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6" name="object 839">
                  <a:extLst>
                    <a:ext uri="{FF2B5EF4-FFF2-40B4-BE49-F238E27FC236}">
                      <a16:creationId xmlns:a16="http://schemas.microsoft.com/office/drawing/2014/main" id="{FF979831-5B96-4F67-AC18-E2CD84229805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7" name="object 840">
                  <a:extLst>
                    <a:ext uri="{FF2B5EF4-FFF2-40B4-BE49-F238E27FC236}">
                      <a16:creationId xmlns:a16="http://schemas.microsoft.com/office/drawing/2014/main" id="{BF8AD921-19E5-4FF6-A2BB-DD5B115E4B81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8" name="object 841">
                  <a:extLst>
                    <a:ext uri="{FF2B5EF4-FFF2-40B4-BE49-F238E27FC236}">
                      <a16:creationId xmlns:a16="http://schemas.microsoft.com/office/drawing/2014/main" id="{D21887F4-6D21-4D78-BB36-5F1838BB651A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9" name="object 842">
                  <a:extLst>
                    <a:ext uri="{FF2B5EF4-FFF2-40B4-BE49-F238E27FC236}">
                      <a16:creationId xmlns:a16="http://schemas.microsoft.com/office/drawing/2014/main" id="{8ACEDF6B-6C79-4C0F-8AF9-F234E13D1F55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0" name="object 843">
                  <a:extLst>
                    <a:ext uri="{FF2B5EF4-FFF2-40B4-BE49-F238E27FC236}">
                      <a16:creationId xmlns:a16="http://schemas.microsoft.com/office/drawing/2014/main" id="{6FD936D6-5338-48E6-9C45-2110DDE5080D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1" name="object 844">
                  <a:extLst>
                    <a:ext uri="{FF2B5EF4-FFF2-40B4-BE49-F238E27FC236}">
                      <a16:creationId xmlns:a16="http://schemas.microsoft.com/office/drawing/2014/main" id="{5E4B77F3-D595-47FF-BF9F-B66690A2D7DE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2" name="object 845">
                  <a:extLst>
                    <a:ext uri="{FF2B5EF4-FFF2-40B4-BE49-F238E27FC236}">
                      <a16:creationId xmlns:a16="http://schemas.microsoft.com/office/drawing/2014/main" id="{D1A38358-AE49-4D17-8136-DD4CE35A17D6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3" name="object 846">
                  <a:extLst>
                    <a:ext uri="{FF2B5EF4-FFF2-40B4-BE49-F238E27FC236}">
                      <a16:creationId xmlns:a16="http://schemas.microsoft.com/office/drawing/2014/main" id="{53A76E32-603A-4BE6-8F0A-8144678FAE5A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4" name="object 847">
                  <a:extLst>
                    <a:ext uri="{FF2B5EF4-FFF2-40B4-BE49-F238E27FC236}">
                      <a16:creationId xmlns:a16="http://schemas.microsoft.com/office/drawing/2014/main" id="{DD283B14-D0E5-49ED-96AB-999CF520EF4E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5" name="object 848">
                  <a:extLst>
                    <a:ext uri="{FF2B5EF4-FFF2-40B4-BE49-F238E27FC236}">
                      <a16:creationId xmlns:a16="http://schemas.microsoft.com/office/drawing/2014/main" id="{08DA4E82-76DF-4DEA-A98A-E959132AE0BD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6" name="object 849">
                  <a:extLst>
                    <a:ext uri="{FF2B5EF4-FFF2-40B4-BE49-F238E27FC236}">
                      <a16:creationId xmlns:a16="http://schemas.microsoft.com/office/drawing/2014/main" id="{E2D9D285-020C-40F0-90A0-F9E85FD61E07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7" name="object 850">
                  <a:extLst>
                    <a:ext uri="{FF2B5EF4-FFF2-40B4-BE49-F238E27FC236}">
                      <a16:creationId xmlns:a16="http://schemas.microsoft.com/office/drawing/2014/main" id="{0EB19AF1-C810-4CDE-AC17-A59182F3D5F9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8" name="object 851">
                  <a:extLst>
                    <a:ext uri="{FF2B5EF4-FFF2-40B4-BE49-F238E27FC236}">
                      <a16:creationId xmlns:a16="http://schemas.microsoft.com/office/drawing/2014/main" id="{A68F6EF7-BA06-4678-B138-38CA9CD795CE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9" name="object 852">
                  <a:extLst>
                    <a:ext uri="{FF2B5EF4-FFF2-40B4-BE49-F238E27FC236}">
                      <a16:creationId xmlns:a16="http://schemas.microsoft.com/office/drawing/2014/main" id="{697D48D4-E61B-4717-BC10-2B753234202D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0" name="object 853">
                  <a:extLst>
                    <a:ext uri="{FF2B5EF4-FFF2-40B4-BE49-F238E27FC236}">
                      <a16:creationId xmlns:a16="http://schemas.microsoft.com/office/drawing/2014/main" id="{08729C31-A7A0-43FE-B59A-25D0620D294C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1" name="object 854">
                  <a:extLst>
                    <a:ext uri="{FF2B5EF4-FFF2-40B4-BE49-F238E27FC236}">
                      <a16:creationId xmlns:a16="http://schemas.microsoft.com/office/drawing/2014/main" id="{B62930FA-AC71-4367-9E44-85E20D0B3721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2" name="object 855">
                  <a:extLst>
                    <a:ext uri="{FF2B5EF4-FFF2-40B4-BE49-F238E27FC236}">
                      <a16:creationId xmlns:a16="http://schemas.microsoft.com/office/drawing/2014/main" id="{ED124494-65AF-40B3-AAEA-31B91E0848EC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3" name="object 856">
                  <a:extLst>
                    <a:ext uri="{FF2B5EF4-FFF2-40B4-BE49-F238E27FC236}">
                      <a16:creationId xmlns:a16="http://schemas.microsoft.com/office/drawing/2014/main" id="{AFC99F13-D3EE-4453-9CA7-C2299CD24BFF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4" name="object 857">
                  <a:extLst>
                    <a:ext uri="{FF2B5EF4-FFF2-40B4-BE49-F238E27FC236}">
                      <a16:creationId xmlns:a16="http://schemas.microsoft.com/office/drawing/2014/main" id="{9F71772E-50EC-4415-A1C0-53292625FC89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5" name="object 858">
                  <a:extLst>
                    <a:ext uri="{FF2B5EF4-FFF2-40B4-BE49-F238E27FC236}">
                      <a16:creationId xmlns:a16="http://schemas.microsoft.com/office/drawing/2014/main" id="{2493F78C-1F04-45A6-8ED5-3E988BD78A95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6" name="object 859">
                  <a:extLst>
                    <a:ext uri="{FF2B5EF4-FFF2-40B4-BE49-F238E27FC236}">
                      <a16:creationId xmlns:a16="http://schemas.microsoft.com/office/drawing/2014/main" id="{F44C7F10-822D-4EB9-977D-4C0099B944B4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7" name="object 860">
                  <a:extLst>
                    <a:ext uri="{FF2B5EF4-FFF2-40B4-BE49-F238E27FC236}">
                      <a16:creationId xmlns:a16="http://schemas.microsoft.com/office/drawing/2014/main" id="{78516706-5B41-4C14-A7A6-A70302DEFCF6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8" name="object 861">
                  <a:extLst>
                    <a:ext uri="{FF2B5EF4-FFF2-40B4-BE49-F238E27FC236}">
                      <a16:creationId xmlns:a16="http://schemas.microsoft.com/office/drawing/2014/main" id="{C39E6998-57D5-4962-B362-A09F4AFD0184}"/>
                    </a:ext>
                  </a:extLst>
                </p:cNvPr>
                <p:cNvSpPr/>
                <p:nvPr/>
              </p:nvSpPr>
              <p:spPr>
                <a:xfrm>
                  <a:off x="8056179" y="597203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5626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5562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9" name="object 862">
                  <a:extLst>
                    <a:ext uri="{FF2B5EF4-FFF2-40B4-BE49-F238E27FC236}">
                      <a16:creationId xmlns:a16="http://schemas.microsoft.com/office/drawing/2014/main" id="{EECDACC2-B0BD-4320-AC17-AA083547C1C2}"/>
                    </a:ext>
                  </a:extLst>
                </p:cNvPr>
                <p:cNvSpPr/>
                <p:nvPr/>
              </p:nvSpPr>
              <p:spPr>
                <a:xfrm>
                  <a:off x="80561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0" name="object 863">
                  <a:extLst>
                    <a:ext uri="{FF2B5EF4-FFF2-40B4-BE49-F238E27FC236}">
                      <a16:creationId xmlns:a16="http://schemas.microsoft.com/office/drawing/2014/main" id="{86385698-7607-4FF8-84F0-3A1BF878D5C3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1" name="object 864">
                  <a:extLst>
                    <a:ext uri="{FF2B5EF4-FFF2-40B4-BE49-F238E27FC236}">
                      <a16:creationId xmlns:a16="http://schemas.microsoft.com/office/drawing/2014/main" id="{D4954134-FADA-48BD-9C92-C53208CC1C4A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2" name="object 865">
                  <a:extLst>
                    <a:ext uri="{FF2B5EF4-FFF2-40B4-BE49-F238E27FC236}">
                      <a16:creationId xmlns:a16="http://schemas.microsoft.com/office/drawing/2014/main" id="{2B10C503-C954-44F2-B722-3DE38B254DC9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3" name="object 866">
                  <a:extLst>
                    <a:ext uri="{FF2B5EF4-FFF2-40B4-BE49-F238E27FC236}">
                      <a16:creationId xmlns:a16="http://schemas.microsoft.com/office/drawing/2014/main" id="{AFCCEC44-B875-4B80-943C-52EA4FBF9B87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4" name="object 867">
                  <a:extLst>
                    <a:ext uri="{FF2B5EF4-FFF2-40B4-BE49-F238E27FC236}">
                      <a16:creationId xmlns:a16="http://schemas.microsoft.com/office/drawing/2014/main" id="{1E00E52C-A153-4066-BE8C-A92EE877F79D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5" name="object 868">
                  <a:extLst>
                    <a:ext uri="{FF2B5EF4-FFF2-40B4-BE49-F238E27FC236}">
                      <a16:creationId xmlns:a16="http://schemas.microsoft.com/office/drawing/2014/main" id="{BD66F0B8-26B4-413D-9FE7-DA6020E783DA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6" name="object 869">
                  <a:extLst>
                    <a:ext uri="{FF2B5EF4-FFF2-40B4-BE49-F238E27FC236}">
                      <a16:creationId xmlns:a16="http://schemas.microsoft.com/office/drawing/2014/main" id="{10585E77-BCC7-4E9B-A080-9EB1079ACFCA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7" name="object 870">
                  <a:extLst>
                    <a:ext uri="{FF2B5EF4-FFF2-40B4-BE49-F238E27FC236}">
                      <a16:creationId xmlns:a16="http://schemas.microsoft.com/office/drawing/2014/main" id="{BF9B3278-A968-4FFF-9C78-55CAE01B614A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8" name="object 871">
                  <a:extLst>
                    <a:ext uri="{FF2B5EF4-FFF2-40B4-BE49-F238E27FC236}">
                      <a16:creationId xmlns:a16="http://schemas.microsoft.com/office/drawing/2014/main" id="{3A836B86-5FC7-4B37-918E-318F3D71950B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9" name="object 872">
                  <a:extLst>
                    <a:ext uri="{FF2B5EF4-FFF2-40B4-BE49-F238E27FC236}">
                      <a16:creationId xmlns:a16="http://schemas.microsoft.com/office/drawing/2014/main" id="{1295F157-05E1-4973-977C-758C33719AB2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0" name="object 873">
                  <a:extLst>
                    <a:ext uri="{FF2B5EF4-FFF2-40B4-BE49-F238E27FC236}">
                      <a16:creationId xmlns:a16="http://schemas.microsoft.com/office/drawing/2014/main" id="{41B1FA87-74B9-4877-9E09-E400A3A6920E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1" name="object 874">
                  <a:extLst>
                    <a:ext uri="{FF2B5EF4-FFF2-40B4-BE49-F238E27FC236}">
                      <a16:creationId xmlns:a16="http://schemas.microsoft.com/office/drawing/2014/main" id="{DCE6DD36-9DB4-4CF4-B59D-C909B6D011A7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2" name="object 875">
                  <a:extLst>
                    <a:ext uri="{FF2B5EF4-FFF2-40B4-BE49-F238E27FC236}">
                      <a16:creationId xmlns:a16="http://schemas.microsoft.com/office/drawing/2014/main" id="{C44C7FE2-6A78-4E24-8054-2AFC93B65B99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3" name="object 876">
                  <a:extLst>
                    <a:ext uri="{FF2B5EF4-FFF2-40B4-BE49-F238E27FC236}">
                      <a16:creationId xmlns:a16="http://schemas.microsoft.com/office/drawing/2014/main" id="{CC931C64-53F2-4FF0-8EFB-5537C329DD30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4" name="object 877">
                  <a:extLst>
                    <a:ext uri="{FF2B5EF4-FFF2-40B4-BE49-F238E27FC236}">
                      <a16:creationId xmlns:a16="http://schemas.microsoft.com/office/drawing/2014/main" id="{45C045FE-56E3-4316-9185-D88D1D4C769C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5" name="object 878">
                  <a:extLst>
                    <a:ext uri="{FF2B5EF4-FFF2-40B4-BE49-F238E27FC236}">
                      <a16:creationId xmlns:a16="http://schemas.microsoft.com/office/drawing/2014/main" id="{3E939E85-2070-4F5B-A94C-A129CE6648E7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6" name="object 879">
                  <a:extLst>
                    <a:ext uri="{FF2B5EF4-FFF2-40B4-BE49-F238E27FC236}">
                      <a16:creationId xmlns:a16="http://schemas.microsoft.com/office/drawing/2014/main" id="{62797D36-D707-4047-8FA3-7768AFFA6A9F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7" name="object 880">
                  <a:extLst>
                    <a:ext uri="{FF2B5EF4-FFF2-40B4-BE49-F238E27FC236}">
                      <a16:creationId xmlns:a16="http://schemas.microsoft.com/office/drawing/2014/main" id="{6BDAB4EF-B242-4571-9158-BEA5DE51EF05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8" name="object 881">
                  <a:extLst>
                    <a:ext uri="{FF2B5EF4-FFF2-40B4-BE49-F238E27FC236}">
                      <a16:creationId xmlns:a16="http://schemas.microsoft.com/office/drawing/2014/main" id="{2097F4DA-FDFB-42CC-9FBB-B75A0BDDBFE0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9" name="object 882">
                  <a:extLst>
                    <a:ext uri="{FF2B5EF4-FFF2-40B4-BE49-F238E27FC236}">
                      <a16:creationId xmlns:a16="http://schemas.microsoft.com/office/drawing/2014/main" id="{32D49CE8-AC04-48C3-9AE4-8E224A2908AC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0" name="object 883">
                  <a:extLst>
                    <a:ext uri="{FF2B5EF4-FFF2-40B4-BE49-F238E27FC236}">
                      <a16:creationId xmlns:a16="http://schemas.microsoft.com/office/drawing/2014/main" id="{36CE865D-7EF2-4CFD-81BF-E9E6FD805E2D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1" name="object 884">
                  <a:extLst>
                    <a:ext uri="{FF2B5EF4-FFF2-40B4-BE49-F238E27FC236}">
                      <a16:creationId xmlns:a16="http://schemas.microsoft.com/office/drawing/2014/main" id="{58EBA6E3-2263-4F12-A3EC-EC5A5EA438CE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2" name="object 885">
                  <a:extLst>
                    <a:ext uri="{FF2B5EF4-FFF2-40B4-BE49-F238E27FC236}">
                      <a16:creationId xmlns:a16="http://schemas.microsoft.com/office/drawing/2014/main" id="{B33F179C-4835-49BD-B398-C88B34A1DC9A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3" name="object 886">
                  <a:extLst>
                    <a:ext uri="{FF2B5EF4-FFF2-40B4-BE49-F238E27FC236}">
                      <a16:creationId xmlns:a16="http://schemas.microsoft.com/office/drawing/2014/main" id="{BAA50C0E-946E-4FD5-9FBD-3A4AF3AEF7AC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4" name="object 887">
                  <a:extLst>
                    <a:ext uri="{FF2B5EF4-FFF2-40B4-BE49-F238E27FC236}">
                      <a16:creationId xmlns:a16="http://schemas.microsoft.com/office/drawing/2014/main" id="{CF09C3E2-2FB6-4105-8E20-FA1CA8BC749F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5" name="object 888">
                  <a:extLst>
                    <a:ext uri="{FF2B5EF4-FFF2-40B4-BE49-F238E27FC236}">
                      <a16:creationId xmlns:a16="http://schemas.microsoft.com/office/drawing/2014/main" id="{02C7F3F0-6BC7-42F7-B7D1-C9B632FD6C14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6" name="object 889">
                  <a:extLst>
                    <a:ext uri="{FF2B5EF4-FFF2-40B4-BE49-F238E27FC236}">
                      <a16:creationId xmlns:a16="http://schemas.microsoft.com/office/drawing/2014/main" id="{F08636B8-2687-4717-81F8-33E039557F1E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7" name="object 890">
                  <a:extLst>
                    <a:ext uri="{FF2B5EF4-FFF2-40B4-BE49-F238E27FC236}">
                      <a16:creationId xmlns:a16="http://schemas.microsoft.com/office/drawing/2014/main" id="{B14FDFC1-9619-47BA-B7C2-232B18D8E6BA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8" name="object 891">
                  <a:extLst>
                    <a:ext uri="{FF2B5EF4-FFF2-40B4-BE49-F238E27FC236}">
                      <a16:creationId xmlns:a16="http://schemas.microsoft.com/office/drawing/2014/main" id="{7CEBFC6D-FBFC-4E03-9B9F-04E8977E9FA9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9" name="object 892">
                  <a:extLst>
                    <a:ext uri="{FF2B5EF4-FFF2-40B4-BE49-F238E27FC236}">
                      <a16:creationId xmlns:a16="http://schemas.microsoft.com/office/drawing/2014/main" id="{D13724AA-48BB-431D-AFD4-E11FDD1499D4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0" name="object 893">
                  <a:extLst>
                    <a:ext uri="{FF2B5EF4-FFF2-40B4-BE49-F238E27FC236}">
                      <a16:creationId xmlns:a16="http://schemas.microsoft.com/office/drawing/2014/main" id="{68EFD9F4-0F4D-4006-8C11-80015813C479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1" name="object 894">
                  <a:extLst>
                    <a:ext uri="{FF2B5EF4-FFF2-40B4-BE49-F238E27FC236}">
                      <a16:creationId xmlns:a16="http://schemas.microsoft.com/office/drawing/2014/main" id="{283A942E-1E14-4364-8359-F097FD64B9D1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2" name="object 895">
                  <a:extLst>
                    <a:ext uri="{FF2B5EF4-FFF2-40B4-BE49-F238E27FC236}">
                      <a16:creationId xmlns:a16="http://schemas.microsoft.com/office/drawing/2014/main" id="{DB81AAC7-AA50-465C-9374-CD5DF68EBDA4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3" name="object 896">
                  <a:extLst>
                    <a:ext uri="{FF2B5EF4-FFF2-40B4-BE49-F238E27FC236}">
                      <a16:creationId xmlns:a16="http://schemas.microsoft.com/office/drawing/2014/main" id="{8E408326-875E-44FC-AE46-029814DB48A3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4" name="object 897">
                  <a:extLst>
                    <a:ext uri="{FF2B5EF4-FFF2-40B4-BE49-F238E27FC236}">
                      <a16:creationId xmlns:a16="http://schemas.microsoft.com/office/drawing/2014/main" id="{0533B3D1-1CB8-4148-9515-117F07EB3BE7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5" name="object 898">
                  <a:extLst>
                    <a:ext uri="{FF2B5EF4-FFF2-40B4-BE49-F238E27FC236}">
                      <a16:creationId xmlns:a16="http://schemas.microsoft.com/office/drawing/2014/main" id="{9580D011-77F4-46E5-AC6A-220A2E88E4E8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6" name="object 899">
                  <a:extLst>
                    <a:ext uri="{FF2B5EF4-FFF2-40B4-BE49-F238E27FC236}">
                      <a16:creationId xmlns:a16="http://schemas.microsoft.com/office/drawing/2014/main" id="{B373F3FB-E0C7-42CE-B506-2D0D4F983FC9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7" name="object 900">
                  <a:extLst>
                    <a:ext uri="{FF2B5EF4-FFF2-40B4-BE49-F238E27FC236}">
                      <a16:creationId xmlns:a16="http://schemas.microsoft.com/office/drawing/2014/main" id="{D2B98D1B-87D4-406C-9A9A-1CC95F117EE4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8" name="object 901">
                  <a:extLst>
                    <a:ext uri="{FF2B5EF4-FFF2-40B4-BE49-F238E27FC236}">
                      <a16:creationId xmlns:a16="http://schemas.microsoft.com/office/drawing/2014/main" id="{1D4F9B29-0CB3-425A-B93E-6641B3E4E558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9" name="object 902">
                  <a:extLst>
                    <a:ext uri="{FF2B5EF4-FFF2-40B4-BE49-F238E27FC236}">
                      <a16:creationId xmlns:a16="http://schemas.microsoft.com/office/drawing/2014/main" id="{FE1DB29B-444A-4ADE-85D1-0D4BF7855A9F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0" name="object 903">
                  <a:extLst>
                    <a:ext uri="{FF2B5EF4-FFF2-40B4-BE49-F238E27FC236}">
                      <a16:creationId xmlns:a16="http://schemas.microsoft.com/office/drawing/2014/main" id="{0B2C546E-0778-43BB-92F4-96B1268C6CDB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1" name="object 904">
                  <a:extLst>
                    <a:ext uri="{FF2B5EF4-FFF2-40B4-BE49-F238E27FC236}">
                      <a16:creationId xmlns:a16="http://schemas.microsoft.com/office/drawing/2014/main" id="{E0577A94-F027-4BB5-BAB6-1DE7F32F1C88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2" name="object 905">
                  <a:extLst>
                    <a:ext uri="{FF2B5EF4-FFF2-40B4-BE49-F238E27FC236}">
                      <a16:creationId xmlns:a16="http://schemas.microsoft.com/office/drawing/2014/main" id="{07659D63-B01D-40F1-B8BF-1678FBF5D881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3" name="object 906">
                  <a:extLst>
                    <a:ext uri="{FF2B5EF4-FFF2-40B4-BE49-F238E27FC236}">
                      <a16:creationId xmlns:a16="http://schemas.microsoft.com/office/drawing/2014/main" id="{07458308-E8F4-45C2-A05F-E06AF919C517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4" name="object 907">
                  <a:extLst>
                    <a:ext uri="{FF2B5EF4-FFF2-40B4-BE49-F238E27FC236}">
                      <a16:creationId xmlns:a16="http://schemas.microsoft.com/office/drawing/2014/main" id="{168C4CD2-F4D2-4724-9A09-C88029E045B9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5" name="object 908">
                  <a:extLst>
                    <a:ext uri="{FF2B5EF4-FFF2-40B4-BE49-F238E27FC236}">
                      <a16:creationId xmlns:a16="http://schemas.microsoft.com/office/drawing/2014/main" id="{4D483FFE-2F7D-4F7C-AC10-0242F1E6841E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6" name="object 909">
                  <a:extLst>
                    <a:ext uri="{FF2B5EF4-FFF2-40B4-BE49-F238E27FC236}">
                      <a16:creationId xmlns:a16="http://schemas.microsoft.com/office/drawing/2014/main" id="{D25B29F0-FD2A-4EC5-A3C0-CC3567A74A9E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7" name="object 910">
                  <a:extLst>
                    <a:ext uri="{FF2B5EF4-FFF2-40B4-BE49-F238E27FC236}">
                      <a16:creationId xmlns:a16="http://schemas.microsoft.com/office/drawing/2014/main" id="{8F4EC838-1E06-4FA3-87C1-D169B1C1E6A6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8" name="object 911">
                  <a:extLst>
                    <a:ext uri="{FF2B5EF4-FFF2-40B4-BE49-F238E27FC236}">
                      <a16:creationId xmlns:a16="http://schemas.microsoft.com/office/drawing/2014/main" id="{C161F908-060A-4EE5-B5DA-2694EBC39E66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9" name="object 912">
                  <a:extLst>
                    <a:ext uri="{FF2B5EF4-FFF2-40B4-BE49-F238E27FC236}">
                      <a16:creationId xmlns:a16="http://schemas.microsoft.com/office/drawing/2014/main" id="{12074A7B-3867-4AD6-AD0E-494D5F6CA027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0" name="object 913">
                  <a:extLst>
                    <a:ext uri="{FF2B5EF4-FFF2-40B4-BE49-F238E27FC236}">
                      <a16:creationId xmlns:a16="http://schemas.microsoft.com/office/drawing/2014/main" id="{F6C0167C-7474-4054-B553-B1F5E22FBA23}"/>
                    </a:ext>
                  </a:extLst>
                </p:cNvPr>
                <p:cNvSpPr/>
                <p:nvPr/>
              </p:nvSpPr>
              <p:spPr>
                <a:xfrm>
                  <a:off x="8165145" y="608024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4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100584"/>
                      </a:lnTo>
                      <a:lnTo>
                        <a:pt x="10820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1" name="object 914">
                  <a:extLst>
                    <a:ext uri="{FF2B5EF4-FFF2-40B4-BE49-F238E27FC236}">
                      <a16:creationId xmlns:a16="http://schemas.microsoft.com/office/drawing/2014/main" id="{BD3014D2-D08C-4FFD-9EF1-5F64670ED699}"/>
                    </a:ext>
                  </a:extLst>
                </p:cNvPr>
                <p:cNvSpPr/>
                <p:nvPr/>
              </p:nvSpPr>
              <p:spPr>
                <a:xfrm>
                  <a:off x="816514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2" name="object 915">
                  <a:extLst>
                    <a:ext uri="{FF2B5EF4-FFF2-40B4-BE49-F238E27FC236}">
                      <a16:creationId xmlns:a16="http://schemas.microsoft.com/office/drawing/2014/main" id="{D36E0311-F722-43A5-87E9-FF87DB6736FE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0965">
                      <a:moveTo>
                        <a:pt x="0" y="100584"/>
                      </a:moveTo>
                      <a:lnTo>
                        <a:pt x="108965" y="100584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0584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3" name="object 916">
                  <a:extLst>
                    <a:ext uri="{FF2B5EF4-FFF2-40B4-BE49-F238E27FC236}">
                      <a16:creationId xmlns:a16="http://schemas.microsoft.com/office/drawing/2014/main" id="{35B9C6BF-586E-47C4-97D1-413176D0B9BB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4" name="object 917">
                  <a:extLst>
                    <a:ext uri="{FF2B5EF4-FFF2-40B4-BE49-F238E27FC236}">
                      <a16:creationId xmlns:a16="http://schemas.microsoft.com/office/drawing/2014/main" id="{365C00FE-CD47-41D4-927A-FF3C7DD44DA0}"/>
                    </a:ext>
                  </a:extLst>
                </p:cNvPr>
                <p:cNvSpPr/>
                <p:nvPr/>
              </p:nvSpPr>
              <p:spPr>
                <a:xfrm>
                  <a:off x="8382315" y="608024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0058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5" name="object 918">
                  <a:extLst>
                    <a:ext uri="{FF2B5EF4-FFF2-40B4-BE49-F238E27FC236}">
                      <a16:creationId xmlns:a16="http://schemas.microsoft.com/office/drawing/2014/main" id="{53BF9965-94F9-4EB2-8097-0023F9996CFF}"/>
                    </a:ext>
                  </a:extLst>
                </p:cNvPr>
                <p:cNvSpPr/>
                <p:nvPr/>
              </p:nvSpPr>
              <p:spPr>
                <a:xfrm>
                  <a:off x="83823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6" name="object 919">
                  <a:extLst>
                    <a:ext uri="{FF2B5EF4-FFF2-40B4-BE49-F238E27FC236}">
                      <a16:creationId xmlns:a16="http://schemas.microsoft.com/office/drawing/2014/main" id="{64F603B5-3BC2-4678-AFE7-946D7B182AC6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7" name="object 920">
                  <a:extLst>
                    <a:ext uri="{FF2B5EF4-FFF2-40B4-BE49-F238E27FC236}">
                      <a16:creationId xmlns:a16="http://schemas.microsoft.com/office/drawing/2014/main" id="{26C950A5-4C92-45C9-9130-8E3AC64E3410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8" name="object 921">
                  <a:extLst>
                    <a:ext uri="{FF2B5EF4-FFF2-40B4-BE49-F238E27FC236}">
                      <a16:creationId xmlns:a16="http://schemas.microsoft.com/office/drawing/2014/main" id="{3949243A-556A-4AD8-8720-91EF20CA9506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9" name="object 922">
                  <a:extLst>
                    <a:ext uri="{FF2B5EF4-FFF2-40B4-BE49-F238E27FC236}">
                      <a16:creationId xmlns:a16="http://schemas.microsoft.com/office/drawing/2014/main" id="{77853F78-EFC4-4CA9-8822-D7FBDB4DD772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0" name="object 923">
                  <a:extLst>
                    <a:ext uri="{FF2B5EF4-FFF2-40B4-BE49-F238E27FC236}">
                      <a16:creationId xmlns:a16="http://schemas.microsoft.com/office/drawing/2014/main" id="{94C9EBEA-DBCC-46EA-892F-A92EC872735D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1" name="object 924">
                  <a:extLst>
                    <a:ext uri="{FF2B5EF4-FFF2-40B4-BE49-F238E27FC236}">
                      <a16:creationId xmlns:a16="http://schemas.microsoft.com/office/drawing/2014/main" id="{4BD2412B-77DA-4703-B987-79456E78F85E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2" name="object 925">
                  <a:extLst>
                    <a:ext uri="{FF2B5EF4-FFF2-40B4-BE49-F238E27FC236}">
                      <a16:creationId xmlns:a16="http://schemas.microsoft.com/office/drawing/2014/main" id="{36D90F71-4971-4D9B-9DFD-5FB71AAE6174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3" name="object 926">
                  <a:extLst>
                    <a:ext uri="{FF2B5EF4-FFF2-40B4-BE49-F238E27FC236}">
                      <a16:creationId xmlns:a16="http://schemas.microsoft.com/office/drawing/2014/main" id="{A8A395E3-B266-410C-A72C-2B5F82F435A3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4" name="object 927">
                  <a:extLst>
                    <a:ext uri="{FF2B5EF4-FFF2-40B4-BE49-F238E27FC236}">
                      <a16:creationId xmlns:a16="http://schemas.microsoft.com/office/drawing/2014/main" id="{8EB4463B-2139-42DE-98B5-3785BDCCB952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5" name="object 928">
                  <a:extLst>
                    <a:ext uri="{FF2B5EF4-FFF2-40B4-BE49-F238E27FC236}">
                      <a16:creationId xmlns:a16="http://schemas.microsoft.com/office/drawing/2014/main" id="{5C6D6E09-65D4-4068-ADE9-0B33D3548F03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6" name="object 929">
                  <a:extLst>
                    <a:ext uri="{FF2B5EF4-FFF2-40B4-BE49-F238E27FC236}">
                      <a16:creationId xmlns:a16="http://schemas.microsoft.com/office/drawing/2014/main" id="{4ED6E185-B92E-4CA5-9A6E-24A3F246E72C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7" name="object 930">
                  <a:extLst>
                    <a:ext uri="{FF2B5EF4-FFF2-40B4-BE49-F238E27FC236}">
                      <a16:creationId xmlns:a16="http://schemas.microsoft.com/office/drawing/2014/main" id="{79C31BC2-9DF8-4B6A-8855-62C37BF6E8D4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8" name="object 931">
                  <a:extLst>
                    <a:ext uri="{FF2B5EF4-FFF2-40B4-BE49-F238E27FC236}">
                      <a16:creationId xmlns:a16="http://schemas.microsoft.com/office/drawing/2014/main" id="{0B6C7AD7-D07C-4EDB-9A10-1D6E079D6B3E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9" name="object 932">
                  <a:extLst>
                    <a:ext uri="{FF2B5EF4-FFF2-40B4-BE49-F238E27FC236}">
                      <a16:creationId xmlns:a16="http://schemas.microsoft.com/office/drawing/2014/main" id="{180C3CA6-571C-425D-A566-652BA510B5E7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0" name="object 933">
                  <a:extLst>
                    <a:ext uri="{FF2B5EF4-FFF2-40B4-BE49-F238E27FC236}">
                      <a16:creationId xmlns:a16="http://schemas.microsoft.com/office/drawing/2014/main" id="{5F0870EC-E925-4179-B6B4-49DFBA424F61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1" name="object 934">
                  <a:extLst>
                    <a:ext uri="{FF2B5EF4-FFF2-40B4-BE49-F238E27FC236}">
                      <a16:creationId xmlns:a16="http://schemas.microsoft.com/office/drawing/2014/main" id="{DEEC8F42-B76E-478D-9679-8633044DFFB2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2" name="object 935">
                  <a:extLst>
                    <a:ext uri="{FF2B5EF4-FFF2-40B4-BE49-F238E27FC236}">
                      <a16:creationId xmlns:a16="http://schemas.microsoft.com/office/drawing/2014/main" id="{957900D7-AF09-4AAB-86E7-7B660D288C46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3" name="object 936">
                  <a:extLst>
                    <a:ext uri="{FF2B5EF4-FFF2-40B4-BE49-F238E27FC236}">
                      <a16:creationId xmlns:a16="http://schemas.microsoft.com/office/drawing/2014/main" id="{20A79159-9AE1-4D2E-B5A0-93FBFDF05FD3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4" name="object 937">
                  <a:extLst>
                    <a:ext uri="{FF2B5EF4-FFF2-40B4-BE49-F238E27FC236}">
                      <a16:creationId xmlns:a16="http://schemas.microsoft.com/office/drawing/2014/main" id="{427C2E0F-02BF-432B-96BB-E45B89C13B37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5" name="object 938">
                  <a:extLst>
                    <a:ext uri="{FF2B5EF4-FFF2-40B4-BE49-F238E27FC236}">
                      <a16:creationId xmlns:a16="http://schemas.microsoft.com/office/drawing/2014/main" id="{431F748C-5544-47B1-B7BA-1FFA602A609F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6" name="object 939">
                  <a:extLst>
                    <a:ext uri="{FF2B5EF4-FFF2-40B4-BE49-F238E27FC236}">
                      <a16:creationId xmlns:a16="http://schemas.microsoft.com/office/drawing/2014/main" id="{74193C62-A340-418C-8E24-83024E8B4F80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7" name="object 940">
                  <a:extLst>
                    <a:ext uri="{FF2B5EF4-FFF2-40B4-BE49-F238E27FC236}">
                      <a16:creationId xmlns:a16="http://schemas.microsoft.com/office/drawing/2014/main" id="{4A8180AB-D46F-4820-92EC-99A1F21CE396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8" name="object 941">
                  <a:extLst>
                    <a:ext uri="{FF2B5EF4-FFF2-40B4-BE49-F238E27FC236}">
                      <a16:creationId xmlns:a16="http://schemas.microsoft.com/office/drawing/2014/main" id="{05B95FEF-9281-452B-84EC-4772B361C14C}"/>
                    </a:ext>
                  </a:extLst>
                </p:cNvPr>
                <p:cNvSpPr/>
                <p:nvPr/>
              </p:nvSpPr>
              <p:spPr>
                <a:xfrm>
                  <a:off x="7478582" y="3823949"/>
                  <a:ext cx="3022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2600" h="171450">
                      <a:moveTo>
                        <a:pt x="0" y="154685"/>
                      </a:moveTo>
                      <a:lnTo>
                        <a:pt x="307848" y="0"/>
                      </a:lnTo>
                    </a:path>
                    <a:path w="3022600" h="171450">
                      <a:moveTo>
                        <a:pt x="2682989" y="171449"/>
                      </a:moveTo>
                      <a:lnTo>
                        <a:pt x="3022092" y="1523"/>
                      </a:lnTo>
                    </a:path>
                  </a:pathLst>
                </a:custGeom>
                <a:ln w="7670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9" name="object 942">
                  <a:extLst>
                    <a:ext uri="{FF2B5EF4-FFF2-40B4-BE49-F238E27FC236}">
                      <a16:creationId xmlns:a16="http://schemas.microsoft.com/office/drawing/2014/main" id="{3686CB58-181D-48BE-B509-C82213531B0A}"/>
                    </a:ext>
                  </a:extLst>
                </p:cNvPr>
                <p:cNvSpPr/>
                <p:nvPr/>
              </p:nvSpPr>
              <p:spPr>
                <a:xfrm>
                  <a:off x="9686096" y="5754095"/>
                  <a:ext cx="869950" cy="43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50" h="435609">
                      <a:moveTo>
                        <a:pt x="0" y="435101"/>
                      </a:moveTo>
                      <a:lnTo>
                        <a:pt x="869441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0" name="object 943">
                  <a:extLst>
                    <a:ext uri="{FF2B5EF4-FFF2-40B4-BE49-F238E27FC236}">
                      <a16:creationId xmlns:a16="http://schemas.microsoft.com/office/drawing/2014/main" id="{B08C0CA5-AF72-4AD7-BA3F-3DC3DCE7C8F5}"/>
                    </a:ext>
                  </a:extLst>
                </p:cNvPr>
                <p:cNvSpPr/>
                <p:nvPr/>
              </p:nvSpPr>
              <p:spPr>
                <a:xfrm>
                  <a:off x="9686096" y="6148049"/>
                  <a:ext cx="41275" cy="5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245">
                      <a:moveTo>
                        <a:pt x="13716" y="0"/>
                      </a:moveTo>
                      <a:lnTo>
                        <a:pt x="0" y="41148"/>
                      </a:lnTo>
                      <a:lnTo>
                        <a:pt x="41148" y="54864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1" name="object 944">
                  <a:extLst>
                    <a:ext uri="{FF2B5EF4-FFF2-40B4-BE49-F238E27FC236}">
                      <a16:creationId xmlns:a16="http://schemas.microsoft.com/office/drawing/2014/main" id="{9614BCD1-F914-4C19-BE2D-E2D32F7E1A0C}"/>
                    </a:ext>
                  </a:extLst>
                </p:cNvPr>
                <p:cNvSpPr/>
                <p:nvPr/>
              </p:nvSpPr>
              <p:spPr>
                <a:xfrm>
                  <a:off x="10514390" y="5740379"/>
                  <a:ext cx="41275" cy="55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879">
                      <a:moveTo>
                        <a:pt x="27431" y="55625"/>
                      </a:moveTo>
                      <a:lnTo>
                        <a:pt x="41147" y="13715"/>
                      </a:lnTo>
                      <a:lnTo>
                        <a:pt x="0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2" name="object 945">
                  <a:extLst>
                    <a:ext uri="{FF2B5EF4-FFF2-40B4-BE49-F238E27FC236}">
                      <a16:creationId xmlns:a16="http://schemas.microsoft.com/office/drawing/2014/main" id="{AA4F2F28-1435-4A5D-8C09-9E5F676C1700}"/>
                    </a:ext>
                  </a:extLst>
                </p:cNvPr>
                <p:cNvSpPr/>
                <p:nvPr/>
              </p:nvSpPr>
              <p:spPr>
                <a:xfrm>
                  <a:off x="9948224" y="5811245"/>
                  <a:ext cx="345440" cy="321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40" h="321309">
                      <a:moveTo>
                        <a:pt x="345186" y="197357"/>
                      </a:moveTo>
                      <a:lnTo>
                        <a:pt x="246888" y="0"/>
                      </a:lnTo>
                      <a:lnTo>
                        <a:pt x="0" y="123443"/>
                      </a:lnTo>
                      <a:lnTo>
                        <a:pt x="98298" y="320801"/>
                      </a:lnTo>
                      <a:lnTo>
                        <a:pt x="345186" y="1973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3" name="object 946">
                  <a:extLst>
                    <a:ext uri="{FF2B5EF4-FFF2-40B4-BE49-F238E27FC236}">
                      <a16:creationId xmlns:a16="http://schemas.microsoft.com/office/drawing/2014/main" id="{FBA92F92-798D-4387-862D-63011A0FB037}"/>
                    </a:ext>
                  </a:extLst>
                </p:cNvPr>
                <p:cNvSpPr/>
                <p:nvPr/>
              </p:nvSpPr>
              <p:spPr>
                <a:xfrm>
                  <a:off x="10000028" y="5866556"/>
                  <a:ext cx="254635" cy="210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634" h="210185">
                      <a:moveTo>
                        <a:pt x="39623" y="88706"/>
                      </a:moveTo>
                      <a:lnTo>
                        <a:pt x="38861" y="71942"/>
                      </a:lnTo>
                      <a:lnTo>
                        <a:pt x="0" y="90992"/>
                      </a:lnTo>
                      <a:lnTo>
                        <a:pt x="0" y="143570"/>
                      </a:lnTo>
                      <a:lnTo>
                        <a:pt x="6857" y="140846"/>
                      </a:lnTo>
                      <a:lnTo>
                        <a:pt x="6857" y="104708"/>
                      </a:lnTo>
                      <a:lnTo>
                        <a:pt x="39623" y="88706"/>
                      </a:lnTo>
                      <a:close/>
                    </a:path>
                    <a:path w="254634" h="210185">
                      <a:moveTo>
                        <a:pt x="76961" y="165668"/>
                      </a:moveTo>
                      <a:lnTo>
                        <a:pt x="76961" y="160334"/>
                      </a:lnTo>
                      <a:lnTo>
                        <a:pt x="76199" y="154238"/>
                      </a:lnTo>
                      <a:lnTo>
                        <a:pt x="48767" y="122234"/>
                      </a:lnTo>
                      <a:lnTo>
                        <a:pt x="27431" y="119026"/>
                      </a:lnTo>
                      <a:lnTo>
                        <a:pt x="18014" y="119984"/>
                      </a:lnTo>
                      <a:lnTo>
                        <a:pt x="6857" y="122996"/>
                      </a:lnTo>
                      <a:lnTo>
                        <a:pt x="6857" y="140846"/>
                      </a:lnTo>
                      <a:lnTo>
                        <a:pt x="7584" y="140558"/>
                      </a:lnTo>
                      <a:lnTo>
                        <a:pt x="14382" y="138331"/>
                      </a:lnTo>
                      <a:lnTo>
                        <a:pt x="20466" y="136819"/>
                      </a:lnTo>
                      <a:lnTo>
                        <a:pt x="25145" y="136072"/>
                      </a:lnTo>
                      <a:lnTo>
                        <a:pt x="35051" y="135950"/>
                      </a:lnTo>
                      <a:lnTo>
                        <a:pt x="43433" y="136712"/>
                      </a:lnTo>
                      <a:lnTo>
                        <a:pt x="70103" y="169478"/>
                      </a:lnTo>
                      <a:lnTo>
                        <a:pt x="70103" y="185861"/>
                      </a:lnTo>
                      <a:lnTo>
                        <a:pt x="72389" y="182432"/>
                      </a:lnTo>
                      <a:lnTo>
                        <a:pt x="73913" y="177098"/>
                      </a:lnTo>
                      <a:lnTo>
                        <a:pt x="76199" y="171764"/>
                      </a:lnTo>
                      <a:lnTo>
                        <a:pt x="76961" y="165668"/>
                      </a:lnTo>
                      <a:close/>
                    </a:path>
                    <a:path w="254634" h="210185">
                      <a:moveTo>
                        <a:pt x="70103" y="185861"/>
                      </a:moveTo>
                      <a:lnTo>
                        <a:pt x="70103" y="169478"/>
                      </a:lnTo>
                      <a:lnTo>
                        <a:pt x="67817" y="177098"/>
                      </a:lnTo>
                      <a:lnTo>
                        <a:pt x="64769" y="183956"/>
                      </a:lnTo>
                      <a:lnTo>
                        <a:pt x="60959" y="189290"/>
                      </a:lnTo>
                      <a:lnTo>
                        <a:pt x="54863" y="192338"/>
                      </a:lnTo>
                      <a:lnTo>
                        <a:pt x="50291" y="193862"/>
                      </a:lnTo>
                      <a:lnTo>
                        <a:pt x="45719" y="194624"/>
                      </a:lnTo>
                      <a:lnTo>
                        <a:pt x="40385" y="193862"/>
                      </a:lnTo>
                      <a:lnTo>
                        <a:pt x="36575" y="193862"/>
                      </a:lnTo>
                      <a:lnTo>
                        <a:pt x="34289" y="193100"/>
                      </a:lnTo>
                      <a:lnTo>
                        <a:pt x="33527" y="193100"/>
                      </a:lnTo>
                      <a:lnTo>
                        <a:pt x="32003" y="193862"/>
                      </a:lnTo>
                      <a:lnTo>
                        <a:pt x="30479" y="193862"/>
                      </a:lnTo>
                      <a:lnTo>
                        <a:pt x="27431" y="195386"/>
                      </a:lnTo>
                      <a:lnTo>
                        <a:pt x="25907" y="196910"/>
                      </a:lnTo>
                      <a:lnTo>
                        <a:pt x="25145" y="198434"/>
                      </a:lnTo>
                      <a:lnTo>
                        <a:pt x="25145" y="202244"/>
                      </a:lnTo>
                      <a:lnTo>
                        <a:pt x="25907" y="203768"/>
                      </a:lnTo>
                      <a:lnTo>
                        <a:pt x="26669" y="206054"/>
                      </a:lnTo>
                      <a:lnTo>
                        <a:pt x="29717" y="208340"/>
                      </a:lnTo>
                      <a:lnTo>
                        <a:pt x="33527" y="209102"/>
                      </a:lnTo>
                      <a:lnTo>
                        <a:pt x="38099" y="209864"/>
                      </a:lnTo>
                      <a:lnTo>
                        <a:pt x="43433" y="208340"/>
                      </a:lnTo>
                      <a:lnTo>
                        <a:pt x="49529" y="205292"/>
                      </a:lnTo>
                      <a:lnTo>
                        <a:pt x="56387" y="201482"/>
                      </a:lnTo>
                      <a:lnTo>
                        <a:pt x="61721" y="196910"/>
                      </a:lnTo>
                      <a:lnTo>
                        <a:pt x="66293" y="190814"/>
                      </a:lnTo>
                      <a:lnTo>
                        <a:pt x="69341" y="187004"/>
                      </a:lnTo>
                      <a:lnTo>
                        <a:pt x="70103" y="185861"/>
                      </a:lnTo>
                      <a:close/>
                    </a:path>
                    <a:path w="254634" h="210185">
                      <a:moveTo>
                        <a:pt x="166877" y="144332"/>
                      </a:moveTo>
                      <a:lnTo>
                        <a:pt x="165353" y="141284"/>
                      </a:lnTo>
                      <a:lnTo>
                        <a:pt x="160019" y="143570"/>
                      </a:lnTo>
                      <a:lnTo>
                        <a:pt x="156971" y="144332"/>
                      </a:lnTo>
                      <a:lnTo>
                        <a:pt x="150875" y="144332"/>
                      </a:lnTo>
                      <a:lnTo>
                        <a:pt x="149351" y="142808"/>
                      </a:lnTo>
                      <a:lnTo>
                        <a:pt x="148589" y="141284"/>
                      </a:lnTo>
                      <a:lnTo>
                        <a:pt x="146303" y="137474"/>
                      </a:lnTo>
                      <a:lnTo>
                        <a:pt x="97535" y="39938"/>
                      </a:lnTo>
                      <a:lnTo>
                        <a:pt x="94487" y="40700"/>
                      </a:lnTo>
                      <a:lnTo>
                        <a:pt x="74675" y="67370"/>
                      </a:lnTo>
                      <a:lnTo>
                        <a:pt x="76961" y="68894"/>
                      </a:lnTo>
                      <a:lnTo>
                        <a:pt x="82295" y="63560"/>
                      </a:lnTo>
                      <a:lnTo>
                        <a:pt x="86867" y="61274"/>
                      </a:lnTo>
                      <a:lnTo>
                        <a:pt x="88391" y="62036"/>
                      </a:lnTo>
                      <a:lnTo>
                        <a:pt x="89915" y="62036"/>
                      </a:lnTo>
                      <a:lnTo>
                        <a:pt x="92201" y="64322"/>
                      </a:lnTo>
                      <a:lnTo>
                        <a:pt x="130301" y="138236"/>
                      </a:lnTo>
                      <a:lnTo>
                        <a:pt x="134873" y="148904"/>
                      </a:lnTo>
                      <a:lnTo>
                        <a:pt x="134873" y="160334"/>
                      </a:lnTo>
                      <a:lnTo>
                        <a:pt x="166877" y="144332"/>
                      </a:lnTo>
                      <a:close/>
                    </a:path>
                    <a:path w="254634" h="210185">
                      <a:moveTo>
                        <a:pt x="134873" y="160334"/>
                      </a:moveTo>
                      <a:lnTo>
                        <a:pt x="134873" y="153476"/>
                      </a:lnTo>
                      <a:lnTo>
                        <a:pt x="133349" y="155000"/>
                      </a:lnTo>
                      <a:lnTo>
                        <a:pt x="132587" y="156524"/>
                      </a:lnTo>
                      <a:lnTo>
                        <a:pt x="129539" y="158810"/>
                      </a:lnTo>
                      <a:lnTo>
                        <a:pt x="124205" y="161858"/>
                      </a:lnTo>
                      <a:lnTo>
                        <a:pt x="125729" y="164906"/>
                      </a:lnTo>
                      <a:lnTo>
                        <a:pt x="134873" y="160334"/>
                      </a:lnTo>
                      <a:close/>
                    </a:path>
                    <a:path w="254634" h="210185">
                      <a:moveTo>
                        <a:pt x="218693" y="35366"/>
                      </a:moveTo>
                      <a:lnTo>
                        <a:pt x="218693" y="28508"/>
                      </a:lnTo>
                      <a:lnTo>
                        <a:pt x="217169" y="22412"/>
                      </a:lnTo>
                      <a:lnTo>
                        <a:pt x="214121" y="17078"/>
                      </a:lnTo>
                      <a:lnTo>
                        <a:pt x="210311" y="9458"/>
                      </a:lnTo>
                      <a:lnTo>
                        <a:pt x="204215" y="4124"/>
                      </a:lnTo>
                      <a:lnTo>
                        <a:pt x="195071" y="1076"/>
                      </a:lnTo>
                      <a:lnTo>
                        <a:pt x="188975" y="0"/>
                      </a:lnTo>
                      <a:lnTo>
                        <a:pt x="182117" y="28"/>
                      </a:lnTo>
                      <a:lnTo>
                        <a:pt x="150697" y="28532"/>
                      </a:lnTo>
                      <a:lnTo>
                        <a:pt x="150209" y="35366"/>
                      </a:lnTo>
                      <a:lnTo>
                        <a:pt x="151006" y="42772"/>
                      </a:lnTo>
                      <a:lnTo>
                        <a:pt x="153161" y="50606"/>
                      </a:lnTo>
                      <a:lnTo>
                        <a:pt x="155447" y="49463"/>
                      </a:lnTo>
                      <a:lnTo>
                        <a:pt x="155447" y="41462"/>
                      </a:lnTo>
                      <a:lnTo>
                        <a:pt x="156209" y="35366"/>
                      </a:lnTo>
                      <a:lnTo>
                        <a:pt x="158495" y="30032"/>
                      </a:lnTo>
                      <a:lnTo>
                        <a:pt x="161543" y="24698"/>
                      </a:lnTo>
                      <a:lnTo>
                        <a:pt x="165353" y="20888"/>
                      </a:lnTo>
                      <a:lnTo>
                        <a:pt x="170687" y="18602"/>
                      </a:lnTo>
                      <a:lnTo>
                        <a:pt x="176783" y="15554"/>
                      </a:lnTo>
                      <a:lnTo>
                        <a:pt x="182879" y="14792"/>
                      </a:lnTo>
                      <a:lnTo>
                        <a:pt x="188975" y="17078"/>
                      </a:lnTo>
                      <a:lnTo>
                        <a:pt x="195833" y="19364"/>
                      </a:lnTo>
                      <a:lnTo>
                        <a:pt x="208395" y="89369"/>
                      </a:lnTo>
                      <a:lnTo>
                        <a:pt x="209097" y="87134"/>
                      </a:lnTo>
                      <a:lnTo>
                        <a:pt x="213359" y="72704"/>
                      </a:lnTo>
                      <a:lnTo>
                        <a:pt x="215800" y="62262"/>
                      </a:lnTo>
                      <a:lnTo>
                        <a:pt x="217455" y="52606"/>
                      </a:lnTo>
                      <a:lnTo>
                        <a:pt x="218396" y="43665"/>
                      </a:lnTo>
                      <a:lnTo>
                        <a:pt x="218693" y="35366"/>
                      </a:lnTo>
                      <a:close/>
                    </a:path>
                    <a:path w="254634" h="210185">
                      <a:moveTo>
                        <a:pt x="156209" y="49082"/>
                      </a:moveTo>
                      <a:lnTo>
                        <a:pt x="155447" y="41462"/>
                      </a:lnTo>
                      <a:lnTo>
                        <a:pt x="155447" y="49463"/>
                      </a:lnTo>
                      <a:lnTo>
                        <a:pt x="156209" y="49082"/>
                      </a:lnTo>
                      <a:close/>
                    </a:path>
                    <a:path w="254634" h="210185">
                      <a:moveTo>
                        <a:pt x="208395" y="89369"/>
                      </a:moveTo>
                      <a:lnTo>
                        <a:pt x="208395" y="56523"/>
                      </a:lnTo>
                      <a:lnTo>
                        <a:pt x="207263" y="67370"/>
                      </a:lnTo>
                      <a:lnTo>
                        <a:pt x="204835" y="79371"/>
                      </a:lnTo>
                      <a:lnTo>
                        <a:pt x="200977" y="93659"/>
                      </a:lnTo>
                      <a:lnTo>
                        <a:pt x="195691" y="110232"/>
                      </a:lnTo>
                      <a:lnTo>
                        <a:pt x="188975" y="129092"/>
                      </a:lnTo>
                      <a:lnTo>
                        <a:pt x="190499" y="132140"/>
                      </a:lnTo>
                      <a:lnTo>
                        <a:pt x="201167" y="126806"/>
                      </a:lnTo>
                      <a:lnTo>
                        <a:pt x="201167" y="111566"/>
                      </a:lnTo>
                      <a:lnTo>
                        <a:pt x="205549" y="98421"/>
                      </a:lnTo>
                      <a:lnTo>
                        <a:pt x="208395" y="89369"/>
                      </a:lnTo>
                      <a:close/>
                    </a:path>
                    <a:path w="254634" h="210185">
                      <a:moveTo>
                        <a:pt x="254507" y="100136"/>
                      </a:moveTo>
                      <a:lnTo>
                        <a:pt x="251459" y="74990"/>
                      </a:lnTo>
                      <a:lnTo>
                        <a:pt x="248411" y="76514"/>
                      </a:lnTo>
                      <a:lnTo>
                        <a:pt x="248411" y="79562"/>
                      </a:lnTo>
                      <a:lnTo>
                        <a:pt x="247649" y="82610"/>
                      </a:lnTo>
                      <a:lnTo>
                        <a:pt x="246887" y="84896"/>
                      </a:lnTo>
                      <a:lnTo>
                        <a:pt x="245363" y="87182"/>
                      </a:lnTo>
                      <a:lnTo>
                        <a:pt x="243839" y="88706"/>
                      </a:lnTo>
                      <a:lnTo>
                        <a:pt x="241553" y="90230"/>
                      </a:lnTo>
                      <a:lnTo>
                        <a:pt x="239267" y="92516"/>
                      </a:lnTo>
                      <a:lnTo>
                        <a:pt x="235457" y="94802"/>
                      </a:lnTo>
                      <a:lnTo>
                        <a:pt x="229361" y="97088"/>
                      </a:lnTo>
                      <a:lnTo>
                        <a:pt x="201167" y="111566"/>
                      </a:lnTo>
                      <a:lnTo>
                        <a:pt x="201167" y="126806"/>
                      </a:lnTo>
                      <a:lnTo>
                        <a:pt x="254507" y="100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cxnSp>
              <p:nvCxnSpPr>
                <p:cNvPr id="934" name="Straight Arrow Connector 933">
                  <a:extLst>
                    <a:ext uri="{FF2B5EF4-FFF2-40B4-BE49-F238E27FC236}">
                      <a16:creationId xmlns:a16="http://schemas.microsoft.com/office/drawing/2014/main" id="{8DEECA1C-1F60-4F12-AB73-F5AD4477E6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2063" y="5374365"/>
                  <a:ext cx="0" cy="8143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Arrow Connector 934">
                  <a:extLst>
                    <a:ext uri="{FF2B5EF4-FFF2-40B4-BE49-F238E27FC236}">
                      <a16:creationId xmlns:a16="http://schemas.microsoft.com/office/drawing/2014/main" id="{808E5F45-419C-42E3-ACFB-C15B81A0B9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70834" y="4257115"/>
                  <a:ext cx="0" cy="7536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936" name="object 13">
                  <a:extLst>
                    <a:ext uri="{FF2B5EF4-FFF2-40B4-BE49-F238E27FC236}">
                      <a16:creationId xmlns:a16="http://schemas.microsoft.com/office/drawing/2014/main" id="{E63C53B2-31A3-4074-AF34-05AE7E96FE90}"/>
                    </a:ext>
                  </a:extLst>
                </p:cNvPr>
                <p:cNvSpPr txBox="1"/>
                <p:nvPr/>
              </p:nvSpPr>
              <p:spPr>
                <a:xfrm>
                  <a:off x="6719337" y="5020389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18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937" name="Straight Arrow Connector 936">
                  <a:extLst>
                    <a:ext uri="{FF2B5EF4-FFF2-40B4-BE49-F238E27FC236}">
                      <a16:creationId xmlns:a16="http://schemas.microsoft.com/office/drawing/2014/main" id="{3AA7262A-E19A-43FB-83CA-76870404F7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5001" y="6312569"/>
                  <a:ext cx="111417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8" name="Straight Arrow Connector 937">
                  <a:extLst>
                    <a:ext uri="{FF2B5EF4-FFF2-40B4-BE49-F238E27FC236}">
                      <a16:creationId xmlns:a16="http://schemas.microsoft.com/office/drawing/2014/main" id="{CF601AA4-B95B-4D28-8E08-4BB2F1E87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53692" y="6312569"/>
                  <a:ext cx="121145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9" name="object 13">
                  <a:extLst>
                    <a:ext uri="{FF2B5EF4-FFF2-40B4-BE49-F238E27FC236}">
                      <a16:creationId xmlns:a16="http://schemas.microsoft.com/office/drawing/2014/main" id="{8AA5722B-1101-4D72-B9D4-A8572623DC49}"/>
                    </a:ext>
                  </a:extLst>
                </p:cNvPr>
                <p:cNvSpPr txBox="1"/>
                <p:nvPr/>
              </p:nvSpPr>
              <p:spPr>
                <a:xfrm>
                  <a:off x="8267561" y="6166524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25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50DD09-379E-40FB-9DA4-05EED95DA41B}"/>
                  </a:ext>
                </a:extLst>
              </p:cNvPr>
              <p:cNvSpPr/>
              <p:nvPr/>
            </p:nvSpPr>
            <p:spPr>
              <a:xfrm>
                <a:off x="7122694" y="4244738"/>
                <a:ext cx="723600" cy="11340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4FFA940-5C2F-478D-9D30-625C2E9F870F}"/>
                  </a:ext>
                </a:extLst>
              </p:cNvPr>
              <p:cNvSpPr/>
              <p:nvPr/>
            </p:nvSpPr>
            <p:spPr>
              <a:xfrm>
                <a:off x="6604295" y="3866497"/>
                <a:ext cx="8963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(7, 2.8)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38FD4CD-1EDC-4A6F-B60A-D539E4BCDBD0}"/>
                  </a:ext>
                </a:extLst>
              </p:cNvPr>
              <p:cNvSpPr/>
              <p:nvPr/>
            </p:nvSpPr>
            <p:spPr>
              <a:xfrm>
                <a:off x="7846294" y="5135785"/>
                <a:ext cx="13003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(13.7, 13.3)</a:t>
                </a:r>
              </a:p>
            </p:txBody>
          </p:sp>
        </p:grpSp>
        <p:grpSp>
          <p:nvGrpSpPr>
            <p:cNvPr id="940" name="Group 939">
              <a:extLst>
                <a:ext uri="{FF2B5EF4-FFF2-40B4-BE49-F238E27FC236}">
                  <a16:creationId xmlns:a16="http://schemas.microsoft.com/office/drawing/2014/main" id="{AEE507F8-2EBB-40F0-9855-7F09BD41C22A}"/>
                </a:ext>
              </a:extLst>
            </p:cNvPr>
            <p:cNvGrpSpPr/>
            <p:nvPr/>
          </p:nvGrpSpPr>
          <p:grpSpPr>
            <a:xfrm>
              <a:off x="4908699" y="4252522"/>
              <a:ext cx="1194255" cy="1390851"/>
              <a:chOff x="2246520" y="4014492"/>
              <a:chExt cx="1194255" cy="1390851"/>
            </a:xfrm>
          </p:grpSpPr>
          <p:cxnSp>
            <p:nvCxnSpPr>
              <p:cNvPr id="941" name="Straight Arrow Connector 940">
                <a:extLst>
                  <a:ext uri="{FF2B5EF4-FFF2-40B4-BE49-F238E27FC236}">
                    <a16:creationId xmlns:a16="http://schemas.microsoft.com/office/drawing/2014/main" id="{2D6F80C1-2CE1-49E6-AA80-E1C86E412294}"/>
                  </a:ext>
                </a:extLst>
              </p:cNvPr>
              <p:cNvCxnSpPr>
                <a:cxnSpLocks/>
                <a:stCxn id="943" idx="2"/>
              </p:cNvCxnSpPr>
              <p:nvPr/>
            </p:nvCxnSpPr>
            <p:spPr>
              <a:xfrm>
                <a:off x="2506043" y="4806295"/>
                <a:ext cx="0" cy="34219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2" name="Straight Arrow Connector 941">
                <a:extLst>
                  <a:ext uri="{FF2B5EF4-FFF2-40B4-BE49-F238E27FC236}">
                    <a16:creationId xmlns:a16="http://schemas.microsoft.com/office/drawing/2014/main" id="{BE514B61-8559-4F8E-BEF9-20DAFA5C7A12}"/>
                  </a:ext>
                </a:extLst>
              </p:cNvPr>
              <p:cNvCxnSpPr>
                <a:cxnSpLocks/>
                <a:stCxn id="943" idx="0"/>
              </p:cNvCxnSpPr>
              <p:nvPr/>
            </p:nvCxnSpPr>
            <p:spPr>
              <a:xfrm flipV="1">
                <a:off x="2506043" y="4014492"/>
                <a:ext cx="0" cy="50198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43" name="object 13">
                <a:extLst>
                  <a:ext uri="{FF2B5EF4-FFF2-40B4-BE49-F238E27FC236}">
                    <a16:creationId xmlns:a16="http://schemas.microsoft.com/office/drawing/2014/main" id="{91F126A8-F9E9-45F5-AB29-E6EF7755729B}"/>
                  </a:ext>
                </a:extLst>
              </p:cNvPr>
              <p:cNvSpPr txBox="1"/>
              <p:nvPr/>
            </p:nvSpPr>
            <p:spPr>
              <a:xfrm>
                <a:off x="2246520" y="4516472"/>
                <a:ext cx="519045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10.5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944" name="Straight Arrow Connector 943">
                <a:extLst>
                  <a:ext uri="{FF2B5EF4-FFF2-40B4-BE49-F238E27FC236}">
                    <a16:creationId xmlns:a16="http://schemas.microsoft.com/office/drawing/2014/main" id="{A0EAE0BE-4D27-466F-A441-A8269921DD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2973" y="5245858"/>
                <a:ext cx="237802" cy="581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5" name="Straight Arrow Connector 944">
                <a:extLst>
                  <a:ext uri="{FF2B5EF4-FFF2-40B4-BE49-F238E27FC236}">
                    <a16:creationId xmlns:a16="http://schemas.microsoft.com/office/drawing/2014/main" id="{7CC8E815-6E72-491D-ABCE-D8F88E857307}"/>
                  </a:ext>
                </a:extLst>
              </p:cNvPr>
              <p:cNvCxnSpPr>
                <a:cxnSpLocks/>
                <a:stCxn id="946" idx="1"/>
              </p:cNvCxnSpPr>
              <p:nvPr/>
            </p:nvCxnSpPr>
            <p:spPr>
              <a:xfrm flipH="1">
                <a:off x="2698192" y="5255483"/>
                <a:ext cx="184606" cy="581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46" name="object 13">
                <a:extLst>
                  <a:ext uri="{FF2B5EF4-FFF2-40B4-BE49-F238E27FC236}">
                    <a16:creationId xmlns:a16="http://schemas.microsoft.com/office/drawing/2014/main" id="{2E859ED0-1B1A-4656-9FAA-8FA1BE73CF82}"/>
                  </a:ext>
                </a:extLst>
              </p:cNvPr>
              <p:cNvSpPr txBox="1"/>
              <p:nvPr/>
            </p:nvSpPr>
            <p:spPr>
              <a:xfrm>
                <a:off x="2882798" y="5105623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dirty="0">
                    <a:cs typeface="+mn-ea"/>
                    <a:sym typeface="+mn-lt"/>
                  </a:rPr>
                  <a:t>6.5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62D47CB9-B59E-4DE1-87B7-B4B23F9E04D0}"/>
                </a:ext>
              </a:extLst>
            </p:cNvPr>
            <p:cNvSpPr/>
            <p:nvPr/>
          </p:nvSpPr>
          <p:spPr>
            <a:xfrm>
              <a:off x="8735548" y="4172493"/>
              <a:ext cx="2940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spc="-5" dirty="0">
                  <a:cs typeface="+mn-ea"/>
                  <a:sym typeface="+mn-lt"/>
                </a:rPr>
                <a:t>grid width: </a:t>
              </a:r>
              <a:r>
                <a:rPr lang="en-US" altLang="zh-CN" sz="2400" spc="-5" dirty="0">
                  <a:solidFill>
                    <a:schemeClr val="accent1"/>
                  </a:solidFill>
                  <a:cs typeface="+mn-ea"/>
                  <a:sym typeface="+mn-lt"/>
                </a:rPr>
                <a:t>6.7/3=2.23</a:t>
              </a:r>
              <a:endParaRPr lang="zh-CN" altLang="en-US" sz="2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E6DFD243-6962-48F2-976E-C2E71DC93EA2}"/>
                </a:ext>
              </a:extLst>
            </p:cNvPr>
            <p:cNvSpPr/>
            <p:nvPr/>
          </p:nvSpPr>
          <p:spPr>
            <a:xfrm>
              <a:off x="8735548" y="4845125"/>
              <a:ext cx="29309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spc="-5" dirty="0">
                  <a:cs typeface="+mn-ea"/>
                  <a:sym typeface="+mn-lt"/>
                </a:rPr>
                <a:t>grid height:</a:t>
              </a:r>
              <a:r>
                <a:rPr lang="en-US" altLang="zh-CN" sz="2400" spc="-5" dirty="0">
                  <a:solidFill>
                    <a:srgbClr val="00B050"/>
                  </a:solidFill>
                  <a:cs typeface="+mn-ea"/>
                  <a:sym typeface="+mn-lt"/>
                </a:rPr>
                <a:t>10.5/3=3.5</a:t>
              </a:r>
              <a:endParaRPr lang="zh-CN" altLang="en-US" sz="2400" dirty="0">
                <a:solidFill>
                  <a:srgbClr val="00B050"/>
                </a:solidFill>
                <a:cs typeface="+mn-ea"/>
                <a:sym typeface="+mn-lt"/>
              </a:endParaRPr>
            </a:p>
          </p:txBody>
        </p:sp>
        <p:grpSp>
          <p:nvGrpSpPr>
            <p:cNvPr id="964" name="Group 963">
              <a:extLst>
                <a:ext uri="{FF2B5EF4-FFF2-40B4-BE49-F238E27FC236}">
                  <a16:creationId xmlns:a16="http://schemas.microsoft.com/office/drawing/2014/main" id="{609F264E-C2E3-42D8-8514-D4604A64E8DE}"/>
                </a:ext>
              </a:extLst>
            </p:cNvPr>
            <p:cNvGrpSpPr/>
            <p:nvPr/>
          </p:nvGrpSpPr>
          <p:grpSpPr>
            <a:xfrm>
              <a:off x="5381924" y="4262047"/>
              <a:ext cx="713456" cy="1121109"/>
              <a:chOff x="9649853" y="2337174"/>
              <a:chExt cx="713456" cy="1121109"/>
            </a:xfrm>
          </p:grpSpPr>
          <p:sp>
            <p:nvSpPr>
              <p:cNvPr id="960" name="object 1489">
                <a:extLst>
                  <a:ext uri="{FF2B5EF4-FFF2-40B4-BE49-F238E27FC236}">
                    <a16:creationId xmlns:a16="http://schemas.microsoft.com/office/drawing/2014/main" id="{040E4A5E-407E-4070-AAD8-F4E981352D62}"/>
                  </a:ext>
                </a:extLst>
              </p:cNvPr>
              <p:cNvSpPr/>
              <p:nvPr/>
            </p:nvSpPr>
            <p:spPr>
              <a:xfrm>
                <a:off x="9649853" y="2337174"/>
                <a:ext cx="711708" cy="372617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1" name="object 1486">
                <a:extLst>
                  <a:ext uri="{FF2B5EF4-FFF2-40B4-BE49-F238E27FC236}">
                    <a16:creationId xmlns:a16="http://schemas.microsoft.com/office/drawing/2014/main" id="{318F4E3D-4B1F-4B5D-BE10-BAFAFC587478}"/>
                  </a:ext>
                </a:extLst>
              </p:cNvPr>
              <p:cNvSpPr/>
              <p:nvPr/>
            </p:nvSpPr>
            <p:spPr>
              <a:xfrm>
                <a:off x="10125565" y="2693997"/>
                <a:ext cx="237744" cy="76428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2" name="object 1487">
                <a:extLst>
                  <a:ext uri="{FF2B5EF4-FFF2-40B4-BE49-F238E27FC236}">
                    <a16:creationId xmlns:a16="http://schemas.microsoft.com/office/drawing/2014/main" id="{FB17D9B6-5B5E-4A04-82D2-05FBFB9D123B}"/>
                  </a:ext>
                </a:extLst>
              </p:cNvPr>
              <p:cNvSpPr/>
              <p:nvPr/>
            </p:nvSpPr>
            <p:spPr>
              <a:xfrm>
                <a:off x="9888583" y="2693997"/>
                <a:ext cx="246125" cy="764286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3" name="object 1488">
                <a:extLst>
                  <a:ext uri="{FF2B5EF4-FFF2-40B4-BE49-F238E27FC236}">
                    <a16:creationId xmlns:a16="http://schemas.microsoft.com/office/drawing/2014/main" id="{CE36A30D-3C00-408B-BB41-7621098414C7}"/>
                  </a:ext>
                </a:extLst>
              </p:cNvPr>
              <p:cNvSpPr/>
              <p:nvPr/>
            </p:nvSpPr>
            <p:spPr>
              <a:xfrm>
                <a:off x="9651601" y="2693997"/>
                <a:ext cx="246887" cy="764286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66" name="Group 965">
            <a:extLst>
              <a:ext uri="{FF2B5EF4-FFF2-40B4-BE49-F238E27FC236}">
                <a16:creationId xmlns:a16="http://schemas.microsoft.com/office/drawing/2014/main" id="{AD84751D-5E57-428C-B218-95BAA7B6130F}"/>
              </a:ext>
            </a:extLst>
          </p:cNvPr>
          <p:cNvGrpSpPr/>
          <p:nvPr/>
        </p:nvGrpSpPr>
        <p:grpSpPr>
          <a:xfrm>
            <a:off x="8223518" y="1109413"/>
            <a:ext cx="3836709" cy="2668203"/>
            <a:chOff x="3578863" y="3429000"/>
            <a:chExt cx="3836709" cy="2668203"/>
          </a:xfrm>
        </p:grpSpPr>
        <p:grpSp>
          <p:nvGrpSpPr>
            <p:cNvPr id="967" name="Group 966">
              <a:extLst>
                <a:ext uri="{FF2B5EF4-FFF2-40B4-BE49-F238E27FC236}">
                  <a16:creationId xmlns:a16="http://schemas.microsoft.com/office/drawing/2014/main" id="{AD1C9B3A-71E0-4595-BFB7-EB329C7CB727}"/>
                </a:ext>
              </a:extLst>
            </p:cNvPr>
            <p:cNvGrpSpPr/>
            <p:nvPr/>
          </p:nvGrpSpPr>
          <p:grpSpPr>
            <a:xfrm>
              <a:off x="3578863" y="3429000"/>
              <a:ext cx="3836709" cy="2668203"/>
              <a:chOff x="1547937" y="3508760"/>
              <a:chExt cx="3836709" cy="2668203"/>
            </a:xfrm>
          </p:grpSpPr>
          <p:grpSp>
            <p:nvGrpSpPr>
              <p:cNvPr id="975" name="Group 974">
                <a:extLst>
                  <a:ext uri="{FF2B5EF4-FFF2-40B4-BE49-F238E27FC236}">
                    <a16:creationId xmlns:a16="http://schemas.microsoft.com/office/drawing/2014/main" id="{7F68EA7A-7D9C-40F0-B1AB-336708E4F7C5}"/>
                  </a:ext>
                </a:extLst>
              </p:cNvPr>
              <p:cNvGrpSpPr/>
              <p:nvPr/>
            </p:nvGrpSpPr>
            <p:grpSpPr>
              <a:xfrm>
                <a:off x="1547937" y="3508760"/>
                <a:ext cx="3836709" cy="2668203"/>
                <a:chOff x="6096000" y="3508760"/>
                <a:chExt cx="3836709" cy="2668203"/>
              </a:xfrm>
            </p:grpSpPr>
            <p:grpSp>
              <p:nvGrpSpPr>
                <p:cNvPr id="985" name="Group 984">
                  <a:extLst>
                    <a:ext uri="{FF2B5EF4-FFF2-40B4-BE49-F238E27FC236}">
                      <a16:creationId xmlns:a16="http://schemas.microsoft.com/office/drawing/2014/main" id="{B7F2C4F0-45C4-46A3-BFAF-7836D354EC1C}"/>
                    </a:ext>
                  </a:extLst>
                </p:cNvPr>
                <p:cNvGrpSpPr/>
                <p:nvPr/>
              </p:nvGrpSpPr>
              <p:grpSpPr>
                <a:xfrm>
                  <a:off x="6096000" y="3508760"/>
                  <a:ext cx="3836709" cy="2668203"/>
                  <a:chOff x="6719337" y="3798041"/>
                  <a:chExt cx="3836709" cy="2668203"/>
                </a:xfrm>
              </p:grpSpPr>
              <p:sp>
                <p:nvSpPr>
                  <p:cNvPr id="989" name="object 33">
                    <a:extLst>
                      <a:ext uri="{FF2B5EF4-FFF2-40B4-BE49-F238E27FC236}">
                        <a16:creationId xmlns:a16="http://schemas.microsoft.com/office/drawing/2014/main" id="{84D4DD79-C798-4A53-A1B2-B6BF7CAE0647}"/>
                      </a:ext>
                    </a:extLst>
                  </p:cNvPr>
                  <p:cNvSpPr/>
                  <p:nvPr/>
                </p:nvSpPr>
                <p:spPr>
                  <a:xfrm>
                    <a:off x="7244648" y="4391639"/>
                    <a:ext cx="2112264" cy="1662683"/>
                  </a:xfrm>
                  <a:prstGeom prst="rect">
                    <a:avLst/>
                  </a:prstGeom>
                  <a:blipFill>
                    <a:blip r:embed="rId4" cstate="print"/>
                    <a:stretch>
                      <a:fillRect/>
                    </a:stretch>
                  </a:blip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0" name="object 34">
                    <a:extLst>
                      <a:ext uri="{FF2B5EF4-FFF2-40B4-BE49-F238E27FC236}">
                        <a16:creationId xmlns:a16="http://schemas.microsoft.com/office/drawing/2014/main" id="{C734A1AA-DF32-4F04-8316-47BA775FFAB0}"/>
                      </a:ext>
                    </a:extLst>
                  </p:cNvPr>
                  <p:cNvSpPr/>
                  <p:nvPr/>
                </p:nvSpPr>
                <p:spPr>
                  <a:xfrm>
                    <a:off x="8783114" y="4398509"/>
                    <a:ext cx="604520" cy="133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520" h="1337310">
                        <a:moveTo>
                          <a:pt x="32766" y="679704"/>
                        </a:moveTo>
                        <a:lnTo>
                          <a:pt x="4572" y="675894"/>
                        </a:lnTo>
                        <a:lnTo>
                          <a:pt x="0" y="704088"/>
                        </a:lnTo>
                        <a:lnTo>
                          <a:pt x="28194" y="707898"/>
                        </a:lnTo>
                        <a:lnTo>
                          <a:pt x="32766" y="679704"/>
                        </a:lnTo>
                        <a:close/>
                      </a:path>
                      <a:path w="604520" h="1337310">
                        <a:moveTo>
                          <a:pt x="40386" y="623316"/>
                        </a:moveTo>
                        <a:lnTo>
                          <a:pt x="12192" y="619506"/>
                        </a:lnTo>
                        <a:lnTo>
                          <a:pt x="8382" y="647700"/>
                        </a:lnTo>
                        <a:lnTo>
                          <a:pt x="36576" y="651510"/>
                        </a:lnTo>
                        <a:lnTo>
                          <a:pt x="40386" y="623316"/>
                        </a:lnTo>
                        <a:close/>
                      </a:path>
                      <a:path w="604520" h="1337310">
                        <a:moveTo>
                          <a:pt x="48768" y="566928"/>
                        </a:moveTo>
                        <a:lnTo>
                          <a:pt x="19812" y="563118"/>
                        </a:lnTo>
                        <a:lnTo>
                          <a:pt x="16002" y="591312"/>
                        </a:lnTo>
                        <a:lnTo>
                          <a:pt x="44196" y="595122"/>
                        </a:lnTo>
                        <a:lnTo>
                          <a:pt x="48768" y="566928"/>
                        </a:lnTo>
                        <a:close/>
                      </a:path>
                      <a:path w="604520" h="1337310">
                        <a:moveTo>
                          <a:pt x="56388" y="510540"/>
                        </a:moveTo>
                        <a:lnTo>
                          <a:pt x="28194" y="505968"/>
                        </a:lnTo>
                        <a:lnTo>
                          <a:pt x="24384" y="534162"/>
                        </a:lnTo>
                        <a:lnTo>
                          <a:pt x="52578" y="538734"/>
                        </a:lnTo>
                        <a:lnTo>
                          <a:pt x="56388" y="510540"/>
                        </a:lnTo>
                        <a:close/>
                      </a:path>
                      <a:path w="604520" h="1337310">
                        <a:moveTo>
                          <a:pt x="64770" y="453390"/>
                        </a:moveTo>
                        <a:lnTo>
                          <a:pt x="35814" y="449580"/>
                        </a:lnTo>
                        <a:lnTo>
                          <a:pt x="32004" y="477774"/>
                        </a:lnTo>
                        <a:lnTo>
                          <a:pt x="60198" y="481584"/>
                        </a:lnTo>
                        <a:lnTo>
                          <a:pt x="64770" y="453390"/>
                        </a:lnTo>
                        <a:close/>
                      </a:path>
                      <a:path w="604520" h="1337310">
                        <a:moveTo>
                          <a:pt x="72390" y="397002"/>
                        </a:moveTo>
                        <a:lnTo>
                          <a:pt x="44196" y="393192"/>
                        </a:lnTo>
                        <a:lnTo>
                          <a:pt x="40386" y="421386"/>
                        </a:lnTo>
                        <a:lnTo>
                          <a:pt x="68580" y="425196"/>
                        </a:lnTo>
                        <a:lnTo>
                          <a:pt x="72390" y="397002"/>
                        </a:lnTo>
                        <a:close/>
                      </a:path>
                      <a:path w="604520" h="1337310">
                        <a:moveTo>
                          <a:pt x="80772" y="340614"/>
                        </a:moveTo>
                        <a:lnTo>
                          <a:pt x="51816" y="336804"/>
                        </a:lnTo>
                        <a:lnTo>
                          <a:pt x="48006" y="364998"/>
                        </a:lnTo>
                        <a:lnTo>
                          <a:pt x="76200" y="368808"/>
                        </a:lnTo>
                        <a:lnTo>
                          <a:pt x="80772" y="340614"/>
                        </a:lnTo>
                        <a:close/>
                      </a:path>
                      <a:path w="604520" h="1337310">
                        <a:moveTo>
                          <a:pt x="88392" y="284226"/>
                        </a:moveTo>
                        <a:lnTo>
                          <a:pt x="60198" y="279654"/>
                        </a:lnTo>
                        <a:lnTo>
                          <a:pt x="56388" y="307848"/>
                        </a:lnTo>
                        <a:lnTo>
                          <a:pt x="84582" y="312420"/>
                        </a:lnTo>
                        <a:lnTo>
                          <a:pt x="88392" y="284226"/>
                        </a:lnTo>
                        <a:close/>
                      </a:path>
                      <a:path w="604520" h="1337310">
                        <a:moveTo>
                          <a:pt x="96774" y="227076"/>
                        </a:moveTo>
                        <a:lnTo>
                          <a:pt x="67818" y="223266"/>
                        </a:lnTo>
                        <a:lnTo>
                          <a:pt x="64008" y="251460"/>
                        </a:lnTo>
                        <a:lnTo>
                          <a:pt x="92202" y="255270"/>
                        </a:lnTo>
                        <a:lnTo>
                          <a:pt x="96774" y="227076"/>
                        </a:lnTo>
                        <a:close/>
                      </a:path>
                      <a:path w="604520" h="1337310">
                        <a:moveTo>
                          <a:pt x="104394" y="170688"/>
                        </a:moveTo>
                        <a:lnTo>
                          <a:pt x="76200" y="166878"/>
                        </a:lnTo>
                        <a:lnTo>
                          <a:pt x="72390" y="195072"/>
                        </a:lnTo>
                        <a:lnTo>
                          <a:pt x="100584" y="198882"/>
                        </a:lnTo>
                        <a:lnTo>
                          <a:pt x="104394" y="170688"/>
                        </a:lnTo>
                        <a:close/>
                      </a:path>
                      <a:path w="604520" h="1337310">
                        <a:moveTo>
                          <a:pt x="112776" y="114300"/>
                        </a:moveTo>
                        <a:lnTo>
                          <a:pt x="83820" y="109728"/>
                        </a:lnTo>
                        <a:lnTo>
                          <a:pt x="80010" y="138684"/>
                        </a:lnTo>
                        <a:lnTo>
                          <a:pt x="108204" y="142494"/>
                        </a:lnTo>
                        <a:lnTo>
                          <a:pt x="112776" y="114300"/>
                        </a:lnTo>
                        <a:close/>
                      </a:path>
                      <a:path w="604520" h="1337310">
                        <a:moveTo>
                          <a:pt x="144780" y="91440"/>
                        </a:moveTo>
                        <a:lnTo>
                          <a:pt x="114300" y="0"/>
                        </a:lnTo>
                        <a:lnTo>
                          <a:pt x="59436" y="79248"/>
                        </a:lnTo>
                        <a:lnTo>
                          <a:pt x="88392" y="83375"/>
                        </a:lnTo>
                        <a:lnTo>
                          <a:pt x="118110" y="87630"/>
                        </a:lnTo>
                        <a:lnTo>
                          <a:pt x="144780" y="91440"/>
                        </a:lnTo>
                        <a:close/>
                      </a:path>
                      <a:path w="604520" h="1337310">
                        <a:moveTo>
                          <a:pt x="171450" y="915924"/>
                        </a:moveTo>
                        <a:lnTo>
                          <a:pt x="150876" y="896874"/>
                        </a:lnTo>
                        <a:lnTo>
                          <a:pt x="131064" y="917448"/>
                        </a:lnTo>
                        <a:lnTo>
                          <a:pt x="152400" y="937260"/>
                        </a:lnTo>
                        <a:lnTo>
                          <a:pt x="171450" y="915924"/>
                        </a:lnTo>
                        <a:close/>
                      </a:path>
                      <a:path w="604520" h="1337310">
                        <a:moveTo>
                          <a:pt x="213360" y="954786"/>
                        </a:moveTo>
                        <a:lnTo>
                          <a:pt x="192786" y="935736"/>
                        </a:lnTo>
                        <a:lnTo>
                          <a:pt x="172974" y="956310"/>
                        </a:lnTo>
                        <a:lnTo>
                          <a:pt x="194310" y="976122"/>
                        </a:lnTo>
                        <a:lnTo>
                          <a:pt x="213360" y="954786"/>
                        </a:lnTo>
                        <a:close/>
                      </a:path>
                      <a:path w="604520" h="1337310">
                        <a:moveTo>
                          <a:pt x="255270" y="993648"/>
                        </a:moveTo>
                        <a:lnTo>
                          <a:pt x="234696" y="974598"/>
                        </a:lnTo>
                        <a:lnTo>
                          <a:pt x="214884" y="995172"/>
                        </a:lnTo>
                        <a:lnTo>
                          <a:pt x="236220" y="1014984"/>
                        </a:lnTo>
                        <a:lnTo>
                          <a:pt x="255270" y="993648"/>
                        </a:lnTo>
                        <a:close/>
                      </a:path>
                      <a:path w="604520" h="1337310">
                        <a:moveTo>
                          <a:pt x="297180" y="1032510"/>
                        </a:moveTo>
                        <a:lnTo>
                          <a:pt x="276606" y="1013460"/>
                        </a:lnTo>
                        <a:lnTo>
                          <a:pt x="256794" y="1034034"/>
                        </a:lnTo>
                        <a:lnTo>
                          <a:pt x="278130" y="1053846"/>
                        </a:lnTo>
                        <a:lnTo>
                          <a:pt x="297180" y="1032510"/>
                        </a:lnTo>
                        <a:close/>
                      </a:path>
                      <a:path w="604520" h="1337310">
                        <a:moveTo>
                          <a:pt x="339090" y="1071372"/>
                        </a:moveTo>
                        <a:lnTo>
                          <a:pt x="318516" y="1052322"/>
                        </a:lnTo>
                        <a:lnTo>
                          <a:pt x="298704" y="1072896"/>
                        </a:lnTo>
                        <a:lnTo>
                          <a:pt x="320040" y="1092708"/>
                        </a:lnTo>
                        <a:lnTo>
                          <a:pt x="339090" y="1071372"/>
                        </a:lnTo>
                        <a:close/>
                      </a:path>
                      <a:path w="604520" h="1337310">
                        <a:moveTo>
                          <a:pt x="381000" y="1110234"/>
                        </a:moveTo>
                        <a:lnTo>
                          <a:pt x="360426" y="1091184"/>
                        </a:lnTo>
                        <a:lnTo>
                          <a:pt x="340614" y="1111758"/>
                        </a:lnTo>
                        <a:lnTo>
                          <a:pt x="361950" y="1131570"/>
                        </a:lnTo>
                        <a:lnTo>
                          <a:pt x="381000" y="1110234"/>
                        </a:lnTo>
                        <a:close/>
                      </a:path>
                      <a:path w="604520" h="1337310">
                        <a:moveTo>
                          <a:pt x="422910" y="1149096"/>
                        </a:moveTo>
                        <a:lnTo>
                          <a:pt x="402336" y="1130046"/>
                        </a:lnTo>
                        <a:lnTo>
                          <a:pt x="382524" y="1150620"/>
                        </a:lnTo>
                        <a:lnTo>
                          <a:pt x="403860" y="1170432"/>
                        </a:lnTo>
                        <a:lnTo>
                          <a:pt x="422910" y="1149096"/>
                        </a:lnTo>
                        <a:close/>
                      </a:path>
                      <a:path w="604520" h="1337310">
                        <a:moveTo>
                          <a:pt x="464820" y="1187958"/>
                        </a:moveTo>
                        <a:lnTo>
                          <a:pt x="444246" y="1168908"/>
                        </a:lnTo>
                        <a:lnTo>
                          <a:pt x="424434" y="1189482"/>
                        </a:lnTo>
                        <a:lnTo>
                          <a:pt x="445770" y="1209294"/>
                        </a:lnTo>
                        <a:lnTo>
                          <a:pt x="464820" y="1187958"/>
                        </a:lnTo>
                        <a:close/>
                      </a:path>
                      <a:path w="604520" h="1337310">
                        <a:moveTo>
                          <a:pt x="506730" y="1226820"/>
                        </a:moveTo>
                        <a:lnTo>
                          <a:pt x="486156" y="1207770"/>
                        </a:lnTo>
                        <a:lnTo>
                          <a:pt x="466344" y="1228344"/>
                        </a:lnTo>
                        <a:lnTo>
                          <a:pt x="487680" y="1248156"/>
                        </a:lnTo>
                        <a:lnTo>
                          <a:pt x="506730" y="1226820"/>
                        </a:lnTo>
                        <a:close/>
                      </a:path>
                      <a:path w="604520" h="1337310">
                        <a:moveTo>
                          <a:pt x="548640" y="1265682"/>
                        </a:moveTo>
                        <a:lnTo>
                          <a:pt x="528066" y="1246632"/>
                        </a:lnTo>
                        <a:lnTo>
                          <a:pt x="508254" y="1267206"/>
                        </a:lnTo>
                        <a:lnTo>
                          <a:pt x="529590" y="1287018"/>
                        </a:lnTo>
                        <a:lnTo>
                          <a:pt x="548640" y="1265682"/>
                        </a:lnTo>
                        <a:close/>
                      </a:path>
                      <a:path w="604520" h="1337310">
                        <a:moveTo>
                          <a:pt x="604266" y="1337310"/>
                        </a:moveTo>
                        <a:lnTo>
                          <a:pt x="570738" y="1247394"/>
                        </a:lnTo>
                        <a:lnTo>
                          <a:pt x="512064" y="1309878"/>
                        </a:lnTo>
                        <a:lnTo>
                          <a:pt x="604266" y="133731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1" name="object 35">
                    <a:extLst>
                      <a:ext uri="{FF2B5EF4-FFF2-40B4-BE49-F238E27FC236}">
                        <a16:creationId xmlns:a16="http://schemas.microsoft.com/office/drawing/2014/main" id="{79DC0B70-1D13-4012-B0AF-D6DEE5560DA1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3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2" name="object 36">
                    <a:extLst>
                      <a:ext uri="{FF2B5EF4-FFF2-40B4-BE49-F238E27FC236}">
                        <a16:creationId xmlns:a16="http://schemas.microsoft.com/office/drawing/2014/main" id="{8F72687C-0714-489C-95E5-743781760706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3"/>
                        </a:lnTo>
                        <a:lnTo>
                          <a:pt x="2716530" y="1956053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3" name="object 37">
                    <a:extLst>
                      <a:ext uri="{FF2B5EF4-FFF2-40B4-BE49-F238E27FC236}">
                        <a16:creationId xmlns:a16="http://schemas.microsoft.com/office/drawing/2014/main" id="{521F7D29-9438-4435-9356-966B7489B6B2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2716530" y="1956816"/>
                        </a:moveTo>
                        <a:lnTo>
                          <a:pt x="2716530" y="0"/>
                        </a:lnTo>
                        <a:lnTo>
                          <a:pt x="0" y="0"/>
                        </a:lnTo>
                        <a:lnTo>
                          <a:pt x="0" y="1956816"/>
                        </a:lnTo>
                        <a:lnTo>
                          <a:pt x="2716530" y="1956816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4" name="object 38">
                    <a:extLst>
                      <a:ext uri="{FF2B5EF4-FFF2-40B4-BE49-F238E27FC236}">
                        <a16:creationId xmlns:a16="http://schemas.microsoft.com/office/drawing/2014/main" id="{33AEFC93-BBC0-4109-8D5C-4BFD834E8DCE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0" y="0"/>
                        </a:moveTo>
                        <a:lnTo>
                          <a:pt x="0" y="1956815"/>
                        </a:lnTo>
                        <a:lnTo>
                          <a:pt x="2716530" y="1956815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5" name="object 39">
                    <a:extLst>
                      <a:ext uri="{FF2B5EF4-FFF2-40B4-BE49-F238E27FC236}">
                        <a16:creationId xmlns:a16="http://schemas.microsoft.com/office/drawing/2014/main" id="{D7A76109-B1AC-498A-9174-98884C44C561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4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4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6" name="object 40">
                    <a:extLst>
                      <a:ext uri="{FF2B5EF4-FFF2-40B4-BE49-F238E27FC236}">
                        <a16:creationId xmlns:a16="http://schemas.microsoft.com/office/drawing/2014/main" id="{E1593BF2-A1B9-4F08-88CC-E07C4EAB9BB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4"/>
                        </a:lnTo>
                        <a:lnTo>
                          <a:pt x="2716530" y="1956054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7" name="object 41">
                    <a:extLst>
                      <a:ext uri="{FF2B5EF4-FFF2-40B4-BE49-F238E27FC236}">
                        <a16:creationId xmlns:a16="http://schemas.microsoft.com/office/drawing/2014/main" id="{10A90D19-04AF-43CE-A22A-306AE2D2E69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8" name="object 42">
                    <a:extLst>
                      <a:ext uri="{FF2B5EF4-FFF2-40B4-BE49-F238E27FC236}">
                        <a16:creationId xmlns:a16="http://schemas.microsoft.com/office/drawing/2014/main" id="{6A214511-C0B7-41D7-B196-E3D7BF35648A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9" name="object 43">
                    <a:extLst>
                      <a:ext uri="{FF2B5EF4-FFF2-40B4-BE49-F238E27FC236}">
                        <a16:creationId xmlns:a16="http://schemas.microsoft.com/office/drawing/2014/main" id="{B2CD61F7-8191-471B-A3E7-8829CC69F1C5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0" name="object 44">
                    <a:extLst>
                      <a:ext uri="{FF2B5EF4-FFF2-40B4-BE49-F238E27FC236}">
                        <a16:creationId xmlns:a16="http://schemas.microsoft.com/office/drawing/2014/main" id="{8C650CD6-79D9-4864-8A36-D7AEC8FDBD3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1" name="object 45">
                    <a:extLst>
                      <a:ext uri="{FF2B5EF4-FFF2-40B4-BE49-F238E27FC236}">
                        <a16:creationId xmlns:a16="http://schemas.microsoft.com/office/drawing/2014/main" id="{946587F8-4959-43FA-9FEE-4DA4DE325F9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2" name="object 46">
                    <a:extLst>
                      <a:ext uri="{FF2B5EF4-FFF2-40B4-BE49-F238E27FC236}">
                        <a16:creationId xmlns:a16="http://schemas.microsoft.com/office/drawing/2014/main" id="{7E95D3E3-7AE7-4BF9-81E1-264D8B9F629F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3" name="object 47">
                    <a:extLst>
                      <a:ext uri="{FF2B5EF4-FFF2-40B4-BE49-F238E27FC236}">
                        <a16:creationId xmlns:a16="http://schemas.microsoft.com/office/drawing/2014/main" id="{4D8ED864-E915-4EB7-B621-42982078AD37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4" name="object 48">
                    <a:extLst>
                      <a:ext uri="{FF2B5EF4-FFF2-40B4-BE49-F238E27FC236}">
                        <a16:creationId xmlns:a16="http://schemas.microsoft.com/office/drawing/2014/main" id="{E73692B1-9652-478B-BE0F-2273DF343035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5" name="object 49">
                    <a:extLst>
                      <a:ext uri="{FF2B5EF4-FFF2-40B4-BE49-F238E27FC236}">
                        <a16:creationId xmlns:a16="http://schemas.microsoft.com/office/drawing/2014/main" id="{BDD943AE-7464-4D81-AFD3-164676792878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6" name="object 50">
                    <a:extLst>
                      <a:ext uri="{FF2B5EF4-FFF2-40B4-BE49-F238E27FC236}">
                        <a16:creationId xmlns:a16="http://schemas.microsoft.com/office/drawing/2014/main" id="{295E4A02-6841-4AE5-9180-3EC9F9250A7F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7" name="object 51">
                    <a:extLst>
                      <a:ext uri="{FF2B5EF4-FFF2-40B4-BE49-F238E27FC236}">
                        <a16:creationId xmlns:a16="http://schemas.microsoft.com/office/drawing/2014/main" id="{AD6E12BC-C2A8-4E0F-BCCA-681D062A0F21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8" name="object 52">
                    <a:extLst>
                      <a:ext uri="{FF2B5EF4-FFF2-40B4-BE49-F238E27FC236}">
                        <a16:creationId xmlns:a16="http://schemas.microsoft.com/office/drawing/2014/main" id="{8AA9B4A3-607F-4E0E-8CEC-8F08D1DBB1AD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9" name="object 53">
                    <a:extLst>
                      <a:ext uri="{FF2B5EF4-FFF2-40B4-BE49-F238E27FC236}">
                        <a16:creationId xmlns:a16="http://schemas.microsoft.com/office/drawing/2014/main" id="{81A59226-B8DA-41E7-89ED-D1EF5E6B9D6A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0" name="object 54">
                    <a:extLst>
                      <a:ext uri="{FF2B5EF4-FFF2-40B4-BE49-F238E27FC236}">
                        <a16:creationId xmlns:a16="http://schemas.microsoft.com/office/drawing/2014/main" id="{5F7C327F-3F8F-43D0-9B64-49CA57D43905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1" name="object 55">
                    <a:extLst>
                      <a:ext uri="{FF2B5EF4-FFF2-40B4-BE49-F238E27FC236}">
                        <a16:creationId xmlns:a16="http://schemas.microsoft.com/office/drawing/2014/main" id="{4BB7FC90-D072-46D2-B260-B8AE937CD276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2" name="object 56">
                    <a:extLst>
                      <a:ext uri="{FF2B5EF4-FFF2-40B4-BE49-F238E27FC236}">
                        <a16:creationId xmlns:a16="http://schemas.microsoft.com/office/drawing/2014/main" id="{A0C305DB-8C27-4159-BF9D-6A3B20CBAAC6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3" name="object 57">
                    <a:extLst>
                      <a:ext uri="{FF2B5EF4-FFF2-40B4-BE49-F238E27FC236}">
                        <a16:creationId xmlns:a16="http://schemas.microsoft.com/office/drawing/2014/main" id="{FD633B75-EAC8-45B2-A797-D0EEE8D99326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4" name="object 58">
                    <a:extLst>
                      <a:ext uri="{FF2B5EF4-FFF2-40B4-BE49-F238E27FC236}">
                        <a16:creationId xmlns:a16="http://schemas.microsoft.com/office/drawing/2014/main" id="{D6F16CF5-18EF-4BE3-9F81-1D79F5CEF604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5" name="object 59">
                    <a:extLst>
                      <a:ext uri="{FF2B5EF4-FFF2-40B4-BE49-F238E27FC236}">
                        <a16:creationId xmlns:a16="http://schemas.microsoft.com/office/drawing/2014/main" id="{37846815-CF1F-4ECB-B7AB-2A433A623AE4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6" name="object 60">
                    <a:extLst>
                      <a:ext uri="{FF2B5EF4-FFF2-40B4-BE49-F238E27FC236}">
                        <a16:creationId xmlns:a16="http://schemas.microsoft.com/office/drawing/2014/main" id="{F58C7F26-CEB6-44C5-9168-173609666925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7" name="object 61">
                    <a:extLst>
                      <a:ext uri="{FF2B5EF4-FFF2-40B4-BE49-F238E27FC236}">
                        <a16:creationId xmlns:a16="http://schemas.microsoft.com/office/drawing/2014/main" id="{5BBEE4B7-8F98-46C1-A32E-D327D690538B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8" name="object 62">
                    <a:extLst>
                      <a:ext uri="{FF2B5EF4-FFF2-40B4-BE49-F238E27FC236}">
                        <a16:creationId xmlns:a16="http://schemas.microsoft.com/office/drawing/2014/main" id="{35C7EF74-32B0-41E3-BC72-8E81DDA3117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9" name="object 63">
                    <a:extLst>
                      <a:ext uri="{FF2B5EF4-FFF2-40B4-BE49-F238E27FC236}">
                        <a16:creationId xmlns:a16="http://schemas.microsoft.com/office/drawing/2014/main" id="{BB908ECE-1F1A-4613-B40C-0C1B2A219382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0" name="object 64">
                    <a:extLst>
                      <a:ext uri="{FF2B5EF4-FFF2-40B4-BE49-F238E27FC236}">
                        <a16:creationId xmlns:a16="http://schemas.microsoft.com/office/drawing/2014/main" id="{7FF96312-12CC-43CE-9352-E68CA48384D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1" name="object 65">
                    <a:extLst>
                      <a:ext uri="{FF2B5EF4-FFF2-40B4-BE49-F238E27FC236}">
                        <a16:creationId xmlns:a16="http://schemas.microsoft.com/office/drawing/2014/main" id="{0AE26221-441B-49D6-9228-E22D4DFF486C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2" name="object 66">
                    <a:extLst>
                      <a:ext uri="{FF2B5EF4-FFF2-40B4-BE49-F238E27FC236}">
                        <a16:creationId xmlns:a16="http://schemas.microsoft.com/office/drawing/2014/main" id="{47412CFA-2D16-4444-9D74-9E6A2A4FA22B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3" name="object 67">
                    <a:extLst>
                      <a:ext uri="{FF2B5EF4-FFF2-40B4-BE49-F238E27FC236}">
                        <a16:creationId xmlns:a16="http://schemas.microsoft.com/office/drawing/2014/main" id="{764FF13C-FF62-4AB7-8AA5-475F1FFEBF9F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4" name="object 68">
                    <a:extLst>
                      <a:ext uri="{FF2B5EF4-FFF2-40B4-BE49-F238E27FC236}">
                        <a16:creationId xmlns:a16="http://schemas.microsoft.com/office/drawing/2014/main" id="{CAF4E552-7182-4FDC-A1FB-518A8009FF6C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5" name="object 69">
                    <a:extLst>
                      <a:ext uri="{FF2B5EF4-FFF2-40B4-BE49-F238E27FC236}">
                        <a16:creationId xmlns:a16="http://schemas.microsoft.com/office/drawing/2014/main" id="{8D63F5C3-1ADA-452F-99AD-BEBC3892F025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6" name="object 70">
                    <a:extLst>
                      <a:ext uri="{FF2B5EF4-FFF2-40B4-BE49-F238E27FC236}">
                        <a16:creationId xmlns:a16="http://schemas.microsoft.com/office/drawing/2014/main" id="{2895F9C6-7228-4486-8C01-8227DD32AAF9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7" name="object 71">
                    <a:extLst>
                      <a:ext uri="{FF2B5EF4-FFF2-40B4-BE49-F238E27FC236}">
                        <a16:creationId xmlns:a16="http://schemas.microsoft.com/office/drawing/2014/main" id="{67A8B957-59C9-40A2-95B3-1E6D6B8F934B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8" name="object 72">
                    <a:extLst>
                      <a:ext uri="{FF2B5EF4-FFF2-40B4-BE49-F238E27FC236}">
                        <a16:creationId xmlns:a16="http://schemas.microsoft.com/office/drawing/2014/main" id="{A3166DC7-8077-4940-B7E3-AE269B2083A3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9" name="object 73">
                    <a:extLst>
                      <a:ext uri="{FF2B5EF4-FFF2-40B4-BE49-F238E27FC236}">
                        <a16:creationId xmlns:a16="http://schemas.microsoft.com/office/drawing/2014/main" id="{BCEBB7B1-00E6-4097-A83E-C93C682C388E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0" name="object 74">
                    <a:extLst>
                      <a:ext uri="{FF2B5EF4-FFF2-40B4-BE49-F238E27FC236}">
                        <a16:creationId xmlns:a16="http://schemas.microsoft.com/office/drawing/2014/main" id="{F9026B48-6EBF-45FB-AF08-AFEFBD73D9A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1" name="object 75">
                    <a:extLst>
                      <a:ext uri="{FF2B5EF4-FFF2-40B4-BE49-F238E27FC236}">
                        <a16:creationId xmlns:a16="http://schemas.microsoft.com/office/drawing/2014/main" id="{D5293276-A478-4AE9-9B77-CD2C726A7B98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2" name="object 76">
                    <a:extLst>
                      <a:ext uri="{FF2B5EF4-FFF2-40B4-BE49-F238E27FC236}">
                        <a16:creationId xmlns:a16="http://schemas.microsoft.com/office/drawing/2014/main" id="{7CF8718F-47EE-4D2F-B2BA-C4F0E0DDC841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3" name="object 77">
                    <a:extLst>
                      <a:ext uri="{FF2B5EF4-FFF2-40B4-BE49-F238E27FC236}">
                        <a16:creationId xmlns:a16="http://schemas.microsoft.com/office/drawing/2014/main" id="{402A2862-DDDB-464C-A3E2-B35D3164CAF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4" name="object 78">
                    <a:extLst>
                      <a:ext uri="{FF2B5EF4-FFF2-40B4-BE49-F238E27FC236}">
                        <a16:creationId xmlns:a16="http://schemas.microsoft.com/office/drawing/2014/main" id="{FA0477B1-FC09-4FB0-8329-EAAA5C3E4AEB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5" name="object 79">
                    <a:extLst>
                      <a:ext uri="{FF2B5EF4-FFF2-40B4-BE49-F238E27FC236}">
                        <a16:creationId xmlns:a16="http://schemas.microsoft.com/office/drawing/2014/main" id="{EA69FCD5-88C6-4A95-88D2-BBAC23712E79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6" name="object 80">
                    <a:extLst>
                      <a:ext uri="{FF2B5EF4-FFF2-40B4-BE49-F238E27FC236}">
                        <a16:creationId xmlns:a16="http://schemas.microsoft.com/office/drawing/2014/main" id="{80701F36-3C46-4D7C-B967-B95C40BC2D19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7" name="object 81">
                    <a:extLst>
                      <a:ext uri="{FF2B5EF4-FFF2-40B4-BE49-F238E27FC236}">
                        <a16:creationId xmlns:a16="http://schemas.microsoft.com/office/drawing/2014/main" id="{251BF200-BEC5-4B25-AE55-4DFD46683536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8" name="object 82">
                    <a:extLst>
                      <a:ext uri="{FF2B5EF4-FFF2-40B4-BE49-F238E27FC236}">
                        <a16:creationId xmlns:a16="http://schemas.microsoft.com/office/drawing/2014/main" id="{A8311FCC-042F-4B5C-9009-3C03C079CDF3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9" name="object 83">
                    <a:extLst>
                      <a:ext uri="{FF2B5EF4-FFF2-40B4-BE49-F238E27FC236}">
                        <a16:creationId xmlns:a16="http://schemas.microsoft.com/office/drawing/2014/main" id="{04997840-D6D7-455A-B5DC-2CAA4E917979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0" name="object 84">
                    <a:extLst>
                      <a:ext uri="{FF2B5EF4-FFF2-40B4-BE49-F238E27FC236}">
                        <a16:creationId xmlns:a16="http://schemas.microsoft.com/office/drawing/2014/main" id="{C8B6C2D7-F38A-43D9-B072-20CB19C8D72D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1" name="object 85">
                    <a:extLst>
                      <a:ext uri="{FF2B5EF4-FFF2-40B4-BE49-F238E27FC236}">
                        <a16:creationId xmlns:a16="http://schemas.microsoft.com/office/drawing/2014/main" id="{B80BC9E9-6488-4BF7-8C7A-112218946A5A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2" name="object 86">
                    <a:extLst>
                      <a:ext uri="{FF2B5EF4-FFF2-40B4-BE49-F238E27FC236}">
                        <a16:creationId xmlns:a16="http://schemas.microsoft.com/office/drawing/2014/main" id="{A98AE400-6A33-4E16-9AE5-6F0A0AE69089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3" name="object 87">
                    <a:extLst>
                      <a:ext uri="{FF2B5EF4-FFF2-40B4-BE49-F238E27FC236}">
                        <a16:creationId xmlns:a16="http://schemas.microsoft.com/office/drawing/2014/main" id="{C9261B4D-E831-4E1B-B0A7-8F4E59CB8C5E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4" name="object 88">
                    <a:extLst>
                      <a:ext uri="{FF2B5EF4-FFF2-40B4-BE49-F238E27FC236}">
                        <a16:creationId xmlns:a16="http://schemas.microsoft.com/office/drawing/2014/main" id="{C68E003B-0DE7-405B-84E9-5DE77D6CDD5E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5" name="object 89">
                    <a:extLst>
                      <a:ext uri="{FF2B5EF4-FFF2-40B4-BE49-F238E27FC236}">
                        <a16:creationId xmlns:a16="http://schemas.microsoft.com/office/drawing/2014/main" id="{0A38A977-8227-4D41-A19F-118E438B4CD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6" name="object 90">
                    <a:extLst>
                      <a:ext uri="{FF2B5EF4-FFF2-40B4-BE49-F238E27FC236}">
                        <a16:creationId xmlns:a16="http://schemas.microsoft.com/office/drawing/2014/main" id="{759DBDF3-B6AE-4AF3-B097-97249C978AE6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7" name="object 91">
                    <a:extLst>
                      <a:ext uri="{FF2B5EF4-FFF2-40B4-BE49-F238E27FC236}">
                        <a16:creationId xmlns:a16="http://schemas.microsoft.com/office/drawing/2014/main" id="{EA15B818-788D-43E2-B316-0A96DAFB5283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8" name="object 92">
                    <a:extLst>
                      <a:ext uri="{FF2B5EF4-FFF2-40B4-BE49-F238E27FC236}">
                        <a16:creationId xmlns:a16="http://schemas.microsoft.com/office/drawing/2014/main" id="{ADF97B48-E755-49D2-9313-3F4ADD2FDB2C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9" name="object 93">
                    <a:extLst>
                      <a:ext uri="{FF2B5EF4-FFF2-40B4-BE49-F238E27FC236}">
                        <a16:creationId xmlns:a16="http://schemas.microsoft.com/office/drawing/2014/main" id="{8B4D7D17-F148-44A4-9C2B-F433AE59386D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0" name="object 94">
                    <a:extLst>
                      <a:ext uri="{FF2B5EF4-FFF2-40B4-BE49-F238E27FC236}">
                        <a16:creationId xmlns:a16="http://schemas.microsoft.com/office/drawing/2014/main" id="{43F62B06-D83F-4F66-99FC-1A2C4345483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1" name="object 95">
                    <a:extLst>
                      <a:ext uri="{FF2B5EF4-FFF2-40B4-BE49-F238E27FC236}">
                        <a16:creationId xmlns:a16="http://schemas.microsoft.com/office/drawing/2014/main" id="{4E7C0847-EF7A-478A-8103-75493E2E01EE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2" name="object 96">
                    <a:extLst>
                      <a:ext uri="{FF2B5EF4-FFF2-40B4-BE49-F238E27FC236}">
                        <a16:creationId xmlns:a16="http://schemas.microsoft.com/office/drawing/2014/main" id="{9B8CF162-4D31-45AB-8A9A-AEF0E22249A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3" name="object 97">
                    <a:extLst>
                      <a:ext uri="{FF2B5EF4-FFF2-40B4-BE49-F238E27FC236}">
                        <a16:creationId xmlns:a16="http://schemas.microsoft.com/office/drawing/2014/main" id="{DD2C26EE-9AE0-4B58-A1E8-18465C6E630C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4" name="object 98">
                    <a:extLst>
                      <a:ext uri="{FF2B5EF4-FFF2-40B4-BE49-F238E27FC236}">
                        <a16:creationId xmlns:a16="http://schemas.microsoft.com/office/drawing/2014/main" id="{249086AA-DAED-4984-9E75-0A7A56169298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5" name="object 99">
                    <a:extLst>
                      <a:ext uri="{FF2B5EF4-FFF2-40B4-BE49-F238E27FC236}">
                        <a16:creationId xmlns:a16="http://schemas.microsoft.com/office/drawing/2014/main" id="{DBD64397-AC69-406F-8AA3-CCB708E7B650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6" name="object 100">
                    <a:extLst>
                      <a:ext uri="{FF2B5EF4-FFF2-40B4-BE49-F238E27FC236}">
                        <a16:creationId xmlns:a16="http://schemas.microsoft.com/office/drawing/2014/main" id="{5A06A730-495B-440F-AA5C-9BBB2A83135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7" name="object 101">
                    <a:extLst>
                      <a:ext uri="{FF2B5EF4-FFF2-40B4-BE49-F238E27FC236}">
                        <a16:creationId xmlns:a16="http://schemas.microsoft.com/office/drawing/2014/main" id="{21E747F6-E293-4750-8C5D-8C9D8E247DFD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8" name="object 102">
                    <a:extLst>
                      <a:ext uri="{FF2B5EF4-FFF2-40B4-BE49-F238E27FC236}">
                        <a16:creationId xmlns:a16="http://schemas.microsoft.com/office/drawing/2014/main" id="{D7D754AF-CE05-4A9A-B694-80799C8983A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9" name="object 103">
                    <a:extLst>
                      <a:ext uri="{FF2B5EF4-FFF2-40B4-BE49-F238E27FC236}">
                        <a16:creationId xmlns:a16="http://schemas.microsoft.com/office/drawing/2014/main" id="{A0B35335-2196-47F5-A1AB-4EF8E0E72CD8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0" name="object 104">
                    <a:extLst>
                      <a:ext uri="{FF2B5EF4-FFF2-40B4-BE49-F238E27FC236}">
                        <a16:creationId xmlns:a16="http://schemas.microsoft.com/office/drawing/2014/main" id="{30095FC6-EB61-4AF5-A1CF-8924346E197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1" name="object 105">
                    <a:extLst>
                      <a:ext uri="{FF2B5EF4-FFF2-40B4-BE49-F238E27FC236}">
                        <a16:creationId xmlns:a16="http://schemas.microsoft.com/office/drawing/2014/main" id="{24AA8DE9-AFDF-41FE-B7A5-4AE264E76CEB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2" name="object 106">
                    <a:extLst>
                      <a:ext uri="{FF2B5EF4-FFF2-40B4-BE49-F238E27FC236}">
                        <a16:creationId xmlns:a16="http://schemas.microsoft.com/office/drawing/2014/main" id="{ECCC185D-5D2F-4686-804B-D0370E33A38B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3" name="object 107">
                    <a:extLst>
                      <a:ext uri="{FF2B5EF4-FFF2-40B4-BE49-F238E27FC236}">
                        <a16:creationId xmlns:a16="http://schemas.microsoft.com/office/drawing/2014/main" id="{92AB2A33-D44B-42B5-9A9B-0E25A2E6FCA4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4" name="object 108">
                    <a:extLst>
                      <a:ext uri="{FF2B5EF4-FFF2-40B4-BE49-F238E27FC236}">
                        <a16:creationId xmlns:a16="http://schemas.microsoft.com/office/drawing/2014/main" id="{CF35EB3F-7FFD-4DBF-BBCB-50550F7CDEE7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5" name="object 109">
                    <a:extLst>
                      <a:ext uri="{FF2B5EF4-FFF2-40B4-BE49-F238E27FC236}">
                        <a16:creationId xmlns:a16="http://schemas.microsoft.com/office/drawing/2014/main" id="{0FBA3D8D-C145-43E3-B4BE-4EE4F7C4DCE3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6" name="object 110">
                    <a:extLst>
                      <a:ext uri="{FF2B5EF4-FFF2-40B4-BE49-F238E27FC236}">
                        <a16:creationId xmlns:a16="http://schemas.microsoft.com/office/drawing/2014/main" id="{B5C75E0F-7E3A-4A2A-A4E6-55A90924A0D0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7" name="object 111">
                    <a:extLst>
                      <a:ext uri="{FF2B5EF4-FFF2-40B4-BE49-F238E27FC236}">
                        <a16:creationId xmlns:a16="http://schemas.microsoft.com/office/drawing/2014/main" id="{3D705DA3-9787-4C47-8B89-0E6EFBEC9568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8" name="object 112">
                    <a:extLst>
                      <a:ext uri="{FF2B5EF4-FFF2-40B4-BE49-F238E27FC236}">
                        <a16:creationId xmlns:a16="http://schemas.microsoft.com/office/drawing/2014/main" id="{62118AAC-341B-4575-8FF9-33905C2D0BE5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9" name="object 113">
                    <a:extLst>
                      <a:ext uri="{FF2B5EF4-FFF2-40B4-BE49-F238E27FC236}">
                        <a16:creationId xmlns:a16="http://schemas.microsoft.com/office/drawing/2014/main" id="{1AEBAA13-2651-46EB-A230-B1D72FC2BB0D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0" name="object 114">
                    <a:extLst>
                      <a:ext uri="{FF2B5EF4-FFF2-40B4-BE49-F238E27FC236}">
                        <a16:creationId xmlns:a16="http://schemas.microsoft.com/office/drawing/2014/main" id="{8E615463-8106-497C-96B9-E4C44EBAEA44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1" name="object 115">
                    <a:extLst>
                      <a:ext uri="{FF2B5EF4-FFF2-40B4-BE49-F238E27FC236}">
                        <a16:creationId xmlns:a16="http://schemas.microsoft.com/office/drawing/2014/main" id="{A65EB97E-254C-46BD-A33E-85759A81DB4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2" name="object 116">
                    <a:extLst>
                      <a:ext uri="{FF2B5EF4-FFF2-40B4-BE49-F238E27FC236}">
                        <a16:creationId xmlns:a16="http://schemas.microsoft.com/office/drawing/2014/main" id="{200BFC12-E632-4672-BC08-1D967019F4E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3" name="object 117">
                    <a:extLst>
                      <a:ext uri="{FF2B5EF4-FFF2-40B4-BE49-F238E27FC236}">
                        <a16:creationId xmlns:a16="http://schemas.microsoft.com/office/drawing/2014/main" id="{0FAD8980-A04C-40A8-8B6B-40EA0AFD4AB8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4" name="object 118">
                    <a:extLst>
                      <a:ext uri="{FF2B5EF4-FFF2-40B4-BE49-F238E27FC236}">
                        <a16:creationId xmlns:a16="http://schemas.microsoft.com/office/drawing/2014/main" id="{82482ED0-E3DA-41E8-81A8-A8323D80F428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5" name="object 119">
                    <a:extLst>
                      <a:ext uri="{FF2B5EF4-FFF2-40B4-BE49-F238E27FC236}">
                        <a16:creationId xmlns:a16="http://schemas.microsoft.com/office/drawing/2014/main" id="{1F6C650F-FB69-402E-8A75-EB72DF57A495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6" name="object 120">
                    <a:extLst>
                      <a:ext uri="{FF2B5EF4-FFF2-40B4-BE49-F238E27FC236}">
                        <a16:creationId xmlns:a16="http://schemas.microsoft.com/office/drawing/2014/main" id="{CE36CB6F-FCB2-4C36-B606-E1794042CED3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7" name="object 121">
                    <a:extLst>
                      <a:ext uri="{FF2B5EF4-FFF2-40B4-BE49-F238E27FC236}">
                        <a16:creationId xmlns:a16="http://schemas.microsoft.com/office/drawing/2014/main" id="{68830406-CD30-4647-B050-0C4E7B69552A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8" name="object 122">
                    <a:extLst>
                      <a:ext uri="{FF2B5EF4-FFF2-40B4-BE49-F238E27FC236}">
                        <a16:creationId xmlns:a16="http://schemas.microsoft.com/office/drawing/2014/main" id="{CE3C6434-8321-4905-A4B3-903252095513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9" name="object 123">
                    <a:extLst>
                      <a:ext uri="{FF2B5EF4-FFF2-40B4-BE49-F238E27FC236}">
                        <a16:creationId xmlns:a16="http://schemas.microsoft.com/office/drawing/2014/main" id="{6EAE8F85-AF9C-496F-AF1D-D36D385005B2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0" name="object 124">
                    <a:extLst>
                      <a:ext uri="{FF2B5EF4-FFF2-40B4-BE49-F238E27FC236}">
                        <a16:creationId xmlns:a16="http://schemas.microsoft.com/office/drawing/2014/main" id="{043B64EF-78E1-412F-AB8A-67337EC5BD7F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1" name="object 125">
                    <a:extLst>
                      <a:ext uri="{FF2B5EF4-FFF2-40B4-BE49-F238E27FC236}">
                        <a16:creationId xmlns:a16="http://schemas.microsoft.com/office/drawing/2014/main" id="{1293CE1C-7035-4478-B702-7E0500B0918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2" name="object 126">
                    <a:extLst>
                      <a:ext uri="{FF2B5EF4-FFF2-40B4-BE49-F238E27FC236}">
                        <a16:creationId xmlns:a16="http://schemas.microsoft.com/office/drawing/2014/main" id="{D69D2F2E-9052-4874-B1E2-E111D1A1F5EF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3" name="object 127">
                    <a:extLst>
                      <a:ext uri="{FF2B5EF4-FFF2-40B4-BE49-F238E27FC236}">
                        <a16:creationId xmlns:a16="http://schemas.microsoft.com/office/drawing/2014/main" id="{0019038A-C69D-44D8-B941-AC6A143CF7AE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4" name="object 128">
                    <a:extLst>
                      <a:ext uri="{FF2B5EF4-FFF2-40B4-BE49-F238E27FC236}">
                        <a16:creationId xmlns:a16="http://schemas.microsoft.com/office/drawing/2014/main" id="{1DC8DA85-F2F4-4AED-B048-6016646B7C2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5" name="object 129">
                    <a:extLst>
                      <a:ext uri="{FF2B5EF4-FFF2-40B4-BE49-F238E27FC236}">
                        <a16:creationId xmlns:a16="http://schemas.microsoft.com/office/drawing/2014/main" id="{45059E27-3AAC-4492-AB79-AFACF2564A5B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6" name="object 130">
                    <a:extLst>
                      <a:ext uri="{FF2B5EF4-FFF2-40B4-BE49-F238E27FC236}">
                        <a16:creationId xmlns:a16="http://schemas.microsoft.com/office/drawing/2014/main" id="{84F665F9-D83D-4EFA-9FE8-8D78A4BCE248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7" name="object 131">
                    <a:extLst>
                      <a:ext uri="{FF2B5EF4-FFF2-40B4-BE49-F238E27FC236}">
                        <a16:creationId xmlns:a16="http://schemas.microsoft.com/office/drawing/2014/main" id="{47978B0B-D61F-432A-8277-098AF9FD38C4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8" name="object 132">
                    <a:extLst>
                      <a:ext uri="{FF2B5EF4-FFF2-40B4-BE49-F238E27FC236}">
                        <a16:creationId xmlns:a16="http://schemas.microsoft.com/office/drawing/2014/main" id="{5BAC1564-3C1F-4FE5-80A6-01BA433B5F0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9" name="object 133">
                    <a:extLst>
                      <a:ext uri="{FF2B5EF4-FFF2-40B4-BE49-F238E27FC236}">
                        <a16:creationId xmlns:a16="http://schemas.microsoft.com/office/drawing/2014/main" id="{4B9BFBBC-7B44-4FCB-9552-AB14CA62A1CB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0" name="object 134">
                    <a:extLst>
                      <a:ext uri="{FF2B5EF4-FFF2-40B4-BE49-F238E27FC236}">
                        <a16:creationId xmlns:a16="http://schemas.microsoft.com/office/drawing/2014/main" id="{E6FAF16A-E6EC-4401-BA73-CE7BC639A688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1" name="object 135">
                    <a:extLst>
                      <a:ext uri="{FF2B5EF4-FFF2-40B4-BE49-F238E27FC236}">
                        <a16:creationId xmlns:a16="http://schemas.microsoft.com/office/drawing/2014/main" id="{067674E6-B64C-4369-AAAC-31FB0201E4C0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2" name="object 136">
                    <a:extLst>
                      <a:ext uri="{FF2B5EF4-FFF2-40B4-BE49-F238E27FC236}">
                        <a16:creationId xmlns:a16="http://schemas.microsoft.com/office/drawing/2014/main" id="{91EE0F19-4363-434C-AC72-878F848B123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3" name="object 137">
                    <a:extLst>
                      <a:ext uri="{FF2B5EF4-FFF2-40B4-BE49-F238E27FC236}">
                        <a16:creationId xmlns:a16="http://schemas.microsoft.com/office/drawing/2014/main" id="{CBF42419-6959-4AAB-848B-46CCD81CE54D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4" name="object 138">
                    <a:extLst>
                      <a:ext uri="{FF2B5EF4-FFF2-40B4-BE49-F238E27FC236}">
                        <a16:creationId xmlns:a16="http://schemas.microsoft.com/office/drawing/2014/main" id="{593818EB-9D8B-47C5-A6C7-C868AB7F8B2B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5" name="object 139">
                    <a:extLst>
                      <a:ext uri="{FF2B5EF4-FFF2-40B4-BE49-F238E27FC236}">
                        <a16:creationId xmlns:a16="http://schemas.microsoft.com/office/drawing/2014/main" id="{C0D07C11-9712-468B-A0CB-741D33D96440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6" name="object 140">
                    <a:extLst>
                      <a:ext uri="{FF2B5EF4-FFF2-40B4-BE49-F238E27FC236}">
                        <a16:creationId xmlns:a16="http://schemas.microsoft.com/office/drawing/2014/main" id="{91076861-54C5-4D9F-AF92-DFC5E1ABC269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7" name="object 141">
                    <a:extLst>
                      <a:ext uri="{FF2B5EF4-FFF2-40B4-BE49-F238E27FC236}">
                        <a16:creationId xmlns:a16="http://schemas.microsoft.com/office/drawing/2014/main" id="{9DE34CD0-9776-4F65-88E4-402EAD017330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8" name="object 142">
                    <a:extLst>
                      <a:ext uri="{FF2B5EF4-FFF2-40B4-BE49-F238E27FC236}">
                        <a16:creationId xmlns:a16="http://schemas.microsoft.com/office/drawing/2014/main" id="{2DAEBD3F-A61C-4C45-BE58-39222490751D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9" name="object 143">
                    <a:extLst>
                      <a:ext uri="{FF2B5EF4-FFF2-40B4-BE49-F238E27FC236}">
                        <a16:creationId xmlns:a16="http://schemas.microsoft.com/office/drawing/2014/main" id="{A95F47BF-A02C-4C04-A957-62DCF3DE9953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0" name="object 144">
                    <a:extLst>
                      <a:ext uri="{FF2B5EF4-FFF2-40B4-BE49-F238E27FC236}">
                        <a16:creationId xmlns:a16="http://schemas.microsoft.com/office/drawing/2014/main" id="{0C2C0900-09CE-41C0-A324-A38CE6D986B2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1" name="object 145">
                    <a:extLst>
                      <a:ext uri="{FF2B5EF4-FFF2-40B4-BE49-F238E27FC236}">
                        <a16:creationId xmlns:a16="http://schemas.microsoft.com/office/drawing/2014/main" id="{D1AA7E55-F022-46A0-B2AC-8E675DDBC3AF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2" name="object 146">
                    <a:extLst>
                      <a:ext uri="{FF2B5EF4-FFF2-40B4-BE49-F238E27FC236}">
                        <a16:creationId xmlns:a16="http://schemas.microsoft.com/office/drawing/2014/main" id="{655E9DEB-16AF-47D1-9B3B-C17EFE5796AB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3" name="object 147">
                    <a:extLst>
                      <a:ext uri="{FF2B5EF4-FFF2-40B4-BE49-F238E27FC236}">
                        <a16:creationId xmlns:a16="http://schemas.microsoft.com/office/drawing/2014/main" id="{7F923FCB-1D90-45F5-A307-F354142CE4F3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4" name="object 148">
                    <a:extLst>
                      <a:ext uri="{FF2B5EF4-FFF2-40B4-BE49-F238E27FC236}">
                        <a16:creationId xmlns:a16="http://schemas.microsoft.com/office/drawing/2014/main" id="{D278E121-3789-4C09-897C-8D71D69BAA22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5" name="object 149">
                    <a:extLst>
                      <a:ext uri="{FF2B5EF4-FFF2-40B4-BE49-F238E27FC236}">
                        <a16:creationId xmlns:a16="http://schemas.microsoft.com/office/drawing/2014/main" id="{3CADED4A-5652-4D96-AE9A-9CB5B2E54801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6" name="object 150">
                    <a:extLst>
                      <a:ext uri="{FF2B5EF4-FFF2-40B4-BE49-F238E27FC236}">
                        <a16:creationId xmlns:a16="http://schemas.microsoft.com/office/drawing/2014/main" id="{69269419-CD78-4E8A-AC6C-C31EDA6C6F34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7" name="object 151">
                    <a:extLst>
                      <a:ext uri="{FF2B5EF4-FFF2-40B4-BE49-F238E27FC236}">
                        <a16:creationId xmlns:a16="http://schemas.microsoft.com/office/drawing/2014/main" id="{E0F43A6E-37FF-4C9D-A118-EBA30C51783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8" name="object 152">
                    <a:extLst>
                      <a:ext uri="{FF2B5EF4-FFF2-40B4-BE49-F238E27FC236}">
                        <a16:creationId xmlns:a16="http://schemas.microsoft.com/office/drawing/2014/main" id="{DD2C933E-EE30-481B-B5DC-12962F110A07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9" name="object 153">
                    <a:extLst>
                      <a:ext uri="{FF2B5EF4-FFF2-40B4-BE49-F238E27FC236}">
                        <a16:creationId xmlns:a16="http://schemas.microsoft.com/office/drawing/2014/main" id="{80913A0C-50F7-4DE5-9890-823D3EE8E083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0" name="object 154">
                    <a:extLst>
                      <a:ext uri="{FF2B5EF4-FFF2-40B4-BE49-F238E27FC236}">
                        <a16:creationId xmlns:a16="http://schemas.microsoft.com/office/drawing/2014/main" id="{EF78DA6A-3FCD-400E-BC8D-DF2BA53C6B7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1" name="object 155">
                    <a:extLst>
                      <a:ext uri="{FF2B5EF4-FFF2-40B4-BE49-F238E27FC236}">
                        <a16:creationId xmlns:a16="http://schemas.microsoft.com/office/drawing/2014/main" id="{9020D308-A21D-4BF6-ADA3-9C526BE10E6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2" name="object 156">
                    <a:extLst>
                      <a:ext uri="{FF2B5EF4-FFF2-40B4-BE49-F238E27FC236}">
                        <a16:creationId xmlns:a16="http://schemas.microsoft.com/office/drawing/2014/main" id="{5444907A-7384-491D-BFE9-08D88DEBFD02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3" name="object 157">
                    <a:extLst>
                      <a:ext uri="{FF2B5EF4-FFF2-40B4-BE49-F238E27FC236}">
                        <a16:creationId xmlns:a16="http://schemas.microsoft.com/office/drawing/2014/main" id="{EC3EA9A2-23C4-4C0D-9774-7481B7D99A48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4" name="object 158">
                    <a:extLst>
                      <a:ext uri="{FF2B5EF4-FFF2-40B4-BE49-F238E27FC236}">
                        <a16:creationId xmlns:a16="http://schemas.microsoft.com/office/drawing/2014/main" id="{9DEDD27B-8326-474B-8D2A-88EE8EB62318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5" name="object 159">
                    <a:extLst>
                      <a:ext uri="{FF2B5EF4-FFF2-40B4-BE49-F238E27FC236}">
                        <a16:creationId xmlns:a16="http://schemas.microsoft.com/office/drawing/2014/main" id="{1F02A1CE-F8D0-49CA-9557-2895ABE17524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6" name="object 160">
                    <a:extLst>
                      <a:ext uri="{FF2B5EF4-FFF2-40B4-BE49-F238E27FC236}">
                        <a16:creationId xmlns:a16="http://schemas.microsoft.com/office/drawing/2014/main" id="{535D1DA0-1409-4E5C-A3B4-7DCE428609D1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7" name="object 161">
                    <a:extLst>
                      <a:ext uri="{FF2B5EF4-FFF2-40B4-BE49-F238E27FC236}">
                        <a16:creationId xmlns:a16="http://schemas.microsoft.com/office/drawing/2014/main" id="{24BC7A71-275E-4D09-97B2-BCB628B40C8C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8" name="object 162">
                    <a:extLst>
                      <a:ext uri="{FF2B5EF4-FFF2-40B4-BE49-F238E27FC236}">
                        <a16:creationId xmlns:a16="http://schemas.microsoft.com/office/drawing/2014/main" id="{D7BDF4B4-98F9-469F-A5CB-903ED5673D8E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9" name="object 163">
                    <a:extLst>
                      <a:ext uri="{FF2B5EF4-FFF2-40B4-BE49-F238E27FC236}">
                        <a16:creationId xmlns:a16="http://schemas.microsoft.com/office/drawing/2014/main" id="{325D54B8-0910-4E5C-A9BA-807923DD4BC8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0" name="object 164">
                    <a:extLst>
                      <a:ext uri="{FF2B5EF4-FFF2-40B4-BE49-F238E27FC236}">
                        <a16:creationId xmlns:a16="http://schemas.microsoft.com/office/drawing/2014/main" id="{3351FB11-F91F-40CA-80B7-2546D6ED1E3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1" name="object 165">
                    <a:extLst>
                      <a:ext uri="{FF2B5EF4-FFF2-40B4-BE49-F238E27FC236}">
                        <a16:creationId xmlns:a16="http://schemas.microsoft.com/office/drawing/2014/main" id="{6737D80F-CFA7-44DC-80C5-BBB290528E8A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2" name="object 166">
                    <a:extLst>
                      <a:ext uri="{FF2B5EF4-FFF2-40B4-BE49-F238E27FC236}">
                        <a16:creationId xmlns:a16="http://schemas.microsoft.com/office/drawing/2014/main" id="{611979BF-B62D-453E-A223-84A4D56540A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3" name="object 167">
                    <a:extLst>
                      <a:ext uri="{FF2B5EF4-FFF2-40B4-BE49-F238E27FC236}">
                        <a16:creationId xmlns:a16="http://schemas.microsoft.com/office/drawing/2014/main" id="{BBCC9D18-3313-4FA6-A692-6042B26C2A24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4" name="object 168">
                    <a:extLst>
                      <a:ext uri="{FF2B5EF4-FFF2-40B4-BE49-F238E27FC236}">
                        <a16:creationId xmlns:a16="http://schemas.microsoft.com/office/drawing/2014/main" id="{7670D0FF-37F5-41E6-B880-25CF0879C8CE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5" name="object 169">
                    <a:extLst>
                      <a:ext uri="{FF2B5EF4-FFF2-40B4-BE49-F238E27FC236}">
                        <a16:creationId xmlns:a16="http://schemas.microsoft.com/office/drawing/2014/main" id="{7165CA5B-724B-4B79-A589-D75162BE123B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6" name="object 170">
                    <a:extLst>
                      <a:ext uri="{FF2B5EF4-FFF2-40B4-BE49-F238E27FC236}">
                        <a16:creationId xmlns:a16="http://schemas.microsoft.com/office/drawing/2014/main" id="{748F19F3-D0E7-4074-A7B2-468B59A308A9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7" name="object 171">
                    <a:extLst>
                      <a:ext uri="{FF2B5EF4-FFF2-40B4-BE49-F238E27FC236}">
                        <a16:creationId xmlns:a16="http://schemas.microsoft.com/office/drawing/2014/main" id="{C179B5F9-8025-4A93-8B28-8ED29F103D48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8" name="object 172">
                    <a:extLst>
                      <a:ext uri="{FF2B5EF4-FFF2-40B4-BE49-F238E27FC236}">
                        <a16:creationId xmlns:a16="http://schemas.microsoft.com/office/drawing/2014/main" id="{A627B093-6597-4918-9F8D-019C9DC794EF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9" name="object 173">
                    <a:extLst>
                      <a:ext uri="{FF2B5EF4-FFF2-40B4-BE49-F238E27FC236}">
                        <a16:creationId xmlns:a16="http://schemas.microsoft.com/office/drawing/2014/main" id="{F99EA392-FA36-4933-8E44-DA24BB858EDD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0" name="object 174">
                    <a:extLst>
                      <a:ext uri="{FF2B5EF4-FFF2-40B4-BE49-F238E27FC236}">
                        <a16:creationId xmlns:a16="http://schemas.microsoft.com/office/drawing/2014/main" id="{F0E9F85D-DF86-42F6-AA25-68252129D095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1" name="object 175">
                    <a:extLst>
                      <a:ext uri="{FF2B5EF4-FFF2-40B4-BE49-F238E27FC236}">
                        <a16:creationId xmlns:a16="http://schemas.microsoft.com/office/drawing/2014/main" id="{AFA461A9-ED05-46EA-9440-9A4B0F1E39C1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2" name="object 176">
                    <a:extLst>
                      <a:ext uri="{FF2B5EF4-FFF2-40B4-BE49-F238E27FC236}">
                        <a16:creationId xmlns:a16="http://schemas.microsoft.com/office/drawing/2014/main" id="{F95F6DBC-505A-49A2-BC60-A8D96C2E80A5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3" name="object 177">
                    <a:extLst>
                      <a:ext uri="{FF2B5EF4-FFF2-40B4-BE49-F238E27FC236}">
                        <a16:creationId xmlns:a16="http://schemas.microsoft.com/office/drawing/2014/main" id="{19C3AC35-3DFB-4927-9EC2-A7C3E305F8D4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4" name="object 178">
                    <a:extLst>
                      <a:ext uri="{FF2B5EF4-FFF2-40B4-BE49-F238E27FC236}">
                        <a16:creationId xmlns:a16="http://schemas.microsoft.com/office/drawing/2014/main" id="{47E33341-D3A0-4E69-8C30-6BFFBAE9769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5" name="object 179">
                    <a:extLst>
                      <a:ext uri="{FF2B5EF4-FFF2-40B4-BE49-F238E27FC236}">
                        <a16:creationId xmlns:a16="http://schemas.microsoft.com/office/drawing/2014/main" id="{C361A3ED-0177-4489-B63C-FF3A109FED33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6" name="object 180">
                    <a:extLst>
                      <a:ext uri="{FF2B5EF4-FFF2-40B4-BE49-F238E27FC236}">
                        <a16:creationId xmlns:a16="http://schemas.microsoft.com/office/drawing/2014/main" id="{F5DEFCCA-4BDD-4871-B9D9-7025BDBEB088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7" name="object 181">
                    <a:extLst>
                      <a:ext uri="{FF2B5EF4-FFF2-40B4-BE49-F238E27FC236}">
                        <a16:creationId xmlns:a16="http://schemas.microsoft.com/office/drawing/2014/main" id="{CCD4FF3F-0BA4-43A4-96BE-B101CDCAB6D5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8" name="object 182">
                    <a:extLst>
                      <a:ext uri="{FF2B5EF4-FFF2-40B4-BE49-F238E27FC236}">
                        <a16:creationId xmlns:a16="http://schemas.microsoft.com/office/drawing/2014/main" id="{933D4341-1666-44EE-80DB-C7E83B6BDE05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9" name="object 183">
                    <a:extLst>
                      <a:ext uri="{FF2B5EF4-FFF2-40B4-BE49-F238E27FC236}">
                        <a16:creationId xmlns:a16="http://schemas.microsoft.com/office/drawing/2014/main" id="{3A0E0824-BA9C-4091-B2DE-6D66CF47565D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0" name="object 184">
                    <a:extLst>
                      <a:ext uri="{FF2B5EF4-FFF2-40B4-BE49-F238E27FC236}">
                        <a16:creationId xmlns:a16="http://schemas.microsoft.com/office/drawing/2014/main" id="{FEF3D904-AC4C-4D86-AF72-F0847BCD1BCC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1" name="object 185">
                    <a:extLst>
                      <a:ext uri="{FF2B5EF4-FFF2-40B4-BE49-F238E27FC236}">
                        <a16:creationId xmlns:a16="http://schemas.microsoft.com/office/drawing/2014/main" id="{800E3F3A-2C96-4244-B748-B61AA8184497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2" name="object 186">
                    <a:extLst>
                      <a:ext uri="{FF2B5EF4-FFF2-40B4-BE49-F238E27FC236}">
                        <a16:creationId xmlns:a16="http://schemas.microsoft.com/office/drawing/2014/main" id="{031F8E38-FA30-433F-89C8-D296A94E961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3" name="object 187">
                    <a:extLst>
                      <a:ext uri="{FF2B5EF4-FFF2-40B4-BE49-F238E27FC236}">
                        <a16:creationId xmlns:a16="http://schemas.microsoft.com/office/drawing/2014/main" id="{84136EDF-12A3-4D79-90CD-C8D0FC4F079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4" name="object 188">
                    <a:extLst>
                      <a:ext uri="{FF2B5EF4-FFF2-40B4-BE49-F238E27FC236}">
                        <a16:creationId xmlns:a16="http://schemas.microsoft.com/office/drawing/2014/main" id="{552186B2-2F4F-4294-BF91-DB87CBCBA503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5" name="object 189">
                    <a:extLst>
                      <a:ext uri="{FF2B5EF4-FFF2-40B4-BE49-F238E27FC236}">
                        <a16:creationId xmlns:a16="http://schemas.microsoft.com/office/drawing/2014/main" id="{1A75F64F-C62F-4B0B-8497-D4C1A9304356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6" name="object 190">
                    <a:extLst>
                      <a:ext uri="{FF2B5EF4-FFF2-40B4-BE49-F238E27FC236}">
                        <a16:creationId xmlns:a16="http://schemas.microsoft.com/office/drawing/2014/main" id="{07D4AC29-BCB1-429E-A89D-23A95A2C5AB9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7" name="object 191">
                    <a:extLst>
                      <a:ext uri="{FF2B5EF4-FFF2-40B4-BE49-F238E27FC236}">
                        <a16:creationId xmlns:a16="http://schemas.microsoft.com/office/drawing/2014/main" id="{2D8DA29C-A796-46FF-AE86-D30C25317405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8" name="object 192">
                    <a:extLst>
                      <a:ext uri="{FF2B5EF4-FFF2-40B4-BE49-F238E27FC236}">
                        <a16:creationId xmlns:a16="http://schemas.microsoft.com/office/drawing/2014/main" id="{46DAF73B-5CA4-4591-9E1F-50E9BCE3A7F8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9" name="object 193">
                    <a:extLst>
                      <a:ext uri="{FF2B5EF4-FFF2-40B4-BE49-F238E27FC236}">
                        <a16:creationId xmlns:a16="http://schemas.microsoft.com/office/drawing/2014/main" id="{3F250349-BBC8-45DA-965E-9420E91FBA0F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0" name="object 194">
                    <a:extLst>
                      <a:ext uri="{FF2B5EF4-FFF2-40B4-BE49-F238E27FC236}">
                        <a16:creationId xmlns:a16="http://schemas.microsoft.com/office/drawing/2014/main" id="{4295C01A-E29E-423B-9781-A27B62EE0D63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1" name="object 195">
                    <a:extLst>
                      <a:ext uri="{FF2B5EF4-FFF2-40B4-BE49-F238E27FC236}">
                        <a16:creationId xmlns:a16="http://schemas.microsoft.com/office/drawing/2014/main" id="{3A205847-FEE0-4880-867D-E1F013FF7AFE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2" name="object 196">
                    <a:extLst>
                      <a:ext uri="{FF2B5EF4-FFF2-40B4-BE49-F238E27FC236}">
                        <a16:creationId xmlns:a16="http://schemas.microsoft.com/office/drawing/2014/main" id="{D2D1D346-6DB8-4227-80C0-D488DBFD072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3" name="object 197">
                    <a:extLst>
                      <a:ext uri="{FF2B5EF4-FFF2-40B4-BE49-F238E27FC236}">
                        <a16:creationId xmlns:a16="http://schemas.microsoft.com/office/drawing/2014/main" id="{450AACA6-B3CE-4592-80FA-778A30617FB7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4" name="object 198">
                    <a:extLst>
                      <a:ext uri="{FF2B5EF4-FFF2-40B4-BE49-F238E27FC236}">
                        <a16:creationId xmlns:a16="http://schemas.microsoft.com/office/drawing/2014/main" id="{53B60B1A-D276-48B2-974F-74F678CD4E5E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5" name="object 199">
                    <a:extLst>
                      <a:ext uri="{FF2B5EF4-FFF2-40B4-BE49-F238E27FC236}">
                        <a16:creationId xmlns:a16="http://schemas.microsoft.com/office/drawing/2014/main" id="{156AC49C-557E-404D-AC82-E4E6D6AD3B61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6" name="object 200">
                    <a:extLst>
                      <a:ext uri="{FF2B5EF4-FFF2-40B4-BE49-F238E27FC236}">
                        <a16:creationId xmlns:a16="http://schemas.microsoft.com/office/drawing/2014/main" id="{6128330C-AF23-47C5-A10A-59BCDE60EED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7" name="object 201">
                    <a:extLst>
                      <a:ext uri="{FF2B5EF4-FFF2-40B4-BE49-F238E27FC236}">
                        <a16:creationId xmlns:a16="http://schemas.microsoft.com/office/drawing/2014/main" id="{FE2A8330-B213-4257-AA96-63DDE4B7E595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8" name="object 202">
                    <a:extLst>
                      <a:ext uri="{FF2B5EF4-FFF2-40B4-BE49-F238E27FC236}">
                        <a16:creationId xmlns:a16="http://schemas.microsoft.com/office/drawing/2014/main" id="{0A0881C0-8EC3-416B-8EAD-9B79794C1EBB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9" name="object 203">
                    <a:extLst>
                      <a:ext uri="{FF2B5EF4-FFF2-40B4-BE49-F238E27FC236}">
                        <a16:creationId xmlns:a16="http://schemas.microsoft.com/office/drawing/2014/main" id="{5A2F3D79-23A7-4C30-BCC9-6051E5EC754B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0" name="object 204">
                    <a:extLst>
                      <a:ext uri="{FF2B5EF4-FFF2-40B4-BE49-F238E27FC236}">
                        <a16:creationId xmlns:a16="http://schemas.microsoft.com/office/drawing/2014/main" id="{EF8B4A7D-49B7-4260-9BE2-4CDA2BD2B908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1" name="object 205">
                    <a:extLst>
                      <a:ext uri="{FF2B5EF4-FFF2-40B4-BE49-F238E27FC236}">
                        <a16:creationId xmlns:a16="http://schemas.microsoft.com/office/drawing/2014/main" id="{0C41562B-E31C-4D2B-86A4-ADF13C710E5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2" name="object 206">
                    <a:extLst>
                      <a:ext uri="{FF2B5EF4-FFF2-40B4-BE49-F238E27FC236}">
                        <a16:creationId xmlns:a16="http://schemas.microsoft.com/office/drawing/2014/main" id="{E6B3353D-7D6C-42A8-A745-31ABD48EC5E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3" name="object 207">
                    <a:extLst>
                      <a:ext uri="{FF2B5EF4-FFF2-40B4-BE49-F238E27FC236}">
                        <a16:creationId xmlns:a16="http://schemas.microsoft.com/office/drawing/2014/main" id="{75B543B0-113C-4022-BE49-B0834F37D7D5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4" name="object 208">
                    <a:extLst>
                      <a:ext uri="{FF2B5EF4-FFF2-40B4-BE49-F238E27FC236}">
                        <a16:creationId xmlns:a16="http://schemas.microsoft.com/office/drawing/2014/main" id="{BCBE0434-F0D2-4C01-936E-A64E10419AE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5" name="object 209">
                    <a:extLst>
                      <a:ext uri="{FF2B5EF4-FFF2-40B4-BE49-F238E27FC236}">
                        <a16:creationId xmlns:a16="http://schemas.microsoft.com/office/drawing/2014/main" id="{F1075BF9-8A6A-4A37-9FE7-071FB8D141E4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6" name="object 210">
                    <a:extLst>
                      <a:ext uri="{FF2B5EF4-FFF2-40B4-BE49-F238E27FC236}">
                        <a16:creationId xmlns:a16="http://schemas.microsoft.com/office/drawing/2014/main" id="{BACCC14D-BAA1-4FE8-8B81-10B704758210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7" name="object 211">
                    <a:extLst>
                      <a:ext uri="{FF2B5EF4-FFF2-40B4-BE49-F238E27FC236}">
                        <a16:creationId xmlns:a16="http://schemas.microsoft.com/office/drawing/2014/main" id="{1296C205-0D7D-4EE6-86EE-F6F4B37BA508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8" name="object 212">
                    <a:extLst>
                      <a:ext uri="{FF2B5EF4-FFF2-40B4-BE49-F238E27FC236}">
                        <a16:creationId xmlns:a16="http://schemas.microsoft.com/office/drawing/2014/main" id="{BFD39286-6EFB-4085-934A-EAEC0CD5C968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9" name="object 213">
                    <a:extLst>
                      <a:ext uri="{FF2B5EF4-FFF2-40B4-BE49-F238E27FC236}">
                        <a16:creationId xmlns:a16="http://schemas.microsoft.com/office/drawing/2014/main" id="{192BA03C-0EF8-49EB-9AA3-FFED888AB04C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0" name="object 214">
                    <a:extLst>
                      <a:ext uri="{FF2B5EF4-FFF2-40B4-BE49-F238E27FC236}">
                        <a16:creationId xmlns:a16="http://schemas.microsoft.com/office/drawing/2014/main" id="{8530E759-667E-4F8E-89E8-E46F3141F628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1" name="object 215">
                    <a:extLst>
                      <a:ext uri="{FF2B5EF4-FFF2-40B4-BE49-F238E27FC236}">
                        <a16:creationId xmlns:a16="http://schemas.microsoft.com/office/drawing/2014/main" id="{4DBD1D86-535D-4562-AFFE-261F97F7E40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2" name="object 216">
                    <a:extLst>
                      <a:ext uri="{FF2B5EF4-FFF2-40B4-BE49-F238E27FC236}">
                        <a16:creationId xmlns:a16="http://schemas.microsoft.com/office/drawing/2014/main" id="{5697228E-70BE-47A3-9A0D-BDA94BB1E4E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3" name="object 217">
                    <a:extLst>
                      <a:ext uri="{FF2B5EF4-FFF2-40B4-BE49-F238E27FC236}">
                        <a16:creationId xmlns:a16="http://schemas.microsoft.com/office/drawing/2014/main" id="{E1447B84-2BA5-47FA-BBEE-96C1B988F70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4" name="object 218">
                    <a:extLst>
                      <a:ext uri="{FF2B5EF4-FFF2-40B4-BE49-F238E27FC236}">
                        <a16:creationId xmlns:a16="http://schemas.microsoft.com/office/drawing/2014/main" id="{13E4324D-CD34-4A0A-B18A-5EF2618724D6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5" name="object 219">
                    <a:extLst>
                      <a:ext uri="{FF2B5EF4-FFF2-40B4-BE49-F238E27FC236}">
                        <a16:creationId xmlns:a16="http://schemas.microsoft.com/office/drawing/2014/main" id="{3A45CE71-56E1-4FD1-A3E4-566F5A414B19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6" name="object 220">
                    <a:extLst>
                      <a:ext uri="{FF2B5EF4-FFF2-40B4-BE49-F238E27FC236}">
                        <a16:creationId xmlns:a16="http://schemas.microsoft.com/office/drawing/2014/main" id="{9ACED563-9158-41DD-85D2-69706298E41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7" name="object 221">
                    <a:extLst>
                      <a:ext uri="{FF2B5EF4-FFF2-40B4-BE49-F238E27FC236}">
                        <a16:creationId xmlns:a16="http://schemas.microsoft.com/office/drawing/2014/main" id="{CF243B6D-82B5-4684-BE77-BB23E33C6BD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8" name="object 222">
                    <a:extLst>
                      <a:ext uri="{FF2B5EF4-FFF2-40B4-BE49-F238E27FC236}">
                        <a16:creationId xmlns:a16="http://schemas.microsoft.com/office/drawing/2014/main" id="{ADE910E5-CA23-40B6-8D63-986622C04839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9" name="object 223">
                    <a:extLst>
                      <a:ext uri="{FF2B5EF4-FFF2-40B4-BE49-F238E27FC236}">
                        <a16:creationId xmlns:a16="http://schemas.microsoft.com/office/drawing/2014/main" id="{82252D5A-0AD3-4DD5-BE9F-A7116F7664D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0" name="object 224">
                    <a:extLst>
                      <a:ext uri="{FF2B5EF4-FFF2-40B4-BE49-F238E27FC236}">
                        <a16:creationId xmlns:a16="http://schemas.microsoft.com/office/drawing/2014/main" id="{1826E1E7-5FDD-4799-BDC2-190BA7E580B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1" name="object 225">
                    <a:extLst>
                      <a:ext uri="{FF2B5EF4-FFF2-40B4-BE49-F238E27FC236}">
                        <a16:creationId xmlns:a16="http://schemas.microsoft.com/office/drawing/2014/main" id="{927D8DE8-EF44-4CDF-BCB0-C2F1F0AC311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2" name="object 226">
                    <a:extLst>
                      <a:ext uri="{FF2B5EF4-FFF2-40B4-BE49-F238E27FC236}">
                        <a16:creationId xmlns:a16="http://schemas.microsoft.com/office/drawing/2014/main" id="{0FE44D42-8C2F-43BE-93E6-FCBBC7791C9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3" name="object 227">
                    <a:extLst>
                      <a:ext uri="{FF2B5EF4-FFF2-40B4-BE49-F238E27FC236}">
                        <a16:creationId xmlns:a16="http://schemas.microsoft.com/office/drawing/2014/main" id="{C58C8E88-C9D8-4D2C-9900-771801DD1006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4" name="object 228">
                    <a:extLst>
                      <a:ext uri="{FF2B5EF4-FFF2-40B4-BE49-F238E27FC236}">
                        <a16:creationId xmlns:a16="http://schemas.microsoft.com/office/drawing/2014/main" id="{1C9218F5-04D6-47CD-9B4A-28FBB359DB08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5" name="object 229">
                    <a:extLst>
                      <a:ext uri="{FF2B5EF4-FFF2-40B4-BE49-F238E27FC236}">
                        <a16:creationId xmlns:a16="http://schemas.microsoft.com/office/drawing/2014/main" id="{B988AD5D-0671-45E7-992B-5C7C19D119BB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6" name="object 230">
                    <a:extLst>
                      <a:ext uri="{FF2B5EF4-FFF2-40B4-BE49-F238E27FC236}">
                        <a16:creationId xmlns:a16="http://schemas.microsoft.com/office/drawing/2014/main" id="{07B620E8-36DA-4A18-863D-317EC4A32F14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7" name="object 231">
                    <a:extLst>
                      <a:ext uri="{FF2B5EF4-FFF2-40B4-BE49-F238E27FC236}">
                        <a16:creationId xmlns:a16="http://schemas.microsoft.com/office/drawing/2014/main" id="{15E3C694-48B9-4A7B-AC2D-4B0D46076BCB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8" name="object 232">
                    <a:extLst>
                      <a:ext uri="{FF2B5EF4-FFF2-40B4-BE49-F238E27FC236}">
                        <a16:creationId xmlns:a16="http://schemas.microsoft.com/office/drawing/2014/main" id="{54127DEC-7E5C-49C3-BC82-5EC350879BC0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9" name="object 233">
                    <a:extLst>
                      <a:ext uri="{FF2B5EF4-FFF2-40B4-BE49-F238E27FC236}">
                        <a16:creationId xmlns:a16="http://schemas.microsoft.com/office/drawing/2014/main" id="{A6A1EC0F-516B-4584-863A-72343EFE520D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0" name="object 234">
                    <a:extLst>
                      <a:ext uri="{FF2B5EF4-FFF2-40B4-BE49-F238E27FC236}">
                        <a16:creationId xmlns:a16="http://schemas.microsoft.com/office/drawing/2014/main" id="{B70699A5-A2BE-49C8-AE5A-E1788A0BF5BF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1" name="object 235">
                    <a:extLst>
                      <a:ext uri="{FF2B5EF4-FFF2-40B4-BE49-F238E27FC236}">
                        <a16:creationId xmlns:a16="http://schemas.microsoft.com/office/drawing/2014/main" id="{91788E22-2959-49A7-8710-4764ADFEA05C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2" name="object 236">
                    <a:extLst>
                      <a:ext uri="{FF2B5EF4-FFF2-40B4-BE49-F238E27FC236}">
                        <a16:creationId xmlns:a16="http://schemas.microsoft.com/office/drawing/2014/main" id="{1DBBE253-2EB9-4F6F-895F-5520A3C8AE7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3" name="object 237">
                    <a:extLst>
                      <a:ext uri="{FF2B5EF4-FFF2-40B4-BE49-F238E27FC236}">
                        <a16:creationId xmlns:a16="http://schemas.microsoft.com/office/drawing/2014/main" id="{9612A99A-0E72-42E4-8982-CA08DD070DE8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4" name="object 238">
                    <a:extLst>
                      <a:ext uri="{FF2B5EF4-FFF2-40B4-BE49-F238E27FC236}">
                        <a16:creationId xmlns:a16="http://schemas.microsoft.com/office/drawing/2014/main" id="{9AB53294-B3F5-4BEE-B815-5C6E0583D3A5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5" name="object 239">
                    <a:extLst>
                      <a:ext uri="{FF2B5EF4-FFF2-40B4-BE49-F238E27FC236}">
                        <a16:creationId xmlns:a16="http://schemas.microsoft.com/office/drawing/2014/main" id="{3A0A389E-67F1-46E7-B814-3000A04AC2F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6" name="object 240">
                    <a:extLst>
                      <a:ext uri="{FF2B5EF4-FFF2-40B4-BE49-F238E27FC236}">
                        <a16:creationId xmlns:a16="http://schemas.microsoft.com/office/drawing/2014/main" id="{D1691961-2C85-47EE-8AAB-06744DB0D8AC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7" name="object 241">
                    <a:extLst>
                      <a:ext uri="{FF2B5EF4-FFF2-40B4-BE49-F238E27FC236}">
                        <a16:creationId xmlns:a16="http://schemas.microsoft.com/office/drawing/2014/main" id="{6D5AC130-92B6-485D-9E63-FD101527F5F0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8" name="object 242">
                    <a:extLst>
                      <a:ext uri="{FF2B5EF4-FFF2-40B4-BE49-F238E27FC236}">
                        <a16:creationId xmlns:a16="http://schemas.microsoft.com/office/drawing/2014/main" id="{048B0C3B-32C6-4FC7-8980-5652980DAAC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9" name="object 243">
                    <a:extLst>
                      <a:ext uri="{FF2B5EF4-FFF2-40B4-BE49-F238E27FC236}">
                        <a16:creationId xmlns:a16="http://schemas.microsoft.com/office/drawing/2014/main" id="{C031893D-89BC-4423-8FE5-371132CBCAAF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0" name="object 244">
                    <a:extLst>
                      <a:ext uri="{FF2B5EF4-FFF2-40B4-BE49-F238E27FC236}">
                        <a16:creationId xmlns:a16="http://schemas.microsoft.com/office/drawing/2014/main" id="{EFDB25B8-153C-4982-8554-EC7DF2ACAC9A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1" name="object 245">
                    <a:extLst>
                      <a:ext uri="{FF2B5EF4-FFF2-40B4-BE49-F238E27FC236}">
                        <a16:creationId xmlns:a16="http://schemas.microsoft.com/office/drawing/2014/main" id="{1DABB010-C309-48D6-9180-5FB084BF381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2" name="object 246">
                    <a:extLst>
                      <a:ext uri="{FF2B5EF4-FFF2-40B4-BE49-F238E27FC236}">
                        <a16:creationId xmlns:a16="http://schemas.microsoft.com/office/drawing/2014/main" id="{D80CE6E6-2C9C-4CF9-BE9E-9F5CE079A374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3" name="object 247">
                    <a:extLst>
                      <a:ext uri="{FF2B5EF4-FFF2-40B4-BE49-F238E27FC236}">
                        <a16:creationId xmlns:a16="http://schemas.microsoft.com/office/drawing/2014/main" id="{A8B625DB-062E-4BEC-B0D1-9FC8EB1A5F69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4" name="object 248">
                    <a:extLst>
                      <a:ext uri="{FF2B5EF4-FFF2-40B4-BE49-F238E27FC236}">
                        <a16:creationId xmlns:a16="http://schemas.microsoft.com/office/drawing/2014/main" id="{ADB778AB-A9F4-42C4-AFF9-D0A9DFDB444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5" name="object 249">
                    <a:extLst>
                      <a:ext uri="{FF2B5EF4-FFF2-40B4-BE49-F238E27FC236}">
                        <a16:creationId xmlns:a16="http://schemas.microsoft.com/office/drawing/2014/main" id="{0DD5C974-FB96-4BC7-AA6B-1EE5AA5A79C4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6" name="object 250">
                    <a:extLst>
                      <a:ext uri="{FF2B5EF4-FFF2-40B4-BE49-F238E27FC236}">
                        <a16:creationId xmlns:a16="http://schemas.microsoft.com/office/drawing/2014/main" id="{479D1453-E2DB-4834-9C61-9B3ACD41D67F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7" name="object 251">
                    <a:extLst>
                      <a:ext uri="{FF2B5EF4-FFF2-40B4-BE49-F238E27FC236}">
                        <a16:creationId xmlns:a16="http://schemas.microsoft.com/office/drawing/2014/main" id="{7DA420AC-C380-4DC4-A2DB-3A1697EE33AE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8" name="object 252">
                    <a:extLst>
                      <a:ext uri="{FF2B5EF4-FFF2-40B4-BE49-F238E27FC236}">
                        <a16:creationId xmlns:a16="http://schemas.microsoft.com/office/drawing/2014/main" id="{816FC392-F9F4-4EC0-8C5E-2D3A793EDB5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9" name="object 253">
                    <a:extLst>
                      <a:ext uri="{FF2B5EF4-FFF2-40B4-BE49-F238E27FC236}">
                        <a16:creationId xmlns:a16="http://schemas.microsoft.com/office/drawing/2014/main" id="{2D5D7D3D-FDF0-453F-8F3F-4CB1C0C91BD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0" name="object 254">
                    <a:extLst>
                      <a:ext uri="{FF2B5EF4-FFF2-40B4-BE49-F238E27FC236}">
                        <a16:creationId xmlns:a16="http://schemas.microsoft.com/office/drawing/2014/main" id="{BE6EC3FB-1F29-49DD-B737-8BBC574C0832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1" name="object 255">
                    <a:extLst>
                      <a:ext uri="{FF2B5EF4-FFF2-40B4-BE49-F238E27FC236}">
                        <a16:creationId xmlns:a16="http://schemas.microsoft.com/office/drawing/2014/main" id="{F6255906-9621-4CD1-9460-E9EB12AF7649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2" name="object 256">
                    <a:extLst>
                      <a:ext uri="{FF2B5EF4-FFF2-40B4-BE49-F238E27FC236}">
                        <a16:creationId xmlns:a16="http://schemas.microsoft.com/office/drawing/2014/main" id="{EFFC7E24-89E1-4FFB-BCE5-716ADF30C07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3" name="object 257">
                    <a:extLst>
                      <a:ext uri="{FF2B5EF4-FFF2-40B4-BE49-F238E27FC236}">
                        <a16:creationId xmlns:a16="http://schemas.microsoft.com/office/drawing/2014/main" id="{7842B917-4817-4A32-81AA-3F7B073F7BFA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4" name="object 258">
                    <a:extLst>
                      <a:ext uri="{FF2B5EF4-FFF2-40B4-BE49-F238E27FC236}">
                        <a16:creationId xmlns:a16="http://schemas.microsoft.com/office/drawing/2014/main" id="{2C296A05-8679-4804-945A-CB6226216BE1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5" name="object 259">
                    <a:extLst>
                      <a:ext uri="{FF2B5EF4-FFF2-40B4-BE49-F238E27FC236}">
                        <a16:creationId xmlns:a16="http://schemas.microsoft.com/office/drawing/2014/main" id="{20C0B457-31E8-4AB3-80D2-F3B9D53FE33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6" name="object 260">
                    <a:extLst>
                      <a:ext uri="{FF2B5EF4-FFF2-40B4-BE49-F238E27FC236}">
                        <a16:creationId xmlns:a16="http://schemas.microsoft.com/office/drawing/2014/main" id="{6BA6D726-15D4-49B4-8603-C96CA43E20CE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7" name="object 261">
                    <a:extLst>
                      <a:ext uri="{FF2B5EF4-FFF2-40B4-BE49-F238E27FC236}">
                        <a16:creationId xmlns:a16="http://schemas.microsoft.com/office/drawing/2014/main" id="{E5762D46-27BC-44A0-91B8-88103767120A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8" name="object 262">
                    <a:extLst>
                      <a:ext uri="{FF2B5EF4-FFF2-40B4-BE49-F238E27FC236}">
                        <a16:creationId xmlns:a16="http://schemas.microsoft.com/office/drawing/2014/main" id="{E2347EE2-C307-4853-BA63-D8BB1F7A8262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9" name="object 263">
                    <a:extLst>
                      <a:ext uri="{FF2B5EF4-FFF2-40B4-BE49-F238E27FC236}">
                        <a16:creationId xmlns:a16="http://schemas.microsoft.com/office/drawing/2014/main" id="{C514612B-E6BA-43EC-AB2D-F572F3947E10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0" name="object 264">
                    <a:extLst>
                      <a:ext uri="{FF2B5EF4-FFF2-40B4-BE49-F238E27FC236}">
                        <a16:creationId xmlns:a16="http://schemas.microsoft.com/office/drawing/2014/main" id="{3FE204A5-2C03-44FE-9C5C-7ED8DC3BA08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1" name="object 265">
                    <a:extLst>
                      <a:ext uri="{FF2B5EF4-FFF2-40B4-BE49-F238E27FC236}">
                        <a16:creationId xmlns:a16="http://schemas.microsoft.com/office/drawing/2014/main" id="{C0076F0F-536F-4CBD-9AC9-D1720717F85E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2" name="object 266">
                    <a:extLst>
                      <a:ext uri="{FF2B5EF4-FFF2-40B4-BE49-F238E27FC236}">
                        <a16:creationId xmlns:a16="http://schemas.microsoft.com/office/drawing/2014/main" id="{58834DF3-2DDD-4B5E-9D6D-AE35B6B081DD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3" name="object 267">
                    <a:extLst>
                      <a:ext uri="{FF2B5EF4-FFF2-40B4-BE49-F238E27FC236}">
                        <a16:creationId xmlns:a16="http://schemas.microsoft.com/office/drawing/2014/main" id="{1FB1963F-065B-4380-ACA8-9C8CE6DDF67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4" name="object 268">
                    <a:extLst>
                      <a:ext uri="{FF2B5EF4-FFF2-40B4-BE49-F238E27FC236}">
                        <a16:creationId xmlns:a16="http://schemas.microsoft.com/office/drawing/2014/main" id="{30727797-A78B-4451-95BB-B9533BB737D2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5" name="object 269">
                    <a:extLst>
                      <a:ext uri="{FF2B5EF4-FFF2-40B4-BE49-F238E27FC236}">
                        <a16:creationId xmlns:a16="http://schemas.microsoft.com/office/drawing/2014/main" id="{940011EF-B99A-444A-9394-C5BCCF7E37F6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6" name="object 270">
                    <a:extLst>
                      <a:ext uri="{FF2B5EF4-FFF2-40B4-BE49-F238E27FC236}">
                        <a16:creationId xmlns:a16="http://schemas.microsoft.com/office/drawing/2014/main" id="{5AFC3AE0-B667-47D6-9D58-05BF4CE6FF8C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7" name="object 271">
                    <a:extLst>
                      <a:ext uri="{FF2B5EF4-FFF2-40B4-BE49-F238E27FC236}">
                        <a16:creationId xmlns:a16="http://schemas.microsoft.com/office/drawing/2014/main" id="{C1F0FB96-DB71-428D-B96D-49389CFB066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8" name="object 272">
                    <a:extLst>
                      <a:ext uri="{FF2B5EF4-FFF2-40B4-BE49-F238E27FC236}">
                        <a16:creationId xmlns:a16="http://schemas.microsoft.com/office/drawing/2014/main" id="{37685021-D00E-4869-AE20-497EA892618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9" name="object 273">
                    <a:extLst>
                      <a:ext uri="{FF2B5EF4-FFF2-40B4-BE49-F238E27FC236}">
                        <a16:creationId xmlns:a16="http://schemas.microsoft.com/office/drawing/2014/main" id="{7B429985-5791-4B7F-96DE-A43486B0430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0" name="object 274">
                    <a:extLst>
                      <a:ext uri="{FF2B5EF4-FFF2-40B4-BE49-F238E27FC236}">
                        <a16:creationId xmlns:a16="http://schemas.microsoft.com/office/drawing/2014/main" id="{AAC01672-4F15-4B33-9F00-4E3D15148E68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1" name="object 275">
                    <a:extLst>
                      <a:ext uri="{FF2B5EF4-FFF2-40B4-BE49-F238E27FC236}">
                        <a16:creationId xmlns:a16="http://schemas.microsoft.com/office/drawing/2014/main" id="{799D6300-2AC0-4DA9-A8F4-B38282CBB97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2" name="object 276">
                    <a:extLst>
                      <a:ext uri="{FF2B5EF4-FFF2-40B4-BE49-F238E27FC236}">
                        <a16:creationId xmlns:a16="http://schemas.microsoft.com/office/drawing/2014/main" id="{A9355B00-1478-438B-9F98-FE47081A0299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3" name="object 277">
                    <a:extLst>
                      <a:ext uri="{FF2B5EF4-FFF2-40B4-BE49-F238E27FC236}">
                        <a16:creationId xmlns:a16="http://schemas.microsoft.com/office/drawing/2014/main" id="{DB918B19-31C1-4E54-890F-1FEB121E0CBC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4" name="object 278">
                    <a:extLst>
                      <a:ext uri="{FF2B5EF4-FFF2-40B4-BE49-F238E27FC236}">
                        <a16:creationId xmlns:a16="http://schemas.microsoft.com/office/drawing/2014/main" id="{0D331884-7D1E-47EA-A0F8-D1A6743DE3C6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5" name="object 279">
                    <a:extLst>
                      <a:ext uri="{FF2B5EF4-FFF2-40B4-BE49-F238E27FC236}">
                        <a16:creationId xmlns:a16="http://schemas.microsoft.com/office/drawing/2014/main" id="{9DF669EF-CA0E-4114-B836-47297EACE2A1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6" name="object 280">
                    <a:extLst>
                      <a:ext uri="{FF2B5EF4-FFF2-40B4-BE49-F238E27FC236}">
                        <a16:creationId xmlns:a16="http://schemas.microsoft.com/office/drawing/2014/main" id="{95C1C7AD-0C00-4150-9CF4-5AB76397400F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7" name="object 281">
                    <a:extLst>
                      <a:ext uri="{FF2B5EF4-FFF2-40B4-BE49-F238E27FC236}">
                        <a16:creationId xmlns:a16="http://schemas.microsoft.com/office/drawing/2014/main" id="{36CE6CB2-E6FA-4451-9C25-D3B65C6BA63E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8" name="object 282">
                    <a:extLst>
                      <a:ext uri="{FF2B5EF4-FFF2-40B4-BE49-F238E27FC236}">
                        <a16:creationId xmlns:a16="http://schemas.microsoft.com/office/drawing/2014/main" id="{500B91E7-9041-4218-A9ED-3893BA1FDD26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9" name="object 283">
                    <a:extLst>
                      <a:ext uri="{FF2B5EF4-FFF2-40B4-BE49-F238E27FC236}">
                        <a16:creationId xmlns:a16="http://schemas.microsoft.com/office/drawing/2014/main" id="{28ADEC01-6D96-4F6D-8D46-ABE38928DBD1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0" name="object 284">
                    <a:extLst>
                      <a:ext uri="{FF2B5EF4-FFF2-40B4-BE49-F238E27FC236}">
                        <a16:creationId xmlns:a16="http://schemas.microsoft.com/office/drawing/2014/main" id="{DB2B6CBC-83EA-4CC3-B895-6026B72D7921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1" name="object 285">
                    <a:extLst>
                      <a:ext uri="{FF2B5EF4-FFF2-40B4-BE49-F238E27FC236}">
                        <a16:creationId xmlns:a16="http://schemas.microsoft.com/office/drawing/2014/main" id="{8AF82D17-8B5A-4157-85B8-E2B5A4CB56C0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2" name="object 286">
                    <a:extLst>
                      <a:ext uri="{FF2B5EF4-FFF2-40B4-BE49-F238E27FC236}">
                        <a16:creationId xmlns:a16="http://schemas.microsoft.com/office/drawing/2014/main" id="{676A5886-1081-4578-8BFA-5DEE7E0B3B42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3" name="object 287">
                    <a:extLst>
                      <a:ext uri="{FF2B5EF4-FFF2-40B4-BE49-F238E27FC236}">
                        <a16:creationId xmlns:a16="http://schemas.microsoft.com/office/drawing/2014/main" id="{086C7028-5B64-42D1-88A1-7C596C8AED28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4" name="object 288">
                    <a:extLst>
                      <a:ext uri="{FF2B5EF4-FFF2-40B4-BE49-F238E27FC236}">
                        <a16:creationId xmlns:a16="http://schemas.microsoft.com/office/drawing/2014/main" id="{1492FEDD-51D2-4D2E-8AB8-A0E7EB3454F6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5" name="object 289">
                    <a:extLst>
                      <a:ext uri="{FF2B5EF4-FFF2-40B4-BE49-F238E27FC236}">
                        <a16:creationId xmlns:a16="http://schemas.microsoft.com/office/drawing/2014/main" id="{A8ABAA3C-1FA3-466D-A24C-EC2D281A0D74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6" name="object 290">
                    <a:extLst>
                      <a:ext uri="{FF2B5EF4-FFF2-40B4-BE49-F238E27FC236}">
                        <a16:creationId xmlns:a16="http://schemas.microsoft.com/office/drawing/2014/main" id="{3865C5FA-88E4-438A-97C1-E7B6451801E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7" name="object 291">
                    <a:extLst>
                      <a:ext uri="{FF2B5EF4-FFF2-40B4-BE49-F238E27FC236}">
                        <a16:creationId xmlns:a16="http://schemas.microsoft.com/office/drawing/2014/main" id="{683C6E1D-32E6-4521-B83C-E3CCBD9A7398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8" name="object 292">
                    <a:extLst>
                      <a:ext uri="{FF2B5EF4-FFF2-40B4-BE49-F238E27FC236}">
                        <a16:creationId xmlns:a16="http://schemas.microsoft.com/office/drawing/2014/main" id="{845325CA-A5AE-409B-946F-7503D39F8C65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9" name="object 293">
                    <a:extLst>
                      <a:ext uri="{FF2B5EF4-FFF2-40B4-BE49-F238E27FC236}">
                        <a16:creationId xmlns:a16="http://schemas.microsoft.com/office/drawing/2014/main" id="{E5E577A2-B525-4983-8C76-2EF9F7DCA5D1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0" name="object 294">
                    <a:extLst>
                      <a:ext uri="{FF2B5EF4-FFF2-40B4-BE49-F238E27FC236}">
                        <a16:creationId xmlns:a16="http://schemas.microsoft.com/office/drawing/2014/main" id="{96FCA440-E6D1-4C2B-BDA8-51B1DA1554F8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1" name="object 295">
                    <a:extLst>
                      <a:ext uri="{FF2B5EF4-FFF2-40B4-BE49-F238E27FC236}">
                        <a16:creationId xmlns:a16="http://schemas.microsoft.com/office/drawing/2014/main" id="{7DD66ACD-2E1C-4D74-A7C9-89DF3CE7EAEC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2" name="object 296">
                    <a:extLst>
                      <a:ext uri="{FF2B5EF4-FFF2-40B4-BE49-F238E27FC236}">
                        <a16:creationId xmlns:a16="http://schemas.microsoft.com/office/drawing/2014/main" id="{AD2F9A53-3684-4D4C-97EF-79C33404A67D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3" name="object 297">
                    <a:extLst>
                      <a:ext uri="{FF2B5EF4-FFF2-40B4-BE49-F238E27FC236}">
                        <a16:creationId xmlns:a16="http://schemas.microsoft.com/office/drawing/2014/main" id="{FD745ED1-3D4E-469D-A9CB-03A0F608AB46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4" name="object 298">
                    <a:extLst>
                      <a:ext uri="{FF2B5EF4-FFF2-40B4-BE49-F238E27FC236}">
                        <a16:creationId xmlns:a16="http://schemas.microsoft.com/office/drawing/2014/main" id="{9ADF16B6-86FC-41E6-8EFF-138211881A6E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5" name="object 299">
                    <a:extLst>
                      <a:ext uri="{FF2B5EF4-FFF2-40B4-BE49-F238E27FC236}">
                        <a16:creationId xmlns:a16="http://schemas.microsoft.com/office/drawing/2014/main" id="{DD10E3CE-6E82-4BEB-9244-446C898E4B9B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6" name="object 300">
                    <a:extLst>
                      <a:ext uri="{FF2B5EF4-FFF2-40B4-BE49-F238E27FC236}">
                        <a16:creationId xmlns:a16="http://schemas.microsoft.com/office/drawing/2014/main" id="{0D4147D6-0839-4CCF-85A1-18E7F80E2F48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7" name="object 301">
                    <a:extLst>
                      <a:ext uri="{FF2B5EF4-FFF2-40B4-BE49-F238E27FC236}">
                        <a16:creationId xmlns:a16="http://schemas.microsoft.com/office/drawing/2014/main" id="{0E847C36-FA4E-42DB-BFD5-2C8481C2FE71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8" name="object 302">
                    <a:extLst>
                      <a:ext uri="{FF2B5EF4-FFF2-40B4-BE49-F238E27FC236}">
                        <a16:creationId xmlns:a16="http://schemas.microsoft.com/office/drawing/2014/main" id="{5F7EF9D2-28FC-4720-BF9B-B9B5D2981E73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9" name="object 303">
                    <a:extLst>
                      <a:ext uri="{FF2B5EF4-FFF2-40B4-BE49-F238E27FC236}">
                        <a16:creationId xmlns:a16="http://schemas.microsoft.com/office/drawing/2014/main" id="{BA4AA207-124D-45A4-83D6-13B88FAC02BB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0" name="object 304">
                    <a:extLst>
                      <a:ext uri="{FF2B5EF4-FFF2-40B4-BE49-F238E27FC236}">
                        <a16:creationId xmlns:a16="http://schemas.microsoft.com/office/drawing/2014/main" id="{BE5A6B8E-ED53-403E-A12A-772F0F99C44C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1" name="object 305">
                    <a:extLst>
                      <a:ext uri="{FF2B5EF4-FFF2-40B4-BE49-F238E27FC236}">
                        <a16:creationId xmlns:a16="http://schemas.microsoft.com/office/drawing/2014/main" id="{2875F76D-6713-459C-A776-75114033503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2" name="object 306">
                    <a:extLst>
                      <a:ext uri="{FF2B5EF4-FFF2-40B4-BE49-F238E27FC236}">
                        <a16:creationId xmlns:a16="http://schemas.microsoft.com/office/drawing/2014/main" id="{F407A043-9742-48BB-8B9D-E339A9CC107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3" name="object 307">
                    <a:extLst>
                      <a:ext uri="{FF2B5EF4-FFF2-40B4-BE49-F238E27FC236}">
                        <a16:creationId xmlns:a16="http://schemas.microsoft.com/office/drawing/2014/main" id="{A78FF764-13AE-43BB-88E8-0D43EB8A1FC6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4" name="object 308">
                    <a:extLst>
                      <a:ext uri="{FF2B5EF4-FFF2-40B4-BE49-F238E27FC236}">
                        <a16:creationId xmlns:a16="http://schemas.microsoft.com/office/drawing/2014/main" id="{A26446BA-B4D7-4B9C-9A70-C9C5F3444462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5" name="object 309">
                    <a:extLst>
                      <a:ext uri="{FF2B5EF4-FFF2-40B4-BE49-F238E27FC236}">
                        <a16:creationId xmlns:a16="http://schemas.microsoft.com/office/drawing/2014/main" id="{AD7593B8-8288-4CD0-B9AB-744E1EC3EFE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6" name="object 310">
                    <a:extLst>
                      <a:ext uri="{FF2B5EF4-FFF2-40B4-BE49-F238E27FC236}">
                        <a16:creationId xmlns:a16="http://schemas.microsoft.com/office/drawing/2014/main" id="{90AAAAD5-EFAB-4461-A49E-A3DDD36D91E5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7" name="object 311">
                    <a:extLst>
                      <a:ext uri="{FF2B5EF4-FFF2-40B4-BE49-F238E27FC236}">
                        <a16:creationId xmlns:a16="http://schemas.microsoft.com/office/drawing/2014/main" id="{FBB407BC-ABF7-4B2C-B634-9E9C13F8E8C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8" name="object 312">
                    <a:extLst>
                      <a:ext uri="{FF2B5EF4-FFF2-40B4-BE49-F238E27FC236}">
                        <a16:creationId xmlns:a16="http://schemas.microsoft.com/office/drawing/2014/main" id="{ECFC80F4-BEA4-4273-B0F3-27A57051203D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9" name="object 313">
                    <a:extLst>
                      <a:ext uri="{FF2B5EF4-FFF2-40B4-BE49-F238E27FC236}">
                        <a16:creationId xmlns:a16="http://schemas.microsoft.com/office/drawing/2014/main" id="{14C9C6D1-DA5A-4AFC-9BAD-435F2350FFCC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0" name="object 314">
                    <a:extLst>
                      <a:ext uri="{FF2B5EF4-FFF2-40B4-BE49-F238E27FC236}">
                        <a16:creationId xmlns:a16="http://schemas.microsoft.com/office/drawing/2014/main" id="{4218FB41-2B2A-45CE-BD33-B2701B2366A1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1" name="object 315">
                    <a:extLst>
                      <a:ext uri="{FF2B5EF4-FFF2-40B4-BE49-F238E27FC236}">
                        <a16:creationId xmlns:a16="http://schemas.microsoft.com/office/drawing/2014/main" id="{BD405669-E856-45B9-A658-5EA2A472983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2" name="object 316">
                    <a:extLst>
                      <a:ext uri="{FF2B5EF4-FFF2-40B4-BE49-F238E27FC236}">
                        <a16:creationId xmlns:a16="http://schemas.microsoft.com/office/drawing/2014/main" id="{C205B985-2153-4301-AFFB-DB6107D2C66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3" name="object 317">
                    <a:extLst>
                      <a:ext uri="{FF2B5EF4-FFF2-40B4-BE49-F238E27FC236}">
                        <a16:creationId xmlns:a16="http://schemas.microsoft.com/office/drawing/2014/main" id="{7FECC576-3597-47EB-910C-156ADB46BFBB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4" name="object 318">
                    <a:extLst>
                      <a:ext uri="{FF2B5EF4-FFF2-40B4-BE49-F238E27FC236}">
                        <a16:creationId xmlns:a16="http://schemas.microsoft.com/office/drawing/2014/main" id="{2877609A-0D6D-459D-BC40-1949B34E3B78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5" name="object 319">
                    <a:extLst>
                      <a:ext uri="{FF2B5EF4-FFF2-40B4-BE49-F238E27FC236}">
                        <a16:creationId xmlns:a16="http://schemas.microsoft.com/office/drawing/2014/main" id="{79D1C5DE-54CC-4ABA-AE0B-63AAD083803F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6" name="object 320">
                    <a:extLst>
                      <a:ext uri="{FF2B5EF4-FFF2-40B4-BE49-F238E27FC236}">
                        <a16:creationId xmlns:a16="http://schemas.microsoft.com/office/drawing/2014/main" id="{D0CEC781-8F36-4F21-92B5-7BF87401647B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7" name="object 321">
                    <a:extLst>
                      <a:ext uri="{FF2B5EF4-FFF2-40B4-BE49-F238E27FC236}">
                        <a16:creationId xmlns:a16="http://schemas.microsoft.com/office/drawing/2014/main" id="{654FC728-79A5-4379-A2E8-D0355F6AE656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8" name="object 322">
                    <a:extLst>
                      <a:ext uri="{FF2B5EF4-FFF2-40B4-BE49-F238E27FC236}">
                        <a16:creationId xmlns:a16="http://schemas.microsoft.com/office/drawing/2014/main" id="{D3ED5F43-AE6B-434E-8384-A91CC11AEF3D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9" name="object 323">
                    <a:extLst>
                      <a:ext uri="{FF2B5EF4-FFF2-40B4-BE49-F238E27FC236}">
                        <a16:creationId xmlns:a16="http://schemas.microsoft.com/office/drawing/2014/main" id="{C9F0B08F-B262-4370-8D0C-8BA0B5B249CA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0" name="object 324">
                    <a:extLst>
                      <a:ext uri="{FF2B5EF4-FFF2-40B4-BE49-F238E27FC236}">
                        <a16:creationId xmlns:a16="http://schemas.microsoft.com/office/drawing/2014/main" id="{1BEB48E1-339B-409C-859E-F44B9A58097A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1" name="object 325">
                    <a:extLst>
                      <a:ext uri="{FF2B5EF4-FFF2-40B4-BE49-F238E27FC236}">
                        <a16:creationId xmlns:a16="http://schemas.microsoft.com/office/drawing/2014/main" id="{B4747E5B-30F7-4815-A047-2908AD2866C8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2" name="object 326">
                    <a:extLst>
                      <a:ext uri="{FF2B5EF4-FFF2-40B4-BE49-F238E27FC236}">
                        <a16:creationId xmlns:a16="http://schemas.microsoft.com/office/drawing/2014/main" id="{80036A22-3178-489F-8F3F-BA309C3A0B73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3" name="object 327">
                    <a:extLst>
                      <a:ext uri="{FF2B5EF4-FFF2-40B4-BE49-F238E27FC236}">
                        <a16:creationId xmlns:a16="http://schemas.microsoft.com/office/drawing/2014/main" id="{C0DFBFCB-74DC-4A45-89BF-0A37C74AD2E7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4" name="object 328">
                    <a:extLst>
                      <a:ext uri="{FF2B5EF4-FFF2-40B4-BE49-F238E27FC236}">
                        <a16:creationId xmlns:a16="http://schemas.microsoft.com/office/drawing/2014/main" id="{A58A0029-DF02-4AB3-B7D4-4188BFBA978F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5" name="object 329">
                    <a:extLst>
                      <a:ext uri="{FF2B5EF4-FFF2-40B4-BE49-F238E27FC236}">
                        <a16:creationId xmlns:a16="http://schemas.microsoft.com/office/drawing/2014/main" id="{F2250F16-1EFA-43CF-B9C2-B5CBB5C256EC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6" name="object 330">
                    <a:extLst>
                      <a:ext uri="{FF2B5EF4-FFF2-40B4-BE49-F238E27FC236}">
                        <a16:creationId xmlns:a16="http://schemas.microsoft.com/office/drawing/2014/main" id="{643CD6DC-172C-4935-B4BB-2AA668447C7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7" name="object 331">
                    <a:extLst>
                      <a:ext uri="{FF2B5EF4-FFF2-40B4-BE49-F238E27FC236}">
                        <a16:creationId xmlns:a16="http://schemas.microsoft.com/office/drawing/2014/main" id="{A3A1BEA3-3BE0-4693-87D2-011016A4FC31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8" name="object 332">
                    <a:extLst>
                      <a:ext uri="{FF2B5EF4-FFF2-40B4-BE49-F238E27FC236}">
                        <a16:creationId xmlns:a16="http://schemas.microsoft.com/office/drawing/2014/main" id="{6B7299E4-F6DD-41D2-8EA6-84CEBB8A3927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9" name="object 333">
                    <a:extLst>
                      <a:ext uri="{FF2B5EF4-FFF2-40B4-BE49-F238E27FC236}">
                        <a16:creationId xmlns:a16="http://schemas.microsoft.com/office/drawing/2014/main" id="{09DA9992-794D-4B7B-94EC-3A927169856C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0" name="object 334">
                    <a:extLst>
                      <a:ext uri="{FF2B5EF4-FFF2-40B4-BE49-F238E27FC236}">
                        <a16:creationId xmlns:a16="http://schemas.microsoft.com/office/drawing/2014/main" id="{7BCA6473-0BC9-47D0-BA2B-0EF8F20654E8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1" name="object 335">
                    <a:extLst>
                      <a:ext uri="{FF2B5EF4-FFF2-40B4-BE49-F238E27FC236}">
                        <a16:creationId xmlns:a16="http://schemas.microsoft.com/office/drawing/2014/main" id="{1AAE1E04-CC1B-4267-A94D-D970F35EFFC3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2" name="object 336">
                    <a:extLst>
                      <a:ext uri="{FF2B5EF4-FFF2-40B4-BE49-F238E27FC236}">
                        <a16:creationId xmlns:a16="http://schemas.microsoft.com/office/drawing/2014/main" id="{FA8A0B97-71D2-46C9-A70D-A98C4A32A541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3" name="object 337">
                    <a:extLst>
                      <a:ext uri="{FF2B5EF4-FFF2-40B4-BE49-F238E27FC236}">
                        <a16:creationId xmlns:a16="http://schemas.microsoft.com/office/drawing/2014/main" id="{DF30A08B-5C89-4069-AF13-8557D5B3FA91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4" name="object 338">
                    <a:extLst>
                      <a:ext uri="{FF2B5EF4-FFF2-40B4-BE49-F238E27FC236}">
                        <a16:creationId xmlns:a16="http://schemas.microsoft.com/office/drawing/2014/main" id="{4709EF7D-8649-48B5-B0BC-4AE113CC64AF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5" name="object 339">
                    <a:extLst>
                      <a:ext uri="{FF2B5EF4-FFF2-40B4-BE49-F238E27FC236}">
                        <a16:creationId xmlns:a16="http://schemas.microsoft.com/office/drawing/2014/main" id="{40C91D85-9BBF-4A11-8140-ABF8FD303904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6" name="object 340">
                    <a:extLst>
                      <a:ext uri="{FF2B5EF4-FFF2-40B4-BE49-F238E27FC236}">
                        <a16:creationId xmlns:a16="http://schemas.microsoft.com/office/drawing/2014/main" id="{A97A23B9-3200-436C-B3DE-53F867FCB111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7" name="object 341">
                    <a:extLst>
                      <a:ext uri="{FF2B5EF4-FFF2-40B4-BE49-F238E27FC236}">
                        <a16:creationId xmlns:a16="http://schemas.microsoft.com/office/drawing/2014/main" id="{A5720E12-840D-41AF-8C29-B32AD5143439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8" name="object 342">
                    <a:extLst>
                      <a:ext uri="{FF2B5EF4-FFF2-40B4-BE49-F238E27FC236}">
                        <a16:creationId xmlns:a16="http://schemas.microsoft.com/office/drawing/2014/main" id="{2A3D00F8-CD07-41B4-9B47-46C132F44D12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9" name="object 343">
                    <a:extLst>
                      <a:ext uri="{FF2B5EF4-FFF2-40B4-BE49-F238E27FC236}">
                        <a16:creationId xmlns:a16="http://schemas.microsoft.com/office/drawing/2014/main" id="{6CE92999-0E6C-4876-8F16-6676B1D57455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0" name="object 344">
                    <a:extLst>
                      <a:ext uri="{FF2B5EF4-FFF2-40B4-BE49-F238E27FC236}">
                        <a16:creationId xmlns:a16="http://schemas.microsoft.com/office/drawing/2014/main" id="{7F9D8EAE-E578-473F-8F93-28E3AE31EDA3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1" name="object 345">
                    <a:extLst>
                      <a:ext uri="{FF2B5EF4-FFF2-40B4-BE49-F238E27FC236}">
                        <a16:creationId xmlns:a16="http://schemas.microsoft.com/office/drawing/2014/main" id="{4B4C1622-7D37-4F85-8564-BA6735DC50E3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2" name="object 346">
                    <a:extLst>
                      <a:ext uri="{FF2B5EF4-FFF2-40B4-BE49-F238E27FC236}">
                        <a16:creationId xmlns:a16="http://schemas.microsoft.com/office/drawing/2014/main" id="{DCE21461-0C1C-4E4C-9983-E613D156A86C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3" name="object 347">
                    <a:extLst>
                      <a:ext uri="{FF2B5EF4-FFF2-40B4-BE49-F238E27FC236}">
                        <a16:creationId xmlns:a16="http://schemas.microsoft.com/office/drawing/2014/main" id="{C4A879A9-7EF9-4672-B1EB-C23342F2BB04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4" name="object 348">
                    <a:extLst>
                      <a:ext uri="{FF2B5EF4-FFF2-40B4-BE49-F238E27FC236}">
                        <a16:creationId xmlns:a16="http://schemas.microsoft.com/office/drawing/2014/main" id="{5D678DF9-CC51-48A3-BE54-F444F6E107D6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5" name="object 349">
                    <a:extLst>
                      <a:ext uri="{FF2B5EF4-FFF2-40B4-BE49-F238E27FC236}">
                        <a16:creationId xmlns:a16="http://schemas.microsoft.com/office/drawing/2014/main" id="{6D778E21-6A45-4021-B07F-3906CE992BDC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6" name="object 350">
                    <a:extLst>
                      <a:ext uri="{FF2B5EF4-FFF2-40B4-BE49-F238E27FC236}">
                        <a16:creationId xmlns:a16="http://schemas.microsoft.com/office/drawing/2014/main" id="{58869975-696A-4C90-A5FF-EBBE4DE23738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7" name="object 351">
                    <a:extLst>
                      <a:ext uri="{FF2B5EF4-FFF2-40B4-BE49-F238E27FC236}">
                        <a16:creationId xmlns:a16="http://schemas.microsoft.com/office/drawing/2014/main" id="{EEA0B9E3-10F9-471D-A520-B367E5CC64A0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8" name="object 352">
                    <a:extLst>
                      <a:ext uri="{FF2B5EF4-FFF2-40B4-BE49-F238E27FC236}">
                        <a16:creationId xmlns:a16="http://schemas.microsoft.com/office/drawing/2014/main" id="{1367EFAF-1A18-45DF-9CA3-1BEA45D83011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9" name="object 353">
                    <a:extLst>
                      <a:ext uri="{FF2B5EF4-FFF2-40B4-BE49-F238E27FC236}">
                        <a16:creationId xmlns:a16="http://schemas.microsoft.com/office/drawing/2014/main" id="{D80E4D6E-AA7C-4001-86BD-F3E9C6D7CACC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0" name="object 354">
                    <a:extLst>
                      <a:ext uri="{FF2B5EF4-FFF2-40B4-BE49-F238E27FC236}">
                        <a16:creationId xmlns:a16="http://schemas.microsoft.com/office/drawing/2014/main" id="{5F5344E0-2168-4CCD-B0AF-E486F84FE2D0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1" name="object 355">
                    <a:extLst>
                      <a:ext uri="{FF2B5EF4-FFF2-40B4-BE49-F238E27FC236}">
                        <a16:creationId xmlns:a16="http://schemas.microsoft.com/office/drawing/2014/main" id="{CA1B3800-C0D4-45FC-BBAF-13AA448A88C3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2" name="object 356">
                    <a:extLst>
                      <a:ext uri="{FF2B5EF4-FFF2-40B4-BE49-F238E27FC236}">
                        <a16:creationId xmlns:a16="http://schemas.microsoft.com/office/drawing/2014/main" id="{9DB5BAF6-1C00-466B-90AB-129E7655A43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3" name="object 357">
                    <a:extLst>
                      <a:ext uri="{FF2B5EF4-FFF2-40B4-BE49-F238E27FC236}">
                        <a16:creationId xmlns:a16="http://schemas.microsoft.com/office/drawing/2014/main" id="{10BE0184-E72B-4CFC-8190-81E09FD4B13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4" name="object 358">
                    <a:extLst>
                      <a:ext uri="{FF2B5EF4-FFF2-40B4-BE49-F238E27FC236}">
                        <a16:creationId xmlns:a16="http://schemas.microsoft.com/office/drawing/2014/main" id="{0FF0907F-0A63-4854-B9E6-F5ECCAA35946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5" name="object 359">
                    <a:extLst>
                      <a:ext uri="{FF2B5EF4-FFF2-40B4-BE49-F238E27FC236}">
                        <a16:creationId xmlns:a16="http://schemas.microsoft.com/office/drawing/2014/main" id="{29B87476-3134-47D0-B2D1-E106787E0D99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6" name="object 360">
                    <a:extLst>
                      <a:ext uri="{FF2B5EF4-FFF2-40B4-BE49-F238E27FC236}">
                        <a16:creationId xmlns:a16="http://schemas.microsoft.com/office/drawing/2014/main" id="{4499EB94-8428-4B74-81CA-06FCB95C828A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7" name="object 361">
                    <a:extLst>
                      <a:ext uri="{FF2B5EF4-FFF2-40B4-BE49-F238E27FC236}">
                        <a16:creationId xmlns:a16="http://schemas.microsoft.com/office/drawing/2014/main" id="{9E4BAC2C-0A7D-43DA-8464-DEFAAB0DC1C5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8" name="object 362">
                    <a:extLst>
                      <a:ext uri="{FF2B5EF4-FFF2-40B4-BE49-F238E27FC236}">
                        <a16:creationId xmlns:a16="http://schemas.microsoft.com/office/drawing/2014/main" id="{FBA3D28B-005E-46FC-BEA0-DCFEFFF9374D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9" name="object 363">
                    <a:extLst>
                      <a:ext uri="{FF2B5EF4-FFF2-40B4-BE49-F238E27FC236}">
                        <a16:creationId xmlns:a16="http://schemas.microsoft.com/office/drawing/2014/main" id="{9E320BD2-2E07-4FD3-B69B-D154F803F18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0" name="object 364">
                    <a:extLst>
                      <a:ext uri="{FF2B5EF4-FFF2-40B4-BE49-F238E27FC236}">
                        <a16:creationId xmlns:a16="http://schemas.microsoft.com/office/drawing/2014/main" id="{BDEAFB8D-BA9D-4649-9AE5-5F2F28D1E2E8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1" name="object 365">
                    <a:extLst>
                      <a:ext uri="{FF2B5EF4-FFF2-40B4-BE49-F238E27FC236}">
                        <a16:creationId xmlns:a16="http://schemas.microsoft.com/office/drawing/2014/main" id="{A55599D1-BAF8-4FBD-B002-EB60D753F8E9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2" name="object 366">
                    <a:extLst>
                      <a:ext uri="{FF2B5EF4-FFF2-40B4-BE49-F238E27FC236}">
                        <a16:creationId xmlns:a16="http://schemas.microsoft.com/office/drawing/2014/main" id="{33C5775F-6BB7-497D-95CD-DDC1ABED2493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3" name="object 367">
                    <a:extLst>
                      <a:ext uri="{FF2B5EF4-FFF2-40B4-BE49-F238E27FC236}">
                        <a16:creationId xmlns:a16="http://schemas.microsoft.com/office/drawing/2014/main" id="{62CBCA7E-4ADD-4354-ABE7-8E9AFE8B3F8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4" name="object 368">
                    <a:extLst>
                      <a:ext uri="{FF2B5EF4-FFF2-40B4-BE49-F238E27FC236}">
                        <a16:creationId xmlns:a16="http://schemas.microsoft.com/office/drawing/2014/main" id="{F7C3068C-80BB-4CC1-90C6-C6C570CF6813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5" name="object 369">
                    <a:extLst>
                      <a:ext uri="{FF2B5EF4-FFF2-40B4-BE49-F238E27FC236}">
                        <a16:creationId xmlns:a16="http://schemas.microsoft.com/office/drawing/2014/main" id="{1971F100-4FDC-47A9-B0F6-CF41A44C9DE8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6" name="object 370">
                    <a:extLst>
                      <a:ext uri="{FF2B5EF4-FFF2-40B4-BE49-F238E27FC236}">
                        <a16:creationId xmlns:a16="http://schemas.microsoft.com/office/drawing/2014/main" id="{65317DFA-29C2-4318-A62A-A0D1F510C6F7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7" name="object 371">
                    <a:extLst>
                      <a:ext uri="{FF2B5EF4-FFF2-40B4-BE49-F238E27FC236}">
                        <a16:creationId xmlns:a16="http://schemas.microsoft.com/office/drawing/2014/main" id="{686C409D-18A0-4C9C-9C4B-BF3B5F9A9602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8" name="object 372">
                    <a:extLst>
                      <a:ext uri="{FF2B5EF4-FFF2-40B4-BE49-F238E27FC236}">
                        <a16:creationId xmlns:a16="http://schemas.microsoft.com/office/drawing/2014/main" id="{32B52606-2E46-4E4D-951B-9DE23425E33E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9" name="object 373">
                    <a:extLst>
                      <a:ext uri="{FF2B5EF4-FFF2-40B4-BE49-F238E27FC236}">
                        <a16:creationId xmlns:a16="http://schemas.microsoft.com/office/drawing/2014/main" id="{2D8C2A72-8D50-4C27-9BCC-7F7CBBC3F85E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0" name="object 374">
                    <a:extLst>
                      <a:ext uri="{FF2B5EF4-FFF2-40B4-BE49-F238E27FC236}">
                        <a16:creationId xmlns:a16="http://schemas.microsoft.com/office/drawing/2014/main" id="{5661285E-7D42-40B6-8A2C-8699E90B6A0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1" name="object 375">
                    <a:extLst>
                      <a:ext uri="{FF2B5EF4-FFF2-40B4-BE49-F238E27FC236}">
                        <a16:creationId xmlns:a16="http://schemas.microsoft.com/office/drawing/2014/main" id="{C763DF98-DC7C-4FA7-BB71-A607F0FB1BC8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2" name="object 376">
                    <a:extLst>
                      <a:ext uri="{FF2B5EF4-FFF2-40B4-BE49-F238E27FC236}">
                        <a16:creationId xmlns:a16="http://schemas.microsoft.com/office/drawing/2014/main" id="{7EF03D19-46C4-48C6-839E-CD1279B4681F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3" name="object 377">
                    <a:extLst>
                      <a:ext uri="{FF2B5EF4-FFF2-40B4-BE49-F238E27FC236}">
                        <a16:creationId xmlns:a16="http://schemas.microsoft.com/office/drawing/2014/main" id="{448A04DA-612B-463D-A53D-F204C3331863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4" name="object 378">
                    <a:extLst>
                      <a:ext uri="{FF2B5EF4-FFF2-40B4-BE49-F238E27FC236}">
                        <a16:creationId xmlns:a16="http://schemas.microsoft.com/office/drawing/2014/main" id="{6D4CDA8B-0C9F-4F2D-B5EB-DC163C5882D4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5" name="object 379">
                    <a:extLst>
                      <a:ext uri="{FF2B5EF4-FFF2-40B4-BE49-F238E27FC236}">
                        <a16:creationId xmlns:a16="http://schemas.microsoft.com/office/drawing/2014/main" id="{F8D50DB4-3A8C-4D23-BC9B-BDCAE3F8980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6" name="object 380">
                    <a:extLst>
                      <a:ext uri="{FF2B5EF4-FFF2-40B4-BE49-F238E27FC236}">
                        <a16:creationId xmlns:a16="http://schemas.microsoft.com/office/drawing/2014/main" id="{4A883A3E-5C20-4974-8D16-5FD62301F21C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7" name="object 381">
                    <a:extLst>
                      <a:ext uri="{FF2B5EF4-FFF2-40B4-BE49-F238E27FC236}">
                        <a16:creationId xmlns:a16="http://schemas.microsoft.com/office/drawing/2014/main" id="{D1F72BA1-0971-44D1-8C93-6A7089582295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8" name="object 382">
                    <a:extLst>
                      <a:ext uri="{FF2B5EF4-FFF2-40B4-BE49-F238E27FC236}">
                        <a16:creationId xmlns:a16="http://schemas.microsoft.com/office/drawing/2014/main" id="{A1354111-7C79-48A0-940E-3247767F4188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9" name="object 383">
                    <a:extLst>
                      <a:ext uri="{FF2B5EF4-FFF2-40B4-BE49-F238E27FC236}">
                        <a16:creationId xmlns:a16="http://schemas.microsoft.com/office/drawing/2014/main" id="{DC48B432-CD65-4D39-AF11-0C95231906AA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0" name="object 384">
                    <a:extLst>
                      <a:ext uri="{FF2B5EF4-FFF2-40B4-BE49-F238E27FC236}">
                        <a16:creationId xmlns:a16="http://schemas.microsoft.com/office/drawing/2014/main" id="{7C3ED492-0F82-4ECE-BDBF-9D8EF59FFDA6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1" name="object 385">
                    <a:extLst>
                      <a:ext uri="{FF2B5EF4-FFF2-40B4-BE49-F238E27FC236}">
                        <a16:creationId xmlns:a16="http://schemas.microsoft.com/office/drawing/2014/main" id="{99612E89-E212-49C5-BDF6-C3CDBA86D7F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2" name="object 386">
                    <a:extLst>
                      <a:ext uri="{FF2B5EF4-FFF2-40B4-BE49-F238E27FC236}">
                        <a16:creationId xmlns:a16="http://schemas.microsoft.com/office/drawing/2014/main" id="{439E08B0-47DD-418C-813F-7F2481E3F050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3" name="object 387">
                    <a:extLst>
                      <a:ext uri="{FF2B5EF4-FFF2-40B4-BE49-F238E27FC236}">
                        <a16:creationId xmlns:a16="http://schemas.microsoft.com/office/drawing/2014/main" id="{D4AAB486-D93C-41E8-8BCA-86216A092388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4" name="object 388">
                    <a:extLst>
                      <a:ext uri="{FF2B5EF4-FFF2-40B4-BE49-F238E27FC236}">
                        <a16:creationId xmlns:a16="http://schemas.microsoft.com/office/drawing/2014/main" id="{757D7EA8-1354-4DA1-9489-C7154B9CC86B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5" name="object 389">
                    <a:extLst>
                      <a:ext uri="{FF2B5EF4-FFF2-40B4-BE49-F238E27FC236}">
                        <a16:creationId xmlns:a16="http://schemas.microsoft.com/office/drawing/2014/main" id="{537AC656-B4A1-49CB-8AA5-161B25794CAA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6" name="object 390">
                    <a:extLst>
                      <a:ext uri="{FF2B5EF4-FFF2-40B4-BE49-F238E27FC236}">
                        <a16:creationId xmlns:a16="http://schemas.microsoft.com/office/drawing/2014/main" id="{9366F79D-BB9E-4B22-BBAB-C3C2EFFC9E26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7" name="object 391">
                    <a:extLst>
                      <a:ext uri="{FF2B5EF4-FFF2-40B4-BE49-F238E27FC236}">
                        <a16:creationId xmlns:a16="http://schemas.microsoft.com/office/drawing/2014/main" id="{A79CF32D-BF19-4917-A377-72F38A97863B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8" name="object 392">
                    <a:extLst>
                      <a:ext uri="{FF2B5EF4-FFF2-40B4-BE49-F238E27FC236}">
                        <a16:creationId xmlns:a16="http://schemas.microsoft.com/office/drawing/2014/main" id="{A42280B7-CECA-446B-B3A8-E2CD6046CA21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9" name="object 393">
                    <a:extLst>
                      <a:ext uri="{FF2B5EF4-FFF2-40B4-BE49-F238E27FC236}">
                        <a16:creationId xmlns:a16="http://schemas.microsoft.com/office/drawing/2014/main" id="{7EB5523A-6820-4DDB-938A-61EA9360C97B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0" name="object 394">
                    <a:extLst>
                      <a:ext uri="{FF2B5EF4-FFF2-40B4-BE49-F238E27FC236}">
                        <a16:creationId xmlns:a16="http://schemas.microsoft.com/office/drawing/2014/main" id="{6BCC11B5-A995-4810-8A00-ECAC90A2B48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1" name="object 395">
                    <a:extLst>
                      <a:ext uri="{FF2B5EF4-FFF2-40B4-BE49-F238E27FC236}">
                        <a16:creationId xmlns:a16="http://schemas.microsoft.com/office/drawing/2014/main" id="{69678EC4-22B4-44AB-AE5C-82AE12BCBD1F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2" name="object 396">
                    <a:extLst>
                      <a:ext uri="{FF2B5EF4-FFF2-40B4-BE49-F238E27FC236}">
                        <a16:creationId xmlns:a16="http://schemas.microsoft.com/office/drawing/2014/main" id="{854BBFF8-269C-47E1-9150-D0E356E710F8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3" name="object 397">
                    <a:extLst>
                      <a:ext uri="{FF2B5EF4-FFF2-40B4-BE49-F238E27FC236}">
                        <a16:creationId xmlns:a16="http://schemas.microsoft.com/office/drawing/2014/main" id="{BB7BAADB-952F-4546-903C-A2D6E6A719CE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4" name="object 398">
                    <a:extLst>
                      <a:ext uri="{FF2B5EF4-FFF2-40B4-BE49-F238E27FC236}">
                        <a16:creationId xmlns:a16="http://schemas.microsoft.com/office/drawing/2014/main" id="{887B8437-94ED-495B-B473-B823C3A41606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5" name="object 399">
                    <a:extLst>
                      <a:ext uri="{FF2B5EF4-FFF2-40B4-BE49-F238E27FC236}">
                        <a16:creationId xmlns:a16="http://schemas.microsoft.com/office/drawing/2014/main" id="{4E8F8041-B906-43EF-A7C3-CD1375E30855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6" name="object 400">
                    <a:extLst>
                      <a:ext uri="{FF2B5EF4-FFF2-40B4-BE49-F238E27FC236}">
                        <a16:creationId xmlns:a16="http://schemas.microsoft.com/office/drawing/2014/main" id="{2E329FF5-D6C6-4BB5-9822-BDD9D1DE4B2E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7" name="object 401">
                    <a:extLst>
                      <a:ext uri="{FF2B5EF4-FFF2-40B4-BE49-F238E27FC236}">
                        <a16:creationId xmlns:a16="http://schemas.microsoft.com/office/drawing/2014/main" id="{2558A7ED-5117-4B14-959D-F690C187FB97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8" name="object 402">
                    <a:extLst>
                      <a:ext uri="{FF2B5EF4-FFF2-40B4-BE49-F238E27FC236}">
                        <a16:creationId xmlns:a16="http://schemas.microsoft.com/office/drawing/2014/main" id="{4147ED73-9346-4E6C-836B-172508F5BEE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9" name="object 403">
                    <a:extLst>
                      <a:ext uri="{FF2B5EF4-FFF2-40B4-BE49-F238E27FC236}">
                        <a16:creationId xmlns:a16="http://schemas.microsoft.com/office/drawing/2014/main" id="{F98D5B15-968B-40B0-9667-66E1AC983D5E}"/>
                      </a:ext>
                    </a:extLst>
                  </p:cNvPr>
                  <p:cNvSpPr/>
                  <p:nvPr/>
                </p:nvSpPr>
                <p:spPr>
                  <a:xfrm>
                    <a:off x="7621839" y="49936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191" y="108966"/>
                        </a:lnTo>
                        <a:lnTo>
                          <a:pt x="108191" y="16764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0" name="object 404">
                    <a:extLst>
                      <a:ext uri="{FF2B5EF4-FFF2-40B4-BE49-F238E27FC236}">
                        <a16:creationId xmlns:a16="http://schemas.microsoft.com/office/drawing/2014/main" id="{FC8C6C55-8EDD-43B7-BE62-2558C12EC522}"/>
                      </a:ext>
                    </a:extLst>
                  </p:cNvPr>
                  <p:cNvSpPr/>
                  <p:nvPr/>
                </p:nvSpPr>
                <p:spPr>
                  <a:xfrm>
                    <a:off x="762183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1" name="object 405">
                    <a:extLst>
                      <a:ext uri="{FF2B5EF4-FFF2-40B4-BE49-F238E27FC236}">
                        <a16:creationId xmlns:a16="http://schemas.microsoft.com/office/drawing/2014/main" id="{F5EF440B-3357-41F7-A8D4-BE748917A50E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2" name="object 406">
                    <a:extLst>
                      <a:ext uri="{FF2B5EF4-FFF2-40B4-BE49-F238E27FC236}">
                        <a16:creationId xmlns:a16="http://schemas.microsoft.com/office/drawing/2014/main" id="{F275E730-EFC3-4355-84EF-9D3B41F59AF8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3" name="object 407">
                    <a:extLst>
                      <a:ext uri="{FF2B5EF4-FFF2-40B4-BE49-F238E27FC236}">
                        <a16:creationId xmlns:a16="http://schemas.microsoft.com/office/drawing/2014/main" id="{8890E570-2277-49A7-9048-D5B7D00A5F1E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4" name="object 408">
                    <a:extLst>
                      <a:ext uri="{FF2B5EF4-FFF2-40B4-BE49-F238E27FC236}">
                        <a16:creationId xmlns:a16="http://schemas.microsoft.com/office/drawing/2014/main" id="{39DD5354-CFBB-4069-9B70-3A741DE0AC6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5" name="object 409">
                    <a:extLst>
                      <a:ext uri="{FF2B5EF4-FFF2-40B4-BE49-F238E27FC236}">
                        <a16:creationId xmlns:a16="http://schemas.microsoft.com/office/drawing/2014/main" id="{58C8AF52-ECA2-421A-81E3-6D0C4A593CBD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6" name="object 410">
                    <a:extLst>
                      <a:ext uri="{FF2B5EF4-FFF2-40B4-BE49-F238E27FC236}">
                        <a16:creationId xmlns:a16="http://schemas.microsoft.com/office/drawing/2014/main" id="{CC507033-D637-4DED-B1C9-545D22D3DBC1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7" name="object 411">
                    <a:extLst>
                      <a:ext uri="{FF2B5EF4-FFF2-40B4-BE49-F238E27FC236}">
                        <a16:creationId xmlns:a16="http://schemas.microsoft.com/office/drawing/2014/main" id="{94C948DC-147B-450E-80D9-50C6C2D35AB3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8" name="object 412">
                    <a:extLst>
                      <a:ext uri="{FF2B5EF4-FFF2-40B4-BE49-F238E27FC236}">
                        <a16:creationId xmlns:a16="http://schemas.microsoft.com/office/drawing/2014/main" id="{2F76791D-DDF6-4423-B0FF-C467B564F554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9" name="object 413">
                    <a:extLst>
                      <a:ext uri="{FF2B5EF4-FFF2-40B4-BE49-F238E27FC236}">
                        <a16:creationId xmlns:a16="http://schemas.microsoft.com/office/drawing/2014/main" id="{D503C9B6-7E69-46E6-B10A-4903BB8D171B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0" name="object 414">
                    <a:extLst>
                      <a:ext uri="{FF2B5EF4-FFF2-40B4-BE49-F238E27FC236}">
                        <a16:creationId xmlns:a16="http://schemas.microsoft.com/office/drawing/2014/main" id="{7F3818BF-BCF1-4AD5-A918-3972428D43C4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1" name="object 415">
                    <a:extLst>
                      <a:ext uri="{FF2B5EF4-FFF2-40B4-BE49-F238E27FC236}">
                        <a16:creationId xmlns:a16="http://schemas.microsoft.com/office/drawing/2014/main" id="{54109102-50A4-4EF2-A20F-4FDFAB24DD65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2" name="object 416">
                    <a:extLst>
                      <a:ext uri="{FF2B5EF4-FFF2-40B4-BE49-F238E27FC236}">
                        <a16:creationId xmlns:a16="http://schemas.microsoft.com/office/drawing/2014/main" id="{F85256C8-78A5-42EC-8DD4-A3B117D3C72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3" name="object 417">
                    <a:extLst>
                      <a:ext uri="{FF2B5EF4-FFF2-40B4-BE49-F238E27FC236}">
                        <a16:creationId xmlns:a16="http://schemas.microsoft.com/office/drawing/2014/main" id="{DC2B5118-8A58-4272-A237-60A4864150BC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4" name="object 418">
                    <a:extLst>
                      <a:ext uri="{FF2B5EF4-FFF2-40B4-BE49-F238E27FC236}">
                        <a16:creationId xmlns:a16="http://schemas.microsoft.com/office/drawing/2014/main" id="{5174E87C-76EE-46C3-B0FC-412C789F151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5" name="object 419">
                    <a:extLst>
                      <a:ext uri="{FF2B5EF4-FFF2-40B4-BE49-F238E27FC236}">
                        <a16:creationId xmlns:a16="http://schemas.microsoft.com/office/drawing/2014/main" id="{DF398B20-B1F4-47F6-A0A8-B16E6BD141A7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6" name="object 420">
                    <a:extLst>
                      <a:ext uri="{FF2B5EF4-FFF2-40B4-BE49-F238E27FC236}">
                        <a16:creationId xmlns:a16="http://schemas.microsoft.com/office/drawing/2014/main" id="{F8AD6EB7-03EC-48EF-B2AC-BBE204160AF5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7" name="object 421">
                    <a:extLst>
                      <a:ext uri="{FF2B5EF4-FFF2-40B4-BE49-F238E27FC236}">
                        <a16:creationId xmlns:a16="http://schemas.microsoft.com/office/drawing/2014/main" id="{24E013A7-8BF9-49DB-AB57-B1A7C7278889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8" name="object 422">
                    <a:extLst>
                      <a:ext uri="{FF2B5EF4-FFF2-40B4-BE49-F238E27FC236}">
                        <a16:creationId xmlns:a16="http://schemas.microsoft.com/office/drawing/2014/main" id="{425CE36C-A936-43C4-A5BA-2303A991D8AE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9" name="object 423">
                    <a:extLst>
                      <a:ext uri="{FF2B5EF4-FFF2-40B4-BE49-F238E27FC236}">
                        <a16:creationId xmlns:a16="http://schemas.microsoft.com/office/drawing/2014/main" id="{86597532-A482-4504-A1AA-BDE12C42711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0" name="object 424">
                    <a:extLst>
                      <a:ext uri="{FF2B5EF4-FFF2-40B4-BE49-F238E27FC236}">
                        <a16:creationId xmlns:a16="http://schemas.microsoft.com/office/drawing/2014/main" id="{77C60CEF-8543-44B5-8675-802FE792E9BB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1" name="object 425">
                    <a:extLst>
                      <a:ext uri="{FF2B5EF4-FFF2-40B4-BE49-F238E27FC236}">
                        <a16:creationId xmlns:a16="http://schemas.microsoft.com/office/drawing/2014/main" id="{C40736C3-6913-42AA-BA4C-3C006A42A25D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2" name="object 426">
                    <a:extLst>
                      <a:ext uri="{FF2B5EF4-FFF2-40B4-BE49-F238E27FC236}">
                        <a16:creationId xmlns:a16="http://schemas.microsoft.com/office/drawing/2014/main" id="{39AA39C3-BDAC-4577-A702-B3A84D9D8AFA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3" name="object 427">
                    <a:extLst>
                      <a:ext uri="{FF2B5EF4-FFF2-40B4-BE49-F238E27FC236}">
                        <a16:creationId xmlns:a16="http://schemas.microsoft.com/office/drawing/2014/main" id="{67A00B64-6AD8-42B5-AAF4-F791B185805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4" name="object 428">
                    <a:extLst>
                      <a:ext uri="{FF2B5EF4-FFF2-40B4-BE49-F238E27FC236}">
                        <a16:creationId xmlns:a16="http://schemas.microsoft.com/office/drawing/2014/main" id="{E5E78605-8994-4933-A64F-1C8CFE31C38B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5" name="object 429">
                    <a:extLst>
                      <a:ext uri="{FF2B5EF4-FFF2-40B4-BE49-F238E27FC236}">
                        <a16:creationId xmlns:a16="http://schemas.microsoft.com/office/drawing/2014/main" id="{98D9FE23-9C72-4580-A783-93B8E0094C51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6" name="object 430">
                    <a:extLst>
                      <a:ext uri="{FF2B5EF4-FFF2-40B4-BE49-F238E27FC236}">
                        <a16:creationId xmlns:a16="http://schemas.microsoft.com/office/drawing/2014/main" id="{DB36E1F4-E200-4880-9B5E-FC38414645F3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7" name="object 431">
                    <a:extLst>
                      <a:ext uri="{FF2B5EF4-FFF2-40B4-BE49-F238E27FC236}">
                        <a16:creationId xmlns:a16="http://schemas.microsoft.com/office/drawing/2014/main" id="{5B37106A-510D-4AFB-ABE5-3A277E1DD315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8" name="object 432">
                    <a:extLst>
                      <a:ext uri="{FF2B5EF4-FFF2-40B4-BE49-F238E27FC236}">
                        <a16:creationId xmlns:a16="http://schemas.microsoft.com/office/drawing/2014/main" id="{61E9E732-5E82-4660-8978-18ADF300C676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9" name="object 433">
                    <a:extLst>
                      <a:ext uri="{FF2B5EF4-FFF2-40B4-BE49-F238E27FC236}">
                        <a16:creationId xmlns:a16="http://schemas.microsoft.com/office/drawing/2014/main" id="{8170FFDB-7254-4850-88B4-1464F8DD0117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0" name="object 434">
                    <a:extLst>
                      <a:ext uri="{FF2B5EF4-FFF2-40B4-BE49-F238E27FC236}">
                        <a16:creationId xmlns:a16="http://schemas.microsoft.com/office/drawing/2014/main" id="{75ACC35F-D24B-4024-900A-B39679FA8F58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1" name="object 435">
                    <a:extLst>
                      <a:ext uri="{FF2B5EF4-FFF2-40B4-BE49-F238E27FC236}">
                        <a16:creationId xmlns:a16="http://schemas.microsoft.com/office/drawing/2014/main" id="{FBC17EB4-3A28-45F6-A5D6-952D2663F802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2" name="object 436">
                    <a:extLst>
                      <a:ext uri="{FF2B5EF4-FFF2-40B4-BE49-F238E27FC236}">
                        <a16:creationId xmlns:a16="http://schemas.microsoft.com/office/drawing/2014/main" id="{406F14F1-69BD-4156-80D4-D14FF9F64B3F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3" name="object 437">
                    <a:extLst>
                      <a:ext uri="{FF2B5EF4-FFF2-40B4-BE49-F238E27FC236}">
                        <a16:creationId xmlns:a16="http://schemas.microsoft.com/office/drawing/2014/main" id="{1AC289AA-2BB8-4FEF-ADB7-C989961276A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4" name="object 438">
                    <a:extLst>
                      <a:ext uri="{FF2B5EF4-FFF2-40B4-BE49-F238E27FC236}">
                        <a16:creationId xmlns:a16="http://schemas.microsoft.com/office/drawing/2014/main" id="{099F97CD-41E2-4092-8C9E-3EBFEB89CD3F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5" name="object 439">
                    <a:extLst>
                      <a:ext uri="{FF2B5EF4-FFF2-40B4-BE49-F238E27FC236}">
                        <a16:creationId xmlns:a16="http://schemas.microsoft.com/office/drawing/2014/main" id="{02CE7F48-9371-4A9C-A4A5-28D47C396AF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6" name="object 440">
                    <a:extLst>
                      <a:ext uri="{FF2B5EF4-FFF2-40B4-BE49-F238E27FC236}">
                        <a16:creationId xmlns:a16="http://schemas.microsoft.com/office/drawing/2014/main" id="{0F5D8B10-E67B-424E-9666-35A52F864DD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7" name="object 441">
                    <a:extLst>
                      <a:ext uri="{FF2B5EF4-FFF2-40B4-BE49-F238E27FC236}">
                        <a16:creationId xmlns:a16="http://schemas.microsoft.com/office/drawing/2014/main" id="{1D897670-36EE-49E8-86A6-B8F1703D8888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8" name="object 442">
                    <a:extLst>
                      <a:ext uri="{FF2B5EF4-FFF2-40B4-BE49-F238E27FC236}">
                        <a16:creationId xmlns:a16="http://schemas.microsoft.com/office/drawing/2014/main" id="{A7C03FEF-D749-4AA0-8B79-E03428C1F8E9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9" name="object 443">
                    <a:extLst>
                      <a:ext uri="{FF2B5EF4-FFF2-40B4-BE49-F238E27FC236}">
                        <a16:creationId xmlns:a16="http://schemas.microsoft.com/office/drawing/2014/main" id="{53031584-7311-4BB4-8B34-FCF892121087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0" name="object 444">
                    <a:extLst>
                      <a:ext uri="{FF2B5EF4-FFF2-40B4-BE49-F238E27FC236}">
                        <a16:creationId xmlns:a16="http://schemas.microsoft.com/office/drawing/2014/main" id="{9F04AF94-9572-494F-8293-927633ADEFA7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1" name="object 445">
                    <a:extLst>
                      <a:ext uri="{FF2B5EF4-FFF2-40B4-BE49-F238E27FC236}">
                        <a16:creationId xmlns:a16="http://schemas.microsoft.com/office/drawing/2014/main" id="{CB673D78-D963-4F88-AC62-5B99502D48D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2" name="object 446">
                    <a:extLst>
                      <a:ext uri="{FF2B5EF4-FFF2-40B4-BE49-F238E27FC236}">
                        <a16:creationId xmlns:a16="http://schemas.microsoft.com/office/drawing/2014/main" id="{5273624E-E354-43B3-955A-377A1AA0A902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3" name="object 447">
                    <a:extLst>
                      <a:ext uri="{FF2B5EF4-FFF2-40B4-BE49-F238E27FC236}">
                        <a16:creationId xmlns:a16="http://schemas.microsoft.com/office/drawing/2014/main" id="{647018E3-826B-45EE-978B-535BDE38BFF2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91440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4" name="object 448">
                    <a:extLst>
                      <a:ext uri="{FF2B5EF4-FFF2-40B4-BE49-F238E27FC236}">
                        <a16:creationId xmlns:a16="http://schemas.microsoft.com/office/drawing/2014/main" id="{01E91AE0-D562-4DD1-95FF-BF7F2DCD540E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5" name="object 449">
                    <a:extLst>
                      <a:ext uri="{FF2B5EF4-FFF2-40B4-BE49-F238E27FC236}">
                        <a16:creationId xmlns:a16="http://schemas.microsoft.com/office/drawing/2014/main" id="{A5DAD82D-0D89-4A0A-B06F-D2365CD68DF1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94025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6" name="object 450">
                    <a:extLst>
                      <a:ext uri="{FF2B5EF4-FFF2-40B4-BE49-F238E27FC236}">
                        <a16:creationId xmlns:a16="http://schemas.microsoft.com/office/drawing/2014/main" id="{8C76EA66-EC9D-4458-831E-02FDC2CD2C0F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7" name="object 451">
                    <a:extLst>
                      <a:ext uri="{FF2B5EF4-FFF2-40B4-BE49-F238E27FC236}">
                        <a16:creationId xmlns:a16="http://schemas.microsoft.com/office/drawing/2014/main" id="{84361E7C-D183-4E53-891E-80FE2259AB8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94025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8" name="object 452">
                    <a:extLst>
                      <a:ext uri="{FF2B5EF4-FFF2-40B4-BE49-F238E27FC236}">
                        <a16:creationId xmlns:a16="http://schemas.microsoft.com/office/drawing/2014/main" id="{88E58F49-372B-462B-955E-AA304B3FD00C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9" name="object 453">
                    <a:extLst>
                      <a:ext uri="{FF2B5EF4-FFF2-40B4-BE49-F238E27FC236}">
                        <a16:creationId xmlns:a16="http://schemas.microsoft.com/office/drawing/2014/main" id="{A123EAE6-ADDC-4721-833C-D99DB9BA9925}"/>
                      </a:ext>
                    </a:extLst>
                  </p:cNvPr>
                  <p:cNvSpPr/>
                  <p:nvPr/>
                </p:nvSpPr>
                <p:spPr>
                  <a:xfrm>
                    <a:off x="7621839" y="510259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191" y="108204"/>
                        </a:lnTo>
                        <a:lnTo>
                          <a:pt x="108191" y="91440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0" name="object 454">
                    <a:extLst>
                      <a:ext uri="{FF2B5EF4-FFF2-40B4-BE49-F238E27FC236}">
                        <a16:creationId xmlns:a16="http://schemas.microsoft.com/office/drawing/2014/main" id="{5A474485-2D79-403A-AF91-AD50BFA1492F}"/>
                      </a:ext>
                    </a:extLst>
                  </p:cNvPr>
                  <p:cNvSpPr/>
                  <p:nvPr/>
                </p:nvSpPr>
                <p:spPr>
                  <a:xfrm>
                    <a:off x="762183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1" name="object 455">
                    <a:extLst>
                      <a:ext uri="{FF2B5EF4-FFF2-40B4-BE49-F238E27FC236}">
                        <a16:creationId xmlns:a16="http://schemas.microsoft.com/office/drawing/2014/main" id="{E9A20DAC-95B1-4E4A-95A8-C6BDDD67B2C9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2" name="object 456">
                    <a:extLst>
                      <a:ext uri="{FF2B5EF4-FFF2-40B4-BE49-F238E27FC236}">
                        <a16:creationId xmlns:a16="http://schemas.microsoft.com/office/drawing/2014/main" id="{CE94EEC7-4EDD-4D14-8BD8-698F8B16A9A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3" name="object 457">
                    <a:extLst>
                      <a:ext uri="{FF2B5EF4-FFF2-40B4-BE49-F238E27FC236}">
                        <a16:creationId xmlns:a16="http://schemas.microsoft.com/office/drawing/2014/main" id="{82A32033-C244-48A3-BB31-AA53E1112BF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4" name="object 458">
                    <a:extLst>
                      <a:ext uri="{FF2B5EF4-FFF2-40B4-BE49-F238E27FC236}">
                        <a16:creationId xmlns:a16="http://schemas.microsoft.com/office/drawing/2014/main" id="{0A097148-0D2F-4CCB-A751-586F8070982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5" name="object 459">
                    <a:extLst>
                      <a:ext uri="{FF2B5EF4-FFF2-40B4-BE49-F238E27FC236}">
                        <a16:creationId xmlns:a16="http://schemas.microsoft.com/office/drawing/2014/main" id="{070873CB-E7F6-4C22-955D-21B77740B90A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6" name="object 460">
                    <a:extLst>
                      <a:ext uri="{FF2B5EF4-FFF2-40B4-BE49-F238E27FC236}">
                        <a16:creationId xmlns:a16="http://schemas.microsoft.com/office/drawing/2014/main" id="{5CF28FEF-1E3D-44B2-8EFA-DB48D934C16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7" name="object 461">
                    <a:extLst>
                      <a:ext uri="{FF2B5EF4-FFF2-40B4-BE49-F238E27FC236}">
                        <a16:creationId xmlns:a16="http://schemas.microsoft.com/office/drawing/2014/main" id="{2CADC4AB-824C-413D-928C-EFB45516973E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8" name="object 462">
                    <a:extLst>
                      <a:ext uri="{FF2B5EF4-FFF2-40B4-BE49-F238E27FC236}">
                        <a16:creationId xmlns:a16="http://schemas.microsoft.com/office/drawing/2014/main" id="{EB374506-AFCF-4200-9582-F328F4B2BB21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9" name="object 463">
                    <a:extLst>
                      <a:ext uri="{FF2B5EF4-FFF2-40B4-BE49-F238E27FC236}">
                        <a16:creationId xmlns:a16="http://schemas.microsoft.com/office/drawing/2014/main" id="{A67B9CEF-8B73-4AF0-94B5-ACDE230CCB9F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0" name="object 464">
                    <a:extLst>
                      <a:ext uri="{FF2B5EF4-FFF2-40B4-BE49-F238E27FC236}">
                        <a16:creationId xmlns:a16="http://schemas.microsoft.com/office/drawing/2014/main" id="{B1D498C4-6F49-4A7B-A2BA-D7E8AFD7C352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1" name="object 465">
                    <a:extLst>
                      <a:ext uri="{FF2B5EF4-FFF2-40B4-BE49-F238E27FC236}">
                        <a16:creationId xmlns:a16="http://schemas.microsoft.com/office/drawing/2014/main" id="{666B98B4-F098-43CB-B783-C3C58991A980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2" name="object 466">
                    <a:extLst>
                      <a:ext uri="{FF2B5EF4-FFF2-40B4-BE49-F238E27FC236}">
                        <a16:creationId xmlns:a16="http://schemas.microsoft.com/office/drawing/2014/main" id="{E5FEA532-7F68-4B6B-B320-F3DF76322719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3" name="object 467">
                    <a:extLst>
                      <a:ext uri="{FF2B5EF4-FFF2-40B4-BE49-F238E27FC236}">
                        <a16:creationId xmlns:a16="http://schemas.microsoft.com/office/drawing/2014/main" id="{BA69D9CB-3D6F-4AAE-8BCD-B7764E48E31B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4" name="object 468">
                    <a:extLst>
                      <a:ext uri="{FF2B5EF4-FFF2-40B4-BE49-F238E27FC236}">
                        <a16:creationId xmlns:a16="http://schemas.microsoft.com/office/drawing/2014/main" id="{930F1C3E-5E24-4910-8851-A41F90C1F517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5" name="object 469">
                    <a:extLst>
                      <a:ext uri="{FF2B5EF4-FFF2-40B4-BE49-F238E27FC236}">
                        <a16:creationId xmlns:a16="http://schemas.microsoft.com/office/drawing/2014/main" id="{9762BB3F-17C3-41CF-B368-48217E0591A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6" name="object 470">
                    <a:extLst>
                      <a:ext uri="{FF2B5EF4-FFF2-40B4-BE49-F238E27FC236}">
                        <a16:creationId xmlns:a16="http://schemas.microsoft.com/office/drawing/2014/main" id="{04412340-0F05-4F09-BB90-06E3D5E17672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7" name="object 471">
                    <a:extLst>
                      <a:ext uri="{FF2B5EF4-FFF2-40B4-BE49-F238E27FC236}">
                        <a16:creationId xmlns:a16="http://schemas.microsoft.com/office/drawing/2014/main" id="{4B6B043A-6BE4-4BE8-9CB0-39FC5BF70A4A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8" name="object 472">
                    <a:extLst>
                      <a:ext uri="{FF2B5EF4-FFF2-40B4-BE49-F238E27FC236}">
                        <a16:creationId xmlns:a16="http://schemas.microsoft.com/office/drawing/2014/main" id="{67E0242E-2463-4162-9309-C0AA9BA1B419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9" name="object 473">
                    <a:extLst>
                      <a:ext uri="{FF2B5EF4-FFF2-40B4-BE49-F238E27FC236}">
                        <a16:creationId xmlns:a16="http://schemas.microsoft.com/office/drawing/2014/main" id="{3DF85DCE-F7FA-4997-8614-EBD13F847A1C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0" name="object 474">
                    <a:extLst>
                      <a:ext uri="{FF2B5EF4-FFF2-40B4-BE49-F238E27FC236}">
                        <a16:creationId xmlns:a16="http://schemas.microsoft.com/office/drawing/2014/main" id="{2E15F78F-17B1-4C24-9AF6-0A5774403DC6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1" name="object 475">
                    <a:extLst>
                      <a:ext uri="{FF2B5EF4-FFF2-40B4-BE49-F238E27FC236}">
                        <a16:creationId xmlns:a16="http://schemas.microsoft.com/office/drawing/2014/main" id="{42135E13-240E-45E1-9959-F3D8D19FD353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2" name="object 476">
                    <a:extLst>
                      <a:ext uri="{FF2B5EF4-FFF2-40B4-BE49-F238E27FC236}">
                        <a16:creationId xmlns:a16="http://schemas.microsoft.com/office/drawing/2014/main" id="{599E0A72-5DC8-4E1C-AE01-732A58221805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3" name="object 477">
                    <a:extLst>
                      <a:ext uri="{FF2B5EF4-FFF2-40B4-BE49-F238E27FC236}">
                        <a16:creationId xmlns:a16="http://schemas.microsoft.com/office/drawing/2014/main" id="{1C6ECE12-8F31-4555-BF87-F10965811816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4" name="object 478">
                    <a:extLst>
                      <a:ext uri="{FF2B5EF4-FFF2-40B4-BE49-F238E27FC236}">
                        <a16:creationId xmlns:a16="http://schemas.microsoft.com/office/drawing/2014/main" id="{F33759DA-8A44-4D1C-8640-3EAC489B5096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5" name="object 479">
                    <a:extLst>
                      <a:ext uri="{FF2B5EF4-FFF2-40B4-BE49-F238E27FC236}">
                        <a16:creationId xmlns:a16="http://schemas.microsoft.com/office/drawing/2014/main" id="{EEB6A022-72D5-451A-A3CC-9BB3D915D4D2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6" name="object 480">
                    <a:extLst>
                      <a:ext uri="{FF2B5EF4-FFF2-40B4-BE49-F238E27FC236}">
                        <a16:creationId xmlns:a16="http://schemas.microsoft.com/office/drawing/2014/main" id="{70DDFABF-5BB0-4025-A6D5-4F234F668B4F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7" name="object 481">
                    <a:extLst>
                      <a:ext uri="{FF2B5EF4-FFF2-40B4-BE49-F238E27FC236}">
                        <a16:creationId xmlns:a16="http://schemas.microsoft.com/office/drawing/2014/main" id="{1463E9C5-D27B-4323-A156-54AAA7AEDC6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8" name="object 482">
                    <a:extLst>
                      <a:ext uri="{FF2B5EF4-FFF2-40B4-BE49-F238E27FC236}">
                        <a16:creationId xmlns:a16="http://schemas.microsoft.com/office/drawing/2014/main" id="{755AF329-EDF9-40D7-9D47-B03E7F4F5CE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9" name="object 483">
                    <a:extLst>
                      <a:ext uri="{FF2B5EF4-FFF2-40B4-BE49-F238E27FC236}">
                        <a16:creationId xmlns:a16="http://schemas.microsoft.com/office/drawing/2014/main" id="{6893F15D-7583-4583-B6AA-FD0C37D3317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0" name="object 484">
                    <a:extLst>
                      <a:ext uri="{FF2B5EF4-FFF2-40B4-BE49-F238E27FC236}">
                        <a16:creationId xmlns:a16="http://schemas.microsoft.com/office/drawing/2014/main" id="{75E4BF3F-C556-44C0-BFF2-45BC9DDF447D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1" name="object 485">
                    <a:extLst>
                      <a:ext uri="{FF2B5EF4-FFF2-40B4-BE49-F238E27FC236}">
                        <a16:creationId xmlns:a16="http://schemas.microsoft.com/office/drawing/2014/main" id="{7C9F6F40-34F3-4D96-9518-A073ECFDF9D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2" name="object 486">
                    <a:extLst>
                      <a:ext uri="{FF2B5EF4-FFF2-40B4-BE49-F238E27FC236}">
                        <a16:creationId xmlns:a16="http://schemas.microsoft.com/office/drawing/2014/main" id="{3978E552-777F-467A-92D4-489FA85AAA1F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3" name="object 487">
                    <a:extLst>
                      <a:ext uri="{FF2B5EF4-FFF2-40B4-BE49-F238E27FC236}">
                        <a16:creationId xmlns:a16="http://schemas.microsoft.com/office/drawing/2014/main" id="{4B23B8DF-8163-4403-A8B4-8E8473E0A304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4" name="object 488">
                    <a:extLst>
                      <a:ext uri="{FF2B5EF4-FFF2-40B4-BE49-F238E27FC236}">
                        <a16:creationId xmlns:a16="http://schemas.microsoft.com/office/drawing/2014/main" id="{4E33DBFB-A5C8-428A-91FB-39E5D056B45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5" name="object 489">
                    <a:extLst>
                      <a:ext uri="{FF2B5EF4-FFF2-40B4-BE49-F238E27FC236}">
                        <a16:creationId xmlns:a16="http://schemas.microsoft.com/office/drawing/2014/main" id="{CF3A068E-D7A4-4CFA-8988-BFDC4280202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6" name="object 490">
                    <a:extLst>
                      <a:ext uri="{FF2B5EF4-FFF2-40B4-BE49-F238E27FC236}">
                        <a16:creationId xmlns:a16="http://schemas.microsoft.com/office/drawing/2014/main" id="{C8375139-99C0-4E90-97F3-56BA9E347C81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7" name="object 491">
                    <a:extLst>
                      <a:ext uri="{FF2B5EF4-FFF2-40B4-BE49-F238E27FC236}">
                        <a16:creationId xmlns:a16="http://schemas.microsoft.com/office/drawing/2014/main" id="{4F3349A4-6549-46AC-B0C2-8C98706FA014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80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2202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92202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8" name="object 492">
                    <a:extLst>
                      <a:ext uri="{FF2B5EF4-FFF2-40B4-BE49-F238E27FC236}">
                        <a16:creationId xmlns:a16="http://schemas.microsoft.com/office/drawing/2014/main" id="{65265BE8-D2A6-4751-985A-A702113676E0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9" name="object 493">
                    <a:extLst>
                      <a:ext uri="{FF2B5EF4-FFF2-40B4-BE49-F238E27FC236}">
                        <a16:creationId xmlns:a16="http://schemas.microsoft.com/office/drawing/2014/main" id="{AFAC438A-10F6-4F2D-90E2-F7E36DE079DB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0" name="object 494">
                    <a:extLst>
                      <a:ext uri="{FF2B5EF4-FFF2-40B4-BE49-F238E27FC236}">
                        <a16:creationId xmlns:a16="http://schemas.microsoft.com/office/drawing/2014/main" id="{4DC3EE20-10D2-461D-A0EA-FCE98796A40C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1" name="object 495">
                    <a:extLst>
                      <a:ext uri="{FF2B5EF4-FFF2-40B4-BE49-F238E27FC236}">
                        <a16:creationId xmlns:a16="http://schemas.microsoft.com/office/drawing/2014/main" id="{1F04C86A-DA9E-4250-91D6-A6482010A12C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2" name="object 496">
                    <a:extLst>
                      <a:ext uri="{FF2B5EF4-FFF2-40B4-BE49-F238E27FC236}">
                        <a16:creationId xmlns:a16="http://schemas.microsoft.com/office/drawing/2014/main" id="{E44F4CD3-8A0D-4B01-B1EC-1BDF61DADA28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3" name="object 497">
                    <a:extLst>
                      <a:ext uri="{FF2B5EF4-FFF2-40B4-BE49-F238E27FC236}">
                        <a16:creationId xmlns:a16="http://schemas.microsoft.com/office/drawing/2014/main" id="{EB73BAF8-3871-477D-B622-2B6CF5F5E652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4" name="object 498">
                    <a:extLst>
                      <a:ext uri="{FF2B5EF4-FFF2-40B4-BE49-F238E27FC236}">
                        <a16:creationId xmlns:a16="http://schemas.microsoft.com/office/drawing/2014/main" id="{E1206471-5DD4-4757-98CD-79A7B4F2C6E2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5" name="object 499">
                    <a:extLst>
                      <a:ext uri="{FF2B5EF4-FFF2-40B4-BE49-F238E27FC236}">
                        <a16:creationId xmlns:a16="http://schemas.microsoft.com/office/drawing/2014/main" id="{0A29C04E-89F5-4E45-958F-2FFDD3C2C56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6" name="object 500">
                    <a:extLst>
                      <a:ext uri="{FF2B5EF4-FFF2-40B4-BE49-F238E27FC236}">
                        <a16:creationId xmlns:a16="http://schemas.microsoft.com/office/drawing/2014/main" id="{11A861A6-05C6-4732-9F3E-D9BED531D766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7" name="object 501">
                    <a:extLst>
                      <a:ext uri="{FF2B5EF4-FFF2-40B4-BE49-F238E27FC236}">
                        <a16:creationId xmlns:a16="http://schemas.microsoft.com/office/drawing/2014/main" id="{A1476831-25C6-4FCA-97CC-47DB9B8E046C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8" name="object 502">
                    <a:extLst>
                      <a:ext uri="{FF2B5EF4-FFF2-40B4-BE49-F238E27FC236}">
                        <a16:creationId xmlns:a16="http://schemas.microsoft.com/office/drawing/2014/main" id="{CD75835F-1E85-4F7C-8ED8-4577204ADE90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9" name="object 503">
                    <a:extLst>
                      <a:ext uri="{FF2B5EF4-FFF2-40B4-BE49-F238E27FC236}">
                        <a16:creationId xmlns:a16="http://schemas.microsoft.com/office/drawing/2014/main" id="{6BDA1B7B-8BEB-4C51-84FE-BB1B351ECD5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0" name="object 504">
                    <a:extLst>
                      <a:ext uri="{FF2B5EF4-FFF2-40B4-BE49-F238E27FC236}">
                        <a16:creationId xmlns:a16="http://schemas.microsoft.com/office/drawing/2014/main" id="{CFD8BC6C-F139-4DC7-9929-10DFA6A0EC02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1" name="object 505">
                    <a:extLst>
                      <a:ext uri="{FF2B5EF4-FFF2-40B4-BE49-F238E27FC236}">
                        <a16:creationId xmlns:a16="http://schemas.microsoft.com/office/drawing/2014/main" id="{76F95327-234A-43F8-95FF-EFA3EB2F8D6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2" name="object 506">
                    <a:extLst>
                      <a:ext uri="{FF2B5EF4-FFF2-40B4-BE49-F238E27FC236}">
                        <a16:creationId xmlns:a16="http://schemas.microsoft.com/office/drawing/2014/main" id="{F48BF168-56A8-42BA-BA3F-003615492003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3" name="object 507">
                    <a:extLst>
                      <a:ext uri="{FF2B5EF4-FFF2-40B4-BE49-F238E27FC236}">
                        <a16:creationId xmlns:a16="http://schemas.microsoft.com/office/drawing/2014/main" id="{EE53B9C3-BABC-4F1D-AEE8-5B33029796E8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4" name="object 508">
                    <a:extLst>
                      <a:ext uri="{FF2B5EF4-FFF2-40B4-BE49-F238E27FC236}">
                        <a16:creationId xmlns:a16="http://schemas.microsoft.com/office/drawing/2014/main" id="{3BE69D07-1620-4F5E-A5B1-0C8351306835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5" name="object 509">
                    <a:extLst>
                      <a:ext uri="{FF2B5EF4-FFF2-40B4-BE49-F238E27FC236}">
                        <a16:creationId xmlns:a16="http://schemas.microsoft.com/office/drawing/2014/main" id="{CD13845B-B2BC-4F5A-9FA4-1B61CC9669C0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6" name="object 510">
                    <a:extLst>
                      <a:ext uri="{FF2B5EF4-FFF2-40B4-BE49-F238E27FC236}">
                        <a16:creationId xmlns:a16="http://schemas.microsoft.com/office/drawing/2014/main" id="{ECA4A560-AD8F-4A12-A505-C7EFD6A4A3B4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7" name="object 511">
                    <a:extLst>
                      <a:ext uri="{FF2B5EF4-FFF2-40B4-BE49-F238E27FC236}">
                        <a16:creationId xmlns:a16="http://schemas.microsoft.com/office/drawing/2014/main" id="{A2503BB2-B069-49FD-8B28-7D985F8D07FD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8" name="object 512">
                    <a:extLst>
                      <a:ext uri="{FF2B5EF4-FFF2-40B4-BE49-F238E27FC236}">
                        <a16:creationId xmlns:a16="http://schemas.microsoft.com/office/drawing/2014/main" id="{71985FB2-059A-4383-BEAF-BFDAFB8A4AB5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9" name="object 513">
                    <a:extLst>
                      <a:ext uri="{FF2B5EF4-FFF2-40B4-BE49-F238E27FC236}">
                        <a16:creationId xmlns:a16="http://schemas.microsoft.com/office/drawing/2014/main" id="{18376C43-5D05-42F3-83F9-580576E032AA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0" name="object 514">
                    <a:extLst>
                      <a:ext uri="{FF2B5EF4-FFF2-40B4-BE49-F238E27FC236}">
                        <a16:creationId xmlns:a16="http://schemas.microsoft.com/office/drawing/2014/main" id="{6277F4E7-9C09-457B-BA59-EC79CE7CD4F0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1" name="object 515">
                    <a:extLst>
                      <a:ext uri="{FF2B5EF4-FFF2-40B4-BE49-F238E27FC236}">
                        <a16:creationId xmlns:a16="http://schemas.microsoft.com/office/drawing/2014/main" id="{89CA1158-D60D-40C4-B489-785439D8441D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2" name="object 516">
                    <a:extLst>
                      <a:ext uri="{FF2B5EF4-FFF2-40B4-BE49-F238E27FC236}">
                        <a16:creationId xmlns:a16="http://schemas.microsoft.com/office/drawing/2014/main" id="{51543B83-947E-4141-A0AD-D6ABE60A6EC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3" name="object 517">
                    <a:extLst>
                      <a:ext uri="{FF2B5EF4-FFF2-40B4-BE49-F238E27FC236}">
                        <a16:creationId xmlns:a16="http://schemas.microsoft.com/office/drawing/2014/main" id="{B9E88A66-9806-4E35-9FE5-744924AF6C8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4" name="object 518">
                    <a:extLst>
                      <a:ext uri="{FF2B5EF4-FFF2-40B4-BE49-F238E27FC236}">
                        <a16:creationId xmlns:a16="http://schemas.microsoft.com/office/drawing/2014/main" id="{10E1D982-41AB-48AA-9100-E81260D9743A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5" name="object 519">
                    <a:extLst>
                      <a:ext uri="{FF2B5EF4-FFF2-40B4-BE49-F238E27FC236}">
                        <a16:creationId xmlns:a16="http://schemas.microsoft.com/office/drawing/2014/main" id="{25A8100F-93F8-430A-8B8D-2782CCE86892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6" name="object 520">
                    <a:extLst>
                      <a:ext uri="{FF2B5EF4-FFF2-40B4-BE49-F238E27FC236}">
                        <a16:creationId xmlns:a16="http://schemas.microsoft.com/office/drawing/2014/main" id="{9C5920AB-B348-4074-852F-0586AB8709F8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7" name="object 521">
                    <a:extLst>
                      <a:ext uri="{FF2B5EF4-FFF2-40B4-BE49-F238E27FC236}">
                        <a16:creationId xmlns:a16="http://schemas.microsoft.com/office/drawing/2014/main" id="{1714A84E-018D-42B5-8D4C-18CF152C135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8" name="object 522">
                    <a:extLst>
                      <a:ext uri="{FF2B5EF4-FFF2-40B4-BE49-F238E27FC236}">
                        <a16:creationId xmlns:a16="http://schemas.microsoft.com/office/drawing/2014/main" id="{7A97C703-295E-40E6-80DA-D65D83DF3F85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9" name="object 523">
                    <a:extLst>
                      <a:ext uri="{FF2B5EF4-FFF2-40B4-BE49-F238E27FC236}">
                        <a16:creationId xmlns:a16="http://schemas.microsoft.com/office/drawing/2014/main" id="{2CDD3F7F-DD24-4808-A8CE-EF12EB140E3B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0" name="object 524">
                    <a:extLst>
                      <a:ext uri="{FF2B5EF4-FFF2-40B4-BE49-F238E27FC236}">
                        <a16:creationId xmlns:a16="http://schemas.microsoft.com/office/drawing/2014/main" id="{8F8C74EE-5AB5-4360-AE9B-F3BEDEF42DFC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1" name="object 525">
                    <a:extLst>
                      <a:ext uri="{FF2B5EF4-FFF2-40B4-BE49-F238E27FC236}">
                        <a16:creationId xmlns:a16="http://schemas.microsoft.com/office/drawing/2014/main" id="{316148B1-6400-4869-ADFD-D18D67307EBA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2" name="object 526">
                    <a:extLst>
                      <a:ext uri="{FF2B5EF4-FFF2-40B4-BE49-F238E27FC236}">
                        <a16:creationId xmlns:a16="http://schemas.microsoft.com/office/drawing/2014/main" id="{7FDA6AEC-EA68-41DD-A367-981DB8FE3651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3" name="object 527">
                    <a:extLst>
                      <a:ext uri="{FF2B5EF4-FFF2-40B4-BE49-F238E27FC236}">
                        <a16:creationId xmlns:a16="http://schemas.microsoft.com/office/drawing/2014/main" id="{CEB827E7-4245-46F9-8468-BFF92A0B8348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4" name="object 528">
                    <a:extLst>
                      <a:ext uri="{FF2B5EF4-FFF2-40B4-BE49-F238E27FC236}">
                        <a16:creationId xmlns:a16="http://schemas.microsoft.com/office/drawing/2014/main" id="{EEA123F3-6AD2-4CBB-8EB6-950EE95CD201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5" name="object 529">
                    <a:extLst>
                      <a:ext uri="{FF2B5EF4-FFF2-40B4-BE49-F238E27FC236}">
                        <a16:creationId xmlns:a16="http://schemas.microsoft.com/office/drawing/2014/main" id="{56A8ADCB-BA85-48B0-B287-F7CF2BD87BB0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6" name="object 530">
                    <a:extLst>
                      <a:ext uri="{FF2B5EF4-FFF2-40B4-BE49-F238E27FC236}">
                        <a16:creationId xmlns:a16="http://schemas.microsoft.com/office/drawing/2014/main" id="{3A4921B7-4141-4342-BE7C-EB1A1D91CD63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7" name="object 531">
                    <a:extLst>
                      <a:ext uri="{FF2B5EF4-FFF2-40B4-BE49-F238E27FC236}">
                        <a16:creationId xmlns:a16="http://schemas.microsoft.com/office/drawing/2014/main" id="{AD9889C9-AE56-4748-B835-EDEB101F272A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8" name="object 532">
                    <a:extLst>
                      <a:ext uri="{FF2B5EF4-FFF2-40B4-BE49-F238E27FC236}">
                        <a16:creationId xmlns:a16="http://schemas.microsoft.com/office/drawing/2014/main" id="{5604A7F7-EC71-4CF7-B28A-F6D72DD0D651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9" name="object 533">
                    <a:extLst>
                      <a:ext uri="{FF2B5EF4-FFF2-40B4-BE49-F238E27FC236}">
                        <a16:creationId xmlns:a16="http://schemas.microsoft.com/office/drawing/2014/main" id="{A043213D-3EEF-4864-B230-A7913277A3A5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0" name="object 534">
                    <a:extLst>
                      <a:ext uri="{FF2B5EF4-FFF2-40B4-BE49-F238E27FC236}">
                        <a16:creationId xmlns:a16="http://schemas.microsoft.com/office/drawing/2014/main" id="{BE4A9ACA-8BCC-4817-966E-F9B3E85ED15C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1" name="object 535">
                    <a:extLst>
                      <a:ext uri="{FF2B5EF4-FFF2-40B4-BE49-F238E27FC236}">
                        <a16:creationId xmlns:a16="http://schemas.microsoft.com/office/drawing/2014/main" id="{FFF624F6-3A9A-484B-9D25-72111D86FAA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2" name="object 536">
                    <a:extLst>
                      <a:ext uri="{FF2B5EF4-FFF2-40B4-BE49-F238E27FC236}">
                        <a16:creationId xmlns:a16="http://schemas.microsoft.com/office/drawing/2014/main" id="{AF3B3018-D00F-4F9F-BCB4-08BED00B19DF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3" name="object 537">
                    <a:extLst>
                      <a:ext uri="{FF2B5EF4-FFF2-40B4-BE49-F238E27FC236}">
                        <a16:creationId xmlns:a16="http://schemas.microsoft.com/office/drawing/2014/main" id="{5E287F75-AA7E-48D1-AB2B-CCC2975A120F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4" name="object 538">
                    <a:extLst>
                      <a:ext uri="{FF2B5EF4-FFF2-40B4-BE49-F238E27FC236}">
                        <a16:creationId xmlns:a16="http://schemas.microsoft.com/office/drawing/2014/main" id="{61765D11-47F9-4980-B13C-9BAEFCABE322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5" name="object 539">
                    <a:extLst>
                      <a:ext uri="{FF2B5EF4-FFF2-40B4-BE49-F238E27FC236}">
                        <a16:creationId xmlns:a16="http://schemas.microsoft.com/office/drawing/2014/main" id="{DCE198A7-C07A-472B-B997-ED2086CCB2F3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6" name="object 540">
                    <a:extLst>
                      <a:ext uri="{FF2B5EF4-FFF2-40B4-BE49-F238E27FC236}">
                        <a16:creationId xmlns:a16="http://schemas.microsoft.com/office/drawing/2014/main" id="{F700053C-13C9-4A6C-8D21-3D33BF14E88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7" name="object 541">
                    <a:extLst>
                      <a:ext uri="{FF2B5EF4-FFF2-40B4-BE49-F238E27FC236}">
                        <a16:creationId xmlns:a16="http://schemas.microsoft.com/office/drawing/2014/main" id="{59CE10AE-A2D3-4C97-A80F-4D954563983B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8" name="object 542">
                    <a:extLst>
                      <a:ext uri="{FF2B5EF4-FFF2-40B4-BE49-F238E27FC236}">
                        <a16:creationId xmlns:a16="http://schemas.microsoft.com/office/drawing/2014/main" id="{8895A40E-3602-4236-A228-9507807463A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9" name="object 543">
                    <a:extLst>
                      <a:ext uri="{FF2B5EF4-FFF2-40B4-BE49-F238E27FC236}">
                        <a16:creationId xmlns:a16="http://schemas.microsoft.com/office/drawing/2014/main" id="{08A8A599-AE4F-40E8-A112-E543743E4FB7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0" name="object 544">
                    <a:extLst>
                      <a:ext uri="{FF2B5EF4-FFF2-40B4-BE49-F238E27FC236}">
                        <a16:creationId xmlns:a16="http://schemas.microsoft.com/office/drawing/2014/main" id="{040F7F1F-1677-4EC0-A918-A961E99BE769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1" name="object 545">
                    <a:extLst>
                      <a:ext uri="{FF2B5EF4-FFF2-40B4-BE49-F238E27FC236}">
                        <a16:creationId xmlns:a16="http://schemas.microsoft.com/office/drawing/2014/main" id="{7D99D60C-98CD-4147-9CAC-0A9619379762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2" name="object 546">
                    <a:extLst>
                      <a:ext uri="{FF2B5EF4-FFF2-40B4-BE49-F238E27FC236}">
                        <a16:creationId xmlns:a16="http://schemas.microsoft.com/office/drawing/2014/main" id="{388B147C-855E-429C-9A0D-24A218DC9AD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3" name="object 547">
                    <a:extLst>
                      <a:ext uri="{FF2B5EF4-FFF2-40B4-BE49-F238E27FC236}">
                        <a16:creationId xmlns:a16="http://schemas.microsoft.com/office/drawing/2014/main" id="{5E3AD198-10B7-42A7-9CD5-6BBE1286067A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4" name="object 548">
                    <a:extLst>
                      <a:ext uri="{FF2B5EF4-FFF2-40B4-BE49-F238E27FC236}">
                        <a16:creationId xmlns:a16="http://schemas.microsoft.com/office/drawing/2014/main" id="{D35C718B-1F0B-4374-9039-57E8F0F6BD3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5" name="object 549">
                    <a:extLst>
                      <a:ext uri="{FF2B5EF4-FFF2-40B4-BE49-F238E27FC236}">
                        <a16:creationId xmlns:a16="http://schemas.microsoft.com/office/drawing/2014/main" id="{D5DFB643-C5A2-4C06-A525-AEFE70FE526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6" name="object 550">
                    <a:extLst>
                      <a:ext uri="{FF2B5EF4-FFF2-40B4-BE49-F238E27FC236}">
                        <a16:creationId xmlns:a16="http://schemas.microsoft.com/office/drawing/2014/main" id="{BCB6FC8F-02F2-48F3-BD79-7BCA7988809B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7" name="object 551">
                    <a:extLst>
                      <a:ext uri="{FF2B5EF4-FFF2-40B4-BE49-F238E27FC236}">
                        <a16:creationId xmlns:a16="http://schemas.microsoft.com/office/drawing/2014/main" id="{09C16F48-0C50-459F-BED7-B908770FDC1E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8" name="object 552">
                    <a:extLst>
                      <a:ext uri="{FF2B5EF4-FFF2-40B4-BE49-F238E27FC236}">
                        <a16:creationId xmlns:a16="http://schemas.microsoft.com/office/drawing/2014/main" id="{117728C0-B7CD-4E59-AFD8-846709448ACF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9" name="object 553">
                    <a:extLst>
                      <a:ext uri="{FF2B5EF4-FFF2-40B4-BE49-F238E27FC236}">
                        <a16:creationId xmlns:a16="http://schemas.microsoft.com/office/drawing/2014/main" id="{96214CA5-2D31-48D4-A881-A74617FEFF1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0" name="object 554">
                    <a:extLst>
                      <a:ext uri="{FF2B5EF4-FFF2-40B4-BE49-F238E27FC236}">
                        <a16:creationId xmlns:a16="http://schemas.microsoft.com/office/drawing/2014/main" id="{95CCB8B2-A7FF-435B-AB27-A4B1E1728CF0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1" name="object 555">
                    <a:extLst>
                      <a:ext uri="{FF2B5EF4-FFF2-40B4-BE49-F238E27FC236}">
                        <a16:creationId xmlns:a16="http://schemas.microsoft.com/office/drawing/2014/main" id="{3F3AB585-6B24-4BAA-AC03-043554920B2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2" name="object 556">
                    <a:extLst>
                      <a:ext uri="{FF2B5EF4-FFF2-40B4-BE49-F238E27FC236}">
                        <a16:creationId xmlns:a16="http://schemas.microsoft.com/office/drawing/2014/main" id="{8E7FD004-089F-47C9-B3EF-2E6306BDE9C1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3" name="object 557">
                    <a:extLst>
                      <a:ext uri="{FF2B5EF4-FFF2-40B4-BE49-F238E27FC236}">
                        <a16:creationId xmlns:a16="http://schemas.microsoft.com/office/drawing/2014/main" id="{492B45E5-5837-478C-A15A-A9799F402801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4" name="object 558">
                    <a:extLst>
                      <a:ext uri="{FF2B5EF4-FFF2-40B4-BE49-F238E27FC236}">
                        <a16:creationId xmlns:a16="http://schemas.microsoft.com/office/drawing/2014/main" id="{B6A906A4-5842-4737-9B80-59D43073F12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5" name="object 559">
                    <a:extLst>
                      <a:ext uri="{FF2B5EF4-FFF2-40B4-BE49-F238E27FC236}">
                        <a16:creationId xmlns:a16="http://schemas.microsoft.com/office/drawing/2014/main" id="{A8707797-1091-4708-9960-7E91434689B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6" name="object 560">
                    <a:extLst>
                      <a:ext uri="{FF2B5EF4-FFF2-40B4-BE49-F238E27FC236}">
                        <a16:creationId xmlns:a16="http://schemas.microsoft.com/office/drawing/2014/main" id="{FBD9D0C6-FB31-4DB5-AB9E-61B9B8E3CA80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7" name="object 561">
                    <a:extLst>
                      <a:ext uri="{FF2B5EF4-FFF2-40B4-BE49-F238E27FC236}">
                        <a16:creationId xmlns:a16="http://schemas.microsoft.com/office/drawing/2014/main" id="{E6EEDE83-AD0D-4B88-8516-C9A99FA57AF5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8" name="object 562">
                    <a:extLst>
                      <a:ext uri="{FF2B5EF4-FFF2-40B4-BE49-F238E27FC236}">
                        <a16:creationId xmlns:a16="http://schemas.microsoft.com/office/drawing/2014/main" id="{6E5F0984-54F2-4618-AE29-4B6C9824AD0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9" name="object 563">
                    <a:extLst>
                      <a:ext uri="{FF2B5EF4-FFF2-40B4-BE49-F238E27FC236}">
                        <a16:creationId xmlns:a16="http://schemas.microsoft.com/office/drawing/2014/main" id="{7502AEF4-B20B-4E57-91AE-21D16E7CF10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0" name="object 564">
                    <a:extLst>
                      <a:ext uri="{FF2B5EF4-FFF2-40B4-BE49-F238E27FC236}">
                        <a16:creationId xmlns:a16="http://schemas.microsoft.com/office/drawing/2014/main" id="{EAE65C62-D4AC-4304-A8AA-EDC3B9EA72B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1" name="object 565">
                    <a:extLst>
                      <a:ext uri="{FF2B5EF4-FFF2-40B4-BE49-F238E27FC236}">
                        <a16:creationId xmlns:a16="http://schemas.microsoft.com/office/drawing/2014/main" id="{522083C7-AE26-47C9-BEED-28C12A4D018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2" name="object 566">
                    <a:extLst>
                      <a:ext uri="{FF2B5EF4-FFF2-40B4-BE49-F238E27FC236}">
                        <a16:creationId xmlns:a16="http://schemas.microsoft.com/office/drawing/2014/main" id="{BC506EF4-2252-46A4-98D0-33778FD1D31D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3" name="object 567">
                    <a:extLst>
                      <a:ext uri="{FF2B5EF4-FFF2-40B4-BE49-F238E27FC236}">
                        <a16:creationId xmlns:a16="http://schemas.microsoft.com/office/drawing/2014/main" id="{18C694F8-AA2E-4632-A13D-E28E68BC6BD8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4" name="object 568">
                    <a:extLst>
                      <a:ext uri="{FF2B5EF4-FFF2-40B4-BE49-F238E27FC236}">
                        <a16:creationId xmlns:a16="http://schemas.microsoft.com/office/drawing/2014/main" id="{D3A5D8F5-DEED-4280-8D75-A62C564B06B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5" name="object 569">
                    <a:extLst>
                      <a:ext uri="{FF2B5EF4-FFF2-40B4-BE49-F238E27FC236}">
                        <a16:creationId xmlns:a16="http://schemas.microsoft.com/office/drawing/2014/main" id="{B97E601C-A24F-40A2-A498-F0DC44312972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6" name="object 570">
                    <a:extLst>
                      <a:ext uri="{FF2B5EF4-FFF2-40B4-BE49-F238E27FC236}">
                        <a16:creationId xmlns:a16="http://schemas.microsoft.com/office/drawing/2014/main" id="{4A07F8E3-5D73-40FE-AF0A-ECA87BC67D8F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7" name="object 571">
                    <a:extLst>
                      <a:ext uri="{FF2B5EF4-FFF2-40B4-BE49-F238E27FC236}">
                        <a16:creationId xmlns:a16="http://schemas.microsoft.com/office/drawing/2014/main" id="{7486F066-A659-4530-9813-406E3D22C56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8" name="object 572">
                    <a:extLst>
                      <a:ext uri="{FF2B5EF4-FFF2-40B4-BE49-F238E27FC236}">
                        <a16:creationId xmlns:a16="http://schemas.microsoft.com/office/drawing/2014/main" id="{7FD6FC93-780C-4976-B023-7BB7BA75CCD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9" name="object 573">
                    <a:extLst>
                      <a:ext uri="{FF2B5EF4-FFF2-40B4-BE49-F238E27FC236}">
                        <a16:creationId xmlns:a16="http://schemas.microsoft.com/office/drawing/2014/main" id="{266DC9D3-289C-4C11-B566-368727F09283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0" name="object 574">
                    <a:extLst>
                      <a:ext uri="{FF2B5EF4-FFF2-40B4-BE49-F238E27FC236}">
                        <a16:creationId xmlns:a16="http://schemas.microsoft.com/office/drawing/2014/main" id="{A4920213-EEFA-44FE-AE90-5CA85C36164C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1" name="object 575">
                    <a:extLst>
                      <a:ext uri="{FF2B5EF4-FFF2-40B4-BE49-F238E27FC236}">
                        <a16:creationId xmlns:a16="http://schemas.microsoft.com/office/drawing/2014/main" id="{FFAA7BA9-EBA7-4389-8C90-FEFC7C6652F3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2" name="object 576">
                    <a:extLst>
                      <a:ext uri="{FF2B5EF4-FFF2-40B4-BE49-F238E27FC236}">
                        <a16:creationId xmlns:a16="http://schemas.microsoft.com/office/drawing/2014/main" id="{7A05B2E4-582F-4E04-B958-073D007FFC2F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3" name="object 577">
                    <a:extLst>
                      <a:ext uri="{FF2B5EF4-FFF2-40B4-BE49-F238E27FC236}">
                        <a16:creationId xmlns:a16="http://schemas.microsoft.com/office/drawing/2014/main" id="{BDEBAC9E-D628-42D2-B963-D32C08E230A0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4" name="object 578">
                    <a:extLst>
                      <a:ext uri="{FF2B5EF4-FFF2-40B4-BE49-F238E27FC236}">
                        <a16:creationId xmlns:a16="http://schemas.microsoft.com/office/drawing/2014/main" id="{620CD127-B368-4447-9605-54F225EAB6A0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5" name="object 579">
                    <a:extLst>
                      <a:ext uri="{FF2B5EF4-FFF2-40B4-BE49-F238E27FC236}">
                        <a16:creationId xmlns:a16="http://schemas.microsoft.com/office/drawing/2014/main" id="{3DE0899B-A54A-4765-91F4-D944BFDC8BDE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6" name="object 580">
                    <a:extLst>
                      <a:ext uri="{FF2B5EF4-FFF2-40B4-BE49-F238E27FC236}">
                        <a16:creationId xmlns:a16="http://schemas.microsoft.com/office/drawing/2014/main" id="{F8FE3AA2-0AB6-4ECE-93D9-BC49CDD45F0F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7" name="object 581">
                    <a:extLst>
                      <a:ext uri="{FF2B5EF4-FFF2-40B4-BE49-F238E27FC236}">
                        <a16:creationId xmlns:a16="http://schemas.microsoft.com/office/drawing/2014/main" id="{94138CA9-DCC5-4A2E-9886-FFB437FFC556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8" name="object 582">
                    <a:extLst>
                      <a:ext uri="{FF2B5EF4-FFF2-40B4-BE49-F238E27FC236}">
                        <a16:creationId xmlns:a16="http://schemas.microsoft.com/office/drawing/2014/main" id="{59B06471-EA80-4C62-851A-02C1BF2D0FDD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9" name="object 583">
                    <a:extLst>
                      <a:ext uri="{FF2B5EF4-FFF2-40B4-BE49-F238E27FC236}">
                        <a16:creationId xmlns:a16="http://schemas.microsoft.com/office/drawing/2014/main" id="{BDC5C588-ABA6-4E85-99BF-E4688E7267A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0" name="object 584">
                    <a:extLst>
                      <a:ext uri="{FF2B5EF4-FFF2-40B4-BE49-F238E27FC236}">
                        <a16:creationId xmlns:a16="http://schemas.microsoft.com/office/drawing/2014/main" id="{3FE52678-9B66-4248-AF20-23C4007D2D43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1" name="object 585">
                    <a:extLst>
                      <a:ext uri="{FF2B5EF4-FFF2-40B4-BE49-F238E27FC236}">
                        <a16:creationId xmlns:a16="http://schemas.microsoft.com/office/drawing/2014/main" id="{81F91F51-5FE4-49D5-8127-BB409B3D286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2" name="object 586">
                    <a:extLst>
                      <a:ext uri="{FF2B5EF4-FFF2-40B4-BE49-F238E27FC236}">
                        <a16:creationId xmlns:a16="http://schemas.microsoft.com/office/drawing/2014/main" id="{CE35869B-D9CD-4F63-9D31-F18B842756BA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3" name="object 587">
                    <a:extLst>
                      <a:ext uri="{FF2B5EF4-FFF2-40B4-BE49-F238E27FC236}">
                        <a16:creationId xmlns:a16="http://schemas.microsoft.com/office/drawing/2014/main" id="{5516F398-18F7-49C5-AADC-4FC1289A3DFA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4" name="object 588">
                    <a:extLst>
                      <a:ext uri="{FF2B5EF4-FFF2-40B4-BE49-F238E27FC236}">
                        <a16:creationId xmlns:a16="http://schemas.microsoft.com/office/drawing/2014/main" id="{672C10BA-ECD7-4A35-8F67-709EB1B30B3D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5" name="object 589">
                    <a:extLst>
                      <a:ext uri="{FF2B5EF4-FFF2-40B4-BE49-F238E27FC236}">
                        <a16:creationId xmlns:a16="http://schemas.microsoft.com/office/drawing/2014/main" id="{7C29F818-54EA-47C7-B584-66EB07F30D93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6" name="object 590">
                    <a:extLst>
                      <a:ext uri="{FF2B5EF4-FFF2-40B4-BE49-F238E27FC236}">
                        <a16:creationId xmlns:a16="http://schemas.microsoft.com/office/drawing/2014/main" id="{46784D35-77B3-4F35-93E3-B6A432B63247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7" name="object 591">
                    <a:extLst>
                      <a:ext uri="{FF2B5EF4-FFF2-40B4-BE49-F238E27FC236}">
                        <a16:creationId xmlns:a16="http://schemas.microsoft.com/office/drawing/2014/main" id="{BB806B25-21DC-4783-984C-21858B8A7C1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8" name="object 592">
                    <a:extLst>
                      <a:ext uri="{FF2B5EF4-FFF2-40B4-BE49-F238E27FC236}">
                        <a16:creationId xmlns:a16="http://schemas.microsoft.com/office/drawing/2014/main" id="{22DECF0C-72F6-4B98-9699-2A259C5EF65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9" name="object 593">
                    <a:extLst>
                      <a:ext uri="{FF2B5EF4-FFF2-40B4-BE49-F238E27FC236}">
                        <a16:creationId xmlns:a16="http://schemas.microsoft.com/office/drawing/2014/main" id="{DEAEAB6E-B4D9-451D-99A2-9EC1F8E068EC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0" name="object 594">
                    <a:extLst>
                      <a:ext uri="{FF2B5EF4-FFF2-40B4-BE49-F238E27FC236}">
                        <a16:creationId xmlns:a16="http://schemas.microsoft.com/office/drawing/2014/main" id="{2C8287DA-DC7D-46E4-86FE-00D3C92EF2F1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1" name="object 595">
                    <a:extLst>
                      <a:ext uri="{FF2B5EF4-FFF2-40B4-BE49-F238E27FC236}">
                        <a16:creationId xmlns:a16="http://schemas.microsoft.com/office/drawing/2014/main" id="{9012A294-4D2D-490B-98F6-3673EBB22E28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2" name="object 596">
                    <a:extLst>
                      <a:ext uri="{FF2B5EF4-FFF2-40B4-BE49-F238E27FC236}">
                        <a16:creationId xmlns:a16="http://schemas.microsoft.com/office/drawing/2014/main" id="{B93F5A11-D5CD-4A72-8058-0EE800C61AD6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3" name="object 597">
                    <a:extLst>
                      <a:ext uri="{FF2B5EF4-FFF2-40B4-BE49-F238E27FC236}">
                        <a16:creationId xmlns:a16="http://schemas.microsoft.com/office/drawing/2014/main" id="{214E5061-578A-4BD5-B6B2-2D5CEB435D1C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4" name="object 598">
                    <a:extLst>
                      <a:ext uri="{FF2B5EF4-FFF2-40B4-BE49-F238E27FC236}">
                        <a16:creationId xmlns:a16="http://schemas.microsoft.com/office/drawing/2014/main" id="{5EC1D8E6-C996-49C1-BED2-B2D1A8DE5356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5" name="object 599">
                    <a:extLst>
                      <a:ext uri="{FF2B5EF4-FFF2-40B4-BE49-F238E27FC236}">
                        <a16:creationId xmlns:a16="http://schemas.microsoft.com/office/drawing/2014/main" id="{7ACCC8BD-DD0A-41B7-BF0C-8B1A729F030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6" name="object 600">
                    <a:extLst>
                      <a:ext uri="{FF2B5EF4-FFF2-40B4-BE49-F238E27FC236}">
                        <a16:creationId xmlns:a16="http://schemas.microsoft.com/office/drawing/2014/main" id="{9EC2DDBB-8D3B-44FD-BD2F-9DA0738A7BCE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7" name="object 601">
                    <a:extLst>
                      <a:ext uri="{FF2B5EF4-FFF2-40B4-BE49-F238E27FC236}">
                        <a16:creationId xmlns:a16="http://schemas.microsoft.com/office/drawing/2014/main" id="{802B33C5-AE0C-45F8-9371-160730E1BCC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8" name="object 602">
                    <a:extLst>
                      <a:ext uri="{FF2B5EF4-FFF2-40B4-BE49-F238E27FC236}">
                        <a16:creationId xmlns:a16="http://schemas.microsoft.com/office/drawing/2014/main" id="{58A5B1ED-F401-44E9-91F5-DF2D7E8A1B10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9" name="object 603">
                    <a:extLst>
                      <a:ext uri="{FF2B5EF4-FFF2-40B4-BE49-F238E27FC236}">
                        <a16:creationId xmlns:a16="http://schemas.microsoft.com/office/drawing/2014/main" id="{1BD98CB0-C36B-4B97-932F-ED2B7517AB75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0" name="object 604">
                    <a:extLst>
                      <a:ext uri="{FF2B5EF4-FFF2-40B4-BE49-F238E27FC236}">
                        <a16:creationId xmlns:a16="http://schemas.microsoft.com/office/drawing/2014/main" id="{6B809E12-1064-4735-B5A3-A82E9FC4C9D8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1" name="object 605">
                    <a:extLst>
                      <a:ext uri="{FF2B5EF4-FFF2-40B4-BE49-F238E27FC236}">
                        <a16:creationId xmlns:a16="http://schemas.microsoft.com/office/drawing/2014/main" id="{10228D3E-583F-4EEE-9720-B37F68655896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2" name="object 606">
                    <a:extLst>
                      <a:ext uri="{FF2B5EF4-FFF2-40B4-BE49-F238E27FC236}">
                        <a16:creationId xmlns:a16="http://schemas.microsoft.com/office/drawing/2014/main" id="{B816BB2C-7242-494F-983A-5CFBE70F0955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3" name="object 607">
                    <a:extLst>
                      <a:ext uri="{FF2B5EF4-FFF2-40B4-BE49-F238E27FC236}">
                        <a16:creationId xmlns:a16="http://schemas.microsoft.com/office/drawing/2014/main" id="{C481ADB1-7F62-449C-83CA-5D54CA935EC4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4" name="object 608">
                    <a:extLst>
                      <a:ext uri="{FF2B5EF4-FFF2-40B4-BE49-F238E27FC236}">
                        <a16:creationId xmlns:a16="http://schemas.microsoft.com/office/drawing/2014/main" id="{2272F92B-FB57-4884-BA8D-B06D0E64A5BA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5" name="object 609">
                    <a:extLst>
                      <a:ext uri="{FF2B5EF4-FFF2-40B4-BE49-F238E27FC236}">
                        <a16:creationId xmlns:a16="http://schemas.microsoft.com/office/drawing/2014/main" id="{C2D835B6-FF6A-481E-B595-5A63558B322D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6" name="object 610">
                    <a:extLst>
                      <a:ext uri="{FF2B5EF4-FFF2-40B4-BE49-F238E27FC236}">
                        <a16:creationId xmlns:a16="http://schemas.microsoft.com/office/drawing/2014/main" id="{03BF0FCC-9C01-4C81-A3C0-0AE48BE7782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7" name="object 611">
                    <a:extLst>
                      <a:ext uri="{FF2B5EF4-FFF2-40B4-BE49-F238E27FC236}">
                        <a16:creationId xmlns:a16="http://schemas.microsoft.com/office/drawing/2014/main" id="{E3AE6446-B89E-4B1D-983A-3AC28D3068B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8" name="object 612">
                    <a:extLst>
                      <a:ext uri="{FF2B5EF4-FFF2-40B4-BE49-F238E27FC236}">
                        <a16:creationId xmlns:a16="http://schemas.microsoft.com/office/drawing/2014/main" id="{1445A422-9F01-4351-8F90-6BBFF3858846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9" name="object 613">
                    <a:extLst>
                      <a:ext uri="{FF2B5EF4-FFF2-40B4-BE49-F238E27FC236}">
                        <a16:creationId xmlns:a16="http://schemas.microsoft.com/office/drawing/2014/main" id="{21D386CD-72FD-4EB5-AF90-1E203B66CDCD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0" name="object 614">
                    <a:extLst>
                      <a:ext uri="{FF2B5EF4-FFF2-40B4-BE49-F238E27FC236}">
                        <a16:creationId xmlns:a16="http://schemas.microsoft.com/office/drawing/2014/main" id="{2E03BD6B-7A1A-435B-A0AA-FA12A69CAF0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1" name="object 615">
                    <a:extLst>
                      <a:ext uri="{FF2B5EF4-FFF2-40B4-BE49-F238E27FC236}">
                        <a16:creationId xmlns:a16="http://schemas.microsoft.com/office/drawing/2014/main" id="{F69F073C-66B7-420C-B1C8-443CF3197255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2" name="object 616">
                    <a:extLst>
                      <a:ext uri="{FF2B5EF4-FFF2-40B4-BE49-F238E27FC236}">
                        <a16:creationId xmlns:a16="http://schemas.microsoft.com/office/drawing/2014/main" id="{C5C25EAC-38E5-4438-9884-3744EF397DF6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3" name="object 617">
                    <a:extLst>
                      <a:ext uri="{FF2B5EF4-FFF2-40B4-BE49-F238E27FC236}">
                        <a16:creationId xmlns:a16="http://schemas.microsoft.com/office/drawing/2014/main" id="{2601734A-7A09-485F-B9C4-6001DE57B616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4" name="object 618">
                    <a:extLst>
                      <a:ext uri="{FF2B5EF4-FFF2-40B4-BE49-F238E27FC236}">
                        <a16:creationId xmlns:a16="http://schemas.microsoft.com/office/drawing/2014/main" id="{3B26A9C0-89C5-4F13-94C9-35DEA80F24F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5" name="object 619">
                    <a:extLst>
                      <a:ext uri="{FF2B5EF4-FFF2-40B4-BE49-F238E27FC236}">
                        <a16:creationId xmlns:a16="http://schemas.microsoft.com/office/drawing/2014/main" id="{09BC6CD4-0811-419E-9CA6-EABFB1727E59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6" name="object 620">
                    <a:extLst>
                      <a:ext uri="{FF2B5EF4-FFF2-40B4-BE49-F238E27FC236}">
                        <a16:creationId xmlns:a16="http://schemas.microsoft.com/office/drawing/2014/main" id="{1C83ECDD-209F-4A9D-B21F-3856F2466155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7" name="object 621">
                    <a:extLst>
                      <a:ext uri="{FF2B5EF4-FFF2-40B4-BE49-F238E27FC236}">
                        <a16:creationId xmlns:a16="http://schemas.microsoft.com/office/drawing/2014/main" id="{313248E6-0BEC-4607-885A-8544D4208FD7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8" name="object 622">
                    <a:extLst>
                      <a:ext uri="{FF2B5EF4-FFF2-40B4-BE49-F238E27FC236}">
                        <a16:creationId xmlns:a16="http://schemas.microsoft.com/office/drawing/2014/main" id="{4E0F8FAE-A33D-4F00-9220-8A278FC35A35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9" name="object 623">
                    <a:extLst>
                      <a:ext uri="{FF2B5EF4-FFF2-40B4-BE49-F238E27FC236}">
                        <a16:creationId xmlns:a16="http://schemas.microsoft.com/office/drawing/2014/main" id="{21EB9D10-FB9F-4347-BC03-10C91C849DE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0" name="object 624">
                    <a:extLst>
                      <a:ext uri="{FF2B5EF4-FFF2-40B4-BE49-F238E27FC236}">
                        <a16:creationId xmlns:a16="http://schemas.microsoft.com/office/drawing/2014/main" id="{F09E9634-25D5-463B-B927-1677CBA83823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1" name="object 625">
                    <a:extLst>
                      <a:ext uri="{FF2B5EF4-FFF2-40B4-BE49-F238E27FC236}">
                        <a16:creationId xmlns:a16="http://schemas.microsoft.com/office/drawing/2014/main" id="{B6628299-627E-45E0-8977-023C6BD06DA7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2" name="object 626">
                    <a:extLst>
                      <a:ext uri="{FF2B5EF4-FFF2-40B4-BE49-F238E27FC236}">
                        <a16:creationId xmlns:a16="http://schemas.microsoft.com/office/drawing/2014/main" id="{337E71DA-7C59-4F4E-B48A-691869F8CCF1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3" name="object 627">
                    <a:extLst>
                      <a:ext uri="{FF2B5EF4-FFF2-40B4-BE49-F238E27FC236}">
                        <a16:creationId xmlns:a16="http://schemas.microsoft.com/office/drawing/2014/main" id="{10F4B118-E5D9-45A2-B603-9AB5EF500B8A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4" name="object 628">
                    <a:extLst>
                      <a:ext uri="{FF2B5EF4-FFF2-40B4-BE49-F238E27FC236}">
                        <a16:creationId xmlns:a16="http://schemas.microsoft.com/office/drawing/2014/main" id="{0787E4EB-7857-44F4-BE7E-CBEC382AE351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5" name="object 629">
                    <a:extLst>
                      <a:ext uri="{FF2B5EF4-FFF2-40B4-BE49-F238E27FC236}">
                        <a16:creationId xmlns:a16="http://schemas.microsoft.com/office/drawing/2014/main" id="{105A4D19-89D4-4F72-9FF5-F3A285A196D5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6" name="object 630">
                    <a:extLst>
                      <a:ext uri="{FF2B5EF4-FFF2-40B4-BE49-F238E27FC236}">
                        <a16:creationId xmlns:a16="http://schemas.microsoft.com/office/drawing/2014/main" id="{ACAC1C10-7174-4ED3-B01A-135A9414B2AF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7" name="object 631">
                    <a:extLst>
                      <a:ext uri="{FF2B5EF4-FFF2-40B4-BE49-F238E27FC236}">
                        <a16:creationId xmlns:a16="http://schemas.microsoft.com/office/drawing/2014/main" id="{0279A007-20F1-4422-8FA0-B8B77F9AFC8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8" name="object 632">
                    <a:extLst>
                      <a:ext uri="{FF2B5EF4-FFF2-40B4-BE49-F238E27FC236}">
                        <a16:creationId xmlns:a16="http://schemas.microsoft.com/office/drawing/2014/main" id="{49EEEA41-8907-4927-A292-F7103B34DD55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9" name="object 633">
                    <a:extLst>
                      <a:ext uri="{FF2B5EF4-FFF2-40B4-BE49-F238E27FC236}">
                        <a16:creationId xmlns:a16="http://schemas.microsoft.com/office/drawing/2014/main" id="{261B3034-0C43-40CC-80B8-B7ED33E34A9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0" name="object 634">
                    <a:extLst>
                      <a:ext uri="{FF2B5EF4-FFF2-40B4-BE49-F238E27FC236}">
                        <a16:creationId xmlns:a16="http://schemas.microsoft.com/office/drawing/2014/main" id="{4A1C202D-8912-40C2-BD0B-C7784E1B9F53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1" name="object 635">
                    <a:extLst>
                      <a:ext uri="{FF2B5EF4-FFF2-40B4-BE49-F238E27FC236}">
                        <a16:creationId xmlns:a16="http://schemas.microsoft.com/office/drawing/2014/main" id="{187CAFE8-E965-4D18-9078-72C68A09ACF4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2" name="object 636">
                    <a:extLst>
                      <a:ext uri="{FF2B5EF4-FFF2-40B4-BE49-F238E27FC236}">
                        <a16:creationId xmlns:a16="http://schemas.microsoft.com/office/drawing/2014/main" id="{0A238EA1-20C2-4D23-80EB-A37295B8A85D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3" name="object 637">
                    <a:extLst>
                      <a:ext uri="{FF2B5EF4-FFF2-40B4-BE49-F238E27FC236}">
                        <a16:creationId xmlns:a16="http://schemas.microsoft.com/office/drawing/2014/main" id="{BDF47DA4-A18C-4E0C-B6B7-41ADB012B1FB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4" name="object 638">
                    <a:extLst>
                      <a:ext uri="{FF2B5EF4-FFF2-40B4-BE49-F238E27FC236}">
                        <a16:creationId xmlns:a16="http://schemas.microsoft.com/office/drawing/2014/main" id="{226AAB7B-430D-4645-8030-9A492EDEEDCD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5" name="object 639">
                    <a:extLst>
                      <a:ext uri="{FF2B5EF4-FFF2-40B4-BE49-F238E27FC236}">
                        <a16:creationId xmlns:a16="http://schemas.microsoft.com/office/drawing/2014/main" id="{0B2D0DE8-05EC-4938-A636-6169F1D66113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6" name="object 640">
                    <a:extLst>
                      <a:ext uri="{FF2B5EF4-FFF2-40B4-BE49-F238E27FC236}">
                        <a16:creationId xmlns:a16="http://schemas.microsoft.com/office/drawing/2014/main" id="{970F95ED-DE34-47C2-9C4B-06C6FA72282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7" name="object 641">
                    <a:extLst>
                      <a:ext uri="{FF2B5EF4-FFF2-40B4-BE49-F238E27FC236}">
                        <a16:creationId xmlns:a16="http://schemas.microsoft.com/office/drawing/2014/main" id="{F395637E-65F3-451B-8ABA-8CBE1E5028EF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8" name="object 642">
                    <a:extLst>
                      <a:ext uri="{FF2B5EF4-FFF2-40B4-BE49-F238E27FC236}">
                        <a16:creationId xmlns:a16="http://schemas.microsoft.com/office/drawing/2014/main" id="{55135EBA-20CC-43C2-922F-6B50E4E5CCE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9" name="object 643">
                    <a:extLst>
                      <a:ext uri="{FF2B5EF4-FFF2-40B4-BE49-F238E27FC236}">
                        <a16:creationId xmlns:a16="http://schemas.microsoft.com/office/drawing/2014/main" id="{99B3884F-7B57-426F-A4B5-2001EA81AE35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0" name="object 644">
                    <a:extLst>
                      <a:ext uri="{FF2B5EF4-FFF2-40B4-BE49-F238E27FC236}">
                        <a16:creationId xmlns:a16="http://schemas.microsoft.com/office/drawing/2014/main" id="{484EEBCF-E7EC-466A-BF45-3637C9E32D06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1" name="object 645">
                    <a:extLst>
                      <a:ext uri="{FF2B5EF4-FFF2-40B4-BE49-F238E27FC236}">
                        <a16:creationId xmlns:a16="http://schemas.microsoft.com/office/drawing/2014/main" id="{D984CC91-B23A-4840-8DF6-297042D7F9BB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2" name="object 646">
                    <a:extLst>
                      <a:ext uri="{FF2B5EF4-FFF2-40B4-BE49-F238E27FC236}">
                        <a16:creationId xmlns:a16="http://schemas.microsoft.com/office/drawing/2014/main" id="{47D87A36-D981-401A-AE7E-1F55E5D4FF00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3" name="object 647">
                    <a:extLst>
                      <a:ext uri="{FF2B5EF4-FFF2-40B4-BE49-F238E27FC236}">
                        <a16:creationId xmlns:a16="http://schemas.microsoft.com/office/drawing/2014/main" id="{924ADA06-6F90-4DC4-994F-2A67ED7A205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4" name="object 648">
                    <a:extLst>
                      <a:ext uri="{FF2B5EF4-FFF2-40B4-BE49-F238E27FC236}">
                        <a16:creationId xmlns:a16="http://schemas.microsoft.com/office/drawing/2014/main" id="{718425BB-89A2-4963-B62C-1DB7645687C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5" name="object 649">
                    <a:extLst>
                      <a:ext uri="{FF2B5EF4-FFF2-40B4-BE49-F238E27FC236}">
                        <a16:creationId xmlns:a16="http://schemas.microsoft.com/office/drawing/2014/main" id="{EECF4F1B-70FD-4F9A-B4C9-176B4FBEE89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6" name="object 650">
                    <a:extLst>
                      <a:ext uri="{FF2B5EF4-FFF2-40B4-BE49-F238E27FC236}">
                        <a16:creationId xmlns:a16="http://schemas.microsoft.com/office/drawing/2014/main" id="{6885551D-00DC-4D5F-800B-47A118ADED7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7" name="object 651">
                    <a:extLst>
                      <a:ext uri="{FF2B5EF4-FFF2-40B4-BE49-F238E27FC236}">
                        <a16:creationId xmlns:a16="http://schemas.microsoft.com/office/drawing/2014/main" id="{8074FA7E-F406-45B5-92C5-17FDF8ED77A5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8" name="object 652">
                    <a:extLst>
                      <a:ext uri="{FF2B5EF4-FFF2-40B4-BE49-F238E27FC236}">
                        <a16:creationId xmlns:a16="http://schemas.microsoft.com/office/drawing/2014/main" id="{AEDA899B-AC34-46B0-A089-36A6259CCBC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9" name="object 653">
                    <a:extLst>
                      <a:ext uri="{FF2B5EF4-FFF2-40B4-BE49-F238E27FC236}">
                        <a16:creationId xmlns:a16="http://schemas.microsoft.com/office/drawing/2014/main" id="{E1A1B789-E032-4D82-ADE4-8EFFDC85F05C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0" name="object 654">
                    <a:extLst>
                      <a:ext uri="{FF2B5EF4-FFF2-40B4-BE49-F238E27FC236}">
                        <a16:creationId xmlns:a16="http://schemas.microsoft.com/office/drawing/2014/main" id="{2F8FD150-4107-4953-8A26-7D4C096EDD46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1" name="object 655">
                    <a:extLst>
                      <a:ext uri="{FF2B5EF4-FFF2-40B4-BE49-F238E27FC236}">
                        <a16:creationId xmlns:a16="http://schemas.microsoft.com/office/drawing/2014/main" id="{51CB8B36-74F1-4AF0-9491-65A712BE1FEF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2" name="object 656">
                    <a:extLst>
                      <a:ext uri="{FF2B5EF4-FFF2-40B4-BE49-F238E27FC236}">
                        <a16:creationId xmlns:a16="http://schemas.microsoft.com/office/drawing/2014/main" id="{6864CCE5-8C25-471F-8F0D-CD4A6337BC57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3" name="object 657">
                    <a:extLst>
                      <a:ext uri="{FF2B5EF4-FFF2-40B4-BE49-F238E27FC236}">
                        <a16:creationId xmlns:a16="http://schemas.microsoft.com/office/drawing/2014/main" id="{8EC9E2F6-C169-4EFE-9B73-DA7908B14070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4" name="object 658">
                    <a:extLst>
                      <a:ext uri="{FF2B5EF4-FFF2-40B4-BE49-F238E27FC236}">
                        <a16:creationId xmlns:a16="http://schemas.microsoft.com/office/drawing/2014/main" id="{EDF72632-8D9F-4FCB-854C-FC4D05C3EF66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5" name="object 659">
                    <a:extLst>
                      <a:ext uri="{FF2B5EF4-FFF2-40B4-BE49-F238E27FC236}">
                        <a16:creationId xmlns:a16="http://schemas.microsoft.com/office/drawing/2014/main" id="{64544B6C-7B2A-4385-9C21-FE5CFA1C8201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6" name="object 660">
                    <a:extLst>
                      <a:ext uri="{FF2B5EF4-FFF2-40B4-BE49-F238E27FC236}">
                        <a16:creationId xmlns:a16="http://schemas.microsoft.com/office/drawing/2014/main" id="{09AB35C5-0060-4A24-873B-008420B83292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7" name="object 661">
                    <a:extLst>
                      <a:ext uri="{FF2B5EF4-FFF2-40B4-BE49-F238E27FC236}">
                        <a16:creationId xmlns:a16="http://schemas.microsoft.com/office/drawing/2014/main" id="{4CD7A018-BA87-43DD-93B7-25F1DE812B21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8" name="object 662">
                    <a:extLst>
                      <a:ext uri="{FF2B5EF4-FFF2-40B4-BE49-F238E27FC236}">
                        <a16:creationId xmlns:a16="http://schemas.microsoft.com/office/drawing/2014/main" id="{42443B37-AE29-41DD-91B4-5211E9F73464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9" name="object 663">
                    <a:extLst>
                      <a:ext uri="{FF2B5EF4-FFF2-40B4-BE49-F238E27FC236}">
                        <a16:creationId xmlns:a16="http://schemas.microsoft.com/office/drawing/2014/main" id="{D3F8D912-8228-45E1-A81C-8A5B87756AE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0" name="object 664">
                    <a:extLst>
                      <a:ext uri="{FF2B5EF4-FFF2-40B4-BE49-F238E27FC236}">
                        <a16:creationId xmlns:a16="http://schemas.microsoft.com/office/drawing/2014/main" id="{33FA7909-38CB-4D7A-83D3-B3A543F131DA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1" name="object 665">
                    <a:extLst>
                      <a:ext uri="{FF2B5EF4-FFF2-40B4-BE49-F238E27FC236}">
                        <a16:creationId xmlns:a16="http://schemas.microsoft.com/office/drawing/2014/main" id="{61AA0569-A101-4A57-B64A-57B3DFEE96C1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2" name="object 666">
                    <a:extLst>
                      <a:ext uri="{FF2B5EF4-FFF2-40B4-BE49-F238E27FC236}">
                        <a16:creationId xmlns:a16="http://schemas.microsoft.com/office/drawing/2014/main" id="{A5809545-D6CA-4364-BD55-6049505765A1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3" name="object 667">
                    <a:extLst>
                      <a:ext uri="{FF2B5EF4-FFF2-40B4-BE49-F238E27FC236}">
                        <a16:creationId xmlns:a16="http://schemas.microsoft.com/office/drawing/2014/main" id="{2C9CBC09-81C0-4156-8AA9-A4A269C0D076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4" name="object 668">
                    <a:extLst>
                      <a:ext uri="{FF2B5EF4-FFF2-40B4-BE49-F238E27FC236}">
                        <a16:creationId xmlns:a16="http://schemas.microsoft.com/office/drawing/2014/main" id="{CB2FFCFB-2FEA-408C-A0E6-4B6B1B0AE3F2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5" name="object 669">
                    <a:extLst>
                      <a:ext uri="{FF2B5EF4-FFF2-40B4-BE49-F238E27FC236}">
                        <a16:creationId xmlns:a16="http://schemas.microsoft.com/office/drawing/2014/main" id="{F8113DBE-BBB3-484E-A03E-6A53EF216D94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6" name="object 670">
                    <a:extLst>
                      <a:ext uri="{FF2B5EF4-FFF2-40B4-BE49-F238E27FC236}">
                        <a16:creationId xmlns:a16="http://schemas.microsoft.com/office/drawing/2014/main" id="{B09D326C-8275-486D-94D4-FAF7B4FB8F4E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7" name="object 671">
                    <a:extLst>
                      <a:ext uri="{FF2B5EF4-FFF2-40B4-BE49-F238E27FC236}">
                        <a16:creationId xmlns:a16="http://schemas.microsoft.com/office/drawing/2014/main" id="{7180342A-C873-49F9-B0F5-01E3541293AE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8" name="object 672">
                    <a:extLst>
                      <a:ext uri="{FF2B5EF4-FFF2-40B4-BE49-F238E27FC236}">
                        <a16:creationId xmlns:a16="http://schemas.microsoft.com/office/drawing/2014/main" id="{E489C0C0-B479-4C9A-9F81-3ECA9B7FED75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9" name="object 673">
                    <a:extLst>
                      <a:ext uri="{FF2B5EF4-FFF2-40B4-BE49-F238E27FC236}">
                        <a16:creationId xmlns:a16="http://schemas.microsoft.com/office/drawing/2014/main" id="{79697233-9388-4969-9098-90989C245AA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0" name="object 674">
                    <a:extLst>
                      <a:ext uri="{FF2B5EF4-FFF2-40B4-BE49-F238E27FC236}">
                        <a16:creationId xmlns:a16="http://schemas.microsoft.com/office/drawing/2014/main" id="{6F7FBFC0-566A-4E15-BDF8-E17334B5EE56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1" name="object 675">
                    <a:extLst>
                      <a:ext uri="{FF2B5EF4-FFF2-40B4-BE49-F238E27FC236}">
                        <a16:creationId xmlns:a16="http://schemas.microsoft.com/office/drawing/2014/main" id="{7865228A-098A-436B-A825-FC8FF5F465AE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2" name="object 676">
                    <a:extLst>
                      <a:ext uri="{FF2B5EF4-FFF2-40B4-BE49-F238E27FC236}">
                        <a16:creationId xmlns:a16="http://schemas.microsoft.com/office/drawing/2014/main" id="{69ECAB63-B13D-4159-A1DD-929A002BCD03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3" name="object 677">
                    <a:extLst>
                      <a:ext uri="{FF2B5EF4-FFF2-40B4-BE49-F238E27FC236}">
                        <a16:creationId xmlns:a16="http://schemas.microsoft.com/office/drawing/2014/main" id="{E41794C7-D66A-4CA4-8864-4DA250BC1E0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4" name="object 678">
                    <a:extLst>
                      <a:ext uri="{FF2B5EF4-FFF2-40B4-BE49-F238E27FC236}">
                        <a16:creationId xmlns:a16="http://schemas.microsoft.com/office/drawing/2014/main" id="{2DDAE472-160C-4795-AB25-BE8E30DF3780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5" name="object 679">
                    <a:extLst>
                      <a:ext uri="{FF2B5EF4-FFF2-40B4-BE49-F238E27FC236}">
                        <a16:creationId xmlns:a16="http://schemas.microsoft.com/office/drawing/2014/main" id="{4F943F54-C5FF-445B-87EB-0B748A45E211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6" name="object 680">
                    <a:extLst>
                      <a:ext uri="{FF2B5EF4-FFF2-40B4-BE49-F238E27FC236}">
                        <a16:creationId xmlns:a16="http://schemas.microsoft.com/office/drawing/2014/main" id="{6D1ACB3E-B58E-4DE3-8F71-4621ADAFCE31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7" name="object 681">
                    <a:extLst>
                      <a:ext uri="{FF2B5EF4-FFF2-40B4-BE49-F238E27FC236}">
                        <a16:creationId xmlns:a16="http://schemas.microsoft.com/office/drawing/2014/main" id="{09EE928F-C8EC-4583-B97F-7B1C3ADD97F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8" name="object 682">
                    <a:extLst>
                      <a:ext uri="{FF2B5EF4-FFF2-40B4-BE49-F238E27FC236}">
                        <a16:creationId xmlns:a16="http://schemas.microsoft.com/office/drawing/2014/main" id="{4311E6CA-D53E-4958-8DC7-50B3B9563EF5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9" name="object 683">
                    <a:extLst>
                      <a:ext uri="{FF2B5EF4-FFF2-40B4-BE49-F238E27FC236}">
                        <a16:creationId xmlns:a16="http://schemas.microsoft.com/office/drawing/2014/main" id="{25927C33-56A6-40F7-93FF-17580E383659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0" name="object 684">
                    <a:extLst>
                      <a:ext uri="{FF2B5EF4-FFF2-40B4-BE49-F238E27FC236}">
                        <a16:creationId xmlns:a16="http://schemas.microsoft.com/office/drawing/2014/main" id="{B6727A5E-38B8-4B62-ACFC-EAC62BEFEC36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1" name="object 685">
                    <a:extLst>
                      <a:ext uri="{FF2B5EF4-FFF2-40B4-BE49-F238E27FC236}">
                        <a16:creationId xmlns:a16="http://schemas.microsoft.com/office/drawing/2014/main" id="{3DB057AD-4685-4CBC-AB3A-5A0E4192AD54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2" name="object 686">
                    <a:extLst>
                      <a:ext uri="{FF2B5EF4-FFF2-40B4-BE49-F238E27FC236}">
                        <a16:creationId xmlns:a16="http://schemas.microsoft.com/office/drawing/2014/main" id="{ADE5F6DA-44CB-4BC8-BF4C-0EC62EF0C6E0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3" name="object 687">
                    <a:extLst>
                      <a:ext uri="{FF2B5EF4-FFF2-40B4-BE49-F238E27FC236}">
                        <a16:creationId xmlns:a16="http://schemas.microsoft.com/office/drawing/2014/main" id="{CFA5D891-4D95-49E2-BCB3-312AB6F80F6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4" name="object 688">
                    <a:extLst>
                      <a:ext uri="{FF2B5EF4-FFF2-40B4-BE49-F238E27FC236}">
                        <a16:creationId xmlns:a16="http://schemas.microsoft.com/office/drawing/2014/main" id="{B27A8DD0-E8B6-415A-B9AB-DD91B79F2740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5" name="object 689">
                    <a:extLst>
                      <a:ext uri="{FF2B5EF4-FFF2-40B4-BE49-F238E27FC236}">
                        <a16:creationId xmlns:a16="http://schemas.microsoft.com/office/drawing/2014/main" id="{024BE7D3-F7CD-4BEF-8E90-56670659940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6" name="object 690">
                    <a:extLst>
                      <a:ext uri="{FF2B5EF4-FFF2-40B4-BE49-F238E27FC236}">
                        <a16:creationId xmlns:a16="http://schemas.microsoft.com/office/drawing/2014/main" id="{435E3270-B689-45CA-B8BF-F2848A490CFD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7" name="object 691">
                    <a:extLst>
                      <a:ext uri="{FF2B5EF4-FFF2-40B4-BE49-F238E27FC236}">
                        <a16:creationId xmlns:a16="http://schemas.microsoft.com/office/drawing/2014/main" id="{2A12E4CE-96A1-4E78-90BD-57022B575B0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8" name="object 692">
                    <a:extLst>
                      <a:ext uri="{FF2B5EF4-FFF2-40B4-BE49-F238E27FC236}">
                        <a16:creationId xmlns:a16="http://schemas.microsoft.com/office/drawing/2014/main" id="{C5883E19-4D91-49C1-98C5-A71F4B79F167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9" name="object 693">
                    <a:extLst>
                      <a:ext uri="{FF2B5EF4-FFF2-40B4-BE49-F238E27FC236}">
                        <a16:creationId xmlns:a16="http://schemas.microsoft.com/office/drawing/2014/main" id="{013BFCAA-43B4-4931-BDC6-DDCC3230F965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0" name="object 694">
                    <a:extLst>
                      <a:ext uri="{FF2B5EF4-FFF2-40B4-BE49-F238E27FC236}">
                        <a16:creationId xmlns:a16="http://schemas.microsoft.com/office/drawing/2014/main" id="{A627EB3B-911C-41FE-AD47-EB4387BBA4D2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1" name="object 695">
                    <a:extLst>
                      <a:ext uri="{FF2B5EF4-FFF2-40B4-BE49-F238E27FC236}">
                        <a16:creationId xmlns:a16="http://schemas.microsoft.com/office/drawing/2014/main" id="{61D24E0C-6C37-49AA-9CF5-7D8E688A70E9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2" name="object 696">
                    <a:extLst>
                      <a:ext uri="{FF2B5EF4-FFF2-40B4-BE49-F238E27FC236}">
                        <a16:creationId xmlns:a16="http://schemas.microsoft.com/office/drawing/2014/main" id="{DC13B4ED-C3DF-4758-AA09-B1BBE2A5CBD2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3" name="object 697">
                    <a:extLst>
                      <a:ext uri="{FF2B5EF4-FFF2-40B4-BE49-F238E27FC236}">
                        <a16:creationId xmlns:a16="http://schemas.microsoft.com/office/drawing/2014/main" id="{D2550F7E-420B-49EA-852D-72D706E3A5E5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4" name="object 698">
                    <a:extLst>
                      <a:ext uri="{FF2B5EF4-FFF2-40B4-BE49-F238E27FC236}">
                        <a16:creationId xmlns:a16="http://schemas.microsoft.com/office/drawing/2014/main" id="{F560B704-54B4-4844-BD03-70E87393B496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5" name="object 699">
                    <a:extLst>
                      <a:ext uri="{FF2B5EF4-FFF2-40B4-BE49-F238E27FC236}">
                        <a16:creationId xmlns:a16="http://schemas.microsoft.com/office/drawing/2014/main" id="{05762C03-C905-4B08-BF04-B351E898CED3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6" name="object 700">
                    <a:extLst>
                      <a:ext uri="{FF2B5EF4-FFF2-40B4-BE49-F238E27FC236}">
                        <a16:creationId xmlns:a16="http://schemas.microsoft.com/office/drawing/2014/main" id="{6A0F2645-6582-4A37-90DB-E771AD1B4870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7" name="object 701">
                    <a:extLst>
                      <a:ext uri="{FF2B5EF4-FFF2-40B4-BE49-F238E27FC236}">
                        <a16:creationId xmlns:a16="http://schemas.microsoft.com/office/drawing/2014/main" id="{A18A89E5-196F-4459-BCE1-3BB2409C893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8" name="object 702">
                    <a:extLst>
                      <a:ext uri="{FF2B5EF4-FFF2-40B4-BE49-F238E27FC236}">
                        <a16:creationId xmlns:a16="http://schemas.microsoft.com/office/drawing/2014/main" id="{98E046DA-DAF7-40E9-8805-3BEC6B575529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9" name="object 703">
                    <a:extLst>
                      <a:ext uri="{FF2B5EF4-FFF2-40B4-BE49-F238E27FC236}">
                        <a16:creationId xmlns:a16="http://schemas.microsoft.com/office/drawing/2014/main" id="{9BAF4830-C1C4-4FD1-9999-94C75C3CAF74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0" name="object 704">
                    <a:extLst>
                      <a:ext uri="{FF2B5EF4-FFF2-40B4-BE49-F238E27FC236}">
                        <a16:creationId xmlns:a16="http://schemas.microsoft.com/office/drawing/2014/main" id="{FA895623-042D-43CB-B033-23692655B61D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1" name="object 705">
                    <a:extLst>
                      <a:ext uri="{FF2B5EF4-FFF2-40B4-BE49-F238E27FC236}">
                        <a16:creationId xmlns:a16="http://schemas.microsoft.com/office/drawing/2014/main" id="{9C785E25-BBF2-4573-BD30-1EE651DB4E5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2" name="object 706">
                    <a:extLst>
                      <a:ext uri="{FF2B5EF4-FFF2-40B4-BE49-F238E27FC236}">
                        <a16:creationId xmlns:a16="http://schemas.microsoft.com/office/drawing/2014/main" id="{C3FA82CD-613A-4324-BBD8-EC3DE4DB43A6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3" name="object 707">
                    <a:extLst>
                      <a:ext uri="{FF2B5EF4-FFF2-40B4-BE49-F238E27FC236}">
                        <a16:creationId xmlns:a16="http://schemas.microsoft.com/office/drawing/2014/main" id="{3A4187BE-0358-4736-BDFD-91F80698185C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4" name="object 708">
                    <a:extLst>
                      <a:ext uri="{FF2B5EF4-FFF2-40B4-BE49-F238E27FC236}">
                        <a16:creationId xmlns:a16="http://schemas.microsoft.com/office/drawing/2014/main" id="{9393DC00-46B1-49CB-BE98-026C9D5CCB24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5" name="object 709">
                    <a:extLst>
                      <a:ext uri="{FF2B5EF4-FFF2-40B4-BE49-F238E27FC236}">
                        <a16:creationId xmlns:a16="http://schemas.microsoft.com/office/drawing/2014/main" id="{36C6845A-5E39-46C7-A5D5-B724746C147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6" name="object 710">
                    <a:extLst>
                      <a:ext uri="{FF2B5EF4-FFF2-40B4-BE49-F238E27FC236}">
                        <a16:creationId xmlns:a16="http://schemas.microsoft.com/office/drawing/2014/main" id="{CD9EFEC8-215F-4311-A39A-3504497E050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7" name="object 711">
                    <a:extLst>
                      <a:ext uri="{FF2B5EF4-FFF2-40B4-BE49-F238E27FC236}">
                        <a16:creationId xmlns:a16="http://schemas.microsoft.com/office/drawing/2014/main" id="{64254680-3E0F-43F8-B01B-93A3840AC2CF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8" name="object 712">
                    <a:extLst>
                      <a:ext uri="{FF2B5EF4-FFF2-40B4-BE49-F238E27FC236}">
                        <a16:creationId xmlns:a16="http://schemas.microsoft.com/office/drawing/2014/main" id="{2F5B9E1A-2E04-4AF8-B2D6-C25E821936EF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9" name="object 713">
                    <a:extLst>
                      <a:ext uri="{FF2B5EF4-FFF2-40B4-BE49-F238E27FC236}">
                        <a16:creationId xmlns:a16="http://schemas.microsoft.com/office/drawing/2014/main" id="{AEF84D83-D37E-421F-A771-9810594A75A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0" name="object 714">
                    <a:extLst>
                      <a:ext uri="{FF2B5EF4-FFF2-40B4-BE49-F238E27FC236}">
                        <a16:creationId xmlns:a16="http://schemas.microsoft.com/office/drawing/2014/main" id="{442DBBAC-70EF-4FFB-808A-FE38E37B882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1" name="object 715">
                    <a:extLst>
                      <a:ext uri="{FF2B5EF4-FFF2-40B4-BE49-F238E27FC236}">
                        <a16:creationId xmlns:a16="http://schemas.microsoft.com/office/drawing/2014/main" id="{AC019139-2D4C-4F13-9F5F-71126595E098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2" name="object 716">
                    <a:extLst>
                      <a:ext uri="{FF2B5EF4-FFF2-40B4-BE49-F238E27FC236}">
                        <a16:creationId xmlns:a16="http://schemas.microsoft.com/office/drawing/2014/main" id="{4ABFEE46-883F-49E4-BE5C-6B3360919AFC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3" name="object 717">
                    <a:extLst>
                      <a:ext uri="{FF2B5EF4-FFF2-40B4-BE49-F238E27FC236}">
                        <a16:creationId xmlns:a16="http://schemas.microsoft.com/office/drawing/2014/main" id="{5C2416B3-B217-456D-A1CC-01D49B88979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4" name="object 718">
                    <a:extLst>
                      <a:ext uri="{FF2B5EF4-FFF2-40B4-BE49-F238E27FC236}">
                        <a16:creationId xmlns:a16="http://schemas.microsoft.com/office/drawing/2014/main" id="{93E3903F-0B5D-4FFB-B924-96AF81E8B219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5" name="object 719">
                    <a:extLst>
                      <a:ext uri="{FF2B5EF4-FFF2-40B4-BE49-F238E27FC236}">
                        <a16:creationId xmlns:a16="http://schemas.microsoft.com/office/drawing/2014/main" id="{95F83336-9274-4F59-8FEC-098EE8367A87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6" name="object 720">
                    <a:extLst>
                      <a:ext uri="{FF2B5EF4-FFF2-40B4-BE49-F238E27FC236}">
                        <a16:creationId xmlns:a16="http://schemas.microsoft.com/office/drawing/2014/main" id="{5AB974A5-0C18-49FD-943F-6ACA4519647A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7" name="object 721">
                    <a:extLst>
                      <a:ext uri="{FF2B5EF4-FFF2-40B4-BE49-F238E27FC236}">
                        <a16:creationId xmlns:a16="http://schemas.microsoft.com/office/drawing/2014/main" id="{DF773B7F-5E04-424E-9C7A-45B0B5A9A7F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8" name="object 722">
                    <a:extLst>
                      <a:ext uri="{FF2B5EF4-FFF2-40B4-BE49-F238E27FC236}">
                        <a16:creationId xmlns:a16="http://schemas.microsoft.com/office/drawing/2014/main" id="{5034DBF0-58D4-4879-8E1F-813DCC0D6C3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9" name="object 723">
                    <a:extLst>
                      <a:ext uri="{FF2B5EF4-FFF2-40B4-BE49-F238E27FC236}">
                        <a16:creationId xmlns:a16="http://schemas.microsoft.com/office/drawing/2014/main" id="{9976E0EE-7817-43FF-897F-A85D29E14D05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0" name="object 724">
                    <a:extLst>
                      <a:ext uri="{FF2B5EF4-FFF2-40B4-BE49-F238E27FC236}">
                        <a16:creationId xmlns:a16="http://schemas.microsoft.com/office/drawing/2014/main" id="{EDC34E07-E07E-4849-A078-7B5763B4D18B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1" name="object 725">
                    <a:extLst>
                      <a:ext uri="{FF2B5EF4-FFF2-40B4-BE49-F238E27FC236}">
                        <a16:creationId xmlns:a16="http://schemas.microsoft.com/office/drawing/2014/main" id="{FABA9B5A-1F8E-43A6-A42D-23784F40BB78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2" name="object 726">
                    <a:extLst>
                      <a:ext uri="{FF2B5EF4-FFF2-40B4-BE49-F238E27FC236}">
                        <a16:creationId xmlns:a16="http://schemas.microsoft.com/office/drawing/2014/main" id="{FBB67A7B-BE91-493E-BF48-EA989A9979E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3" name="object 727">
                    <a:extLst>
                      <a:ext uri="{FF2B5EF4-FFF2-40B4-BE49-F238E27FC236}">
                        <a16:creationId xmlns:a16="http://schemas.microsoft.com/office/drawing/2014/main" id="{AC038583-E588-4BD9-8424-358340C2745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4" name="object 728">
                    <a:extLst>
                      <a:ext uri="{FF2B5EF4-FFF2-40B4-BE49-F238E27FC236}">
                        <a16:creationId xmlns:a16="http://schemas.microsoft.com/office/drawing/2014/main" id="{958CCFD2-D0E9-42A3-9D1D-6D8B9300EDAD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5" name="object 729">
                    <a:extLst>
                      <a:ext uri="{FF2B5EF4-FFF2-40B4-BE49-F238E27FC236}">
                        <a16:creationId xmlns:a16="http://schemas.microsoft.com/office/drawing/2014/main" id="{8AE368F3-7E4B-4645-8295-7BAC76F5A614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6" name="object 730">
                    <a:extLst>
                      <a:ext uri="{FF2B5EF4-FFF2-40B4-BE49-F238E27FC236}">
                        <a16:creationId xmlns:a16="http://schemas.microsoft.com/office/drawing/2014/main" id="{476C9552-F118-4D2D-856A-E971B756D232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7" name="object 731">
                    <a:extLst>
                      <a:ext uri="{FF2B5EF4-FFF2-40B4-BE49-F238E27FC236}">
                        <a16:creationId xmlns:a16="http://schemas.microsoft.com/office/drawing/2014/main" id="{54AFAB84-FDBD-4CB9-B675-C20270CC028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8" name="object 732">
                    <a:extLst>
                      <a:ext uri="{FF2B5EF4-FFF2-40B4-BE49-F238E27FC236}">
                        <a16:creationId xmlns:a16="http://schemas.microsoft.com/office/drawing/2014/main" id="{210CEFB6-F279-4DF4-A1DA-05498821BFE4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9" name="object 733">
                    <a:extLst>
                      <a:ext uri="{FF2B5EF4-FFF2-40B4-BE49-F238E27FC236}">
                        <a16:creationId xmlns:a16="http://schemas.microsoft.com/office/drawing/2014/main" id="{B3848BE8-304C-4E1F-9DF6-522CC5D77449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0" name="object 734">
                    <a:extLst>
                      <a:ext uri="{FF2B5EF4-FFF2-40B4-BE49-F238E27FC236}">
                        <a16:creationId xmlns:a16="http://schemas.microsoft.com/office/drawing/2014/main" id="{B8212B7B-DFF0-482E-BE44-509D05D641AD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1" name="object 735">
                    <a:extLst>
                      <a:ext uri="{FF2B5EF4-FFF2-40B4-BE49-F238E27FC236}">
                        <a16:creationId xmlns:a16="http://schemas.microsoft.com/office/drawing/2014/main" id="{18359019-418F-4BAE-BB14-D49B1835ECC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2" name="object 736">
                    <a:extLst>
                      <a:ext uri="{FF2B5EF4-FFF2-40B4-BE49-F238E27FC236}">
                        <a16:creationId xmlns:a16="http://schemas.microsoft.com/office/drawing/2014/main" id="{A77D6AC5-2D87-4A9C-96B7-BB3C671A3B04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3" name="object 737">
                    <a:extLst>
                      <a:ext uri="{FF2B5EF4-FFF2-40B4-BE49-F238E27FC236}">
                        <a16:creationId xmlns:a16="http://schemas.microsoft.com/office/drawing/2014/main" id="{80709610-1A14-45F4-81DB-D3C4E273A3A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4" name="object 738">
                    <a:extLst>
                      <a:ext uri="{FF2B5EF4-FFF2-40B4-BE49-F238E27FC236}">
                        <a16:creationId xmlns:a16="http://schemas.microsoft.com/office/drawing/2014/main" id="{E432C734-C2CA-480F-80CE-C668C08D5B9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5" name="object 739">
                    <a:extLst>
                      <a:ext uri="{FF2B5EF4-FFF2-40B4-BE49-F238E27FC236}">
                        <a16:creationId xmlns:a16="http://schemas.microsoft.com/office/drawing/2014/main" id="{86218E95-BFB6-42F8-A9C1-E320735C7BA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6" name="object 740">
                    <a:extLst>
                      <a:ext uri="{FF2B5EF4-FFF2-40B4-BE49-F238E27FC236}">
                        <a16:creationId xmlns:a16="http://schemas.microsoft.com/office/drawing/2014/main" id="{0283F75C-293C-4D5E-9A87-A89D3811D72E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7" name="object 741">
                    <a:extLst>
                      <a:ext uri="{FF2B5EF4-FFF2-40B4-BE49-F238E27FC236}">
                        <a16:creationId xmlns:a16="http://schemas.microsoft.com/office/drawing/2014/main" id="{28804DEF-7289-48D5-81FD-484673384635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8" name="object 742">
                    <a:extLst>
                      <a:ext uri="{FF2B5EF4-FFF2-40B4-BE49-F238E27FC236}">
                        <a16:creationId xmlns:a16="http://schemas.microsoft.com/office/drawing/2014/main" id="{0DC95A6B-8E1D-4526-8EF1-ACC6A785C82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9" name="object 743">
                    <a:extLst>
                      <a:ext uri="{FF2B5EF4-FFF2-40B4-BE49-F238E27FC236}">
                        <a16:creationId xmlns:a16="http://schemas.microsoft.com/office/drawing/2014/main" id="{F02B6B81-25A6-442F-93A5-2DD75738280F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0" name="object 744">
                    <a:extLst>
                      <a:ext uri="{FF2B5EF4-FFF2-40B4-BE49-F238E27FC236}">
                        <a16:creationId xmlns:a16="http://schemas.microsoft.com/office/drawing/2014/main" id="{940787D2-DF17-473F-AF0F-BFC0A39FE59F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1" name="object 745">
                    <a:extLst>
                      <a:ext uri="{FF2B5EF4-FFF2-40B4-BE49-F238E27FC236}">
                        <a16:creationId xmlns:a16="http://schemas.microsoft.com/office/drawing/2014/main" id="{4E3228BD-7102-4A12-8603-B299DE79590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2" name="object 746">
                    <a:extLst>
                      <a:ext uri="{FF2B5EF4-FFF2-40B4-BE49-F238E27FC236}">
                        <a16:creationId xmlns:a16="http://schemas.microsoft.com/office/drawing/2014/main" id="{3F7F2AE3-90FC-41E8-9186-06471F77ED96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3" name="object 747">
                    <a:extLst>
                      <a:ext uri="{FF2B5EF4-FFF2-40B4-BE49-F238E27FC236}">
                        <a16:creationId xmlns:a16="http://schemas.microsoft.com/office/drawing/2014/main" id="{B5D1DEF0-1DAF-4853-A02C-5F1C47B8CE99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4" name="object 748">
                    <a:extLst>
                      <a:ext uri="{FF2B5EF4-FFF2-40B4-BE49-F238E27FC236}">
                        <a16:creationId xmlns:a16="http://schemas.microsoft.com/office/drawing/2014/main" id="{547B27E8-30EB-4F44-9B93-735CC96A6C2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5" name="object 749">
                    <a:extLst>
                      <a:ext uri="{FF2B5EF4-FFF2-40B4-BE49-F238E27FC236}">
                        <a16:creationId xmlns:a16="http://schemas.microsoft.com/office/drawing/2014/main" id="{876FACE4-36C3-4B14-B49F-074C4EAF47DE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6" name="object 750">
                    <a:extLst>
                      <a:ext uri="{FF2B5EF4-FFF2-40B4-BE49-F238E27FC236}">
                        <a16:creationId xmlns:a16="http://schemas.microsoft.com/office/drawing/2014/main" id="{400B1922-F632-4AC3-970E-FA845A90CFD9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7" name="object 751">
                    <a:extLst>
                      <a:ext uri="{FF2B5EF4-FFF2-40B4-BE49-F238E27FC236}">
                        <a16:creationId xmlns:a16="http://schemas.microsoft.com/office/drawing/2014/main" id="{FAB73EF6-8F4E-4459-BA02-7F0FEB041697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8" name="object 752">
                    <a:extLst>
                      <a:ext uri="{FF2B5EF4-FFF2-40B4-BE49-F238E27FC236}">
                        <a16:creationId xmlns:a16="http://schemas.microsoft.com/office/drawing/2014/main" id="{97B64EB0-92BC-4B36-A80E-CA26602CC990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9" name="object 753">
                    <a:extLst>
                      <a:ext uri="{FF2B5EF4-FFF2-40B4-BE49-F238E27FC236}">
                        <a16:creationId xmlns:a16="http://schemas.microsoft.com/office/drawing/2014/main" id="{F977D50C-F0B9-40DB-BAB2-80246EC3E50B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0" name="object 754">
                    <a:extLst>
                      <a:ext uri="{FF2B5EF4-FFF2-40B4-BE49-F238E27FC236}">
                        <a16:creationId xmlns:a16="http://schemas.microsoft.com/office/drawing/2014/main" id="{C52B8F2F-3847-4FAA-801D-C1A2AE2DBEC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1" name="object 755">
                    <a:extLst>
                      <a:ext uri="{FF2B5EF4-FFF2-40B4-BE49-F238E27FC236}">
                        <a16:creationId xmlns:a16="http://schemas.microsoft.com/office/drawing/2014/main" id="{4C84ACD0-CD8C-48A6-A45D-C3630423CC13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2" name="object 756">
                    <a:extLst>
                      <a:ext uri="{FF2B5EF4-FFF2-40B4-BE49-F238E27FC236}">
                        <a16:creationId xmlns:a16="http://schemas.microsoft.com/office/drawing/2014/main" id="{E8B5369A-59AF-4314-856D-D44B6B324260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3" name="object 757">
                    <a:extLst>
                      <a:ext uri="{FF2B5EF4-FFF2-40B4-BE49-F238E27FC236}">
                        <a16:creationId xmlns:a16="http://schemas.microsoft.com/office/drawing/2014/main" id="{11AFCEDE-66FC-4F96-A51C-4CA2774DA3AE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4" name="object 758">
                    <a:extLst>
                      <a:ext uri="{FF2B5EF4-FFF2-40B4-BE49-F238E27FC236}">
                        <a16:creationId xmlns:a16="http://schemas.microsoft.com/office/drawing/2014/main" id="{F3D751E4-DFB1-4DA5-8ACB-2E07813B4E5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5" name="object 759">
                    <a:extLst>
                      <a:ext uri="{FF2B5EF4-FFF2-40B4-BE49-F238E27FC236}">
                        <a16:creationId xmlns:a16="http://schemas.microsoft.com/office/drawing/2014/main" id="{083BC0CE-1B46-4287-A67A-53592FCEF7E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6" name="object 760">
                    <a:extLst>
                      <a:ext uri="{FF2B5EF4-FFF2-40B4-BE49-F238E27FC236}">
                        <a16:creationId xmlns:a16="http://schemas.microsoft.com/office/drawing/2014/main" id="{63DAD027-80B1-4584-AE43-967FAE5813E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7" name="object 761">
                    <a:extLst>
                      <a:ext uri="{FF2B5EF4-FFF2-40B4-BE49-F238E27FC236}">
                        <a16:creationId xmlns:a16="http://schemas.microsoft.com/office/drawing/2014/main" id="{F1707786-C24A-4757-9213-DAD72C4EDD1A}"/>
                      </a:ext>
                    </a:extLst>
                  </p:cNvPr>
                  <p:cNvSpPr/>
                  <p:nvPr/>
                </p:nvSpPr>
                <p:spPr>
                  <a:xfrm>
                    <a:off x="8056179" y="575410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2578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52578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8" name="object 762">
                    <a:extLst>
                      <a:ext uri="{FF2B5EF4-FFF2-40B4-BE49-F238E27FC236}">
                        <a16:creationId xmlns:a16="http://schemas.microsoft.com/office/drawing/2014/main" id="{E819D728-0104-4C8C-BB39-B04EA32C48E1}"/>
                      </a:ext>
                    </a:extLst>
                  </p:cNvPr>
                  <p:cNvSpPr/>
                  <p:nvPr/>
                </p:nvSpPr>
                <p:spPr>
                  <a:xfrm>
                    <a:off x="80561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9" name="object 763">
                    <a:extLst>
                      <a:ext uri="{FF2B5EF4-FFF2-40B4-BE49-F238E27FC236}">
                        <a16:creationId xmlns:a16="http://schemas.microsoft.com/office/drawing/2014/main" id="{085E5774-CECD-46B1-BA9B-DB31765DF24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0" name="object 764">
                    <a:extLst>
                      <a:ext uri="{FF2B5EF4-FFF2-40B4-BE49-F238E27FC236}">
                        <a16:creationId xmlns:a16="http://schemas.microsoft.com/office/drawing/2014/main" id="{46027450-6CAD-4364-AF98-B4FF3025AE41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1" name="object 765">
                    <a:extLst>
                      <a:ext uri="{FF2B5EF4-FFF2-40B4-BE49-F238E27FC236}">
                        <a16:creationId xmlns:a16="http://schemas.microsoft.com/office/drawing/2014/main" id="{20C3979F-24B8-48A3-A1BD-E9B3ECC35CD8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2" name="object 766">
                    <a:extLst>
                      <a:ext uri="{FF2B5EF4-FFF2-40B4-BE49-F238E27FC236}">
                        <a16:creationId xmlns:a16="http://schemas.microsoft.com/office/drawing/2014/main" id="{1F875B1D-7223-4AD3-BD64-A18914F4D72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3" name="object 767">
                    <a:extLst>
                      <a:ext uri="{FF2B5EF4-FFF2-40B4-BE49-F238E27FC236}">
                        <a16:creationId xmlns:a16="http://schemas.microsoft.com/office/drawing/2014/main" id="{95695754-DF65-433F-A8A5-E975598BCF66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4" name="object 768">
                    <a:extLst>
                      <a:ext uri="{FF2B5EF4-FFF2-40B4-BE49-F238E27FC236}">
                        <a16:creationId xmlns:a16="http://schemas.microsoft.com/office/drawing/2014/main" id="{A28F844D-AD2F-4FDF-A143-87FEEB445C28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5" name="object 769">
                    <a:extLst>
                      <a:ext uri="{FF2B5EF4-FFF2-40B4-BE49-F238E27FC236}">
                        <a16:creationId xmlns:a16="http://schemas.microsoft.com/office/drawing/2014/main" id="{B8382952-C3D5-4F69-B80C-F5EBBA74483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6" name="object 770">
                    <a:extLst>
                      <a:ext uri="{FF2B5EF4-FFF2-40B4-BE49-F238E27FC236}">
                        <a16:creationId xmlns:a16="http://schemas.microsoft.com/office/drawing/2014/main" id="{6E09B4D0-9CA9-431F-B083-2A62806160C0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7" name="object 771">
                    <a:extLst>
                      <a:ext uri="{FF2B5EF4-FFF2-40B4-BE49-F238E27FC236}">
                        <a16:creationId xmlns:a16="http://schemas.microsoft.com/office/drawing/2014/main" id="{B751A1CF-5ACB-4A8B-8BFF-D39B828C6C09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8" name="object 772">
                    <a:extLst>
                      <a:ext uri="{FF2B5EF4-FFF2-40B4-BE49-F238E27FC236}">
                        <a16:creationId xmlns:a16="http://schemas.microsoft.com/office/drawing/2014/main" id="{10A9BE1F-C40E-4A91-9D50-FADFCA041754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9" name="object 773">
                    <a:extLst>
                      <a:ext uri="{FF2B5EF4-FFF2-40B4-BE49-F238E27FC236}">
                        <a16:creationId xmlns:a16="http://schemas.microsoft.com/office/drawing/2014/main" id="{DFBD1D45-82F6-4E5C-951A-F64A6BB1F170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0" name="object 774">
                    <a:extLst>
                      <a:ext uri="{FF2B5EF4-FFF2-40B4-BE49-F238E27FC236}">
                        <a16:creationId xmlns:a16="http://schemas.microsoft.com/office/drawing/2014/main" id="{32C4D655-7E63-4BA5-803E-A2B2BB51578D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1" name="object 775">
                    <a:extLst>
                      <a:ext uri="{FF2B5EF4-FFF2-40B4-BE49-F238E27FC236}">
                        <a16:creationId xmlns:a16="http://schemas.microsoft.com/office/drawing/2014/main" id="{0030077B-0679-42C0-BD72-876EA76E544F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2" name="object 776">
                    <a:extLst>
                      <a:ext uri="{FF2B5EF4-FFF2-40B4-BE49-F238E27FC236}">
                        <a16:creationId xmlns:a16="http://schemas.microsoft.com/office/drawing/2014/main" id="{B0A1065B-5A88-4E41-A419-8956721A4AD4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3" name="object 777">
                    <a:extLst>
                      <a:ext uri="{FF2B5EF4-FFF2-40B4-BE49-F238E27FC236}">
                        <a16:creationId xmlns:a16="http://schemas.microsoft.com/office/drawing/2014/main" id="{B210057C-58C8-4B86-A8AF-D85E43BAD8AA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4" name="object 778">
                    <a:extLst>
                      <a:ext uri="{FF2B5EF4-FFF2-40B4-BE49-F238E27FC236}">
                        <a16:creationId xmlns:a16="http://schemas.microsoft.com/office/drawing/2014/main" id="{4BB69F75-C779-43D2-8DDC-4E2C471F8A48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5" name="object 779">
                    <a:extLst>
                      <a:ext uri="{FF2B5EF4-FFF2-40B4-BE49-F238E27FC236}">
                        <a16:creationId xmlns:a16="http://schemas.microsoft.com/office/drawing/2014/main" id="{2131D14D-DBAE-4970-A908-C6E3880E28AA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6" name="object 780">
                    <a:extLst>
                      <a:ext uri="{FF2B5EF4-FFF2-40B4-BE49-F238E27FC236}">
                        <a16:creationId xmlns:a16="http://schemas.microsoft.com/office/drawing/2014/main" id="{F2BD5D0C-7845-4199-8BBB-DB6B6CFBF6F3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7" name="object 781">
                    <a:extLst>
                      <a:ext uri="{FF2B5EF4-FFF2-40B4-BE49-F238E27FC236}">
                        <a16:creationId xmlns:a16="http://schemas.microsoft.com/office/drawing/2014/main" id="{8F85DD81-7DDF-48E2-825F-35A5E8373CA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8" name="object 782">
                    <a:extLst>
                      <a:ext uri="{FF2B5EF4-FFF2-40B4-BE49-F238E27FC236}">
                        <a16:creationId xmlns:a16="http://schemas.microsoft.com/office/drawing/2014/main" id="{EC3001B5-8B13-4F54-BA66-7245EAF2EE25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9" name="object 783">
                    <a:extLst>
                      <a:ext uri="{FF2B5EF4-FFF2-40B4-BE49-F238E27FC236}">
                        <a16:creationId xmlns:a16="http://schemas.microsoft.com/office/drawing/2014/main" id="{B884B6E0-26DB-4E48-B2DA-1CA4C9096CAF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0" name="object 784">
                    <a:extLst>
                      <a:ext uri="{FF2B5EF4-FFF2-40B4-BE49-F238E27FC236}">
                        <a16:creationId xmlns:a16="http://schemas.microsoft.com/office/drawing/2014/main" id="{42C38960-699B-44A2-BB7E-8EC04E5ED3A6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1" name="object 785">
                    <a:extLst>
                      <a:ext uri="{FF2B5EF4-FFF2-40B4-BE49-F238E27FC236}">
                        <a16:creationId xmlns:a16="http://schemas.microsoft.com/office/drawing/2014/main" id="{2052B091-E39D-49B1-B0A8-1E2166A3CF83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2" name="object 786">
                    <a:extLst>
                      <a:ext uri="{FF2B5EF4-FFF2-40B4-BE49-F238E27FC236}">
                        <a16:creationId xmlns:a16="http://schemas.microsoft.com/office/drawing/2014/main" id="{AA2442EA-D61E-43AF-80A6-F48E841C65B3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3" name="object 787">
                    <a:extLst>
                      <a:ext uri="{FF2B5EF4-FFF2-40B4-BE49-F238E27FC236}">
                        <a16:creationId xmlns:a16="http://schemas.microsoft.com/office/drawing/2014/main" id="{D1A162F7-43D9-441F-9B1A-392671935FAD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4" name="object 788">
                    <a:extLst>
                      <a:ext uri="{FF2B5EF4-FFF2-40B4-BE49-F238E27FC236}">
                        <a16:creationId xmlns:a16="http://schemas.microsoft.com/office/drawing/2014/main" id="{896A244D-63AA-4B51-B324-D7C38D1B6F29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5" name="object 789">
                    <a:extLst>
                      <a:ext uri="{FF2B5EF4-FFF2-40B4-BE49-F238E27FC236}">
                        <a16:creationId xmlns:a16="http://schemas.microsoft.com/office/drawing/2014/main" id="{3E59E348-01E8-48DE-B4DB-D0496042DD42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6" name="object 790">
                    <a:extLst>
                      <a:ext uri="{FF2B5EF4-FFF2-40B4-BE49-F238E27FC236}">
                        <a16:creationId xmlns:a16="http://schemas.microsoft.com/office/drawing/2014/main" id="{A6C3BAC2-468C-4169-997B-4024BADD836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7" name="object 791">
                    <a:extLst>
                      <a:ext uri="{FF2B5EF4-FFF2-40B4-BE49-F238E27FC236}">
                        <a16:creationId xmlns:a16="http://schemas.microsoft.com/office/drawing/2014/main" id="{A6DE92EB-78D2-48A4-9B84-565D127F20D4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8" name="object 792">
                    <a:extLst>
                      <a:ext uri="{FF2B5EF4-FFF2-40B4-BE49-F238E27FC236}">
                        <a16:creationId xmlns:a16="http://schemas.microsoft.com/office/drawing/2014/main" id="{4210AA85-8F38-44A6-944A-8BE9D81C7F98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9" name="object 793">
                    <a:extLst>
                      <a:ext uri="{FF2B5EF4-FFF2-40B4-BE49-F238E27FC236}">
                        <a16:creationId xmlns:a16="http://schemas.microsoft.com/office/drawing/2014/main" id="{CB698A1B-78D9-4BBB-AF25-E3279D483F3B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0" name="object 794">
                    <a:extLst>
                      <a:ext uri="{FF2B5EF4-FFF2-40B4-BE49-F238E27FC236}">
                        <a16:creationId xmlns:a16="http://schemas.microsoft.com/office/drawing/2014/main" id="{B90E35CA-E1E8-4D82-B91E-6A0457F3D798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1" name="object 795">
                    <a:extLst>
                      <a:ext uri="{FF2B5EF4-FFF2-40B4-BE49-F238E27FC236}">
                        <a16:creationId xmlns:a16="http://schemas.microsoft.com/office/drawing/2014/main" id="{53EEFAA4-A8BC-4A1A-8C59-ADC4B07A89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2" name="object 796">
                    <a:extLst>
                      <a:ext uri="{FF2B5EF4-FFF2-40B4-BE49-F238E27FC236}">
                        <a16:creationId xmlns:a16="http://schemas.microsoft.com/office/drawing/2014/main" id="{B2B30E1B-C944-43D4-9CC2-7B84C87AAD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3" name="object 797">
                    <a:extLst>
                      <a:ext uri="{FF2B5EF4-FFF2-40B4-BE49-F238E27FC236}">
                        <a16:creationId xmlns:a16="http://schemas.microsoft.com/office/drawing/2014/main" id="{A0E2F839-CE29-41C6-AAA4-0367C2C86AA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4" name="object 798">
                    <a:extLst>
                      <a:ext uri="{FF2B5EF4-FFF2-40B4-BE49-F238E27FC236}">
                        <a16:creationId xmlns:a16="http://schemas.microsoft.com/office/drawing/2014/main" id="{3620D434-AB95-480A-81B1-B00C0C65332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5" name="object 799">
                    <a:extLst>
                      <a:ext uri="{FF2B5EF4-FFF2-40B4-BE49-F238E27FC236}">
                        <a16:creationId xmlns:a16="http://schemas.microsoft.com/office/drawing/2014/main" id="{91405F1D-1A85-4322-BBAC-37523182363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6" name="object 800">
                    <a:extLst>
                      <a:ext uri="{FF2B5EF4-FFF2-40B4-BE49-F238E27FC236}">
                        <a16:creationId xmlns:a16="http://schemas.microsoft.com/office/drawing/2014/main" id="{4BAA7956-016B-47E6-A7A3-B055F3BD303A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7" name="object 801">
                    <a:extLst>
                      <a:ext uri="{FF2B5EF4-FFF2-40B4-BE49-F238E27FC236}">
                        <a16:creationId xmlns:a16="http://schemas.microsoft.com/office/drawing/2014/main" id="{608025E1-E004-412A-B9D2-A8262670F60C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8" name="object 802">
                    <a:extLst>
                      <a:ext uri="{FF2B5EF4-FFF2-40B4-BE49-F238E27FC236}">
                        <a16:creationId xmlns:a16="http://schemas.microsoft.com/office/drawing/2014/main" id="{F60CED6C-20AD-4AA8-AF9F-5120610A96D8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9" name="object 803">
                    <a:extLst>
                      <a:ext uri="{FF2B5EF4-FFF2-40B4-BE49-F238E27FC236}">
                        <a16:creationId xmlns:a16="http://schemas.microsoft.com/office/drawing/2014/main" id="{0DA32891-FD73-437D-8B10-AF2F7047DA16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0" name="object 804">
                    <a:extLst>
                      <a:ext uri="{FF2B5EF4-FFF2-40B4-BE49-F238E27FC236}">
                        <a16:creationId xmlns:a16="http://schemas.microsoft.com/office/drawing/2014/main" id="{2A8503D8-776D-404A-AFAA-B2ACE174ACA6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1" name="object 805">
                    <a:extLst>
                      <a:ext uri="{FF2B5EF4-FFF2-40B4-BE49-F238E27FC236}">
                        <a16:creationId xmlns:a16="http://schemas.microsoft.com/office/drawing/2014/main" id="{15388D51-5AD4-4113-B20F-C399FFB3FB58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2" name="object 806">
                    <a:extLst>
                      <a:ext uri="{FF2B5EF4-FFF2-40B4-BE49-F238E27FC236}">
                        <a16:creationId xmlns:a16="http://schemas.microsoft.com/office/drawing/2014/main" id="{461381C9-1000-42E6-AB0C-8C4B52315AD5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3" name="object 807">
                    <a:extLst>
                      <a:ext uri="{FF2B5EF4-FFF2-40B4-BE49-F238E27FC236}">
                        <a16:creationId xmlns:a16="http://schemas.microsoft.com/office/drawing/2014/main" id="{2C23BC94-340F-41E0-955F-090CF8481568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4" name="object 808">
                    <a:extLst>
                      <a:ext uri="{FF2B5EF4-FFF2-40B4-BE49-F238E27FC236}">
                        <a16:creationId xmlns:a16="http://schemas.microsoft.com/office/drawing/2014/main" id="{D2A3998F-D0ED-4A71-8636-849BDF211086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5" name="object 809">
                    <a:extLst>
                      <a:ext uri="{FF2B5EF4-FFF2-40B4-BE49-F238E27FC236}">
                        <a16:creationId xmlns:a16="http://schemas.microsoft.com/office/drawing/2014/main" id="{2BA9703D-928F-4759-9BD2-A05D388E5804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6" name="object 810">
                    <a:extLst>
                      <a:ext uri="{FF2B5EF4-FFF2-40B4-BE49-F238E27FC236}">
                        <a16:creationId xmlns:a16="http://schemas.microsoft.com/office/drawing/2014/main" id="{DF3F63EF-F884-40F6-82A3-1AC1B4F87532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7" name="object 811">
                    <a:extLst>
                      <a:ext uri="{FF2B5EF4-FFF2-40B4-BE49-F238E27FC236}">
                        <a16:creationId xmlns:a16="http://schemas.microsoft.com/office/drawing/2014/main" id="{160E267B-7682-4517-9378-668BF9DF1778}"/>
                      </a:ext>
                    </a:extLst>
                  </p:cNvPr>
                  <p:cNvSpPr/>
                  <p:nvPr/>
                </p:nvSpPr>
                <p:spPr>
                  <a:xfrm>
                    <a:off x="8056179" y="586307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8382" y="0"/>
                        </a:move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8382" y="108966"/>
                        </a:lnTo>
                        <a:lnTo>
                          <a:pt x="8382" y="0"/>
                        </a:lnTo>
                        <a:close/>
                      </a:path>
                      <a:path w="109220" h="109220">
                        <a:moveTo>
                          <a:pt x="108966" y="0"/>
                        </a:moveTo>
                        <a:lnTo>
                          <a:pt x="100584" y="0"/>
                        </a:lnTo>
                        <a:lnTo>
                          <a:pt x="100584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8" name="object 812">
                    <a:extLst>
                      <a:ext uri="{FF2B5EF4-FFF2-40B4-BE49-F238E27FC236}">
                        <a16:creationId xmlns:a16="http://schemas.microsoft.com/office/drawing/2014/main" id="{0F16927B-83F2-411B-870D-B8AF94D5CBFD}"/>
                      </a:ext>
                    </a:extLst>
                  </p:cNvPr>
                  <p:cNvSpPr/>
                  <p:nvPr/>
                </p:nvSpPr>
                <p:spPr>
                  <a:xfrm>
                    <a:off x="80561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9" name="object 813">
                    <a:extLst>
                      <a:ext uri="{FF2B5EF4-FFF2-40B4-BE49-F238E27FC236}">
                        <a16:creationId xmlns:a16="http://schemas.microsoft.com/office/drawing/2014/main" id="{B68A8111-56A8-4A2F-9030-4DE3726AE91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0" name="object 814">
                    <a:extLst>
                      <a:ext uri="{FF2B5EF4-FFF2-40B4-BE49-F238E27FC236}">
                        <a16:creationId xmlns:a16="http://schemas.microsoft.com/office/drawing/2014/main" id="{65D020B1-BBED-4569-BE26-7A4A8022BF0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1" name="object 815">
                    <a:extLst>
                      <a:ext uri="{FF2B5EF4-FFF2-40B4-BE49-F238E27FC236}">
                        <a16:creationId xmlns:a16="http://schemas.microsoft.com/office/drawing/2014/main" id="{1193C128-F244-46CE-A30D-58672EAD81D7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2" name="object 816">
                    <a:extLst>
                      <a:ext uri="{FF2B5EF4-FFF2-40B4-BE49-F238E27FC236}">
                        <a16:creationId xmlns:a16="http://schemas.microsoft.com/office/drawing/2014/main" id="{B5376986-3C56-4CD9-A78C-439C9431C10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3" name="object 817">
                    <a:extLst>
                      <a:ext uri="{FF2B5EF4-FFF2-40B4-BE49-F238E27FC236}">
                        <a16:creationId xmlns:a16="http://schemas.microsoft.com/office/drawing/2014/main" id="{1E25EFA2-C9C7-440F-A253-57CA84855E15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4" name="object 818">
                    <a:extLst>
                      <a:ext uri="{FF2B5EF4-FFF2-40B4-BE49-F238E27FC236}">
                        <a16:creationId xmlns:a16="http://schemas.microsoft.com/office/drawing/2014/main" id="{912C7C5B-8FBE-4EBB-83AB-6BB971695C93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5" name="object 819">
                    <a:extLst>
                      <a:ext uri="{FF2B5EF4-FFF2-40B4-BE49-F238E27FC236}">
                        <a16:creationId xmlns:a16="http://schemas.microsoft.com/office/drawing/2014/main" id="{EAC3FF7D-C68C-490D-BDAD-80E735A65416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6" name="object 820">
                    <a:extLst>
                      <a:ext uri="{FF2B5EF4-FFF2-40B4-BE49-F238E27FC236}">
                        <a16:creationId xmlns:a16="http://schemas.microsoft.com/office/drawing/2014/main" id="{80148605-C997-4E80-A7C0-5F15671D834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7" name="object 821">
                    <a:extLst>
                      <a:ext uri="{FF2B5EF4-FFF2-40B4-BE49-F238E27FC236}">
                        <a16:creationId xmlns:a16="http://schemas.microsoft.com/office/drawing/2014/main" id="{ABD81A47-1180-4812-BDB9-46886863C774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8" name="object 822">
                    <a:extLst>
                      <a:ext uri="{FF2B5EF4-FFF2-40B4-BE49-F238E27FC236}">
                        <a16:creationId xmlns:a16="http://schemas.microsoft.com/office/drawing/2014/main" id="{4246D2E2-B86B-4862-BBD6-5953F607136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9" name="object 823">
                    <a:extLst>
                      <a:ext uri="{FF2B5EF4-FFF2-40B4-BE49-F238E27FC236}">
                        <a16:creationId xmlns:a16="http://schemas.microsoft.com/office/drawing/2014/main" id="{A8F13C68-D829-4A93-AF00-7E3252FE37DA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0" name="object 824">
                    <a:extLst>
                      <a:ext uri="{FF2B5EF4-FFF2-40B4-BE49-F238E27FC236}">
                        <a16:creationId xmlns:a16="http://schemas.microsoft.com/office/drawing/2014/main" id="{9590A7DA-DC78-42D3-ADE1-9C11118CCC0A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1" name="object 825">
                    <a:extLst>
                      <a:ext uri="{FF2B5EF4-FFF2-40B4-BE49-F238E27FC236}">
                        <a16:creationId xmlns:a16="http://schemas.microsoft.com/office/drawing/2014/main" id="{0D982D2F-A4B2-4490-9394-B2C4641E1B04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2" name="object 826">
                    <a:extLst>
                      <a:ext uri="{FF2B5EF4-FFF2-40B4-BE49-F238E27FC236}">
                        <a16:creationId xmlns:a16="http://schemas.microsoft.com/office/drawing/2014/main" id="{02168E9E-9F2A-486E-BF8C-1058C17CAE8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3" name="object 827">
                    <a:extLst>
                      <a:ext uri="{FF2B5EF4-FFF2-40B4-BE49-F238E27FC236}">
                        <a16:creationId xmlns:a16="http://schemas.microsoft.com/office/drawing/2014/main" id="{363E0CDA-BD2D-497D-87BF-840E1F5237FB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4" name="object 828">
                    <a:extLst>
                      <a:ext uri="{FF2B5EF4-FFF2-40B4-BE49-F238E27FC236}">
                        <a16:creationId xmlns:a16="http://schemas.microsoft.com/office/drawing/2014/main" id="{974DF189-182C-4CA1-BEF9-C6FB5B628C1F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5" name="object 829">
                    <a:extLst>
                      <a:ext uri="{FF2B5EF4-FFF2-40B4-BE49-F238E27FC236}">
                        <a16:creationId xmlns:a16="http://schemas.microsoft.com/office/drawing/2014/main" id="{42DD1601-225B-439E-B897-CD85AF4863B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6" name="object 830">
                    <a:extLst>
                      <a:ext uri="{FF2B5EF4-FFF2-40B4-BE49-F238E27FC236}">
                        <a16:creationId xmlns:a16="http://schemas.microsoft.com/office/drawing/2014/main" id="{E1D4CEE7-24D6-466A-BB03-F970AF7A5B2B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7" name="object 831">
                    <a:extLst>
                      <a:ext uri="{FF2B5EF4-FFF2-40B4-BE49-F238E27FC236}">
                        <a16:creationId xmlns:a16="http://schemas.microsoft.com/office/drawing/2014/main" id="{85F986FD-3DE6-4E31-B682-6934261A3919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8" name="object 832">
                    <a:extLst>
                      <a:ext uri="{FF2B5EF4-FFF2-40B4-BE49-F238E27FC236}">
                        <a16:creationId xmlns:a16="http://schemas.microsoft.com/office/drawing/2014/main" id="{1ACCAF5D-FE64-4E8E-A15B-A2B1AA83CC1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9" name="object 833">
                    <a:extLst>
                      <a:ext uri="{FF2B5EF4-FFF2-40B4-BE49-F238E27FC236}">
                        <a16:creationId xmlns:a16="http://schemas.microsoft.com/office/drawing/2014/main" id="{E23D3D5C-1562-4EDF-A5E7-D07401EC3243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0" name="object 834">
                    <a:extLst>
                      <a:ext uri="{FF2B5EF4-FFF2-40B4-BE49-F238E27FC236}">
                        <a16:creationId xmlns:a16="http://schemas.microsoft.com/office/drawing/2014/main" id="{C109055C-4270-4AA7-A5F6-7125AB3EF57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1" name="object 835">
                    <a:extLst>
                      <a:ext uri="{FF2B5EF4-FFF2-40B4-BE49-F238E27FC236}">
                        <a16:creationId xmlns:a16="http://schemas.microsoft.com/office/drawing/2014/main" id="{D3280395-8056-45F0-B6D6-B3DF040E515C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2" name="object 836">
                    <a:extLst>
                      <a:ext uri="{FF2B5EF4-FFF2-40B4-BE49-F238E27FC236}">
                        <a16:creationId xmlns:a16="http://schemas.microsoft.com/office/drawing/2014/main" id="{8BF90E68-0786-4C4F-BE51-54F1866D5C2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3" name="object 837">
                    <a:extLst>
                      <a:ext uri="{FF2B5EF4-FFF2-40B4-BE49-F238E27FC236}">
                        <a16:creationId xmlns:a16="http://schemas.microsoft.com/office/drawing/2014/main" id="{4F55B8D2-3824-4306-8A92-304CEF80F356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4" name="object 838">
                    <a:extLst>
                      <a:ext uri="{FF2B5EF4-FFF2-40B4-BE49-F238E27FC236}">
                        <a16:creationId xmlns:a16="http://schemas.microsoft.com/office/drawing/2014/main" id="{F7B46A08-4DD1-4690-AE37-7B42B6D62E6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5" name="object 839">
                    <a:extLst>
                      <a:ext uri="{FF2B5EF4-FFF2-40B4-BE49-F238E27FC236}">
                        <a16:creationId xmlns:a16="http://schemas.microsoft.com/office/drawing/2014/main" id="{6152130B-0E17-4FE8-9258-2B256E65E7D9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6" name="object 840">
                    <a:extLst>
                      <a:ext uri="{FF2B5EF4-FFF2-40B4-BE49-F238E27FC236}">
                        <a16:creationId xmlns:a16="http://schemas.microsoft.com/office/drawing/2014/main" id="{45220368-8500-4173-AF1E-21BC37764BA1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7" name="object 841">
                    <a:extLst>
                      <a:ext uri="{FF2B5EF4-FFF2-40B4-BE49-F238E27FC236}">
                        <a16:creationId xmlns:a16="http://schemas.microsoft.com/office/drawing/2014/main" id="{8FF0CE6E-E209-4164-82D2-543A1E5FDC38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8" name="object 842">
                    <a:extLst>
                      <a:ext uri="{FF2B5EF4-FFF2-40B4-BE49-F238E27FC236}">
                        <a16:creationId xmlns:a16="http://schemas.microsoft.com/office/drawing/2014/main" id="{9C0D0E7C-AF37-4020-AEE4-62D79AADCFB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9" name="object 843">
                    <a:extLst>
                      <a:ext uri="{FF2B5EF4-FFF2-40B4-BE49-F238E27FC236}">
                        <a16:creationId xmlns:a16="http://schemas.microsoft.com/office/drawing/2014/main" id="{7A723B91-978C-46BB-9CC1-D2FBCC356A35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0" name="object 844">
                    <a:extLst>
                      <a:ext uri="{FF2B5EF4-FFF2-40B4-BE49-F238E27FC236}">
                        <a16:creationId xmlns:a16="http://schemas.microsoft.com/office/drawing/2014/main" id="{C31960FC-0B0B-4B7D-AC60-7BB4889AB1B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1" name="object 845">
                    <a:extLst>
                      <a:ext uri="{FF2B5EF4-FFF2-40B4-BE49-F238E27FC236}">
                        <a16:creationId xmlns:a16="http://schemas.microsoft.com/office/drawing/2014/main" id="{EB6F0C84-E018-4238-8B45-6594B8849A63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2" name="object 846">
                    <a:extLst>
                      <a:ext uri="{FF2B5EF4-FFF2-40B4-BE49-F238E27FC236}">
                        <a16:creationId xmlns:a16="http://schemas.microsoft.com/office/drawing/2014/main" id="{DEF0EE6E-0279-4C0B-AC23-69751648C120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3" name="object 847">
                    <a:extLst>
                      <a:ext uri="{FF2B5EF4-FFF2-40B4-BE49-F238E27FC236}">
                        <a16:creationId xmlns:a16="http://schemas.microsoft.com/office/drawing/2014/main" id="{FFBD393E-6D34-415F-B95E-83BA277AF031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4" name="object 848">
                    <a:extLst>
                      <a:ext uri="{FF2B5EF4-FFF2-40B4-BE49-F238E27FC236}">
                        <a16:creationId xmlns:a16="http://schemas.microsoft.com/office/drawing/2014/main" id="{045A7622-3770-4C46-93CB-B1E0BF075C0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5" name="object 849">
                    <a:extLst>
                      <a:ext uri="{FF2B5EF4-FFF2-40B4-BE49-F238E27FC236}">
                        <a16:creationId xmlns:a16="http://schemas.microsoft.com/office/drawing/2014/main" id="{B6EE65FF-B289-4BC0-ACA2-ED6DE7D28C80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6" name="object 850">
                    <a:extLst>
                      <a:ext uri="{FF2B5EF4-FFF2-40B4-BE49-F238E27FC236}">
                        <a16:creationId xmlns:a16="http://schemas.microsoft.com/office/drawing/2014/main" id="{70FBB0C0-C22A-437E-ACF8-69330F5F4E67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7" name="object 851">
                    <a:extLst>
                      <a:ext uri="{FF2B5EF4-FFF2-40B4-BE49-F238E27FC236}">
                        <a16:creationId xmlns:a16="http://schemas.microsoft.com/office/drawing/2014/main" id="{9FA6D555-46A0-4980-AD5F-1CFA17974A14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8" name="object 852">
                    <a:extLst>
                      <a:ext uri="{FF2B5EF4-FFF2-40B4-BE49-F238E27FC236}">
                        <a16:creationId xmlns:a16="http://schemas.microsoft.com/office/drawing/2014/main" id="{316FBE67-B411-4CF2-A60B-AB29C035D6C5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9" name="object 853">
                    <a:extLst>
                      <a:ext uri="{FF2B5EF4-FFF2-40B4-BE49-F238E27FC236}">
                        <a16:creationId xmlns:a16="http://schemas.microsoft.com/office/drawing/2014/main" id="{DEA599EC-05A6-449C-B3B9-30B402DB905F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0" name="object 854">
                    <a:extLst>
                      <a:ext uri="{FF2B5EF4-FFF2-40B4-BE49-F238E27FC236}">
                        <a16:creationId xmlns:a16="http://schemas.microsoft.com/office/drawing/2014/main" id="{F9CDAFE8-DB8B-4063-8B80-A8EF2FF03AA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1" name="object 855">
                    <a:extLst>
                      <a:ext uri="{FF2B5EF4-FFF2-40B4-BE49-F238E27FC236}">
                        <a16:creationId xmlns:a16="http://schemas.microsoft.com/office/drawing/2014/main" id="{0458FB5B-A191-49A4-BFEE-1B4567D14DF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2" name="object 856">
                    <a:extLst>
                      <a:ext uri="{FF2B5EF4-FFF2-40B4-BE49-F238E27FC236}">
                        <a16:creationId xmlns:a16="http://schemas.microsoft.com/office/drawing/2014/main" id="{D7D919F3-C756-452E-A9BC-EC219F388F9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3" name="object 857">
                    <a:extLst>
                      <a:ext uri="{FF2B5EF4-FFF2-40B4-BE49-F238E27FC236}">
                        <a16:creationId xmlns:a16="http://schemas.microsoft.com/office/drawing/2014/main" id="{7D39150E-7E80-4DDB-834C-E4DA9B0EB63C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4" name="object 858">
                    <a:extLst>
                      <a:ext uri="{FF2B5EF4-FFF2-40B4-BE49-F238E27FC236}">
                        <a16:creationId xmlns:a16="http://schemas.microsoft.com/office/drawing/2014/main" id="{1C504F6E-4E06-4DD9-923B-86D57DBC0AC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5" name="object 859">
                    <a:extLst>
                      <a:ext uri="{FF2B5EF4-FFF2-40B4-BE49-F238E27FC236}">
                        <a16:creationId xmlns:a16="http://schemas.microsoft.com/office/drawing/2014/main" id="{C7310E0E-9474-4718-B97E-D10B7516F60B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6" name="object 860">
                    <a:extLst>
                      <a:ext uri="{FF2B5EF4-FFF2-40B4-BE49-F238E27FC236}">
                        <a16:creationId xmlns:a16="http://schemas.microsoft.com/office/drawing/2014/main" id="{131BA27F-E940-4CE4-80C0-8DFAC7CAF845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7" name="object 861">
                    <a:extLst>
                      <a:ext uri="{FF2B5EF4-FFF2-40B4-BE49-F238E27FC236}">
                        <a16:creationId xmlns:a16="http://schemas.microsoft.com/office/drawing/2014/main" id="{DECACDAD-1FFE-4008-8D2C-6112A2DE1697}"/>
                      </a:ext>
                    </a:extLst>
                  </p:cNvPr>
                  <p:cNvSpPr/>
                  <p:nvPr/>
                </p:nvSpPr>
                <p:spPr>
                  <a:xfrm>
                    <a:off x="8056179" y="597203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5626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5562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8" name="object 862">
                    <a:extLst>
                      <a:ext uri="{FF2B5EF4-FFF2-40B4-BE49-F238E27FC236}">
                        <a16:creationId xmlns:a16="http://schemas.microsoft.com/office/drawing/2014/main" id="{C027FCEA-2002-4006-87F1-A3EE4CE662A7}"/>
                      </a:ext>
                    </a:extLst>
                  </p:cNvPr>
                  <p:cNvSpPr/>
                  <p:nvPr/>
                </p:nvSpPr>
                <p:spPr>
                  <a:xfrm>
                    <a:off x="80561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9" name="object 863">
                    <a:extLst>
                      <a:ext uri="{FF2B5EF4-FFF2-40B4-BE49-F238E27FC236}">
                        <a16:creationId xmlns:a16="http://schemas.microsoft.com/office/drawing/2014/main" id="{61CBF9E8-FD5F-4914-AECF-70AD8722AC86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0" name="object 864">
                    <a:extLst>
                      <a:ext uri="{FF2B5EF4-FFF2-40B4-BE49-F238E27FC236}">
                        <a16:creationId xmlns:a16="http://schemas.microsoft.com/office/drawing/2014/main" id="{982E1D25-2DD2-4D6B-8882-BFA695E9245F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1" name="object 865">
                    <a:extLst>
                      <a:ext uri="{FF2B5EF4-FFF2-40B4-BE49-F238E27FC236}">
                        <a16:creationId xmlns:a16="http://schemas.microsoft.com/office/drawing/2014/main" id="{B2EA04B6-3EAC-4126-A949-E0E7349C83BE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2" name="object 866">
                    <a:extLst>
                      <a:ext uri="{FF2B5EF4-FFF2-40B4-BE49-F238E27FC236}">
                        <a16:creationId xmlns:a16="http://schemas.microsoft.com/office/drawing/2014/main" id="{61304330-6F1A-4F2F-8743-3A21D23C79B6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3" name="object 867">
                    <a:extLst>
                      <a:ext uri="{FF2B5EF4-FFF2-40B4-BE49-F238E27FC236}">
                        <a16:creationId xmlns:a16="http://schemas.microsoft.com/office/drawing/2014/main" id="{D9EB2292-0C79-4200-B69E-B3CE8EA7FE9E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4" name="object 868">
                    <a:extLst>
                      <a:ext uri="{FF2B5EF4-FFF2-40B4-BE49-F238E27FC236}">
                        <a16:creationId xmlns:a16="http://schemas.microsoft.com/office/drawing/2014/main" id="{C58B9F41-9529-427C-BF33-29A9616FD463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5" name="object 869">
                    <a:extLst>
                      <a:ext uri="{FF2B5EF4-FFF2-40B4-BE49-F238E27FC236}">
                        <a16:creationId xmlns:a16="http://schemas.microsoft.com/office/drawing/2014/main" id="{8EDCAAFB-C774-49A1-A46F-986909315B6D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6" name="object 870">
                    <a:extLst>
                      <a:ext uri="{FF2B5EF4-FFF2-40B4-BE49-F238E27FC236}">
                        <a16:creationId xmlns:a16="http://schemas.microsoft.com/office/drawing/2014/main" id="{EC96D080-A951-4BA1-8970-3EAD7B488A90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7" name="object 871">
                    <a:extLst>
                      <a:ext uri="{FF2B5EF4-FFF2-40B4-BE49-F238E27FC236}">
                        <a16:creationId xmlns:a16="http://schemas.microsoft.com/office/drawing/2014/main" id="{D56DB442-BAF2-4F6F-81A7-EF1FDB6019ED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8" name="object 872">
                    <a:extLst>
                      <a:ext uri="{FF2B5EF4-FFF2-40B4-BE49-F238E27FC236}">
                        <a16:creationId xmlns:a16="http://schemas.microsoft.com/office/drawing/2014/main" id="{9C33017B-3B61-4516-8C52-0041F9DD943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9" name="object 873">
                    <a:extLst>
                      <a:ext uri="{FF2B5EF4-FFF2-40B4-BE49-F238E27FC236}">
                        <a16:creationId xmlns:a16="http://schemas.microsoft.com/office/drawing/2014/main" id="{2D5A16FD-0601-491A-810C-3C973E5A1B95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0" name="object 874">
                    <a:extLst>
                      <a:ext uri="{FF2B5EF4-FFF2-40B4-BE49-F238E27FC236}">
                        <a16:creationId xmlns:a16="http://schemas.microsoft.com/office/drawing/2014/main" id="{9FE4537C-914E-4E4C-9C4D-C5BCCC117135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1" name="object 875">
                    <a:extLst>
                      <a:ext uri="{FF2B5EF4-FFF2-40B4-BE49-F238E27FC236}">
                        <a16:creationId xmlns:a16="http://schemas.microsoft.com/office/drawing/2014/main" id="{E36E6FFB-CBCC-4EED-8867-3040E60E2EA6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2" name="object 876">
                    <a:extLst>
                      <a:ext uri="{FF2B5EF4-FFF2-40B4-BE49-F238E27FC236}">
                        <a16:creationId xmlns:a16="http://schemas.microsoft.com/office/drawing/2014/main" id="{06C9A679-E65B-466D-B38A-DF8DD173193D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3" name="object 877">
                    <a:extLst>
                      <a:ext uri="{FF2B5EF4-FFF2-40B4-BE49-F238E27FC236}">
                        <a16:creationId xmlns:a16="http://schemas.microsoft.com/office/drawing/2014/main" id="{EA4F88F8-07C5-4649-BEB4-91201ECD807B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4" name="object 878">
                    <a:extLst>
                      <a:ext uri="{FF2B5EF4-FFF2-40B4-BE49-F238E27FC236}">
                        <a16:creationId xmlns:a16="http://schemas.microsoft.com/office/drawing/2014/main" id="{6A353B4D-FE0C-41D5-81F9-4798D3A7991E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5" name="object 879">
                    <a:extLst>
                      <a:ext uri="{FF2B5EF4-FFF2-40B4-BE49-F238E27FC236}">
                        <a16:creationId xmlns:a16="http://schemas.microsoft.com/office/drawing/2014/main" id="{547A5354-0139-4E55-8D38-E6F34DC4CFE1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6" name="object 880">
                    <a:extLst>
                      <a:ext uri="{FF2B5EF4-FFF2-40B4-BE49-F238E27FC236}">
                        <a16:creationId xmlns:a16="http://schemas.microsoft.com/office/drawing/2014/main" id="{D4964A0E-A265-4B97-900E-6CE143BC177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7" name="object 881">
                    <a:extLst>
                      <a:ext uri="{FF2B5EF4-FFF2-40B4-BE49-F238E27FC236}">
                        <a16:creationId xmlns:a16="http://schemas.microsoft.com/office/drawing/2014/main" id="{5CC6A31E-CCB8-461E-9DF2-808FA18EB6C4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8" name="object 882">
                    <a:extLst>
                      <a:ext uri="{FF2B5EF4-FFF2-40B4-BE49-F238E27FC236}">
                        <a16:creationId xmlns:a16="http://schemas.microsoft.com/office/drawing/2014/main" id="{2CB05D8B-1E39-4A3C-9197-7A41795492E6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9" name="object 883">
                    <a:extLst>
                      <a:ext uri="{FF2B5EF4-FFF2-40B4-BE49-F238E27FC236}">
                        <a16:creationId xmlns:a16="http://schemas.microsoft.com/office/drawing/2014/main" id="{876A0940-8F3E-4324-B34F-B0216893F122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0" name="object 884">
                    <a:extLst>
                      <a:ext uri="{FF2B5EF4-FFF2-40B4-BE49-F238E27FC236}">
                        <a16:creationId xmlns:a16="http://schemas.microsoft.com/office/drawing/2014/main" id="{EF9447EB-12B1-4E20-9524-67894B59CB07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1" name="object 885">
                    <a:extLst>
                      <a:ext uri="{FF2B5EF4-FFF2-40B4-BE49-F238E27FC236}">
                        <a16:creationId xmlns:a16="http://schemas.microsoft.com/office/drawing/2014/main" id="{C953D3F4-6AD2-4EEC-9D4B-F0E977CC0B35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2" name="object 886">
                    <a:extLst>
                      <a:ext uri="{FF2B5EF4-FFF2-40B4-BE49-F238E27FC236}">
                        <a16:creationId xmlns:a16="http://schemas.microsoft.com/office/drawing/2014/main" id="{6A97D158-71A7-423C-B795-B165CB136C97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3" name="object 887">
                    <a:extLst>
                      <a:ext uri="{FF2B5EF4-FFF2-40B4-BE49-F238E27FC236}">
                        <a16:creationId xmlns:a16="http://schemas.microsoft.com/office/drawing/2014/main" id="{71C21002-C82A-4442-AACE-B31FA5E701C8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4" name="object 888">
                    <a:extLst>
                      <a:ext uri="{FF2B5EF4-FFF2-40B4-BE49-F238E27FC236}">
                        <a16:creationId xmlns:a16="http://schemas.microsoft.com/office/drawing/2014/main" id="{822C87F0-707B-4168-A923-195C846B2635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5" name="object 889">
                    <a:extLst>
                      <a:ext uri="{FF2B5EF4-FFF2-40B4-BE49-F238E27FC236}">
                        <a16:creationId xmlns:a16="http://schemas.microsoft.com/office/drawing/2014/main" id="{3D46FE27-E665-4472-A054-3B40F38D887A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6" name="object 890">
                    <a:extLst>
                      <a:ext uri="{FF2B5EF4-FFF2-40B4-BE49-F238E27FC236}">
                        <a16:creationId xmlns:a16="http://schemas.microsoft.com/office/drawing/2014/main" id="{8128205E-D06B-40DB-830C-AC5D6744A5E5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7" name="object 891">
                    <a:extLst>
                      <a:ext uri="{FF2B5EF4-FFF2-40B4-BE49-F238E27FC236}">
                        <a16:creationId xmlns:a16="http://schemas.microsoft.com/office/drawing/2014/main" id="{CD25DD2E-5E43-4705-A4DA-FEEF2DE909E6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8" name="object 892">
                    <a:extLst>
                      <a:ext uri="{FF2B5EF4-FFF2-40B4-BE49-F238E27FC236}">
                        <a16:creationId xmlns:a16="http://schemas.microsoft.com/office/drawing/2014/main" id="{EC44044F-0716-4022-96FD-F8EC8FFD7F02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9" name="object 893">
                    <a:extLst>
                      <a:ext uri="{FF2B5EF4-FFF2-40B4-BE49-F238E27FC236}">
                        <a16:creationId xmlns:a16="http://schemas.microsoft.com/office/drawing/2014/main" id="{33B2A8ED-5562-423F-B3DA-90AFBB8CBB6A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0" name="object 894">
                    <a:extLst>
                      <a:ext uri="{FF2B5EF4-FFF2-40B4-BE49-F238E27FC236}">
                        <a16:creationId xmlns:a16="http://schemas.microsoft.com/office/drawing/2014/main" id="{9CD47BBE-72B0-45FE-B7E8-1C6173F60712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1" name="object 895">
                    <a:extLst>
                      <a:ext uri="{FF2B5EF4-FFF2-40B4-BE49-F238E27FC236}">
                        <a16:creationId xmlns:a16="http://schemas.microsoft.com/office/drawing/2014/main" id="{CED336DE-0503-4106-AF84-6CB00A5D3FDE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2" name="object 896">
                    <a:extLst>
                      <a:ext uri="{FF2B5EF4-FFF2-40B4-BE49-F238E27FC236}">
                        <a16:creationId xmlns:a16="http://schemas.microsoft.com/office/drawing/2014/main" id="{02D75BE8-4722-43C6-A623-025136882E10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3" name="object 897">
                    <a:extLst>
                      <a:ext uri="{FF2B5EF4-FFF2-40B4-BE49-F238E27FC236}">
                        <a16:creationId xmlns:a16="http://schemas.microsoft.com/office/drawing/2014/main" id="{7355EE03-2EF9-4EC8-93C3-FFF1DBCFDA51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4" name="object 898">
                    <a:extLst>
                      <a:ext uri="{FF2B5EF4-FFF2-40B4-BE49-F238E27FC236}">
                        <a16:creationId xmlns:a16="http://schemas.microsoft.com/office/drawing/2014/main" id="{68855DCE-D826-41D2-BDD1-A4014F78A925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5" name="object 899">
                    <a:extLst>
                      <a:ext uri="{FF2B5EF4-FFF2-40B4-BE49-F238E27FC236}">
                        <a16:creationId xmlns:a16="http://schemas.microsoft.com/office/drawing/2014/main" id="{2EFA8B3A-5CA2-4430-9A70-0BDA94428D36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6" name="object 900">
                    <a:extLst>
                      <a:ext uri="{FF2B5EF4-FFF2-40B4-BE49-F238E27FC236}">
                        <a16:creationId xmlns:a16="http://schemas.microsoft.com/office/drawing/2014/main" id="{3EFCE7E6-F08D-460B-BDE9-BF309866AEB1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7" name="object 901">
                    <a:extLst>
                      <a:ext uri="{FF2B5EF4-FFF2-40B4-BE49-F238E27FC236}">
                        <a16:creationId xmlns:a16="http://schemas.microsoft.com/office/drawing/2014/main" id="{92EC301B-01E5-43D6-B7D6-72C94439398F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8" name="object 902">
                    <a:extLst>
                      <a:ext uri="{FF2B5EF4-FFF2-40B4-BE49-F238E27FC236}">
                        <a16:creationId xmlns:a16="http://schemas.microsoft.com/office/drawing/2014/main" id="{60A04820-90B3-4918-9887-6AC2F71F2C52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9" name="object 903">
                    <a:extLst>
                      <a:ext uri="{FF2B5EF4-FFF2-40B4-BE49-F238E27FC236}">
                        <a16:creationId xmlns:a16="http://schemas.microsoft.com/office/drawing/2014/main" id="{BB6BD976-5CF7-4251-A46D-1E0DAB214D43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0" name="object 904">
                    <a:extLst>
                      <a:ext uri="{FF2B5EF4-FFF2-40B4-BE49-F238E27FC236}">
                        <a16:creationId xmlns:a16="http://schemas.microsoft.com/office/drawing/2014/main" id="{5F86B82D-FDD7-4E10-AAE9-DC8493456F41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1" name="object 905">
                    <a:extLst>
                      <a:ext uri="{FF2B5EF4-FFF2-40B4-BE49-F238E27FC236}">
                        <a16:creationId xmlns:a16="http://schemas.microsoft.com/office/drawing/2014/main" id="{0C812CB3-CBFB-46FA-8FAF-33186C44FC0C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2" name="object 906">
                    <a:extLst>
                      <a:ext uri="{FF2B5EF4-FFF2-40B4-BE49-F238E27FC236}">
                        <a16:creationId xmlns:a16="http://schemas.microsoft.com/office/drawing/2014/main" id="{3AA69B1A-0F0D-49E3-82D4-B73544C23C11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3" name="object 907">
                    <a:extLst>
                      <a:ext uri="{FF2B5EF4-FFF2-40B4-BE49-F238E27FC236}">
                        <a16:creationId xmlns:a16="http://schemas.microsoft.com/office/drawing/2014/main" id="{F7F2910F-EA6A-40B7-84C7-0EBE2B06A9E9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4" name="object 908">
                    <a:extLst>
                      <a:ext uri="{FF2B5EF4-FFF2-40B4-BE49-F238E27FC236}">
                        <a16:creationId xmlns:a16="http://schemas.microsoft.com/office/drawing/2014/main" id="{40B50B67-B886-416E-94E8-2CD543536BE1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5" name="object 909">
                    <a:extLst>
                      <a:ext uri="{FF2B5EF4-FFF2-40B4-BE49-F238E27FC236}">
                        <a16:creationId xmlns:a16="http://schemas.microsoft.com/office/drawing/2014/main" id="{62E909AA-947E-461A-9AFA-2644E245F831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6" name="object 910">
                    <a:extLst>
                      <a:ext uri="{FF2B5EF4-FFF2-40B4-BE49-F238E27FC236}">
                        <a16:creationId xmlns:a16="http://schemas.microsoft.com/office/drawing/2014/main" id="{2C88377D-71DB-4BB0-A34A-573778C8846A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7" name="object 911">
                    <a:extLst>
                      <a:ext uri="{FF2B5EF4-FFF2-40B4-BE49-F238E27FC236}">
                        <a16:creationId xmlns:a16="http://schemas.microsoft.com/office/drawing/2014/main" id="{7E8AD59F-1000-468B-92D1-3E0E5A709F8A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8" name="object 912">
                    <a:extLst>
                      <a:ext uri="{FF2B5EF4-FFF2-40B4-BE49-F238E27FC236}">
                        <a16:creationId xmlns:a16="http://schemas.microsoft.com/office/drawing/2014/main" id="{B55E606F-A73A-4E11-8471-461362A97305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9" name="object 913">
                    <a:extLst>
                      <a:ext uri="{FF2B5EF4-FFF2-40B4-BE49-F238E27FC236}">
                        <a16:creationId xmlns:a16="http://schemas.microsoft.com/office/drawing/2014/main" id="{4B28D0E6-11DC-48DF-BDCB-9A6486461BF8}"/>
                      </a:ext>
                    </a:extLst>
                  </p:cNvPr>
                  <p:cNvSpPr/>
                  <p:nvPr/>
                </p:nvSpPr>
                <p:spPr>
                  <a:xfrm>
                    <a:off x="8165145" y="608024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4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100584"/>
                        </a:lnTo>
                        <a:lnTo>
                          <a:pt x="108204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0" name="object 914">
                    <a:extLst>
                      <a:ext uri="{FF2B5EF4-FFF2-40B4-BE49-F238E27FC236}">
                        <a16:creationId xmlns:a16="http://schemas.microsoft.com/office/drawing/2014/main" id="{947C0BC1-39D4-4DF7-BE61-51E080382D8E}"/>
                      </a:ext>
                    </a:extLst>
                  </p:cNvPr>
                  <p:cNvSpPr/>
                  <p:nvPr/>
                </p:nvSpPr>
                <p:spPr>
                  <a:xfrm>
                    <a:off x="816514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1" name="object 915">
                    <a:extLst>
                      <a:ext uri="{FF2B5EF4-FFF2-40B4-BE49-F238E27FC236}">
                        <a16:creationId xmlns:a16="http://schemas.microsoft.com/office/drawing/2014/main" id="{C79D388B-3B76-46AD-A5FA-BC9D397FDFD9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0965">
                        <a:moveTo>
                          <a:pt x="0" y="100584"/>
                        </a:moveTo>
                        <a:lnTo>
                          <a:pt x="108965" y="100584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0584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2" name="object 916">
                    <a:extLst>
                      <a:ext uri="{FF2B5EF4-FFF2-40B4-BE49-F238E27FC236}">
                        <a16:creationId xmlns:a16="http://schemas.microsoft.com/office/drawing/2014/main" id="{94E9A912-E4B7-4DEC-A327-5852D3D5A721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3" name="object 917">
                    <a:extLst>
                      <a:ext uri="{FF2B5EF4-FFF2-40B4-BE49-F238E27FC236}">
                        <a16:creationId xmlns:a16="http://schemas.microsoft.com/office/drawing/2014/main" id="{DCDB0F4A-1ED3-4853-90C5-8269A9AB0290}"/>
                      </a:ext>
                    </a:extLst>
                  </p:cNvPr>
                  <p:cNvSpPr/>
                  <p:nvPr/>
                </p:nvSpPr>
                <p:spPr>
                  <a:xfrm>
                    <a:off x="8382315" y="608024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0058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4" name="object 918">
                    <a:extLst>
                      <a:ext uri="{FF2B5EF4-FFF2-40B4-BE49-F238E27FC236}">
                        <a16:creationId xmlns:a16="http://schemas.microsoft.com/office/drawing/2014/main" id="{C60D9664-D380-4767-955D-F73F520382EF}"/>
                      </a:ext>
                    </a:extLst>
                  </p:cNvPr>
                  <p:cNvSpPr/>
                  <p:nvPr/>
                </p:nvSpPr>
                <p:spPr>
                  <a:xfrm>
                    <a:off x="83823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5" name="object 919">
                    <a:extLst>
                      <a:ext uri="{FF2B5EF4-FFF2-40B4-BE49-F238E27FC236}">
                        <a16:creationId xmlns:a16="http://schemas.microsoft.com/office/drawing/2014/main" id="{57ECC0F8-CA3D-4DDE-801A-2A5716AB2109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6" name="object 920">
                    <a:extLst>
                      <a:ext uri="{FF2B5EF4-FFF2-40B4-BE49-F238E27FC236}">
                        <a16:creationId xmlns:a16="http://schemas.microsoft.com/office/drawing/2014/main" id="{A6536918-059F-4A81-8F7A-0F2A6D2338F3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7" name="object 921">
                    <a:extLst>
                      <a:ext uri="{FF2B5EF4-FFF2-40B4-BE49-F238E27FC236}">
                        <a16:creationId xmlns:a16="http://schemas.microsoft.com/office/drawing/2014/main" id="{0EB4A232-AFA6-4D25-99E4-FBBC056DB41B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8" name="object 922">
                    <a:extLst>
                      <a:ext uri="{FF2B5EF4-FFF2-40B4-BE49-F238E27FC236}">
                        <a16:creationId xmlns:a16="http://schemas.microsoft.com/office/drawing/2014/main" id="{8FF0EDA2-CE36-474A-94C6-3E1528F9F661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9" name="object 923">
                    <a:extLst>
                      <a:ext uri="{FF2B5EF4-FFF2-40B4-BE49-F238E27FC236}">
                        <a16:creationId xmlns:a16="http://schemas.microsoft.com/office/drawing/2014/main" id="{5428AE23-3403-4430-B520-77DFC9AE4663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0" name="object 924">
                    <a:extLst>
                      <a:ext uri="{FF2B5EF4-FFF2-40B4-BE49-F238E27FC236}">
                        <a16:creationId xmlns:a16="http://schemas.microsoft.com/office/drawing/2014/main" id="{F13A3777-09D1-4FD4-AE86-9CA8D683DE69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1" name="object 925">
                    <a:extLst>
                      <a:ext uri="{FF2B5EF4-FFF2-40B4-BE49-F238E27FC236}">
                        <a16:creationId xmlns:a16="http://schemas.microsoft.com/office/drawing/2014/main" id="{5BAD7FED-A628-4788-9964-3D2E90B921B0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2" name="object 926">
                    <a:extLst>
                      <a:ext uri="{FF2B5EF4-FFF2-40B4-BE49-F238E27FC236}">
                        <a16:creationId xmlns:a16="http://schemas.microsoft.com/office/drawing/2014/main" id="{67B8369D-0076-473F-88C9-EB9D199771D1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3" name="object 927">
                    <a:extLst>
                      <a:ext uri="{FF2B5EF4-FFF2-40B4-BE49-F238E27FC236}">
                        <a16:creationId xmlns:a16="http://schemas.microsoft.com/office/drawing/2014/main" id="{80564BA8-30B6-4335-8A63-6EE5670D390F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4" name="object 928">
                    <a:extLst>
                      <a:ext uri="{FF2B5EF4-FFF2-40B4-BE49-F238E27FC236}">
                        <a16:creationId xmlns:a16="http://schemas.microsoft.com/office/drawing/2014/main" id="{F6EAB442-A286-49F1-A926-2C13F4B58506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5" name="object 929">
                    <a:extLst>
                      <a:ext uri="{FF2B5EF4-FFF2-40B4-BE49-F238E27FC236}">
                        <a16:creationId xmlns:a16="http://schemas.microsoft.com/office/drawing/2014/main" id="{EEA633CD-0B95-417A-8907-968FF9C3E3B5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6" name="object 930">
                    <a:extLst>
                      <a:ext uri="{FF2B5EF4-FFF2-40B4-BE49-F238E27FC236}">
                        <a16:creationId xmlns:a16="http://schemas.microsoft.com/office/drawing/2014/main" id="{39FA80BD-96A0-423E-A91B-253C3841967E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7" name="object 931">
                    <a:extLst>
                      <a:ext uri="{FF2B5EF4-FFF2-40B4-BE49-F238E27FC236}">
                        <a16:creationId xmlns:a16="http://schemas.microsoft.com/office/drawing/2014/main" id="{8FE49CF4-9D87-49FC-B765-C50115D99759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8" name="object 932">
                    <a:extLst>
                      <a:ext uri="{FF2B5EF4-FFF2-40B4-BE49-F238E27FC236}">
                        <a16:creationId xmlns:a16="http://schemas.microsoft.com/office/drawing/2014/main" id="{DAE39C7C-F7CD-42BB-9B8E-7766D40E1FA1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9" name="object 933">
                    <a:extLst>
                      <a:ext uri="{FF2B5EF4-FFF2-40B4-BE49-F238E27FC236}">
                        <a16:creationId xmlns:a16="http://schemas.microsoft.com/office/drawing/2014/main" id="{BD2EFDD2-32B4-4701-8B2A-15EE6536F3D7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0" name="object 934">
                    <a:extLst>
                      <a:ext uri="{FF2B5EF4-FFF2-40B4-BE49-F238E27FC236}">
                        <a16:creationId xmlns:a16="http://schemas.microsoft.com/office/drawing/2014/main" id="{4C821DC6-D314-430A-A8F5-BE36D15B6E4A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1" name="object 935">
                    <a:extLst>
                      <a:ext uri="{FF2B5EF4-FFF2-40B4-BE49-F238E27FC236}">
                        <a16:creationId xmlns:a16="http://schemas.microsoft.com/office/drawing/2014/main" id="{C2897510-454C-4AC7-B99F-42040D0EF14A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2" name="object 936">
                    <a:extLst>
                      <a:ext uri="{FF2B5EF4-FFF2-40B4-BE49-F238E27FC236}">
                        <a16:creationId xmlns:a16="http://schemas.microsoft.com/office/drawing/2014/main" id="{91798054-7855-478B-B804-BD248914501B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3" name="object 937">
                    <a:extLst>
                      <a:ext uri="{FF2B5EF4-FFF2-40B4-BE49-F238E27FC236}">
                        <a16:creationId xmlns:a16="http://schemas.microsoft.com/office/drawing/2014/main" id="{9595DB7F-4C13-41DA-9A33-9D94B9858487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4" name="object 938">
                    <a:extLst>
                      <a:ext uri="{FF2B5EF4-FFF2-40B4-BE49-F238E27FC236}">
                        <a16:creationId xmlns:a16="http://schemas.microsoft.com/office/drawing/2014/main" id="{26CFD261-5A12-4930-B50B-C202F503BD6A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5" name="object 939">
                    <a:extLst>
                      <a:ext uri="{FF2B5EF4-FFF2-40B4-BE49-F238E27FC236}">
                        <a16:creationId xmlns:a16="http://schemas.microsoft.com/office/drawing/2014/main" id="{47B741F9-43C0-431F-8D32-E82BC3B9A016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6" name="object 940">
                    <a:extLst>
                      <a:ext uri="{FF2B5EF4-FFF2-40B4-BE49-F238E27FC236}">
                        <a16:creationId xmlns:a16="http://schemas.microsoft.com/office/drawing/2014/main" id="{64A85690-F2FC-4530-AFCD-4D87150CB304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7" name="object 941">
                    <a:extLst>
                      <a:ext uri="{FF2B5EF4-FFF2-40B4-BE49-F238E27FC236}">
                        <a16:creationId xmlns:a16="http://schemas.microsoft.com/office/drawing/2014/main" id="{1D2A62B5-7C0B-4712-B0E6-48472927F6AF}"/>
                      </a:ext>
                    </a:extLst>
                  </p:cNvPr>
                  <p:cNvSpPr/>
                  <p:nvPr/>
                </p:nvSpPr>
                <p:spPr>
                  <a:xfrm>
                    <a:off x="7478582" y="3823949"/>
                    <a:ext cx="30226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2600" h="171450">
                        <a:moveTo>
                          <a:pt x="0" y="154685"/>
                        </a:moveTo>
                        <a:lnTo>
                          <a:pt x="307848" y="0"/>
                        </a:lnTo>
                      </a:path>
                      <a:path w="3022600" h="171450">
                        <a:moveTo>
                          <a:pt x="2682989" y="171449"/>
                        </a:moveTo>
                        <a:lnTo>
                          <a:pt x="3022092" y="1523"/>
                        </a:lnTo>
                      </a:path>
                    </a:pathLst>
                  </a:custGeom>
                  <a:ln w="7670">
                    <a:solidFill>
                      <a:srgbClr val="000000"/>
                    </a:solidFill>
                    <a:prstDash val="sysDash"/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8" name="object 942">
                    <a:extLst>
                      <a:ext uri="{FF2B5EF4-FFF2-40B4-BE49-F238E27FC236}">
                        <a16:creationId xmlns:a16="http://schemas.microsoft.com/office/drawing/2014/main" id="{BD3A1F83-F3FA-47E2-B94E-3D4ACFAB19FD}"/>
                      </a:ext>
                    </a:extLst>
                  </p:cNvPr>
                  <p:cNvSpPr/>
                  <p:nvPr/>
                </p:nvSpPr>
                <p:spPr>
                  <a:xfrm>
                    <a:off x="9686096" y="5754095"/>
                    <a:ext cx="869950" cy="435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9950" h="435609">
                        <a:moveTo>
                          <a:pt x="0" y="435101"/>
                        </a:moveTo>
                        <a:lnTo>
                          <a:pt x="869441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9" name="object 943">
                    <a:extLst>
                      <a:ext uri="{FF2B5EF4-FFF2-40B4-BE49-F238E27FC236}">
                        <a16:creationId xmlns:a16="http://schemas.microsoft.com/office/drawing/2014/main" id="{BFD0A984-4583-4FAE-84E2-880D66A9AE2E}"/>
                      </a:ext>
                    </a:extLst>
                  </p:cNvPr>
                  <p:cNvSpPr/>
                  <p:nvPr/>
                </p:nvSpPr>
                <p:spPr>
                  <a:xfrm>
                    <a:off x="9686096" y="6148049"/>
                    <a:ext cx="41275" cy="55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245">
                        <a:moveTo>
                          <a:pt x="13716" y="0"/>
                        </a:moveTo>
                        <a:lnTo>
                          <a:pt x="0" y="41148"/>
                        </a:lnTo>
                        <a:lnTo>
                          <a:pt x="41148" y="54864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0" name="object 944">
                    <a:extLst>
                      <a:ext uri="{FF2B5EF4-FFF2-40B4-BE49-F238E27FC236}">
                        <a16:creationId xmlns:a16="http://schemas.microsoft.com/office/drawing/2014/main" id="{517B5D1D-E101-4F99-9889-E803BB07AD22}"/>
                      </a:ext>
                    </a:extLst>
                  </p:cNvPr>
                  <p:cNvSpPr/>
                  <p:nvPr/>
                </p:nvSpPr>
                <p:spPr>
                  <a:xfrm>
                    <a:off x="10514390" y="5740379"/>
                    <a:ext cx="41275" cy="55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879">
                        <a:moveTo>
                          <a:pt x="27431" y="55625"/>
                        </a:moveTo>
                        <a:lnTo>
                          <a:pt x="41147" y="13715"/>
                        </a:lnTo>
                        <a:lnTo>
                          <a:pt x="0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1" name="object 945">
                    <a:extLst>
                      <a:ext uri="{FF2B5EF4-FFF2-40B4-BE49-F238E27FC236}">
                        <a16:creationId xmlns:a16="http://schemas.microsoft.com/office/drawing/2014/main" id="{4B035090-C854-4412-B710-6E3B8D7628B9}"/>
                      </a:ext>
                    </a:extLst>
                  </p:cNvPr>
                  <p:cNvSpPr/>
                  <p:nvPr/>
                </p:nvSpPr>
                <p:spPr>
                  <a:xfrm>
                    <a:off x="9948224" y="5811245"/>
                    <a:ext cx="345440" cy="32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40" h="321309">
                        <a:moveTo>
                          <a:pt x="345186" y="197357"/>
                        </a:moveTo>
                        <a:lnTo>
                          <a:pt x="246888" y="0"/>
                        </a:lnTo>
                        <a:lnTo>
                          <a:pt x="0" y="123443"/>
                        </a:lnTo>
                        <a:lnTo>
                          <a:pt x="98298" y="320801"/>
                        </a:lnTo>
                        <a:lnTo>
                          <a:pt x="345186" y="1973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2" name="object 946">
                    <a:extLst>
                      <a:ext uri="{FF2B5EF4-FFF2-40B4-BE49-F238E27FC236}">
                        <a16:creationId xmlns:a16="http://schemas.microsoft.com/office/drawing/2014/main" id="{3C172A31-2CEA-4F65-B66A-041A4E160420}"/>
                      </a:ext>
                    </a:extLst>
                  </p:cNvPr>
                  <p:cNvSpPr/>
                  <p:nvPr/>
                </p:nvSpPr>
                <p:spPr>
                  <a:xfrm>
                    <a:off x="10000028" y="5866556"/>
                    <a:ext cx="254635" cy="210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634" h="210185">
                        <a:moveTo>
                          <a:pt x="39623" y="88706"/>
                        </a:moveTo>
                        <a:lnTo>
                          <a:pt x="38861" y="71942"/>
                        </a:lnTo>
                        <a:lnTo>
                          <a:pt x="0" y="90992"/>
                        </a:lnTo>
                        <a:lnTo>
                          <a:pt x="0" y="143570"/>
                        </a:lnTo>
                        <a:lnTo>
                          <a:pt x="6857" y="140846"/>
                        </a:lnTo>
                        <a:lnTo>
                          <a:pt x="6857" y="104708"/>
                        </a:lnTo>
                        <a:lnTo>
                          <a:pt x="39623" y="88706"/>
                        </a:lnTo>
                        <a:close/>
                      </a:path>
                      <a:path w="254634" h="210185">
                        <a:moveTo>
                          <a:pt x="76961" y="165668"/>
                        </a:moveTo>
                        <a:lnTo>
                          <a:pt x="76961" y="160334"/>
                        </a:lnTo>
                        <a:lnTo>
                          <a:pt x="76199" y="154238"/>
                        </a:lnTo>
                        <a:lnTo>
                          <a:pt x="48767" y="122234"/>
                        </a:lnTo>
                        <a:lnTo>
                          <a:pt x="27431" y="119026"/>
                        </a:lnTo>
                        <a:lnTo>
                          <a:pt x="18014" y="119984"/>
                        </a:lnTo>
                        <a:lnTo>
                          <a:pt x="6857" y="122996"/>
                        </a:lnTo>
                        <a:lnTo>
                          <a:pt x="6857" y="140846"/>
                        </a:lnTo>
                        <a:lnTo>
                          <a:pt x="7584" y="140558"/>
                        </a:lnTo>
                        <a:lnTo>
                          <a:pt x="14382" y="138331"/>
                        </a:lnTo>
                        <a:lnTo>
                          <a:pt x="20466" y="136819"/>
                        </a:lnTo>
                        <a:lnTo>
                          <a:pt x="25145" y="136072"/>
                        </a:lnTo>
                        <a:lnTo>
                          <a:pt x="35051" y="135950"/>
                        </a:lnTo>
                        <a:lnTo>
                          <a:pt x="43433" y="136712"/>
                        </a:lnTo>
                        <a:lnTo>
                          <a:pt x="70103" y="169478"/>
                        </a:lnTo>
                        <a:lnTo>
                          <a:pt x="70103" y="185861"/>
                        </a:lnTo>
                        <a:lnTo>
                          <a:pt x="72389" y="182432"/>
                        </a:lnTo>
                        <a:lnTo>
                          <a:pt x="73913" y="177098"/>
                        </a:lnTo>
                        <a:lnTo>
                          <a:pt x="76199" y="171764"/>
                        </a:lnTo>
                        <a:lnTo>
                          <a:pt x="76961" y="165668"/>
                        </a:lnTo>
                        <a:close/>
                      </a:path>
                      <a:path w="254634" h="210185">
                        <a:moveTo>
                          <a:pt x="70103" y="185861"/>
                        </a:moveTo>
                        <a:lnTo>
                          <a:pt x="70103" y="169478"/>
                        </a:lnTo>
                        <a:lnTo>
                          <a:pt x="67817" y="177098"/>
                        </a:lnTo>
                        <a:lnTo>
                          <a:pt x="64769" y="183956"/>
                        </a:lnTo>
                        <a:lnTo>
                          <a:pt x="60959" y="189290"/>
                        </a:lnTo>
                        <a:lnTo>
                          <a:pt x="54863" y="192338"/>
                        </a:lnTo>
                        <a:lnTo>
                          <a:pt x="50291" y="193862"/>
                        </a:lnTo>
                        <a:lnTo>
                          <a:pt x="45719" y="194624"/>
                        </a:lnTo>
                        <a:lnTo>
                          <a:pt x="40385" y="193862"/>
                        </a:lnTo>
                        <a:lnTo>
                          <a:pt x="36575" y="193862"/>
                        </a:lnTo>
                        <a:lnTo>
                          <a:pt x="34289" y="193100"/>
                        </a:lnTo>
                        <a:lnTo>
                          <a:pt x="33527" y="193100"/>
                        </a:lnTo>
                        <a:lnTo>
                          <a:pt x="32003" y="193862"/>
                        </a:lnTo>
                        <a:lnTo>
                          <a:pt x="30479" y="193862"/>
                        </a:lnTo>
                        <a:lnTo>
                          <a:pt x="27431" y="195386"/>
                        </a:lnTo>
                        <a:lnTo>
                          <a:pt x="25907" y="196910"/>
                        </a:lnTo>
                        <a:lnTo>
                          <a:pt x="25145" y="198434"/>
                        </a:lnTo>
                        <a:lnTo>
                          <a:pt x="25145" y="202244"/>
                        </a:lnTo>
                        <a:lnTo>
                          <a:pt x="25907" y="203768"/>
                        </a:lnTo>
                        <a:lnTo>
                          <a:pt x="26669" y="206054"/>
                        </a:lnTo>
                        <a:lnTo>
                          <a:pt x="29717" y="208340"/>
                        </a:lnTo>
                        <a:lnTo>
                          <a:pt x="33527" y="209102"/>
                        </a:lnTo>
                        <a:lnTo>
                          <a:pt x="38099" y="209864"/>
                        </a:lnTo>
                        <a:lnTo>
                          <a:pt x="43433" y="208340"/>
                        </a:lnTo>
                        <a:lnTo>
                          <a:pt x="49529" y="205292"/>
                        </a:lnTo>
                        <a:lnTo>
                          <a:pt x="56387" y="201482"/>
                        </a:lnTo>
                        <a:lnTo>
                          <a:pt x="61721" y="196910"/>
                        </a:lnTo>
                        <a:lnTo>
                          <a:pt x="66293" y="190814"/>
                        </a:lnTo>
                        <a:lnTo>
                          <a:pt x="69341" y="187004"/>
                        </a:lnTo>
                        <a:lnTo>
                          <a:pt x="70103" y="185861"/>
                        </a:lnTo>
                        <a:close/>
                      </a:path>
                      <a:path w="254634" h="210185">
                        <a:moveTo>
                          <a:pt x="166877" y="144332"/>
                        </a:moveTo>
                        <a:lnTo>
                          <a:pt x="165353" y="141284"/>
                        </a:lnTo>
                        <a:lnTo>
                          <a:pt x="160019" y="143570"/>
                        </a:lnTo>
                        <a:lnTo>
                          <a:pt x="156971" y="144332"/>
                        </a:lnTo>
                        <a:lnTo>
                          <a:pt x="150875" y="144332"/>
                        </a:lnTo>
                        <a:lnTo>
                          <a:pt x="149351" y="142808"/>
                        </a:lnTo>
                        <a:lnTo>
                          <a:pt x="148589" y="141284"/>
                        </a:lnTo>
                        <a:lnTo>
                          <a:pt x="146303" y="137474"/>
                        </a:lnTo>
                        <a:lnTo>
                          <a:pt x="97535" y="39938"/>
                        </a:lnTo>
                        <a:lnTo>
                          <a:pt x="94487" y="40700"/>
                        </a:lnTo>
                        <a:lnTo>
                          <a:pt x="74675" y="67370"/>
                        </a:lnTo>
                        <a:lnTo>
                          <a:pt x="76961" y="68894"/>
                        </a:lnTo>
                        <a:lnTo>
                          <a:pt x="82295" y="63560"/>
                        </a:lnTo>
                        <a:lnTo>
                          <a:pt x="86867" y="61274"/>
                        </a:lnTo>
                        <a:lnTo>
                          <a:pt x="88391" y="62036"/>
                        </a:lnTo>
                        <a:lnTo>
                          <a:pt x="89915" y="62036"/>
                        </a:lnTo>
                        <a:lnTo>
                          <a:pt x="92201" y="64322"/>
                        </a:lnTo>
                        <a:lnTo>
                          <a:pt x="130301" y="138236"/>
                        </a:lnTo>
                        <a:lnTo>
                          <a:pt x="134873" y="148904"/>
                        </a:lnTo>
                        <a:lnTo>
                          <a:pt x="134873" y="160334"/>
                        </a:lnTo>
                        <a:lnTo>
                          <a:pt x="166877" y="144332"/>
                        </a:lnTo>
                        <a:close/>
                      </a:path>
                      <a:path w="254634" h="210185">
                        <a:moveTo>
                          <a:pt x="134873" y="160334"/>
                        </a:moveTo>
                        <a:lnTo>
                          <a:pt x="134873" y="153476"/>
                        </a:lnTo>
                        <a:lnTo>
                          <a:pt x="133349" y="155000"/>
                        </a:lnTo>
                        <a:lnTo>
                          <a:pt x="132587" y="156524"/>
                        </a:lnTo>
                        <a:lnTo>
                          <a:pt x="129539" y="158810"/>
                        </a:lnTo>
                        <a:lnTo>
                          <a:pt x="124205" y="161858"/>
                        </a:lnTo>
                        <a:lnTo>
                          <a:pt x="125729" y="164906"/>
                        </a:lnTo>
                        <a:lnTo>
                          <a:pt x="134873" y="160334"/>
                        </a:lnTo>
                        <a:close/>
                      </a:path>
                      <a:path w="254634" h="210185">
                        <a:moveTo>
                          <a:pt x="218693" y="35366"/>
                        </a:moveTo>
                        <a:lnTo>
                          <a:pt x="218693" y="28508"/>
                        </a:lnTo>
                        <a:lnTo>
                          <a:pt x="217169" y="22412"/>
                        </a:lnTo>
                        <a:lnTo>
                          <a:pt x="214121" y="17078"/>
                        </a:lnTo>
                        <a:lnTo>
                          <a:pt x="210311" y="9458"/>
                        </a:lnTo>
                        <a:lnTo>
                          <a:pt x="204215" y="4124"/>
                        </a:lnTo>
                        <a:lnTo>
                          <a:pt x="195071" y="1076"/>
                        </a:lnTo>
                        <a:lnTo>
                          <a:pt x="188975" y="0"/>
                        </a:lnTo>
                        <a:lnTo>
                          <a:pt x="182117" y="28"/>
                        </a:lnTo>
                        <a:lnTo>
                          <a:pt x="150697" y="28532"/>
                        </a:lnTo>
                        <a:lnTo>
                          <a:pt x="150209" y="35366"/>
                        </a:lnTo>
                        <a:lnTo>
                          <a:pt x="151006" y="42772"/>
                        </a:lnTo>
                        <a:lnTo>
                          <a:pt x="153161" y="50606"/>
                        </a:lnTo>
                        <a:lnTo>
                          <a:pt x="155447" y="49463"/>
                        </a:lnTo>
                        <a:lnTo>
                          <a:pt x="155447" y="41462"/>
                        </a:lnTo>
                        <a:lnTo>
                          <a:pt x="156209" y="35366"/>
                        </a:lnTo>
                        <a:lnTo>
                          <a:pt x="158495" y="30032"/>
                        </a:lnTo>
                        <a:lnTo>
                          <a:pt x="161543" y="24698"/>
                        </a:lnTo>
                        <a:lnTo>
                          <a:pt x="165353" y="20888"/>
                        </a:lnTo>
                        <a:lnTo>
                          <a:pt x="170687" y="18602"/>
                        </a:lnTo>
                        <a:lnTo>
                          <a:pt x="176783" y="15554"/>
                        </a:lnTo>
                        <a:lnTo>
                          <a:pt x="182879" y="14792"/>
                        </a:lnTo>
                        <a:lnTo>
                          <a:pt x="188975" y="17078"/>
                        </a:lnTo>
                        <a:lnTo>
                          <a:pt x="195833" y="19364"/>
                        </a:lnTo>
                        <a:lnTo>
                          <a:pt x="208395" y="89369"/>
                        </a:lnTo>
                        <a:lnTo>
                          <a:pt x="209097" y="87134"/>
                        </a:lnTo>
                        <a:lnTo>
                          <a:pt x="213359" y="72704"/>
                        </a:lnTo>
                        <a:lnTo>
                          <a:pt x="215800" y="62262"/>
                        </a:lnTo>
                        <a:lnTo>
                          <a:pt x="217455" y="52606"/>
                        </a:lnTo>
                        <a:lnTo>
                          <a:pt x="218396" y="43665"/>
                        </a:lnTo>
                        <a:lnTo>
                          <a:pt x="218693" y="35366"/>
                        </a:lnTo>
                        <a:close/>
                      </a:path>
                      <a:path w="254634" h="210185">
                        <a:moveTo>
                          <a:pt x="156209" y="49082"/>
                        </a:moveTo>
                        <a:lnTo>
                          <a:pt x="155447" y="41462"/>
                        </a:lnTo>
                        <a:lnTo>
                          <a:pt x="155447" y="49463"/>
                        </a:lnTo>
                        <a:lnTo>
                          <a:pt x="156209" y="49082"/>
                        </a:lnTo>
                        <a:close/>
                      </a:path>
                      <a:path w="254634" h="210185">
                        <a:moveTo>
                          <a:pt x="208395" y="89369"/>
                        </a:moveTo>
                        <a:lnTo>
                          <a:pt x="208395" y="56523"/>
                        </a:lnTo>
                        <a:lnTo>
                          <a:pt x="207263" y="67370"/>
                        </a:lnTo>
                        <a:lnTo>
                          <a:pt x="204835" y="79371"/>
                        </a:lnTo>
                        <a:lnTo>
                          <a:pt x="200977" y="93659"/>
                        </a:lnTo>
                        <a:lnTo>
                          <a:pt x="195691" y="110232"/>
                        </a:lnTo>
                        <a:lnTo>
                          <a:pt x="188975" y="129092"/>
                        </a:lnTo>
                        <a:lnTo>
                          <a:pt x="190499" y="132140"/>
                        </a:lnTo>
                        <a:lnTo>
                          <a:pt x="201167" y="126806"/>
                        </a:lnTo>
                        <a:lnTo>
                          <a:pt x="201167" y="111566"/>
                        </a:lnTo>
                        <a:lnTo>
                          <a:pt x="205549" y="98421"/>
                        </a:lnTo>
                        <a:lnTo>
                          <a:pt x="208395" y="89369"/>
                        </a:lnTo>
                        <a:close/>
                      </a:path>
                      <a:path w="254634" h="210185">
                        <a:moveTo>
                          <a:pt x="254507" y="100136"/>
                        </a:moveTo>
                        <a:lnTo>
                          <a:pt x="251459" y="74990"/>
                        </a:lnTo>
                        <a:lnTo>
                          <a:pt x="248411" y="76514"/>
                        </a:lnTo>
                        <a:lnTo>
                          <a:pt x="248411" y="79562"/>
                        </a:lnTo>
                        <a:lnTo>
                          <a:pt x="247649" y="82610"/>
                        </a:lnTo>
                        <a:lnTo>
                          <a:pt x="246887" y="84896"/>
                        </a:lnTo>
                        <a:lnTo>
                          <a:pt x="245363" y="87182"/>
                        </a:lnTo>
                        <a:lnTo>
                          <a:pt x="243839" y="88706"/>
                        </a:lnTo>
                        <a:lnTo>
                          <a:pt x="241553" y="90230"/>
                        </a:lnTo>
                        <a:lnTo>
                          <a:pt x="239267" y="92516"/>
                        </a:lnTo>
                        <a:lnTo>
                          <a:pt x="235457" y="94802"/>
                        </a:lnTo>
                        <a:lnTo>
                          <a:pt x="229361" y="97088"/>
                        </a:lnTo>
                        <a:lnTo>
                          <a:pt x="201167" y="111566"/>
                        </a:lnTo>
                        <a:lnTo>
                          <a:pt x="201167" y="126806"/>
                        </a:lnTo>
                        <a:lnTo>
                          <a:pt x="254507" y="10013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903" name="Straight Arrow Connector 1902">
                    <a:extLst>
                      <a:ext uri="{FF2B5EF4-FFF2-40B4-BE49-F238E27FC236}">
                        <a16:creationId xmlns:a16="http://schemas.microsoft.com/office/drawing/2014/main" id="{D895C5D8-8ADF-4F91-AC5D-04E15044CD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82063" y="5374365"/>
                    <a:ext cx="0" cy="81438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4" name="Straight Arrow Connector 1903">
                    <a:extLst>
                      <a:ext uri="{FF2B5EF4-FFF2-40B4-BE49-F238E27FC236}">
                        <a16:creationId xmlns:a16="http://schemas.microsoft.com/office/drawing/2014/main" id="{500657EB-9D3B-4594-8AC2-C45111C5F3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70834" y="4257115"/>
                    <a:ext cx="0" cy="75364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05" name="object 13">
                    <a:extLst>
                      <a:ext uri="{FF2B5EF4-FFF2-40B4-BE49-F238E27FC236}">
                        <a16:creationId xmlns:a16="http://schemas.microsoft.com/office/drawing/2014/main" id="{ABA3B426-108B-4969-9A56-0524E9F12513}"/>
                      </a:ext>
                    </a:extLst>
                  </p:cNvPr>
                  <p:cNvSpPr txBox="1"/>
                  <p:nvPr/>
                </p:nvSpPr>
                <p:spPr>
                  <a:xfrm>
                    <a:off x="6719337" y="5020389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18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906" name="Straight Arrow Connector 1905">
                    <a:extLst>
                      <a:ext uri="{FF2B5EF4-FFF2-40B4-BE49-F238E27FC236}">
                        <a16:creationId xmlns:a16="http://schemas.microsoft.com/office/drawing/2014/main" id="{7592C541-85F6-418C-8025-E7CD7C4EA1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45001" y="6312569"/>
                    <a:ext cx="111417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7" name="Straight Arrow Connector 1906">
                    <a:extLst>
                      <a:ext uri="{FF2B5EF4-FFF2-40B4-BE49-F238E27FC236}">
                        <a16:creationId xmlns:a16="http://schemas.microsoft.com/office/drawing/2014/main" id="{759D6749-213F-40AB-9A30-B9A435D3F7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53692" y="6312569"/>
                    <a:ext cx="121145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08" name="object 13">
                    <a:extLst>
                      <a:ext uri="{FF2B5EF4-FFF2-40B4-BE49-F238E27FC236}">
                        <a16:creationId xmlns:a16="http://schemas.microsoft.com/office/drawing/2014/main" id="{99C8150A-8401-4F21-B91B-C3EAD13A6A9A}"/>
                      </a:ext>
                    </a:extLst>
                  </p:cNvPr>
                  <p:cNvSpPr txBox="1"/>
                  <p:nvPr/>
                </p:nvSpPr>
                <p:spPr>
                  <a:xfrm>
                    <a:off x="8267561" y="6166524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25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986" name="Rectangle 985">
                  <a:extLst>
                    <a:ext uri="{FF2B5EF4-FFF2-40B4-BE49-F238E27FC236}">
                      <a16:creationId xmlns:a16="http://schemas.microsoft.com/office/drawing/2014/main" id="{D6D5E31A-FF12-4B46-BA25-404774C64F42}"/>
                    </a:ext>
                  </a:extLst>
                </p:cNvPr>
                <p:cNvSpPr/>
                <p:nvPr/>
              </p:nvSpPr>
              <p:spPr>
                <a:xfrm>
                  <a:off x="7093819" y="4148488"/>
                  <a:ext cx="770021" cy="1318661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87" name="Rectangle 986">
                  <a:extLst>
                    <a:ext uri="{FF2B5EF4-FFF2-40B4-BE49-F238E27FC236}">
                      <a16:creationId xmlns:a16="http://schemas.microsoft.com/office/drawing/2014/main" id="{3264FC0E-A44B-4BF8-BA10-674FA126E9AB}"/>
                    </a:ext>
                  </a:extLst>
                </p:cNvPr>
                <p:cNvSpPr/>
                <p:nvPr/>
              </p:nvSpPr>
              <p:spPr>
                <a:xfrm>
                  <a:off x="6785613" y="3748378"/>
                  <a:ext cx="77777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(7, 2)</a:t>
                  </a:r>
                </a:p>
              </p:txBody>
            </p:sp>
            <p:sp>
              <p:nvSpPr>
                <p:cNvPr id="988" name="Rectangle 987">
                  <a:extLst>
                    <a:ext uri="{FF2B5EF4-FFF2-40B4-BE49-F238E27FC236}">
                      <a16:creationId xmlns:a16="http://schemas.microsoft.com/office/drawing/2014/main" id="{229FCA0B-9AE7-437D-A964-2A83A448B1DF}"/>
                    </a:ext>
                  </a:extLst>
                </p:cNvPr>
                <p:cNvSpPr/>
                <p:nvPr/>
              </p:nvSpPr>
              <p:spPr>
                <a:xfrm>
                  <a:off x="7783157" y="5267094"/>
                  <a:ext cx="103425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(13, 13)</a:t>
                  </a:r>
                </a:p>
              </p:txBody>
            </p:sp>
          </p:grpSp>
          <p:grpSp>
            <p:nvGrpSpPr>
              <p:cNvPr id="976" name="object 1527">
                <a:extLst>
                  <a:ext uri="{FF2B5EF4-FFF2-40B4-BE49-F238E27FC236}">
                    <a16:creationId xmlns:a16="http://schemas.microsoft.com/office/drawing/2014/main" id="{87BD6666-FF3B-4D28-A3D7-FAC39CDCA5FD}"/>
                  </a:ext>
                </a:extLst>
              </p:cNvPr>
              <p:cNvGrpSpPr/>
              <p:nvPr/>
            </p:nvGrpSpPr>
            <p:grpSpPr>
              <a:xfrm>
                <a:off x="2562032" y="4167738"/>
                <a:ext cx="753745" cy="1299558"/>
                <a:chOff x="2724797" y="4753354"/>
                <a:chExt cx="753745" cy="1299558"/>
              </a:xfrm>
            </p:grpSpPr>
            <p:sp>
              <p:nvSpPr>
                <p:cNvPr id="977" name="object 1529">
                  <a:extLst>
                    <a:ext uri="{FF2B5EF4-FFF2-40B4-BE49-F238E27FC236}">
                      <a16:creationId xmlns:a16="http://schemas.microsoft.com/office/drawing/2014/main" id="{53931A81-39FF-4803-AB0A-188F09BB6A8A}"/>
                    </a:ext>
                  </a:extLst>
                </p:cNvPr>
                <p:cNvSpPr/>
                <p:nvPr/>
              </p:nvSpPr>
              <p:spPr>
                <a:xfrm>
                  <a:off x="2940443" y="5620912"/>
                  <a:ext cx="214884" cy="432000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8" name="object 1530">
                  <a:extLst>
                    <a:ext uri="{FF2B5EF4-FFF2-40B4-BE49-F238E27FC236}">
                      <a16:creationId xmlns:a16="http://schemas.microsoft.com/office/drawing/2014/main" id="{AEC04DCE-D40D-49D6-8EF0-5D0B59B14B27}"/>
                    </a:ext>
                  </a:extLst>
                </p:cNvPr>
                <p:cNvSpPr/>
                <p:nvPr/>
              </p:nvSpPr>
              <p:spPr>
                <a:xfrm>
                  <a:off x="2724797" y="5191954"/>
                  <a:ext cx="215645" cy="432000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979" name="object 1531">
                  <a:extLst>
                    <a:ext uri="{FF2B5EF4-FFF2-40B4-BE49-F238E27FC236}">
                      <a16:creationId xmlns:a16="http://schemas.microsoft.com/office/drawing/2014/main" id="{FF644C46-BA24-4F9F-86B6-144682FAD276}"/>
                    </a:ext>
                  </a:extLst>
                </p:cNvPr>
                <p:cNvSpPr/>
                <p:nvPr/>
              </p:nvSpPr>
              <p:spPr>
                <a:xfrm>
                  <a:off x="3155327" y="5191954"/>
                  <a:ext cx="323088" cy="432000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0" name="object 1532">
                  <a:extLst>
                    <a:ext uri="{FF2B5EF4-FFF2-40B4-BE49-F238E27FC236}">
                      <a16:creationId xmlns:a16="http://schemas.microsoft.com/office/drawing/2014/main" id="{517B733C-A628-4931-8DAC-A2FC203B2749}"/>
                    </a:ext>
                  </a:extLst>
                </p:cNvPr>
                <p:cNvSpPr/>
                <p:nvPr/>
              </p:nvSpPr>
              <p:spPr>
                <a:xfrm>
                  <a:off x="2724797" y="4753354"/>
                  <a:ext cx="753618" cy="432000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1" name="object 1533">
                  <a:extLst>
                    <a:ext uri="{FF2B5EF4-FFF2-40B4-BE49-F238E27FC236}">
                      <a16:creationId xmlns:a16="http://schemas.microsoft.com/office/drawing/2014/main" id="{070691C6-BB68-4376-830B-386BE9894E1F}"/>
                    </a:ext>
                  </a:extLst>
                </p:cNvPr>
                <p:cNvSpPr/>
                <p:nvPr/>
              </p:nvSpPr>
              <p:spPr>
                <a:xfrm>
                  <a:off x="2724797" y="4753355"/>
                  <a:ext cx="753745" cy="12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45" h="1292860">
                      <a:moveTo>
                        <a:pt x="0" y="0"/>
                      </a:moveTo>
                      <a:lnTo>
                        <a:pt x="0" y="1292352"/>
                      </a:lnTo>
                      <a:lnTo>
                        <a:pt x="753618" y="1292352"/>
                      </a:lnTo>
                      <a:lnTo>
                        <a:pt x="7536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7094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2" name="object 1534">
                  <a:extLst>
                    <a:ext uri="{FF2B5EF4-FFF2-40B4-BE49-F238E27FC236}">
                      <a16:creationId xmlns:a16="http://schemas.microsoft.com/office/drawing/2014/main" id="{23254F69-CDD2-4C13-B4B8-C6067C13B038}"/>
                    </a:ext>
                  </a:extLst>
                </p:cNvPr>
                <p:cNvSpPr/>
                <p:nvPr/>
              </p:nvSpPr>
              <p:spPr>
                <a:xfrm>
                  <a:off x="3155327" y="5620912"/>
                  <a:ext cx="323088" cy="432000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983" name="object 1535">
                  <a:extLst>
                    <a:ext uri="{FF2B5EF4-FFF2-40B4-BE49-F238E27FC236}">
                      <a16:creationId xmlns:a16="http://schemas.microsoft.com/office/drawing/2014/main" id="{EDB66124-4862-4B28-BD76-BB84B4F97DC9}"/>
                    </a:ext>
                  </a:extLst>
                </p:cNvPr>
                <p:cNvSpPr/>
                <p:nvPr/>
              </p:nvSpPr>
              <p:spPr>
                <a:xfrm>
                  <a:off x="2724797" y="5620912"/>
                  <a:ext cx="215645" cy="432000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4" name="object 1536">
                  <a:extLst>
                    <a:ext uri="{FF2B5EF4-FFF2-40B4-BE49-F238E27FC236}">
                      <a16:creationId xmlns:a16="http://schemas.microsoft.com/office/drawing/2014/main" id="{D1454C68-131A-4C80-8DD7-51801CF3B565}"/>
                    </a:ext>
                  </a:extLst>
                </p:cNvPr>
                <p:cNvSpPr/>
                <p:nvPr/>
              </p:nvSpPr>
              <p:spPr>
                <a:xfrm>
                  <a:off x="2940443" y="5191954"/>
                  <a:ext cx="214884" cy="432000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68" name="Group 967">
              <a:extLst>
                <a:ext uri="{FF2B5EF4-FFF2-40B4-BE49-F238E27FC236}">
                  <a16:creationId xmlns:a16="http://schemas.microsoft.com/office/drawing/2014/main" id="{02ADC1AB-848C-4762-9D6B-747FA117D0B1}"/>
                </a:ext>
              </a:extLst>
            </p:cNvPr>
            <p:cNvGrpSpPr/>
            <p:nvPr/>
          </p:nvGrpSpPr>
          <p:grpSpPr>
            <a:xfrm>
              <a:off x="4190598" y="4059103"/>
              <a:ext cx="1159010" cy="1574485"/>
              <a:chOff x="2339515" y="3975233"/>
              <a:chExt cx="1159010" cy="1574485"/>
            </a:xfrm>
          </p:grpSpPr>
          <p:cxnSp>
            <p:nvCxnSpPr>
              <p:cNvPr id="969" name="Straight Arrow Connector 968">
                <a:extLst>
                  <a:ext uri="{FF2B5EF4-FFF2-40B4-BE49-F238E27FC236}">
                    <a16:creationId xmlns:a16="http://schemas.microsoft.com/office/drawing/2014/main" id="{A47C68BA-65FE-4036-ADA5-78A0A7CF5FA3}"/>
                  </a:ext>
                </a:extLst>
              </p:cNvPr>
              <p:cNvCxnSpPr>
                <a:cxnSpLocks/>
                <a:stCxn id="971" idx="2"/>
              </p:cNvCxnSpPr>
              <p:nvPr/>
            </p:nvCxnSpPr>
            <p:spPr>
              <a:xfrm>
                <a:off x="2523665" y="4816192"/>
                <a:ext cx="0" cy="47770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0" name="Straight Arrow Connector 969">
                <a:extLst>
                  <a:ext uri="{FF2B5EF4-FFF2-40B4-BE49-F238E27FC236}">
                    <a16:creationId xmlns:a16="http://schemas.microsoft.com/office/drawing/2014/main" id="{E2ABBB76-1D10-47CF-8E4E-65FA1D506511}"/>
                  </a:ext>
                </a:extLst>
              </p:cNvPr>
              <p:cNvCxnSpPr>
                <a:cxnSpLocks/>
                <a:stCxn id="971" idx="0"/>
              </p:cNvCxnSpPr>
              <p:nvPr/>
            </p:nvCxnSpPr>
            <p:spPr>
              <a:xfrm flipV="1">
                <a:off x="2523665" y="3975233"/>
                <a:ext cx="0" cy="54123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71" name="object 13">
                <a:extLst>
                  <a:ext uri="{FF2B5EF4-FFF2-40B4-BE49-F238E27FC236}">
                    <a16:creationId xmlns:a16="http://schemas.microsoft.com/office/drawing/2014/main" id="{7D58A580-DDB1-421B-BE98-4904DC3E3C1D}"/>
                  </a:ext>
                </a:extLst>
              </p:cNvPr>
              <p:cNvSpPr txBox="1"/>
              <p:nvPr/>
            </p:nvSpPr>
            <p:spPr>
              <a:xfrm>
                <a:off x="2339515" y="4516472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12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972" name="Straight Arrow Connector 971">
                <a:extLst>
                  <a:ext uri="{FF2B5EF4-FFF2-40B4-BE49-F238E27FC236}">
                    <a16:creationId xmlns:a16="http://schemas.microsoft.com/office/drawing/2014/main" id="{045548EC-2FF5-40CD-A414-19E50EF032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5589" y="5405668"/>
                <a:ext cx="3029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3" name="Straight Arrow Connector 972">
                <a:extLst>
                  <a:ext uri="{FF2B5EF4-FFF2-40B4-BE49-F238E27FC236}">
                    <a16:creationId xmlns:a16="http://schemas.microsoft.com/office/drawing/2014/main" id="{EBC0E494-E8EA-41A2-A410-B7A41EBECF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7816" y="5405668"/>
                <a:ext cx="2527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74" name="object 13">
                <a:extLst>
                  <a:ext uri="{FF2B5EF4-FFF2-40B4-BE49-F238E27FC236}">
                    <a16:creationId xmlns:a16="http://schemas.microsoft.com/office/drawing/2014/main" id="{F2EE05D1-F87F-4DAE-98B9-566375A3D1ED}"/>
                  </a:ext>
                </a:extLst>
              </p:cNvPr>
              <p:cNvSpPr txBox="1"/>
              <p:nvPr/>
            </p:nvSpPr>
            <p:spPr>
              <a:xfrm>
                <a:off x="2892423" y="5249998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7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909" name="Rectangle 1908">
            <a:extLst>
              <a:ext uri="{FF2B5EF4-FFF2-40B4-BE49-F238E27FC236}">
                <a16:creationId xmlns:a16="http://schemas.microsoft.com/office/drawing/2014/main" id="{65440E48-C65B-4D46-8D95-9644B159AAD4}"/>
              </a:ext>
            </a:extLst>
          </p:cNvPr>
          <p:cNvSpPr/>
          <p:nvPr/>
        </p:nvSpPr>
        <p:spPr>
          <a:xfrm>
            <a:off x="9756461" y="628167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RoI pooling</a:t>
            </a:r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0" name="Rectangle 1909">
                <a:extLst>
                  <a:ext uri="{FF2B5EF4-FFF2-40B4-BE49-F238E27FC236}">
                    <a16:creationId xmlns:a16="http://schemas.microsoft.com/office/drawing/2014/main" id="{4E59BFF2-D590-44E0-910B-CC11136BE6AC}"/>
                  </a:ext>
                </a:extLst>
              </p:cNvPr>
              <p:cNvSpPr/>
              <p:nvPr/>
            </p:nvSpPr>
            <p:spPr>
              <a:xfrm>
                <a:off x="9669279" y="5616616"/>
                <a:ext cx="1010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𝑘</m:t>
                      </m:r>
                      <m:r>
                        <a:rPr lang="en-US" altLang="zh-CN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</m:t>
                      </m:r>
                    </m:oMath>
                  </m:oMathPara>
                </a14:m>
                <a:endParaRPr lang="zh-CN" altLang="en-US" sz="2400" dirty="0">
                  <a:solidFill>
                    <a:srgbClr val="7030A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910" name="Rectangle 1909">
                <a:extLst>
                  <a:ext uri="{FF2B5EF4-FFF2-40B4-BE49-F238E27FC236}">
                    <a16:creationId xmlns:a16="http://schemas.microsoft.com/office/drawing/2014/main" id="{4E59BFF2-D590-44E0-910B-CC11136BE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279" y="5616616"/>
                <a:ext cx="101066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29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B8A9-A9A6-4B23-B7B3-23ACE279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Align Steps: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interpolation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1964F-4CB9-4DFA-8D43-D04BF02D6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54760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每个</a:t>
                </a:r>
                <a:r>
                  <a:rPr lang="en-US" altLang="zh-CN" dirty="0">
                    <a:solidFill>
                      <a:schemeClr val="tx1"/>
                    </a:solidFill>
                    <a:cs typeface="+mn-ea"/>
                    <a:sym typeface="+mn-lt"/>
                  </a:rPr>
                  <a:t>grid</a:t>
                </a:r>
                <a:r>
                  <a:rPr lang="zh-CN" altLang="en-US" dirty="0">
                    <a:solidFill>
                      <a:schemeClr val="tx1"/>
                    </a:solidFill>
                    <a:cs typeface="+mn-ea"/>
                    <a:sym typeface="+mn-lt"/>
                  </a:rPr>
                  <a:t>分成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cs typeface="+mn-ea"/>
                    <a:sym typeface="+mn-lt"/>
                  </a:rPr>
                  <a:t>cells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cs typeface="+mn-ea"/>
                    <a:sym typeface="+mn-lt"/>
                  </a:rPr>
                  <a:t>=2)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每个</a:t>
                </a:r>
                <a:r>
                  <a:rPr lang="en-US" altLang="zh-CN" dirty="0">
                    <a:cs typeface="+mn-ea"/>
                    <a:sym typeface="+mn-lt"/>
                  </a:rPr>
                  <a:t>cell</a:t>
                </a:r>
                <a:r>
                  <a:rPr lang="zh-CN" altLang="en-US" dirty="0">
                    <a:cs typeface="+mn-ea"/>
                    <a:sym typeface="+mn-lt"/>
                  </a:rPr>
                  <a:t>的对应的中心作为采样点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11964F-4CB9-4DFA-8D43-D04BF02D6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54760"/>
              </a:xfrm>
              <a:blipFill>
                <a:blip r:embed="rId2"/>
                <a:stretch>
                  <a:fillRect l="-1043" t="-3398" b="-9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31" name="Picture 2930">
            <a:extLst>
              <a:ext uri="{FF2B5EF4-FFF2-40B4-BE49-F238E27FC236}">
                <a16:creationId xmlns:a16="http://schemas.microsoft.com/office/drawing/2014/main" id="{FC58911D-BFE0-4AB2-9FF9-BA32A0C8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905" y="3336782"/>
            <a:ext cx="2789283" cy="31560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32" name="TextBox 2931">
                <a:extLst>
                  <a:ext uri="{FF2B5EF4-FFF2-40B4-BE49-F238E27FC236}">
                    <a16:creationId xmlns:a16="http://schemas.microsoft.com/office/drawing/2014/main" id="{99FCED9B-390D-455B-91A0-B3E3A70F521B}"/>
                  </a:ext>
                </a:extLst>
              </p:cNvPr>
              <p:cNvSpPr txBox="1"/>
              <p:nvPr/>
            </p:nvSpPr>
            <p:spPr>
              <a:xfrm>
                <a:off x="6477000" y="4352925"/>
                <a:ext cx="3801489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7.0  +   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2.23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1+0.5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=8.673</m:t>
                      </m:r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932" name="TextBox 2931">
                <a:extLst>
                  <a:ext uri="{FF2B5EF4-FFF2-40B4-BE49-F238E27FC236}">
                    <a16:creationId xmlns:a16="http://schemas.microsoft.com/office/drawing/2014/main" id="{99FCED9B-390D-455B-91A0-B3E3A70F5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52925"/>
                <a:ext cx="3801489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3" name="TextBox 2932">
                <a:extLst>
                  <a:ext uri="{FF2B5EF4-FFF2-40B4-BE49-F238E27FC236}">
                    <a16:creationId xmlns:a16="http://schemas.microsoft.com/office/drawing/2014/main" id="{3E90644C-B5A6-42AC-B91E-7E9362232C35}"/>
                  </a:ext>
                </a:extLst>
              </p:cNvPr>
              <p:cNvSpPr txBox="1"/>
              <p:nvPr/>
            </p:nvSpPr>
            <p:spPr>
              <a:xfrm>
                <a:off x="6477000" y="5238750"/>
                <a:ext cx="3806298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𝒚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 2.8  +   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3.5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=2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0+0.5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=3.675</m:t>
                      </m:r>
                    </m:oMath>
                  </m:oMathPara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933" name="TextBox 2932">
                <a:extLst>
                  <a:ext uri="{FF2B5EF4-FFF2-40B4-BE49-F238E27FC236}">
                    <a16:creationId xmlns:a16="http://schemas.microsoft.com/office/drawing/2014/main" id="{3E90644C-B5A6-42AC-B91E-7E9362232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238750"/>
                <a:ext cx="3806298" cy="5260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34" name="Group 2933">
            <a:extLst>
              <a:ext uri="{FF2B5EF4-FFF2-40B4-BE49-F238E27FC236}">
                <a16:creationId xmlns:a16="http://schemas.microsoft.com/office/drawing/2014/main" id="{ED47D44A-AFD6-436F-8B42-02DC1574A907}"/>
              </a:ext>
            </a:extLst>
          </p:cNvPr>
          <p:cNvGrpSpPr/>
          <p:nvPr/>
        </p:nvGrpSpPr>
        <p:grpSpPr>
          <a:xfrm>
            <a:off x="6477000" y="3663315"/>
            <a:ext cx="989965" cy="906146"/>
            <a:chOff x="5014848" y="3827017"/>
            <a:chExt cx="989965" cy="906146"/>
          </a:xfrm>
        </p:grpSpPr>
        <p:sp>
          <p:nvSpPr>
            <p:cNvPr id="2935" name="object 162">
              <a:extLst>
                <a:ext uri="{FF2B5EF4-FFF2-40B4-BE49-F238E27FC236}">
                  <a16:creationId xmlns:a16="http://schemas.microsoft.com/office/drawing/2014/main" id="{2413F71C-982A-436B-A0A8-12BF3A6CBE42}"/>
                </a:ext>
              </a:extLst>
            </p:cNvPr>
            <p:cNvSpPr/>
            <p:nvPr/>
          </p:nvSpPr>
          <p:spPr>
            <a:xfrm>
              <a:off x="5286641" y="4426458"/>
              <a:ext cx="431800" cy="306705"/>
            </a:xfrm>
            <a:custGeom>
              <a:avLst/>
              <a:gdLst/>
              <a:ahLst/>
              <a:cxnLst/>
              <a:rect l="l" t="t" r="r" b="b"/>
              <a:pathLst>
                <a:path w="431800" h="306704">
                  <a:moveTo>
                    <a:pt x="193738" y="181356"/>
                  </a:moveTo>
                  <a:lnTo>
                    <a:pt x="28193" y="181356"/>
                  </a:lnTo>
                  <a:lnTo>
                    <a:pt x="7619" y="215646"/>
                  </a:lnTo>
                  <a:lnTo>
                    <a:pt x="991" y="268071"/>
                  </a:lnTo>
                  <a:lnTo>
                    <a:pt x="761" y="282702"/>
                  </a:lnTo>
                  <a:lnTo>
                    <a:pt x="0" y="294894"/>
                  </a:lnTo>
                  <a:lnTo>
                    <a:pt x="0" y="306324"/>
                  </a:lnTo>
                  <a:lnTo>
                    <a:pt x="19050" y="306324"/>
                  </a:lnTo>
                  <a:lnTo>
                    <a:pt x="19050" y="294894"/>
                  </a:lnTo>
                  <a:lnTo>
                    <a:pt x="19691" y="279219"/>
                  </a:lnTo>
                  <a:lnTo>
                    <a:pt x="20454" y="264804"/>
                  </a:lnTo>
                  <a:lnTo>
                    <a:pt x="21659" y="250384"/>
                  </a:lnTo>
                  <a:lnTo>
                    <a:pt x="23621" y="234696"/>
                  </a:lnTo>
                  <a:lnTo>
                    <a:pt x="25145" y="226314"/>
                  </a:lnTo>
                  <a:lnTo>
                    <a:pt x="25145" y="227076"/>
                  </a:lnTo>
                  <a:lnTo>
                    <a:pt x="25907" y="219456"/>
                  </a:lnTo>
                  <a:lnTo>
                    <a:pt x="27431" y="212598"/>
                  </a:lnTo>
                  <a:lnTo>
                    <a:pt x="27431" y="213360"/>
                  </a:lnTo>
                  <a:lnTo>
                    <a:pt x="28955" y="207264"/>
                  </a:lnTo>
                  <a:lnTo>
                    <a:pt x="28955" y="200406"/>
                  </a:lnTo>
                  <a:lnTo>
                    <a:pt x="31241" y="200406"/>
                  </a:lnTo>
                  <a:lnTo>
                    <a:pt x="32003" y="200025"/>
                  </a:lnTo>
                  <a:lnTo>
                    <a:pt x="32003" y="199644"/>
                  </a:lnTo>
                  <a:lnTo>
                    <a:pt x="32765" y="198882"/>
                  </a:lnTo>
                  <a:lnTo>
                    <a:pt x="32765" y="199263"/>
                  </a:lnTo>
                  <a:lnTo>
                    <a:pt x="33527" y="198882"/>
                  </a:lnTo>
                  <a:lnTo>
                    <a:pt x="33528" y="200406"/>
                  </a:lnTo>
                  <a:lnTo>
                    <a:pt x="192024" y="200406"/>
                  </a:lnTo>
                  <a:lnTo>
                    <a:pt x="192024" y="183642"/>
                  </a:lnTo>
                  <a:lnTo>
                    <a:pt x="193738" y="181356"/>
                  </a:lnTo>
                  <a:close/>
                </a:path>
                <a:path w="431800" h="306704">
                  <a:moveTo>
                    <a:pt x="32003" y="200406"/>
                  </a:moveTo>
                  <a:lnTo>
                    <a:pt x="28955" y="200406"/>
                  </a:lnTo>
                  <a:lnTo>
                    <a:pt x="28955" y="208026"/>
                  </a:lnTo>
                  <a:lnTo>
                    <a:pt x="30479" y="203454"/>
                  </a:lnTo>
                  <a:lnTo>
                    <a:pt x="30479" y="204216"/>
                  </a:lnTo>
                  <a:lnTo>
                    <a:pt x="31241" y="202311"/>
                  </a:lnTo>
                  <a:lnTo>
                    <a:pt x="31241" y="201930"/>
                  </a:lnTo>
                  <a:lnTo>
                    <a:pt x="32003" y="200406"/>
                  </a:lnTo>
                  <a:close/>
                </a:path>
                <a:path w="431800" h="306704">
                  <a:moveTo>
                    <a:pt x="32257" y="199898"/>
                  </a:moveTo>
                  <a:lnTo>
                    <a:pt x="31241" y="200406"/>
                  </a:lnTo>
                  <a:lnTo>
                    <a:pt x="32003" y="200406"/>
                  </a:lnTo>
                  <a:lnTo>
                    <a:pt x="32257" y="199898"/>
                  </a:lnTo>
                  <a:close/>
                </a:path>
                <a:path w="431800" h="306704">
                  <a:moveTo>
                    <a:pt x="32003" y="200406"/>
                  </a:moveTo>
                  <a:lnTo>
                    <a:pt x="31241" y="201930"/>
                  </a:lnTo>
                  <a:lnTo>
                    <a:pt x="31568" y="201494"/>
                  </a:lnTo>
                  <a:lnTo>
                    <a:pt x="32003" y="200406"/>
                  </a:lnTo>
                  <a:close/>
                </a:path>
                <a:path w="431800" h="306704">
                  <a:moveTo>
                    <a:pt x="31568" y="201494"/>
                  </a:moveTo>
                  <a:lnTo>
                    <a:pt x="31241" y="201930"/>
                  </a:lnTo>
                  <a:lnTo>
                    <a:pt x="31241" y="202311"/>
                  </a:lnTo>
                  <a:lnTo>
                    <a:pt x="31568" y="201494"/>
                  </a:lnTo>
                  <a:close/>
                </a:path>
                <a:path w="431800" h="306704">
                  <a:moveTo>
                    <a:pt x="32384" y="200406"/>
                  </a:moveTo>
                  <a:lnTo>
                    <a:pt x="32003" y="200406"/>
                  </a:lnTo>
                  <a:lnTo>
                    <a:pt x="31568" y="201494"/>
                  </a:lnTo>
                  <a:lnTo>
                    <a:pt x="32384" y="200406"/>
                  </a:lnTo>
                  <a:close/>
                </a:path>
                <a:path w="431800" h="306704">
                  <a:moveTo>
                    <a:pt x="32511" y="199390"/>
                  </a:moveTo>
                  <a:lnTo>
                    <a:pt x="32003" y="199644"/>
                  </a:lnTo>
                  <a:lnTo>
                    <a:pt x="32003" y="200025"/>
                  </a:lnTo>
                  <a:lnTo>
                    <a:pt x="32257" y="199898"/>
                  </a:lnTo>
                  <a:lnTo>
                    <a:pt x="32511" y="199390"/>
                  </a:lnTo>
                  <a:close/>
                </a:path>
                <a:path w="431800" h="306704">
                  <a:moveTo>
                    <a:pt x="32765" y="199644"/>
                  </a:moveTo>
                  <a:lnTo>
                    <a:pt x="32257" y="199898"/>
                  </a:lnTo>
                  <a:lnTo>
                    <a:pt x="32003" y="200406"/>
                  </a:lnTo>
                  <a:lnTo>
                    <a:pt x="32765" y="199644"/>
                  </a:lnTo>
                  <a:close/>
                </a:path>
                <a:path w="431800" h="306704">
                  <a:moveTo>
                    <a:pt x="32765" y="199898"/>
                  </a:moveTo>
                  <a:lnTo>
                    <a:pt x="32765" y="199644"/>
                  </a:lnTo>
                  <a:lnTo>
                    <a:pt x="32003" y="200406"/>
                  </a:lnTo>
                  <a:lnTo>
                    <a:pt x="32384" y="200406"/>
                  </a:lnTo>
                  <a:lnTo>
                    <a:pt x="32765" y="199898"/>
                  </a:lnTo>
                  <a:close/>
                </a:path>
                <a:path w="431800" h="306704">
                  <a:moveTo>
                    <a:pt x="33527" y="198882"/>
                  </a:moveTo>
                  <a:lnTo>
                    <a:pt x="32511" y="199390"/>
                  </a:lnTo>
                  <a:lnTo>
                    <a:pt x="32257" y="199898"/>
                  </a:lnTo>
                  <a:lnTo>
                    <a:pt x="32765" y="199644"/>
                  </a:lnTo>
                  <a:lnTo>
                    <a:pt x="32765" y="199898"/>
                  </a:lnTo>
                  <a:lnTo>
                    <a:pt x="33527" y="198882"/>
                  </a:lnTo>
                  <a:close/>
                </a:path>
                <a:path w="431800" h="306704">
                  <a:moveTo>
                    <a:pt x="33528" y="200406"/>
                  </a:moveTo>
                  <a:lnTo>
                    <a:pt x="33527" y="198882"/>
                  </a:lnTo>
                  <a:lnTo>
                    <a:pt x="32384" y="200406"/>
                  </a:lnTo>
                  <a:lnTo>
                    <a:pt x="33528" y="200406"/>
                  </a:lnTo>
                  <a:close/>
                </a:path>
                <a:path w="431800" h="306704">
                  <a:moveTo>
                    <a:pt x="32765" y="199263"/>
                  </a:moveTo>
                  <a:lnTo>
                    <a:pt x="32765" y="198882"/>
                  </a:lnTo>
                  <a:lnTo>
                    <a:pt x="32511" y="199390"/>
                  </a:lnTo>
                  <a:lnTo>
                    <a:pt x="32765" y="199263"/>
                  </a:lnTo>
                  <a:close/>
                </a:path>
                <a:path w="431800" h="306704">
                  <a:moveTo>
                    <a:pt x="193852" y="181356"/>
                  </a:moveTo>
                  <a:lnTo>
                    <a:pt x="192024" y="183642"/>
                  </a:lnTo>
                  <a:lnTo>
                    <a:pt x="193548" y="182118"/>
                  </a:lnTo>
                  <a:lnTo>
                    <a:pt x="193852" y="181356"/>
                  </a:lnTo>
                  <a:close/>
                </a:path>
                <a:path w="431800" h="306704">
                  <a:moveTo>
                    <a:pt x="195834" y="181356"/>
                  </a:moveTo>
                  <a:lnTo>
                    <a:pt x="193294" y="182626"/>
                  </a:lnTo>
                  <a:lnTo>
                    <a:pt x="192786" y="183642"/>
                  </a:lnTo>
                  <a:lnTo>
                    <a:pt x="192786" y="182880"/>
                  </a:lnTo>
                  <a:lnTo>
                    <a:pt x="192024" y="183642"/>
                  </a:lnTo>
                  <a:lnTo>
                    <a:pt x="192024" y="200406"/>
                  </a:lnTo>
                  <a:lnTo>
                    <a:pt x="192786" y="200406"/>
                  </a:lnTo>
                  <a:lnTo>
                    <a:pt x="192786" y="183642"/>
                  </a:lnTo>
                  <a:lnTo>
                    <a:pt x="193294" y="182626"/>
                  </a:lnTo>
                  <a:lnTo>
                    <a:pt x="193294" y="200406"/>
                  </a:lnTo>
                  <a:lnTo>
                    <a:pt x="195072" y="200406"/>
                  </a:lnTo>
                  <a:lnTo>
                    <a:pt x="195072" y="182118"/>
                  </a:lnTo>
                  <a:lnTo>
                    <a:pt x="195834" y="181356"/>
                  </a:lnTo>
                  <a:close/>
                </a:path>
                <a:path w="431800" h="306704">
                  <a:moveTo>
                    <a:pt x="193548" y="182118"/>
                  </a:moveTo>
                  <a:lnTo>
                    <a:pt x="192786" y="182880"/>
                  </a:lnTo>
                  <a:lnTo>
                    <a:pt x="193294" y="182626"/>
                  </a:lnTo>
                  <a:lnTo>
                    <a:pt x="193548" y="182118"/>
                  </a:lnTo>
                  <a:close/>
                </a:path>
                <a:path w="431800" h="306704">
                  <a:moveTo>
                    <a:pt x="195834" y="181356"/>
                  </a:moveTo>
                  <a:lnTo>
                    <a:pt x="193929" y="181356"/>
                  </a:lnTo>
                  <a:lnTo>
                    <a:pt x="193294" y="182626"/>
                  </a:lnTo>
                  <a:lnTo>
                    <a:pt x="195834" y="181356"/>
                  </a:lnTo>
                  <a:close/>
                </a:path>
                <a:path w="431800" h="306704">
                  <a:moveTo>
                    <a:pt x="193929" y="181356"/>
                  </a:moveTo>
                  <a:lnTo>
                    <a:pt x="193548" y="182118"/>
                  </a:lnTo>
                  <a:lnTo>
                    <a:pt x="193929" y="181356"/>
                  </a:lnTo>
                  <a:close/>
                </a:path>
                <a:path w="431800" h="306704">
                  <a:moveTo>
                    <a:pt x="193983" y="181029"/>
                  </a:moveTo>
                  <a:lnTo>
                    <a:pt x="193738" y="181356"/>
                  </a:lnTo>
                  <a:lnTo>
                    <a:pt x="193983" y="181029"/>
                  </a:lnTo>
                  <a:close/>
                </a:path>
                <a:path w="431800" h="306704">
                  <a:moveTo>
                    <a:pt x="194310" y="180594"/>
                  </a:moveTo>
                  <a:lnTo>
                    <a:pt x="193983" y="181029"/>
                  </a:lnTo>
                  <a:lnTo>
                    <a:pt x="193852" y="181356"/>
                  </a:lnTo>
                  <a:lnTo>
                    <a:pt x="193983" y="181247"/>
                  </a:lnTo>
                  <a:lnTo>
                    <a:pt x="194310" y="180594"/>
                  </a:lnTo>
                  <a:close/>
                </a:path>
                <a:path w="431800" h="306704">
                  <a:moveTo>
                    <a:pt x="194310" y="181356"/>
                  </a:moveTo>
                  <a:lnTo>
                    <a:pt x="194310" y="180594"/>
                  </a:lnTo>
                  <a:lnTo>
                    <a:pt x="193929" y="181356"/>
                  </a:lnTo>
                  <a:lnTo>
                    <a:pt x="194310" y="181356"/>
                  </a:lnTo>
                  <a:close/>
                </a:path>
                <a:path w="431800" h="306704">
                  <a:moveTo>
                    <a:pt x="225452" y="76200"/>
                  </a:moveTo>
                  <a:lnTo>
                    <a:pt x="224790" y="0"/>
                  </a:lnTo>
                  <a:lnTo>
                    <a:pt x="206502" y="0"/>
                  </a:lnTo>
                  <a:lnTo>
                    <a:pt x="205740" y="87630"/>
                  </a:lnTo>
                  <a:lnTo>
                    <a:pt x="205740" y="99060"/>
                  </a:lnTo>
                  <a:lnTo>
                    <a:pt x="204978" y="109728"/>
                  </a:lnTo>
                  <a:lnTo>
                    <a:pt x="204978" y="119634"/>
                  </a:lnTo>
                  <a:lnTo>
                    <a:pt x="204215" y="130302"/>
                  </a:lnTo>
                  <a:lnTo>
                    <a:pt x="202692" y="139446"/>
                  </a:lnTo>
                  <a:lnTo>
                    <a:pt x="201930" y="147828"/>
                  </a:lnTo>
                  <a:lnTo>
                    <a:pt x="200406" y="156210"/>
                  </a:lnTo>
                  <a:lnTo>
                    <a:pt x="200406" y="155448"/>
                  </a:lnTo>
                  <a:lnTo>
                    <a:pt x="199644" y="163068"/>
                  </a:lnTo>
                  <a:lnTo>
                    <a:pt x="198120" y="169164"/>
                  </a:lnTo>
                  <a:lnTo>
                    <a:pt x="196596" y="174498"/>
                  </a:lnTo>
                  <a:lnTo>
                    <a:pt x="195072" y="179070"/>
                  </a:lnTo>
                  <a:lnTo>
                    <a:pt x="195072" y="178308"/>
                  </a:lnTo>
                  <a:lnTo>
                    <a:pt x="193983" y="181029"/>
                  </a:lnTo>
                  <a:lnTo>
                    <a:pt x="194310" y="180594"/>
                  </a:lnTo>
                  <a:lnTo>
                    <a:pt x="194310" y="181356"/>
                  </a:lnTo>
                  <a:lnTo>
                    <a:pt x="196596" y="181356"/>
                  </a:lnTo>
                  <a:lnTo>
                    <a:pt x="196596" y="200406"/>
                  </a:lnTo>
                  <a:lnTo>
                    <a:pt x="197358" y="200406"/>
                  </a:lnTo>
                  <a:lnTo>
                    <a:pt x="206502" y="191785"/>
                  </a:lnTo>
                  <a:lnTo>
                    <a:pt x="206502" y="76200"/>
                  </a:lnTo>
                  <a:lnTo>
                    <a:pt x="225452" y="76200"/>
                  </a:lnTo>
                  <a:close/>
                </a:path>
                <a:path w="431800" h="306704">
                  <a:moveTo>
                    <a:pt x="196596" y="181356"/>
                  </a:moveTo>
                  <a:lnTo>
                    <a:pt x="195834" y="181356"/>
                  </a:lnTo>
                  <a:lnTo>
                    <a:pt x="195072" y="182118"/>
                  </a:lnTo>
                  <a:lnTo>
                    <a:pt x="196596" y="181356"/>
                  </a:lnTo>
                  <a:close/>
                </a:path>
                <a:path w="431800" h="306704">
                  <a:moveTo>
                    <a:pt x="196596" y="200406"/>
                  </a:moveTo>
                  <a:lnTo>
                    <a:pt x="196596" y="181356"/>
                  </a:lnTo>
                  <a:lnTo>
                    <a:pt x="195072" y="182118"/>
                  </a:lnTo>
                  <a:lnTo>
                    <a:pt x="195072" y="200406"/>
                  </a:lnTo>
                  <a:lnTo>
                    <a:pt x="196596" y="200406"/>
                  </a:lnTo>
                  <a:close/>
                </a:path>
                <a:path w="431800" h="306704">
                  <a:moveTo>
                    <a:pt x="225464" y="77518"/>
                  </a:moveTo>
                  <a:lnTo>
                    <a:pt x="225452" y="76200"/>
                  </a:lnTo>
                  <a:lnTo>
                    <a:pt x="206502" y="76200"/>
                  </a:lnTo>
                  <a:lnTo>
                    <a:pt x="206502" y="87630"/>
                  </a:lnTo>
                  <a:lnTo>
                    <a:pt x="207282" y="111605"/>
                  </a:lnTo>
                  <a:lnTo>
                    <a:pt x="210573" y="150418"/>
                  </a:lnTo>
                  <a:lnTo>
                    <a:pt x="215646" y="172681"/>
                  </a:lnTo>
                  <a:lnTo>
                    <a:pt x="220718" y="150418"/>
                  </a:lnTo>
                  <a:lnTo>
                    <a:pt x="224009" y="111605"/>
                  </a:lnTo>
                  <a:lnTo>
                    <a:pt x="224790" y="87630"/>
                  </a:lnTo>
                  <a:lnTo>
                    <a:pt x="225464" y="77518"/>
                  </a:lnTo>
                  <a:close/>
                </a:path>
                <a:path w="431800" h="306704">
                  <a:moveTo>
                    <a:pt x="215646" y="172681"/>
                  </a:moveTo>
                  <a:lnTo>
                    <a:pt x="210573" y="150418"/>
                  </a:lnTo>
                  <a:lnTo>
                    <a:pt x="207282" y="111605"/>
                  </a:lnTo>
                  <a:lnTo>
                    <a:pt x="206502" y="87630"/>
                  </a:lnTo>
                  <a:lnTo>
                    <a:pt x="206502" y="191785"/>
                  </a:lnTo>
                  <a:lnTo>
                    <a:pt x="212604" y="186031"/>
                  </a:lnTo>
                  <a:lnTo>
                    <a:pt x="215646" y="172681"/>
                  </a:lnTo>
                  <a:close/>
                </a:path>
                <a:path w="431800" h="306704">
                  <a:moveTo>
                    <a:pt x="227076" y="120396"/>
                  </a:moveTo>
                  <a:lnTo>
                    <a:pt x="225552" y="99060"/>
                  </a:lnTo>
                  <a:lnTo>
                    <a:pt x="225464" y="77518"/>
                  </a:lnTo>
                  <a:lnTo>
                    <a:pt x="224790" y="87630"/>
                  </a:lnTo>
                  <a:lnTo>
                    <a:pt x="224009" y="111605"/>
                  </a:lnTo>
                  <a:lnTo>
                    <a:pt x="220718" y="150418"/>
                  </a:lnTo>
                  <a:lnTo>
                    <a:pt x="215646" y="172681"/>
                  </a:lnTo>
                  <a:lnTo>
                    <a:pt x="218687" y="186031"/>
                  </a:lnTo>
                  <a:lnTo>
                    <a:pt x="226314" y="193221"/>
                  </a:lnTo>
                  <a:lnTo>
                    <a:pt x="226314" y="119634"/>
                  </a:lnTo>
                  <a:lnTo>
                    <a:pt x="227076" y="120396"/>
                  </a:lnTo>
                  <a:close/>
                </a:path>
                <a:path w="431800" h="306704">
                  <a:moveTo>
                    <a:pt x="225552" y="76200"/>
                  </a:moveTo>
                  <a:lnTo>
                    <a:pt x="225464" y="77518"/>
                  </a:lnTo>
                  <a:lnTo>
                    <a:pt x="225552" y="76200"/>
                  </a:lnTo>
                  <a:close/>
                </a:path>
                <a:path w="431800" h="306704">
                  <a:moveTo>
                    <a:pt x="237308" y="181029"/>
                  </a:moveTo>
                  <a:lnTo>
                    <a:pt x="236220" y="178308"/>
                  </a:lnTo>
                  <a:lnTo>
                    <a:pt x="236220" y="179070"/>
                  </a:lnTo>
                  <a:lnTo>
                    <a:pt x="234696" y="174498"/>
                  </a:lnTo>
                  <a:lnTo>
                    <a:pt x="233172" y="169164"/>
                  </a:lnTo>
                  <a:lnTo>
                    <a:pt x="231647" y="163068"/>
                  </a:lnTo>
                  <a:lnTo>
                    <a:pt x="230886" y="155448"/>
                  </a:lnTo>
                  <a:lnTo>
                    <a:pt x="230886" y="156210"/>
                  </a:lnTo>
                  <a:lnTo>
                    <a:pt x="229361" y="147828"/>
                  </a:lnTo>
                  <a:lnTo>
                    <a:pt x="227838" y="130302"/>
                  </a:lnTo>
                  <a:lnTo>
                    <a:pt x="226314" y="119634"/>
                  </a:lnTo>
                  <a:lnTo>
                    <a:pt x="226314" y="193221"/>
                  </a:lnTo>
                  <a:lnTo>
                    <a:pt x="233934" y="200406"/>
                  </a:lnTo>
                  <a:lnTo>
                    <a:pt x="234695" y="200406"/>
                  </a:lnTo>
                  <a:lnTo>
                    <a:pt x="234696" y="181356"/>
                  </a:lnTo>
                  <a:lnTo>
                    <a:pt x="236982" y="181356"/>
                  </a:lnTo>
                  <a:lnTo>
                    <a:pt x="236982" y="180594"/>
                  </a:lnTo>
                  <a:lnTo>
                    <a:pt x="237308" y="181029"/>
                  </a:lnTo>
                  <a:close/>
                </a:path>
                <a:path w="431800" h="306704">
                  <a:moveTo>
                    <a:pt x="236220" y="182118"/>
                  </a:moveTo>
                  <a:lnTo>
                    <a:pt x="235458" y="181356"/>
                  </a:lnTo>
                  <a:lnTo>
                    <a:pt x="234696" y="181356"/>
                  </a:lnTo>
                  <a:lnTo>
                    <a:pt x="236220" y="182118"/>
                  </a:lnTo>
                  <a:close/>
                </a:path>
                <a:path w="431800" h="306704">
                  <a:moveTo>
                    <a:pt x="236220" y="200406"/>
                  </a:moveTo>
                  <a:lnTo>
                    <a:pt x="236220" y="182118"/>
                  </a:lnTo>
                  <a:lnTo>
                    <a:pt x="234696" y="181356"/>
                  </a:lnTo>
                  <a:lnTo>
                    <a:pt x="234695" y="200406"/>
                  </a:lnTo>
                  <a:lnTo>
                    <a:pt x="236220" y="200406"/>
                  </a:lnTo>
                  <a:close/>
                </a:path>
                <a:path w="431800" h="306704">
                  <a:moveTo>
                    <a:pt x="237997" y="182626"/>
                  </a:moveTo>
                  <a:lnTo>
                    <a:pt x="237362" y="181356"/>
                  </a:lnTo>
                  <a:lnTo>
                    <a:pt x="235458" y="181356"/>
                  </a:lnTo>
                  <a:lnTo>
                    <a:pt x="236982" y="182372"/>
                  </a:lnTo>
                  <a:lnTo>
                    <a:pt x="236982" y="182118"/>
                  </a:lnTo>
                  <a:lnTo>
                    <a:pt x="237997" y="182626"/>
                  </a:lnTo>
                  <a:close/>
                </a:path>
                <a:path w="431800" h="306704">
                  <a:moveTo>
                    <a:pt x="237744" y="200406"/>
                  </a:moveTo>
                  <a:lnTo>
                    <a:pt x="237744" y="182880"/>
                  </a:lnTo>
                  <a:lnTo>
                    <a:pt x="235458" y="181356"/>
                  </a:lnTo>
                  <a:lnTo>
                    <a:pt x="236220" y="182118"/>
                  </a:lnTo>
                  <a:lnTo>
                    <a:pt x="236220" y="200406"/>
                  </a:lnTo>
                  <a:lnTo>
                    <a:pt x="237744" y="200406"/>
                  </a:lnTo>
                  <a:close/>
                </a:path>
                <a:path w="431800" h="306704">
                  <a:moveTo>
                    <a:pt x="237439" y="181356"/>
                  </a:moveTo>
                  <a:lnTo>
                    <a:pt x="237308" y="181029"/>
                  </a:lnTo>
                  <a:lnTo>
                    <a:pt x="236982" y="180594"/>
                  </a:lnTo>
                  <a:lnTo>
                    <a:pt x="237308" y="181247"/>
                  </a:lnTo>
                  <a:lnTo>
                    <a:pt x="237439" y="181356"/>
                  </a:lnTo>
                  <a:close/>
                </a:path>
                <a:path w="431800" h="306704">
                  <a:moveTo>
                    <a:pt x="237362" y="181356"/>
                  </a:moveTo>
                  <a:lnTo>
                    <a:pt x="236982" y="180594"/>
                  </a:lnTo>
                  <a:lnTo>
                    <a:pt x="236982" y="181356"/>
                  </a:lnTo>
                  <a:lnTo>
                    <a:pt x="237362" y="181356"/>
                  </a:lnTo>
                  <a:close/>
                </a:path>
                <a:path w="431800" h="306704">
                  <a:moveTo>
                    <a:pt x="238505" y="200406"/>
                  </a:moveTo>
                  <a:lnTo>
                    <a:pt x="238505" y="183641"/>
                  </a:lnTo>
                  <a:lnTo>
                    <a:pt x="237997" y="182626"/>
                  </a:lnTo>
                  <a:lnTo>
                    <a:pt x="236982" y="182118"/>
                  </a:lnTo>
                  <a:lnTo>
                    <a:pt x="237744" y="182880"/>
                  </a:lnTo>
                  <a:lnTo>
                    <a:pt x="237744" y="200406"/>
                  </a:lnTo>
                  <a:lnTo>
                    <a:pt x="238505" y="200406"/>
                  </a:lnTo>
                  <a:close/>
                </a:path>
                <a:path w="431800" h="306704">
                  <a:moveTo>
                    <a:pt x="237744" y="182880"/>
                  </a:moveTo>
                  <a:lnTo>
                    <a:pt x="236982" y="182118"/>
                  </a:lnTo>
                  <a:lnTo>
                    <a:pt x="236982" y="182372"/>
                  </a:lnTo>
                  <a:lnTo>
                    <a:pt x="237744" y="182880"/>
                  </a:lnTo>
                  <a:close/>
                </a:path>
                <a:path w="431800" h="306704">
                  <a:moveTo>
                    <a:pt x="237553" y="181356"/>
                  </a:moveTo>
                  <a:lnTo>
                    <a:pt x="237308" y="181029"/>
                  </a:lnTo>
                  <a:lnTo>
                    <a:pt x="237439" y="181356"/>
                  </a:lnTo>
                  <a:close/>
                </a:path>
                <a:path w="431800" h="306704">
                  <a:moveTo>
                    <a:pt x="237744" y="182118"/>
                  </a:moveTo>
                  <a:lnTo>
                    <a:pt x="237439" y="181356"/>
                  </a:lnTo>
                  <a:lnTo>
                    <a:pt x="237744" y="182118"/>
                  </a:lnTo>
                  <a:close/>
                </a:path>
                <a:path w="431800" h="306704">
                  <a:moveTo>
                    <a:pt x="239268" y="183642"/>
                  </a:moveTo>
                  <a:lnTo>
                    <a:pt x="237553" y="181356"/>
                  </a:lnTo>
                  <a:lnTo>
                    <a:pt x="237744" y="182118"/>
                  </a:lnTo>
                  <a:lnTo>
                    <a:pt x="239268" y="183642"/>
                  </a:lnTo>
                  <a:close/>
                </a:path>
                <a:path w="431800" h="306704">
                  <a:moveTo>
                    <a:pt x="431292" y="306324"/>
                  </a:moveTo>
                  <a:lnTo>
                    <a:pt x="431292" y="294894"/>
                  </a:lnTo>
                  <a:lnTo>
                    <a:pt x="430530" y="282702"/>
                  </a:lnTo>
                  <a:lnTo>
                    <a:pt x="430172" y="266391"/>
                  </a:lnTo>
                  <a:lnTo>
                    <a:pt x="423672" y="215646"/>
                  </a:lnTo>
                  <a:lnTo>
                    <a:pt x="416737" y="194284"/>
                  </a:lnTo>
                  <a:lnTo>
                    <a:pt x="415302" y="185115"/>
                  </a:lnTo>
                  <a:lnTo>
                    <a:pt x="406146" y="182118"/>
                  </a:lnTo>
                  <a:lnTo>
                    <a:pt x="403098" y="181356"/>
                  </a:lnTo>
                  <a:lnTo>
                    <a:pt x="237553" y="181356"/>
                  </a:lnTo>
                  <a:lnTo>
                    <a:pt x="239268" y="183642"/>
                  </a:lnTo>
                  <a:lnTo>
                    <a:pt x="239268" y="200406"/>
                  </a:lnTo>
                  <a:lnTo>
                    <a:pt x="397764" y="200406"/>
                  </a:lnTo>
                  <a:lnTo>
                    <a:pt x="397764" y="198882"/>
                  </a:lnTo>
                  <a:lnTo>
                    <a:pt x="398526" y="199644"/>
                  </a:lnTo>
                  <a:lnTo>
                    <a:pt x="398526" y="198882"/>
                  </a:lnTo>
                  <a:lnTo>
                    <a:pt x="400050" y="200406"/>
                  </a:lnTo>
                  <a:lnTo>
                    <a:pt x="402336" y="200406"/>
                  </a:lnTo>
                  <a:lnTo>
                    <a:pt x="402336" y="207264"/>
                  </a:lnTo>
                  <a:lnTo>
                    <a:pt x="403860" y="213360"/>
                  </a:lnTo>
                  <a:lnTo>
                    <a:pt x="403860" y="212598"/>
                  </a:lnTo>
                  <a:lnTo>
                    <a:pt x="405384" y="219456"/>
                  </a:lnTo>
                  <a:lnTo>
                    <a:pt x="406146" y="227076"/>
                  </a:lnTo>
                  <a:lnTo>
                    <a:pt x="406146" y="226314"/>
                  </a:lnTo>
                  <a:lnTo>
                    <a:pt x="407670" y="234696"/>
                  </a:lnTo>
                  <a:lnTo>
                    <a:pt x="409632" y="250384"/>
                  </a:lnTo>
                  <a:lnTo>
                    <a:pt x="410837" y="264804"/>
                  </a:lnTo>
                  <a:lnTo>
                    <a:pt x="411600" y="279219"/>
                  </a:lnTo>
                  <a:lnTo>
                    <a:pt x="412242" y="294894"/>
                  </a:lnTo>
                  <a:lnTo>
                    <a:pt x="412242" y="306324"/>
                  </a:lnTo>
                  <a:lnTo>
                    <a:pt x="431292" y="306324"/>
                  </a:lnTo>
                  <a:close/>
                </a:path>
                <a:path w="431800" h="306704">
                  <a:moveTo>
                    <a:pt x="238505" y="182879"/>
                  </a:moveTo>
                  <a:lnTo>
                    <a:pt x="237744" y="182118"/>
                  </a:lnTo>
                  <a:lnTo>
                    <a:pt x="237997" y="182626"/>
                  </a:lnTo>
                  <a:lnTo>
                    <a:pt x="238505" y="182879"/>
                  </a:lnTo>
                  <a:close/>
                </a:path>
                <a:path w="431800" h="306704">
                  <a:moveTo>
                    <a:pt x="239268" y="200406"/>
                  </a:moveTo>
                  <a:lnTo>
                    <a:pt x="239268" y="183642"/>
                  </a:lnTo>
                  <a:lnTo>
                    <a:pt x="238505" y="182879"/>
                  </a:lnTo>
                  <a:lnTo>
                    <a:pt x="237997" y="182626"/>
                  </a:lnTo>
                  <a:lnTo>
                    <a:pt x="238505" y="183641"/>
                  </a:lnTo>
                  <a:lnTo>
                    <a:pt x="238505" y="200406"/>
                  </a:lnTo>
                  <a:lnTo>
                    <a:pt x="239268" y="200406"/>
                  </a:lnTo>
                  <a:close/>
                </a:path>
                <a:path w="431800" h="306704">
                  <a:moveTo>
                    <a:pt x="399288" y="200406"/>
                  </a:moveTo>
                  <a:lnTo>
                    <a:pt x="397764" y="198882"/>
                  </a:lnTo>
                  <a:lnTo>
                    <a:pt x="398907" y="200406"/>
                  </a:lnTo>
                  <a:lnTo>
                    <a:pt x="399288" y="200406"/>
                  </a:lnTo>
                  <a:close/>
                </a:path>
                <a:path w="431800" h="306704">
                  <a:moveTo>
                    <a:pt x="398907" y="200406"/>
                  </a:moveTo>
                  <a:lnTo>
                    <a:pt x="397764" y="198882"/>
                  </a:lnTo>
                  <a:lnTo>
                    <a:pt x="397764" y="200406"/>
                  </a:lnTo>
                  <a:lnTo>
                    <a:pt x="398907" y="200406"/>
                  </a:lnTo>
                  <a:close/>
                </a:path>
                <a:path w="431800" h="306704">
                  <a:moveTo>
                    <a:pt x="400050" y="200406"/>
                  </a:moveTo>
                  <a:lnTo>
                    <a:pt x="398526" y="198882"/>
                  </a:lnTo>
                  <a:lnTo>
                    <a:pt x="399288" y="200406"/>
                  </a:lnTo>
                  <a:lnTo>
                    <a:pt x="400050" y="200406"/>
                  </a:lnTo>
                  <a:close/>
                </a:path>
                <a:path w="431800" h="306704">
                  <a:moveTo>
                    <a:pt x="399288" y="200406"/>
                  </a:moveTo>
                  <a:lnTo>
                    <a:pt x="398526" y="198882"/>
                  </a:lnTo>
                  <a:lnTo>
                    <a:pt x="398526" y="199644"/>
                  </a:lnTo>
                  <a:lnTo>
                    <a:pt x="399288" y="200406"/>
                  </a:lnTo>
                  <a:close/>
                </a:path>
                <a:path w="431800" h="306704">
                  <a:moveTo>
                    <a:pt x="399723" y="201494"/>
                  </a:moveTo>
                  <a:lnTo>
                    <a:pt x="399288" y="200406"/>
                  </a:lnTo>
                  <a:lnTo>
                    <a:pt x="398907" y="200406"/>
                  </a:lnTo>
                  <a:lnTo>
                    <a:pt x="399723" y="201494"/>
                  </a:lnTo>
                  <a:close/>
                </a:path>
                <a:path w="431800" h="306704">
                  <a:moveTo>
                    <a:pt x="402336" y="208026"/>
                  </a:moveTo>
                  <a:lnTo>
                    <a:pt x="402336" y="200406"/>
                  </a:lnTo>
                  <a:lnTo>
                    <a:pt x="399288" y="200406"/>
                  </a:lnTo>
                  <a:lnTo>
                    <a:pt x="400050" y="201930"/>
                  </a:lnTo>
                  <a:lnTo>
                    <a:pt x="400050" y="202311"/>
                  </a:lnTo>
                  <a:lnTo>
                    <a:pt x="400812" y="204216"/>
                  </a:lnTo>
                  <a:lnTo>
                    <a:pt x="400812" y="203454"/>
                  </a:lnTo>
                  <a:lnTo>
                    <a:pt x="402336" y="208026"/>
                  </a:lnTo>
                  <a:close/>
                </a:path>
                <a:path w="431800" h="306704">
                  <a:moveTo>
                    <a:pt x="400050" y="201930"/>
                  </a:moveTo>
                  <a:lnTo>
                    <a:pt x="399288" y="200406"/>
                  </a:lnTo>
                  <a:lnTo>
                    <a:pt x="399723" y="201494"/>
                  </a:lnTo>
                  <a:lnTo>
                    <a:pt x="400050" y="201930"/>
                  </a:lnTo>
                  <a:close/>
                </a:path>
                <a:path w="431800" h="306704">
                  <a:moveTo>
                    <a:pt x="400050" y="202311"/>
                  </a:moveTo>
                  <a:lnTo>
                    <a:pt x="400050" y="201930"/>
                  </a:lnTo>
                  <a:lnTo>
                    <a:pt x="399723" y="201494"/>
                  </a:lnTo>
                  <a:lnTo>
                    <a:pt x="400050" y="20231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936" name="object 163">
              <a:extLst>
                <a:ext uri="{FF2B5EF4-FFF2-40B4-BE49-F238E27FC236}">
                  <a16:creationId xmlns:a16="http://schemas.microsoft.com/office/drawing/2014/main" id="{05D563B1-FD1F-4F3F-B5CE-44D21D2D1443}"/>
                </a:ext>
              </a:extLst>
            </p:cNvPr>
            <p:cNvSpPr txBox="1"/>
            <p:nvPr/>
          </p:nvSpPr>
          <p:spPr>
            <a:xfrm>
              <a:off x="5014848" y="3827017"/>
              <a:ext cx="989965" cy="5740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indent="141605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0000"/>
                  </a:solidFill>
                  <a:cs typeface="+mn-ea"/>
                  <a:sym typeface="+mn-lt"/>
                </a:rPr>
                <a:t>staring  coordinate</a:t>
              </a:r>
              <a:endParaRPr sz="1800" dirty="0">
                <a:cs typeface="+mn-ea"/>
                <a:sym typeface="+mn-lt"/>
              </a:endParaRPr>
            </a:p>
          </p:txBody>
        </p:sp>
      </p:grpSp>
      <p:sp>
        <p:nvSpPr>
          <p:cNvPr id="2937" name="object 21">
            <a:extLst>
              <a:ext uri="{FF2B5EF4-FFF2-40B4-BE49-F238E27FC236}">
                <a16:creationId xmlns:a16="http://schemas.microsoft.com/office/drawing/2014/main" id="{8CF43BF2-EC89-4323-9CDE-B270049B0B7A}"/>
              </a:ext>
            </a:extLst>
          </p:cNvPr>
          <p:cNvSpPr/>
          <p:nvPr/>
        </p:nvSpPr>
        <p:spPr>
          <a:xfrm>
            <a:off x="7476557" y="4071621"/>
            <a:ext cx="1877695" cy="382270"/>
          </a:xfrm>
          <a:custGeom>
            <a:avLst/>
            <a:gdLst/>
            <a:ahLst/>
            <a:cxnLst/>
            <a:rect l="l" t="t" r="r" b="b"/>
            <a:pathLst>
              <a:path w="1877695" h="382270">
                <a:moveTo>
                  <a:pt x="911352" y="218694"/>
                </a:moveTo>
                <a:lnTo>
                  <a:pt x="34289" y="218694"/>
                </a:lnTo>
                <a:lnTo>
                  <a:pt x="13715" y="244602"/>
                </a:lnTo>
                <a:lnTo>
                  <a:pt x="12191" y="248412"/>
                </a:lnTo>
                <a:lnTo>
                  <a:pt x="3771" y="301156"/>
                </a:lnTo>
                <a:lnTo>
                  <a:pt x="761" y="350520"/>
                </a:lnTo>
                <a:lnTo>
                  <a:pt x="0" y="365760"/>
                </a:lnTo>
                <a:lnTo>
                  <a:pt x="0" y="381762"/>
                </a:lnTo>
                <a:lnTo>
                  <a:pt x="19050" y="381762"/>
                </a:lnTo>
                <a:lnTo>
                  <a:pt x="19050" y="365760"/>
                </a:lnTo>
                <a:lnTo>
                  <a:pt x="19811" y="350520"/>
                </a:lnTo>
                <a:lnTo>
                  <a:pt x="19811" y="336804"/>
                </a:lnTo>
                <a:lnTo>
                  <a:pt x="20574" y="322326"/>
                </a:lnTo>
                <a:lnTo>
                  <a:pt x="20574" y="323088"/>
                </a:lnTo>
                <a:lnTo>
                  <a:pt x="22097" y="309372"/>
                </a:lnTo>
                <a:lnTo>
                  <a:pt x="22859" y="303276"/>
                </a:lnTo>
                <a:lnTo>
                  <a:pt x="22859" y="297180"/>
                </a:lnTo>
                <a:lnTo>
                  <a:pt x="24383" y="285750"/>
                </a:lnTo>
                <a:lnTo>
                  <a:pt x="25907" y="278638"/>
                </a:lnTo>
                <a:lnTo>
                  <a:pt x="25907" y="275082"/>
                </a:lnTo>
                <a:lnTo>
                  <a:pt x="28193" y="265176"/>
                </a:lnTo>
                <a:lnTo>
                  <a:pt x="28955" y="260604"/>
                </a:lnTo>
                <a:lnTo>
                  <a:pt x="28955" y="261366"/>
                </a:lnTo>
                <a:lnTo>
                  <a:pt x="29717" y="256794"/>
                </a:lnTo>
                <a:lnTo>
                  <a:pt x="31241" y="252984"/>
                </a:lnTo>
                <a:lnTo>
                  <a:pt x="32765" y="246888"/>
                </a:lnTo>
                <a:lnTo>
                  <a:pt x="33527" y="245364"/>
                </a:lnTo>
                <a:lnTo>
                  <a:pt x="33527" y="244602"/>
                </a:lnTo>
                <a:lnTo>
                  <a:pt x="35051" y="241554"/>
                </a:lnTo>
                <a:lnTo>
                  <a:pt x="35051" y="237744"/>
                </a:lnTo>
                <a:lnTo>
                  <a:pt x="36194" y="237744"/>
                </a:lnTo>
                <a:lnTo>
                  <a:pt x="37337" y="236982"/>
                </a:lnTo>
                <a:lnTo>
                  <a:pt x="37337" y="237363"/>
                </a:lnTo>
                <a:lnTo>
                  <a:pt x="38099" y="236982"/>
                </a:lnTo>
                <a:lnTo>
                  <a:pt x="38099" y="237744"/>
                </a:lnTo>
                <a:lnTo>
                  <a:pt x="910590" y="237744"/>
                </a:lnTo>
                <a:lnTo>
                  <a:pt x="910590" y="219456"/>
                </a:lnTo>
                <a:lnTo>
                  <a:pt x="911025" y="219347"/>
                </a:lnTo>
                <a:lnTo>
                  <a:pt x="911352" y="218694"/>
                </a:lnTo>
                <a:close/>
              </a:path>
              <a:path w="1877695" h="382270">
                <a:moveTo>
                  <a:pt x="23621" y="297180"/>
                </a:moveTo>
                <a:lnTo>
                  <a:pt x="22859" y="297180"/>
                </a:lnTo>
                <a:lnTo>
                  <a:pt x="22859" y="303276"/>
                </a:lnTo>
                <a:lnTo>
                  <a:pt x="23621" y="297180"/>
                </a:lnTo>
                <a:close/>
              </a:path>
              <a:path w="1877695" h="382270">
                <a:moveTo>
                  <a:pt x="26669" y="275082"/>
                </a:moveTo>
                <a:lnTo>
                  <a:pt x="25907" y="275082"/>
                </a:lnTo>
                <a:lnTo>
                  <a:pt x="25907" y="278638"/>
                </a:lnTo>
                <a:lnTo>
                  <a:pt x="26669" y="275082"/>
                </a:lnTo>
                <a:close/>
              </a:path>
              <a:path w="1877695" h="382270">
                <a:moveTo>
                  <a:pt x="34290" y="243840"/>
                </a:moveTo>
                <a:lnTo>
                  <a:pt x="33527" y="244602"/>
                </a:lnTo>
                <a:lnTo>
                  <a:pt x="33527" y="245364"/>
                </a:lnTo>
                <a:lnTo>
                  <a:pt x="34290" y="243840"/>
                </a:lnTo>
                <a:close/>
              </a:path>
              <a:path w="1877695" h="382270">
                <a:moveTo>
                  <a:pt x="36194" y="237744"/>
                </a:moveTo>
                <a:lnTo>
                  <a:pt x="35051" y="237744"/>
                </a:lnTo>
                <a:lnTo>
                  <a:pt x="35051" y="238506"/>
                </a:lnTo>
                <a:lnTo>
                  <a:pt x="36194" y="237744"/>
                </a:lnTo>
                <a:close/>
              </a:path>
              <a:path w="1877695" h="382270">
                <a:moveTo>
                  <a:pt x="36575" y="237744"/>
                </a:moveTo>
                <a:lnTo>
                  <a:pt x="36194" y="237744"/>
                </a:lnTo>
                <a:lnTo>
                  <a:pt x="35051" y="238506"/>
                </a:lnTo>
                <a:lnTo>
                  <a:pt x="36575" y="237744"/>
                </a:lnTo>
                <a:close/>
              </a:path>
              <a:path w="1877695" h="382270">
                <a:moveTo>
                  <a:pt x="36956" y="237744"/>
                </a:moveTo>
                <a:lnTo>
                  <a:pt x="36575" y="237744"/>
                </a:lnTo>
                <a:lnTo>
                  <a:pt x="35051" y="238506"/>
                </a:lnTo>
                <a:lnTo>
                  <a:pt x="35051" y="242316"/>
                </a:lnTo>
                <a:lnTo>
                  <a:pt x="35813" y="239268"/>
                </a:lnTo>
                <a:lnTo>
                  <a:pt x="35813" y="240030"/>
                </a:lnTo>
                <a:lnTo>
                  <a:pt x="36956" y="237744"/>
                </a:lnTo>
                <a:close/>
              </a:path>
              <a:path w="1877695" h="382270">
                <a:moveTo>
                  <a:pt x="37337" y="236982"/>
                </a:moveTo>
                <a:lnTo>
                  <a:pt x="36194" y="237744"/>
                </a:lnTo>
                <a:lnTo>
                  <a:pt x="36575" y="237744"/>
                </a:lnTo>
                <a:lnTo>
                  <a:pt x="37337" y="236982"/>
                </a:lnTo>
                <a:close/>
              </a:path>
              <a:path w="1877695" h="382270">
                <a:moveTo>
                  <a:pt x="37337" y="236982"/>
                </a:moveTo>
                <a:lnTo>
                  <a:pt x="36575" y="237744"/>
                </a:lnTo>
                <a:lnTo>
                  <a:pt x="37083" y="237490"/>
                </a:lnTo>
                <a:lnTo>
                  <a:pt x="37337" y="236982"/>
                </a:lnTo>
                <a:close/>
              </a:path>
              <a:path w="1877695" h="382270">
                <a:moveTo>
                  <a:pt x="37083" y="237490"/>
                </a:moveTo>
                <a:lnTo>
                  <a:pt x="36575" y="237744"/>
                </a:lnTo>
                <a:lnTo>
                  <a:pt x="36956" y="237744"/>
                </a:lnTo>
                <a:lnTo>
                  <a:pt x="37083" y="237490"/>
                </a:lnTo>
                <a:close/>
              </a:path>
              <a:path w="1877695" h="382270">
                <a:moveTo>
                  <a:pt x="37083" y="237744"/>
                </a:moveTo>
                <a:lnTo>
                  <a:pt x="36956" y="237744"/>
                </a:lnTo>
                <a:lnTo>
                  <a:pt x="36575" y="238506"/>
                </a:lnTo>
                <a:lnTo>
                  <a:pt x="36956" y="238125"/>
                </a:lnTo>
                <a:lnTo>
                  <a:pt x="37083" y="237744"/>
                </a:lnTo>
                <a:close/>
              </a:path>
              <a:path w="1877695" h="382270">
                <a:moveTo>
                  <a:pt x="36956" y="238125"/>
                </a:moveTo>
                <a:lnTo>
                  <a:pt x="36575" y="238506"/>
                </a:lnTo>
                <a:lnTo>
                  <a:pt x="36575" y="239268"/>
                </a:lnTo>
                <a:lnTo>
                  <a:pt x="36956" y="238125"/>
                </a:lnTo>
                <a:close/>
              </a:path>
              <a:path w="1877695" h="382270">
                <a:moveTo>
                  <a:pt x="37185" y="237439"/>
                </a:moveTo>
                <a:lnTo>
                  <a:pt x="36956" y="237744"/>
                </a:lnTo>
                <a:lnTo>
                  <a:pt x="37083" y="237744"/>
                </a:lnTo>
                <a:lnTo>
                  <a:pt x="37185" y="237439"/>
                </a:lnTo>
                <a:close/>
              </a:path>
              <a:path w="1877695" h="382270">
                <a:moveTo>
                  <a:pt x="37337" y="237744"/>
                </a:moveTo>
                <a:lnTo>
                  <a:pt x="37083" y="237744"/>
                </a:lnTo>
                <a:lnTo>
                  <a:pt x="36956" y="238125"/>
                </a:lnTo>
                <a:lnTo>
                  <a:pt x="37337" y="237744"/>
                </a:lnTo>
                <a:close/>
              </a:path>
              <a:path w="1877695" h="382270">
                <a:moveTo>
                  <a:pt x="37337" y="236982"/>
                </a:moveTo>
                <a:lnTo>
                  <a:pt x="37083" y="237490"/>
                </a:lnTo>
                <a:lnTo>
                  <a:pt x="37337" y="236982"/>
                </a:lnTo>
                <a:close/>
              </a:path>
              <a:path w="1877695" h="382270">
                <a:moveTo>
                  <a:pt x="38099" y="236982"/>
                </a:moveTo>
                <a:lnTo>
                  <a:pt x="37185" y="237439"/>
                </a:lnTo>
                <a:lnTo>
                  <a:pt x="37083" y="237744"/>
                </a:lnTo>
                <a:lnTo>
                  <a:pt x="37337" y="237744"/>
                </a:lnTo>
                <a:lnTo>
                  <a:pt x="38099" y="236982"/>
                </a:lnTo>
                <a:close/>
              </a:path>
              <a:path w="1877695" h="382270">
                <a:moveTo>
                  <a:pt x="37337" y="237363"/>
                </a:moveTo>
                <a:lnTo>
                  <a:pt x="37337" y="236982"/>
                </a:lnTo>
                <a:lnTo>
                  <a:pt x="37185" y="237439"/>
                </a:lnTo>
                <a:lnTo>
                  <a:pt x="37337" y="237363"/>
                </a:lnTo>
                <a:close/>
              </a:path>
              <a:path w="1877695" h="382270">
                <a:moveTo>
                  <a:pt x="38099" y="237744"/>
                </a:moveTo>
                <a:lnTo>
                  <a:pt x="38099" y="236982"/>
                </a:lnTo>
                <a:lnTo>
                  <a:pt x="37337" y="237744"/>
                </a:lnTo>
                <a:lnTo>
                  <a:pt x="38099" y="237744"/>
                </a:lnTo>
                <a:close/>
              </a:path>
              <a:path w="1877695" h="382270">
                <a:moveTo>
                  <a:pt x="910971" y="219456"/>
                </a:moveTo>
                <a:lnTo>
                  <a:pt x="910590" y="219456"/>
                </a:lnTo>
                <a:lnTo>
                  <a:pt x="910590" y="220217"/>
                </a:lnTo>
                <a:lnTo>
                  <a:pt x="910971" y="219456"/>
                </a:lnTo>
                <a:close/>
              </a:path>
              <a:path w="1877695" h="382270">
                <a:moveTo>
                  <a:pt x="911097" y="219456"/>
                </a:moveTo>
                <a:lnTo>
                  <a:pt x="910590" y="220217"/>
                </a:lnTo>
                <a:lnTo>
                  <a:pt x="911097" y="219456"/>
                </a:lnTo>
                <a:close/>
              </a:path>
              <a:path w="1877695" h="382270">
                <a:moveTo>
                  <a:pt x="911352" y="219456"/>
                </a:moveTo>
                <a:lnTo>
                  <a:pt x="911025" y="219564"/>
                </a:lnTo>
                <a:lnTo>
                  <a:pt x="910590" y="220217"/>
                </a:lnTo>
                <a:lnTo>
                  <a:pt x="911352" y="219456"/>
                </a:lnTo>
                <a:close/>
              </a:path>
              <a:path w="1877695" h="382270">
                <a:moveTo>
                  <a:pt x="912113" y="219456"/>
                </a:moveTo>
                <a:lnTo>
                  <a:pt x="911352" y="219456"/>
                </a:lnTo>
                <a:lnTo>
                  <a:pt x="910590" y="220217"/>
                </a:lnTo>
                <a:lnTo>
                  <a:pt x="912113" y="219456"/>
                </a:lnTo>
                <a:close/>
              </a:path>
              <a:path w="1877695" h="382270">
                <a:moveTo>
                  <a:pt x="948556" y="75437"/>
                </a:moveTo>
                <a:lnTo>
                  <a:pt x="947928" y="0"/>
                </a:lnTo>
                <a:lnTo>
                  <a:pt x="929640" y="0"/>
                </a:lnTo>
                <a:lnTo>
                  <a:pt x="928878" y="91439"/>
                </a:lnTo>
                <a:lnTo>
                  <a:pt x="928878" y="105918"/>
                </a:lnTo>
                <a:lnTo>
                  <a:pt x="927354" y="134873"/>
                </a:lnTo>
                <a:lnTo>
                  <a:pt x="927354" y="134111"/>
                </a:lnTo>
                <a:lnTo>
                  <a:pt x="926591" y="147827"/>
                </a:lnTo>
                <a:lnTo>
                  <a:pt x="925068" y="160019"/>
                </a:lnTo>
                <a:lnTo>
                  <a:pt x="922019" y="182117"/>
                </a:lnTo>
                <a:lnTo>
                  <a:pt x="920496" y="192024"/>
                </a:lnTo>
                <a:lnTo>
                  <a:pt x="920496" y="191261"/>
                </a:lnTo>
                <a:lnTo>
                  <a:pt x="918210" y="200406"/>
                </a:lnTo>
                <a:lnTo>
                  <a:pt x="917447" y="204215"/>
                </a:lnTo>
                <a:lnTo>
                  <a:pt x="917447" y="203454"/>
                </a:lnTo>
                <a:lnTo>
                  <a:pt x="916686" y="207264"/>
                </a:lnTo>
                <a:lnTo>
                  <a:pt x="915162" y="210311"/>
                </a:lnTo>
                <a:lnTo>
                  <a:pt x="914400" y="213359"/>
                </a:lnTo>
                <a:lnTo>
                  <a:pt x="914400" y="212597"/>
                </a:lnTo>
                <a:lnTo>
                  <a:pt x="913638" y="215645"/>
                </a:lnTo>
                <a:lnTo>
                  <a:pt x="913638" y="218694"/>
                </a:lnTo>
                <a:lnTo>
                  <a:pt x="910590" y="220217"/>
                </a:lnTo>
                <a:lnTo>
                  <a:pt x="910590" y="237744"/>
                </a:lnTo>
                <a:lnTo>
                  <a:pt x="914400" y="237744"/>
                </a:lnTo>
                <a:lnTo>
                  <a:pt x="929640" y="221614"/>
                </a:lnTo>
                <a:lnTo>
                  <a:pt x="929640" y="75437"/>
                </a:lnTo>
                <a:lnTo>
                  <a:pt x="948556" y="75437"/>
                </a:lnTo>
                <a:close/>
              </a:path>
              <a:path w="1877695" h="382270">
                <a:moveTo>
                  <a:pt x="911605" y="218694"/>
                </a:moveTo>
                <a:lnTo>
                  <a:pt x="911352" y="218694"/>
                </a:lnTo>
                <a:lnTo>
                  <a:pt x="911025" y="219347"/>
                </a:lnTo>
                <a:lnTo>
                  <a:pt x="911199" y="219303"/>
                </a:lnTo>
                <a:lnTo>
                  <a:pt x="911605" y="218694"/>
                </a:lnTo>
                <a:close/>
              </a:path>
              <a:path w="1877695" h="382270">
                <a:moveTo>
                  <a:pt x="913638" y="218694"/>
                </a:moveTo>
                <a:lnTo>
                  <a:pt x="911199" y="219303"/>
                </a:lnTo>
                <a:lnTo>
                  <a:pt x="911097" y="219456"/>
                </a:lnTo>
                <a:lnTo>
                  <a:pt x="912113" y="219456"/>
                </a:lnTo>
                <a:lnTo>
                  <a:pt x="913638" y="218694"/>
                </a:lnTo>
                <a:close/>
              </a:path>
              <a:path w="1877695" h="382270">
                <a:moveTo>
                  <a:pt x="913638" y="218694"/>
                </a:moveTo>
                <a:lnTo>
                  <a:pt x="911605" y="218694"/>
                </a:lnTo>
                <a:lnTo>
                  <a:pt x="911199" y="219303"/>
                </a:lnTo>
                <a:lnTo>
                  <a:pt x="913638" y="218694"/>
                </a:lnTo>
                <a:close/>
              </a:path>
              <a:path w="1877695" h="382270">
                <a:moveTo>
                  <a:pt x="912876" y="218694"/>
                </a:moveTo>
                <a:lnTo>
                  <a:pt x="912876" y="217169"/>
                </a:lnTo>
                <a:lnTo>
                  <a:pt x="912113" y="217932"/>
                </a:lnTo>
                <a:lnTo>
                  <a:pt x="911605" y="218694"/>
                </a:lnTo>
                <a:lnTo>
                  <a:pt x="912876" y="218694"/>
                </a:lnTo>
                <a:close/>
              </a:path>
              <a:path w="1877695" h="382270">
                <a:moveTo>
                  <a:pt x="913638" y="218694"/>
                </a:moveTo>
                <a:lnTo>
                  <a:pt x="913638" y="214883"/>
                </a:lnTo>
                <a:lnTo>
                  <a:pt x="912113" y="217170"/>
                </a:lnTo>
                <a:lnTo>
                  <a:pt x="912876" y="217169"/>
                </a:lnTo>
                <a:lnTo>
                  <a:pt x="912876" y="218694"/>
                </a:lnTo>
                <a:lnTo>
                  <a:pt x="913638" y="218694"/>
                </a:lnTo>
                <a:close/>
              </a:path>
              <a:path w="1877695" h="382270">
                <a:moveTo>
                  <a:pt x="948576" y="77821"/>
                </a:moveTo>
                <a:lnTo>
                  <a:pt x="948556" y="75437"/>
                </a:lnTo>
                <a:lnTo>
                  <a:pt x="929640" y="75437"/>
                </a:lnTo>
                <a:lnTo>
                  <a:pt x="929640" y="91439"/>
                </a:lnTo>
                <a:lnTo>
                  <a:pt x="930241" y="119352"/>
                </a:lnTo>
                <a:lnTo>
                  <a:pt x="934645" y="170378"/>
                </a:lnTo>
                <a:lnTo>
                  <a:pt x="938918" y="190014"/>
                </a:lnTo>
                <a:lnTo>
                  <a:pt x="943094" y="170616"/>
                </a:lnTo>
                <a:lnTo>
                  <a:pt x="947377" y="119998"/>
                </a:lnTo>
                <a:lnTo>
                  <a:pt x="947928" y="91439"/>
                </a:lnTo>
                <a:lnTo>
                  <a:pt x="948576" y="77821"/>
                </a:lnTo>
                <a:close/>
              </a:path>
              <a:path w="1877695" h="382270">
                <a:moveTo>
                  <a:pt x="938918" y="190014"/>
                </a:moveTo>
                <a:lnTo>
                  <a:pt x="934645" y="170378"/>
                </a:lnTo>
                <a:lnTo>
                  <a:pt x="930241" y="119352"/>
                </a:lnTo>
                <a:lnTo>
                  <a:pt x="929640" y="91439"/>
                </a:lnTo>
                <a:lnTo>
                  <a:pt x="929640" y="221614"/>
                </a:lnTo>
                <a:lnTo>
                  <a:pt x="932845" y="218221"/>
                </a:lnTo>
                <a:lnTo>
                  <a:pt x="938918" y="190014"/>
                </a:lnTo>
                <a:close/>
              </a:path>
              <a:path w="1877695" h="382270">
                <a:moveTo>
                  <a:pt x="957834" y="192023"/>
                </a:moveTo>
                <a:lnTo>
                  <a:pt x="955547" y="182117"/>
                </a:lnTo>
                <a:lnTo>
                  <a:pt x="952500" y="160019"/>
                </a:lnTo>
                <a:lnTo>
                  <a:pt x="951738" y="147827"/>
                </a:lnTo>
                <a:lnTo>
                  <a:pt x="950213" y="134111"/>
                </a:lnTo>
                <a:lnTo>
                  <a:pt x="950213" y="134873"/>
                </a:lnTo>
                <a:lnTo>
                  <a:pt x="948690" y="105918"/>
                </a:lnTo>
                <a:lnTo>
                  <a:pt x="948576" y="77821"/>
                </a:lnTo>
                <a:lnTo>
                  <a:pt x="947928" y="91439"/>
                </a:lnTo>
                <a:lnTo>
                  <a:pt x="947377" y="119998"/>
                </a:lnTo>
                <a:lnTo>
                  <a:pt x="943094" y="170616"/>
                </a:lnTo>
                <a:lnTo>
                  <a:pt x="938918" y="190014"/>
                </a:lnTo>
                <a:lnTo>
                  <a:pt x="945118" y="218511"/>
                </a:lnTo>
                <a:lnTo>
                  <a:pt x="957072" y="230732"/>
                </a:lnTo>
                <a:lnTo>
                  <a:pt x="957072" y="192023"/>
                </a:lnTo>
                <a:lnTo>
                  <a:pt x="957834" y="192023"/>
                </a:lnTo>
                <a:close/>
              </a:path>
              <a:path w="1877695" h="382270">
                <a:moveTo>
                  <a:pt x="948690" y="75437"/>
                </a:moveTo>
                <a:lnTo>
                  <a:pt x="948556" y="75437"/>
                </a:lnTo>
                <a:lnTo>
                  <a:pt x="948576" y="77821"/>
                </a:lnTo>
                <a:lnTo>
                  <a:pt x="948690" y="75437"/>
                </a:lnTo>
                <a:close/>
              </a:path>
              <a:path w="1877695" h="382270">
                <a:moveTo>
                  <a:pt x="961644" y="207263"/>
                </a:moveTo>
                <a:lnTo>
                  <a:pt x="960119" y="203453"/>
                </a:lnTo>
                <a:lnTo>
                  <a:pt x="960119" y="204215"/>
                </a:lnTo>
                <a:lnTo>
                  <a:pt x="959358" y="199643"/>
                </a:lnTo>
                <a:lnTo>
                  <a:pt x="959358" y="200405"/>
                </a:lnTo>
                <a:lnTo>
                  <a:pt x="958596" y="195833"/>
                </a:lnTo>
                <a:lnTo>
                  <a:pt x="957072" y="192023"/>
                </a:lnTo>
                <a:lnTo>
                  <a:pt x="957072" y="230732"/>
                </a:lnTo>
                <a:lnTo>
                  <a:pt x="960882" y="234627"/>
                </a:lnTo>
                <a:lnTo>
                  <a:pt x="960882" y="207263"/>
                </a:lnTo>
                <a:lnTo>
                  <a:pt x="961644" y="207263"/>
                </a:lnTo>
                <a:close/>
              </a:path>
              <a:path w="1877695" h="382270">
                <a:moveTo>
                  <a:pt x="964691" y="215645"/>
                </a:moveTo>
                <a:lnTo>
                  <a:pt x="963168" y="212597"/>
                </a:lnTo>
                <a:lnTo>
                  <a:pt x="963168" y="213359"/>
                </a:lnTo>
                <a:lnTo>
                  <a:pt x="962406" y="210311"/>
                </a:lnTo>
                <a:lnTo>
                  <a:pt x="960882" y="207263"/>
                </a:lnTo>
                <a:lnTo>
                  <a:pt x="960882" y="234627"/>
                </a:lnTo>
                <a:lnTo>
                  <a:pt x="963930" y="237744"/>
                </a:lnTo>
                <a:lnTo>
                  <a:pt x="963930" y="214883"/>
                </a:lnTo>
                <a:lnTo>
                  <a:pt x="964691" y="215645"/>
                </a:lnTo>
                <a:close/>
              </a:path>
              <a:path w="1877695" h="382270">
                <a:moveTo>
                  <a:pt x="965454" y="217169"/>
                </a:moveTo>
                <a:lnTo>
                  <a:pt x="963930" y="214883"/>
                </a:lnTo>
                <a:lnTo>
                  <a:pt x="963930" y="237744"/>
                </a:lnTo>
                <a:lnTo>
                  <a:pt x="964691" y="237744"/>
                </a:lnTo>
                <a:lnTo>
                  <a:pt x="964691" y="217169"/>
                </a:lnTo>
                <a:lnTo>
                  <a:pt x="965454" y="217169"/>
                </a:lnTo>
                <a:close/>
              </a:path>
              <a:path w="1877695" h="382270">
                <a:moveTo>
                  <a:pt x="965962" y="218694"/>
                </a:moveTo>
                <a:lnTo>
                  <a:pt x="965454" y="217931"/>
                </a:lnTo>
                <a:lnTo>
                  <a:pt x="964691" y="217169"/>
                </a:lnTo>
                <a:lnTo>
                  <a:pt x="964691" y="218694"/>
                </a:lnTo>
                <a:lnTo>
                  <a:pt x="965962" y="218694"/>
                </a:lnTo>
                <a:close/>
              </a:path>
              <a:path w="1877695" h="382270">
                <a:moveTo>
                  <a:pt x="966324" y="219238"/>
                </a:moveTo>
                <a:lnTo>
                  <a:pt x="965962" y="218694"/>
                </a:lnTo>
                <a:lnTo>
                  <a:pt x="964691" y="218694"/>
                </a:lnTo>
                <a:lnTo>
                  <a:pt x="966324" y="219238"/>
                </a:lnTo>
                <a:close/>
              </a:path>
              <a:path w="1877695" h="382270">
                <a:moveTo>
                  <a:pt x="966469" y="219455"/>
                </a:moveTo>
                <a:lnTo>
                  <a:pt x="966324" y="219238"/>
                </a:lnTo>
                <a:lnTo>
                  <a:pt x="964691" y="218694"/>
                </a:lnTo>
                <a:lnTo>
                  <a:pt x="965454" y="219455"/>
                </a:lnTo>
                <a:lnTo>
                  <a:pt x="966469" y="219455"/>
                </a:lnTo>
                <a:close/>
              </a:path>
              <a:path w="1877695" h="382270">
                <a:moveTo>
                  <a:pt x="966978" y="237744"/>
                </a:moveTo>
                <a:lnTo>
                  <a:pt x="966978" y="220217"/>
                </a:lnTo>
                <a:lnTo>
                  <a:pt x="966597" y="219836"/>
                </a:lnTo>
                <a:lnTo>
                  <a:pt x="965454" y="219455"/>
                </a:lnTo>
                <a:lnTo>
                  <a:pt x="964691" y="218694"/>
                </a:lnTo>
                <a:lnTo>
                  <a:pt x="964691" y="237744"/>
                </a:lnTo>
                <a:lnTo>
                  <a:pt x="966978" y="237744"/>
                </a:lnTo>
                <a:close/>
              </a:path>
              <a:path w="1877695" h="382270">
                <a:moveTo>
                  <a:pt x="966597" y="219836"/>
                </a:moveTo>
                <a:lnTo>
                  <a:pt x="966324" y="219564"/>
                </a:lnTo>
                <a:lnTo>
                  <a:pt x="965454" y="219455"/>
                </a:lnTo>
                <a:lnTo>
                  <a:pt x="966597" y="219836"/>
                </a:lnTo>
                <a:close/>
              </a:path>
              <a:path w="1877695" h="382270">
                <a:moveTo>
                  <a:pt x="966520" y="219303"/>
                </a:moveTo>
                <a:lnTo>
                  <a:pt x="966216" y="218694"/>
                </a:lnTo>
                <a:lnTo>
                  <a:pt x="965962" y="218694"/>
                </a:lnTo>
                <a:lnTo>
                  <a:pt x="966324" y="219238"/>
                </a:lnTo>
                <a:lnTo>
                  <a:pt x="966520" y="219303"/>
                </a:lnTo>
                <a:close/>
              </a:path>
              <a:path w="1877695" h="382270">
                <a:moveTo>
                  <a:pt x="1877568" y="381761"/>
                </a:moveTo>
                <a:lnTo>
                  <a:pt x="1877568" y="350519"/>
                </a:lnTo>
                <a:lnTo>
                  <a:pt x="1876164" y="326625"/>
                </a:lnTo>
                <a:lnTo>
                  <a:pt x="1870799" y="275537"/>
                </a:lnTo>
                <a:lnTo>
                  <a:pt x="1861475" y="236904"/>
                </a:lnTo>
                <a:lnTo>
                  <a:pt x="1843277" y="218693"/>
                </a:lnTo>
                <a:lnTo>
                  <a:pt x="966216" y="218694"/>
                </a:lnTo>
                <a:lnTo>
                  <a:pt x="966520" y="219303"/>
                </a:lnTo>
                <a:lnTo>
                  <a:pt x="966978" y="219455"/>
                </a:lnTo>
                <a:lnTo>
                  <a:pt x="966978" y="219836"/>
                </a:lnTo>
                <a:lnTo>
                  <a:pt x="967740" y="220217"/>
                </a:lnTo>
                <a:lnTo>
                  <a:pt x="967740" y="237744"/>
                </a:lnTo>
                <a:lnTo>
                  <a:pt x="1839468" y="237743"/>
                </a:lnTo>
                <a:lnTo>
                  <a:pt x="1839468" y="236981"/>
                </a:lnTo>
                <a:lnTo>
                  <a:pt x="1840230" y="237362"/>
                </a:lnTo>
                <a:lnTo>
                  <a:pt x="1840230" y="236981"/>
                </a:lnTo>
                <a:lnTo>
                  <a:pt x="1841373" y="237743"/>
                </a:lnTo>
                <a:lnTo>
                  <a:pt x="1842516" y="237743"/>
                </a:lnTo>
                <a:lnTo>
                  <a:pt x="1842516" y="240792"/>
                </a:lnTo>
                <a:lnTo>
                  <a:pt x="1843277" y="242315"/>
                </a:lnTo>
                <a:lnTo>
                  <a:pt x="1843277" y="243077"/>
                </a:lnTo>
                <a:lnTo>
                  <a:pt x="1844039" y="244601"/>
                </a:lnTo>
                <a:lnTo>
                  <a:pt x="1844039" y="243839"/>
                </a:lnTo>
                <a:lnTo>
                  <a:pt x="1845564" y="249935"/>
                </a:lnTo>
                <a:lnTo>
                  <a:pt x="1847088" y="253745"/>
                </a:lnTo>
                <a:lnTo>
                  <a:pt x="1847088" y="252983"/>
                </a:lnTo>
                <a:lnTo>
                  <a:pt x="1851295" y="273914"/>
                </a:lnTo>
                <a:lnTo>
                  <a:pt x="1853617" y="289431"/>
                </a:lnTo>
                <a:lnTo>
                  <a:pt x="1855342" y="305012"/>
                </a:lnTo>
                <a:lnTo>
                  <a:pt x="1856994" y="322325"/>
                </a:lnTo>
                <a:lnTo>
                  <a:pt x="1857756" y="336803"/>
                </a:lnTo>
                <a:lnTo>
                  <a:pt x="1857756" y="336041"/>
                </a:lnTo>
                <a:lnTo>
                  <a:pt x="1858518" y="351281"/>
                </a:lnTo>
                <a:lnTo>
                  <a:pt x="1858518" y="381761"/>
                </a:lnTo>
                <a:lnTo>
                  <a:pt x="1877568" y="381761"/>
                </a:lnTo>
                <a:close/>
              </a:path>
              <a:path w="1877695" h="382270">
                <a:moveTo>
                  <a:pt x="966597" y="219646"/>
                </a:moveTo>
                <a:lnTo>
                  <a:pt x="966216" y="219455"/>
                </a:lnTo>
                <a:lnTo>
                  <a:pt x="966597" y="219646"/>
                </a:lnTo>
                <a:close/>
              </a:path>
              <a:path w="1877695" h="382270">
                <a:moveTo>
                  <a:pt x="966760" y="219891"/>
                </a:moveTo>
                <a:lnTo>
                  <a:pt x="966597" y="219646"/>
                </a:lnTo>
                <a:lnTo>
                  <a:pt x="966216" y="219455"/>
                </a:lnTo>
                <a:lnTo>
                  <a:pt x="966520" y="219760"/>
                </a:lnTo>
                <a:lnTo>
                  <a:pt x="966760" y="219891"/>
                </a:lnTo>
                <a:close/>
              </a:path>
              <a:path w="1877695" h="382270">
                <a:moveTo>
                  <a:pt x="966724" y="219709"/>
                </a:moveTo>
                <a:lnTo>
                  <a:pt x="966597" y="219455"/>
                </a:lnTo>
                <a:lnTo>
                  <a:pt x="966469" y="219455"/>
                </a:lnTo>
                <a:lnTo>
                  <a:pt x="966597" y="219646"/>
                </a:lnTo>
                <a:lnTo>
                  <a:pt x="966724" y="219709"/>
                </a:lnTo>
                <a:close/>
              </a:path>
              <a:path w="1877695" h="382270">
                <a:moveTo>
                  <a:pt x="966978" y="219836"/>
                </a:moveTo>
                <a:lnTo>
                  <a:pt x="966978" y="219455"/>
                </a:lnTo>
                <a:lnTo>
                  <a:pt x="966597" y="219455"/>
                </a:lnTo>
                <a:lnTo>
                  <a:pt x="966724" y="219709"/>
                </a:lnTo>
                <a:lnTo>
                  <a:pt x="966978" y="219836"/>
                </a:lnTo>
                <a:close/>
              </a:path>
              <a:path w="1877695" h="382270">
                <a:moveTo>
                  <a:pt x="966825" y="219913"/>
                </a:moveTo>
                <a:lnTo>
                  <a:pt x="966724" y="219709"/>
                </a:lnTo>
                <a:lnTo>
                  <a:pt x="966597" y="219646"/>
                </a:lnTo>
                <a:lnTo>
                  <a:pt x="966724" y="219837"/>
                </a:lnTo>
                <a:close/>
              </a:path>
              <a:path w="1877695" h="382270">
                <a:moveTo>
                  <a:pt x="966978" y="220217"/>
                </a:moveTo>
                <a:lnTo>
                  <a:pt x="966760" y="219891"/>
                </a:lnTo>
                <a:lnTo>
                  <a:pt x="966597" y="219836"/>
                </a:lnTo>
                <a:lnTo>
                  <a:pt x="966978" y="220217"/>
                </a:lnTo>
                <a:close/>
              </a:path>
              <a:path w="1877695" h="382270">
                <a:moveTo>
                  <a:pt x="967740" y="220217"/>
                </a:moveTo>
                <a:lnTo>
                  <a:pt x="966724" y="219709"/>
                </a:lnTo>
                <a:lnTo>
                  <a:pt x="966825" y="219913"/>
                </a:lnTo>
                <a:lnTo>
                  <a:pt x="967740" y="220217"/>
                </a:lnTo>
                <a:close/>
              </a:path>
              <a:path w="1877695" h="382270">
                <a:moveTo>
                  <a:pt x="966978" y="220217"/>
                </a:moveTo>
                <a:lnTo>
                  <a:pt x="966825" y="219913"/>
                </a:lnTo>
                <a:lnTo>
                  <a:pt x="966978" y="220217"/>
                </a:lnTo>
                <a:close/>
              </a:path>
              <a:path w="1877695" h="382270">
                <a:moveTo>
                  <a:pt x="967740" y="237744"/>
                </a:moveTo>
                <a:lnTo>
                  <a:pt x="967740" y="220217"/>
                </a:lnTo>
                <a:lnTo>
                  <a:pt x="966825" y="219913"/>
                </a:lnTo>
                <a:lnTo>
                  <a:pt x="966978" y="220217"/>
                </a:lnTo>
                <a:lnTo>
                  <a:pt x="966978" y="237744"/>
                </a:lnTo>
                <a:lnTo>
                  <a:pt x="967740" y="237744"/>
                </a:lnTo>
                <a:close/>
              </a:path>
              <a:path w="1877695" h="382270">
                <a:moveTo>
                  <a:pt x="1840738" y="237743"/>
                </a:moveTo>
                <a:lnTo>
                  <a:pt x="1840611" y="237553"/>
                </a:lnTo>
                <a:lnTo>
                  <a:pt x="1839468" y="236981"/>
                </a:lnTo>
                <a:lnTo>
                  <a:pt x="1839468" y="237743"/>
                </a:lnTo>
                <a:lnTo>
                  <a:pt x="1840738" y="237743"/>
                </a:lnTo>
                <a:close/>
              </a:path>
              <a:path w="1877695" h="382270">
                <a:moveTo>
                  <a:pt x="1841373" y="237743"/>
                </a:moveTo>
                <a:lnTo>
                  <a:pt x="1840230" y="236981"/>
                </a:lnTo>
                <a:lnTo>
                  <a:pt x="1840992" y="237743"/>
                </a:lnTo>
                <a:lnTo>
                  <a:pt x="1841373" y="237743"/>
                </a:lnTo>
                <a:close/>
              </a:path>
              <a:path w="1877695" h="382270">
                <a:moveTo>
                  <a:pt x="1840992" y="237743"/>
                </a:moveTo>
                <a:lnTo>
                  <a:pt x="1840230" y="236981"/>
                </a:lnTo>
                <a:lnTo>
                  <a:pt x="1840611" y="237553"/>
                </a:lnTo>
                <a:lnTo>
                  <a:pt x="1840992" y="237743"/>
                </a:lnTo>
                <a:close/>
              </a:path>
              <a:path w="1877695" h="382270">
                <a:moveTo>
                  <a:pt x="1840611" y="237553"/>
                </a:moveTo>
                <a:lnTo>
                  <a:pt x="1840230" y="236981"/>
                </a:lnTo>
                <a:lnTo>
                  <a:pt x="1840230" y="237362"/>
                </a:lnTo>
                <a:lnTo>
                  <a:pt x="1840611" y="237553"/>
                </a:lnTo>
                <a:close/>
              </a:path>
              <a:path w="1877695" h="382270">
                <a:moveTo>
                  <a:pt x="1840992" y="237743"/>
                </a:moveTo>
                <a:lnTo>
                  <a:pt x="1840611" y="237553"/>
                </a:lnTo>
                <a:lnTo>
                  <a:pt x="1840738" y="237743"/>
                </a:lnTo>
                <a:lnTo>
                  <a:pt x="1840992" y="237743"/>
                </a:lnTo>
                <a:close/>
              </a:path>
              <a:path w="1877695" h="382270">
                <a:moveTo>
                  <a:pt x="1842516" y="240792"/>
                </a:moveTo>
                <a:lnTo>
                  <a:pt x="1842516" y="238505"/>
                </a:lnTo>
                <a:lnTo>
                  <a:pt x="1841373" y="237743"/>
                </a:lnTo>
                <a:lnTo>
                  <a:pt x="1840738" y="237743"/>
                </a:lnTo>
                <a:lnTo>
                  <a:pt x="1841754" y="239267"/>
                </a:lnTo>
                <a:lnTo>
                  <a:pt x="1842516" y="240792"/>
                </a:lnTo>
                <a:close/>
              </a:path>
              <a:path w="1877695" h="382270">
                <a:moveTo>
                  <a:pt x="1841754" y="240029"/>
                </a:moveTo>
                <a:lnTo>
                  <a:pt x="1841754" y="239267"/>
                </a:lnTo>
                <a:lnTo>
                  <a:pt x="1840992" y="238505"/>
                </a:lnTo>
                <a:lnTo>
                  <a:pt x="1841754" y="240029"/>
                </a:lnTo>
                <a:close/>
              </a:path>
              <a:path w="1877695" h="382270">
                <a:moveTo>
                  <a:pt x="1842516" y="238505"/>
                </a:moveTo>
                <a:lnTo>
                  <a:pt x="1842516" y="237743"/>
                </a:lnTo>
                <a:lnTo>
                  <a:pt x="1841754" y="237743"/>
                </a:lnTo>
                <a:lnTo>
                  <a:pt x="1842516" y="238505"/>
                </a:lnTo>
                <a:close/>
              </a:path>
              <a:path w="1877695" h="382270">
                <a:moveTo>
                  <a:pt x="1843277" y="243077"/>
                </a:moveTo>
                <a:lnTo>
                  <a:pt x="1843277" y="242315"/>
                </a:lnTo>
                <a:lnTo>
                  <a:pt x="1842516" y="241553"/>
                </a:lnTo>
                <a:lnTo>
                  <a:pt x="1843277" y="2430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938" name="object 164">
            <a:extLst>
              <a:ext uri="{FF2B5EF4-FFF2-40B4-BE49-F238E27FC236}">
                <a16:creationId xmlns:a16="http://schemas.microsoft.com/office/drawing/2014/main" id="{B804465E-E80D-4A07-8F6E-575454187698}"/>
              </a:ext>
            </a:extLst>
          </p:cNvPr>
          <p:cNvSpPr txBox="1"/>
          <p:nvPr/>
        </p:nvSpPr>
        <p:spPr>
          <a:xfrm>
            <a:off x="7847893" y="3673350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cs typeface="+mn-ea"/>
                <a:sym typeface="+mn-lt"/>
              </a:rPr>
              <a:t>displacement</a:t>
            </a:r>
            <a:endParaRPr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1458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B8A9-A9A6-4B23-B7B3-23ACE279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Align Steps: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interpolation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964F-4CB9-4DFA-8D43-D04BF02D6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476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通过双线性插值</a:t>
            </a:r>
            <a:r>
              <a:rPr lang="en-US" altLang="zh-CN" dirty="0">
                <a:cs typeface="+mn-ea"/>
                <a:sym typeface="+mn-lt"/>
              </a:rPr>
              <a:t>(bilinear interpolation)</a:t>
            </a:r>
            <a:r>
              <a:rPr lang="zh-CN" altLang="en-US" dirty="0">
                <a:cs typeface="+mn-ea"/>
                <a:sym typeface="+mn-lt"/>
              </a:rPr>
              <a:t> 计算采样点的特征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C77909F5-A650-4A46-9EE2-B5851911C94C}"/>
              </a:ext>
            </a:extLst>
          </p:cNvPr>
          <p:cNvGrpSpPr/>
          <p:nvPr/>
        </p:nvGrpSpPr>
        <p:grpSpPr>
          <a:xfrm>
            <a:off x="2182106" y="2849562"/>
            <a:ext cx="7827788" cy="3150235"/>
            <a:chOff x="2182106" y="3215322"/>
            <a:chExt cx="7827788" cy="3150235"/>
          </a:xfrm>
        </p:grpSpPr>
        <p:sp>
          <p:nvSpPr>
            <p:cNvPr id="10" name="object 939">
              <a:extLst>
                <a:ext uri="{FF2B5EF4-FFF2-40B4-BE49-F238E27FC236}">
                  <a16:creationId xmlns:a16="http://schemas.microsoft.com/office/drawing/2014/main" id="{C223EA2F-973D-4F6F-99EF-B7597AD1EEEF}"/>
                </a:ext>
              </a:extLst>
            </p:cNvPr>
            <p:cNvSpPr/>
            <p:nvPr/>
          </p:nvSpPr>
          <p:spPr>
            <a:xfrm>
              <a:off x="3803404" y="6088061"/>
              <a:ext cx="0" cy="177165"/>
            </a:xfrm>
            <a:custGeom>
              <a:avLst/>
              <a:gdLst/>
              <a:ahLst/>
              <a:cxnLst/>
              <a:rect l="l" t="t" r="r" b="b"/>
              <a:pathLst>
                <a:path h="177165">
                  <a:moveTo>
                    <a:pt x="0" y="0"/>
                  </a:moveTo>
                  <a:lnTo>
                    <a:pt x="0" y="176783"/>
                  </a:lnTo>
                </a:path>
              </a:pathLst>
            </a:custGeom>
            <a:ln w="935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1" name="object 940">
              <a:extLst>
                <a:ext uri="{FF2B5EF4-FFF2-40B4-BE49-F238E27FC236}">
                  <a16:creationId xmlns:a16="http://schemas.microsoft.com/office/drawing/2014/main" id="{59382930-C482-4FFE-AF66-2F6E856C5FBC}"/>
                </a:ext>
              </a:extLst>
            </p:cNvPr>
            <p:cNvSpPr/>
            <p:nvPr/>
          </p:nvSpPr>
          <p:spPr>
            <a:xfrm>
              <a:off x="2653546" y="4762181"/>
              <a:ext cx="261620" cy="0"/>
            </a:xfrm>
            <a:custGeom>
              <a:avLst/>
              <a:gdLst/>
              <a:ahLst/>
              <a:cxnLst/>
              <a:rect l="l" t="t" r="r" b="b"/>
              <a:pathLst>
                <a:path w="261619">
                  <a:moveTo>
                    <a:pt x="0" y="0"/>
                  </a:moveTo>
                  <a:lnTo>
                    <a:pt x="261366" y="0"/>
                  </a:lnTo>
                </a:path>
              </a:pathLst>
            </a:custGeom>
            <a:ln w="9359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12" name="object 941">
              <a:extLst>
                <a:ext uri="{FF2B5EF4-FFF2-40B4-BE49-F238E27FC236}">
                  <a16:creationId xmlns:a16="http://schemas.microsoft.com/office/drawing/2014/main" id="{0E6E4561-8E69-4128-AC1F-C05397B8D486}"/>
                </a:ext>
              </a:extLst>
            </p:cNvPr>
            <p:cNvGrpSpPr/>
            <p:nvPr/>
          </p:nvGrpSpPr>
          <p:grpSpPr>
            <a:xfrm>
              <a:off x="2520958" y="3215322"/>
              <a:ext cx="2432685" cy="3150235"/>
              <a:chOff x="2023757" y="3932682"/>
              <a:chExt cx="2432685" cy="3150235"/>
            </a:xfrm>
          </p:grpSpPr>
          <p:sp>
            <p:nvSpPr>
              <p:cNvPr id="23" name="object 942">
                <a:extLst>
                  <a:ext uri="{FF2B5EF4-FFF2-40B4-BE49-F238E27FC236}">
                    <a16:creationId xmlns:a16="http://schemas.microsoft.com/office/drawing/2014/main" id="{E8FFDB6D-7742-44F9-A525-D1FCBA48B8C7}"/>
                  </a:ext>
                </a:extLst>
              </p:cNvPr>
              <p:cNvSpPr/>
              <p:nvPr/>
            </p:nvSpPr>
            <p:spPr>
              <a:xfrm>
                <a:off x="2509913" y="4330446"/>
                <a:ext cx="1592579" cy="803910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bject 943">
                <a:extLst>
                  <a:ext uri="{FF2B5EF4-FFF2-40B4-BE49-F238E27FC236}">
                    <a16:creationId xmlns:a16="http://schemas.microsoft.com/office/drawing/2014/main" id="{5584B7DF-FE02-4C64-9F3E-5DB0DE54BAE6}"/>
                  </a:ext>
                </a:extLst>
              </p:cNvPr>
              <p:cNvSpPr/>
              <p:nvPr/>
            </p:nvSpPr>
            <p:spPr>
              <a:xfrm>
                <a:off x="2509913" y="5125974"/>
                <a:ext cx="1592580" cy="80314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bject 944">
                <a:extLst>
                  <a:ext uri="{FF2B5EF4-FFF2-40B4-BE49-F238E27FC236}">
                    <a16:creationId xmlns:a16="http://schemas.microsoft.com/office/drawing/2014/main" id="{BF7EB4A2-1A26-4AFF-B070-130C74EAD0BB}"/>
                  </a:ext>
                </a:extLst>
              </p:cNvPr>
              <p:cNvSpPr/>
              <p:nvPr/>
            </p:nvSpPr>
            <p:spPr>
              <a:xfrm>
                <a:off x="2509913" y="5921502"/>
                <a:ext cx="1592580" cy="80391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object 945">
                <a:extLst>
                  <a:ext uri="{FF2B5EF4-FFF2-40B4-BE49-F238E27FC236}">
                    <a16:creationId xmlns:a16="http://schemas.microsoft.com/office/drawing/2014/main" id="{68F4197D-4636-430A-84C2-8A5D1C84F548}"/>
                  </a:ext>
                </a:extLst>
              </p:cNvPr>
              <p:cNvSpPr/>
              <p:nvPr/>
            </p:nvSpPr>
            <p:spPr>
              <a:xfrm>
                <a:off x="2067953" y="3976116"/>
                <a:ext cx="22669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66950">
                    <a:moveTo>
                      <a:pt x="0" y="0"/>
                    </a:moveTo>
                    <a:lnTo>
                      <a:pt x="2266950" y="0"/>
                    </a:lnTo>
                  </a:path>
                </a:pathLst>
              </a:custGeom>
              <a:ln w="1248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" name="object 946">
                <a:extLst>
                  <a:ext uri="{FF2B5EF4-FFF2-40B4-BE49-F238E27FC236}">
                    <a16:creationId xmlns:a16="http://schemas.microsoft.com/office/drawing/2014/main" id="{B691CD16-DB20-46CA-9301-B6B2EFCFB009}"/>
                  </a:ext>
                </a:extLst>
              </p:cNvPr>
              <p:cNvSpPr/>
              <p:nvPr/>
            </p:nvSpPr>
            <p:spPr>
              <a:xfrm>
                <a:off x="4324235" y="3932682"/>
                <a:ext cx="13208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32079" h="87629">
                    <a:moveTo>
                      <a:pt x="131826" y="43433"/>
                    </a:moveTo>
                    <a:lnTo>
                      <a:pt x="0" y="0"/>
                    </a:lnTo>
                    <a:lnTo>
                      <a:pt x="0" y="87630"/>
                    </a:lnTo>
                    <a:lnTo>
                      <a:pt x="131826" y="434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object 947">
                <a:extLst>
                  <a:ext uri="{FF2B5EF4-FFF2-40B4-BE49-F238E27FC236}">
                    <a16:creationId xmlns:a16="http://schemas.microsoft.com/office/drawing/2014/main" id="{BCE0D88F-8FA3-40AD-8C13-463BC746C70F}"/>
                  </a:ext>
                </a:extLst>
              </p:cNvPr>
              <p:cNvSpPr/>
              <p:nvPr/>
            </p:nvSpPr>
            <p:spPr>
              <a:xfrm>
                <a:off x="2067953" y="3976116"/>
                <a:ext cx="0" cy="2986405"/>
              </a:xfrm>
              <a:custGeom>
                <a:avLst/>
                <a:gdLst/>
                <a:ahLst/>
                <a:cxnLst/>
                <a:rect l="l" t="t" r="r" b="b"/>
                <a:pathLst>
                  <a:path h="2986404">
                    <a:moveTo>
                      <a:pt x="0" y="0"/>
                    </a:moveTo>
                    <a:lnTo>
                      <a:pt x="0" y="2986278"/>
                    </a:lnTo>
                  </a:path>
                </a:pathLst>
              </a:custGeom>
              <a:ln w="1247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" name="object 948">
                <a:extLst>
                  <a:ext uri="{FF2B5EF4-FFF2-40B4-BE49-F238E27FC236}">
                    <a16:creationId xmlns:a16="http://schemas.microsoft.com/office/drawing/2014/main" id="{34409210-F247-40FB-8A0C-6BC69B410EFC}"/>
                  </a:ext>
                </a:extLst>
              </p:cNvPr>
              <p:cNvSpPr/>
              <p:nvPr/>
            </p:nvSpPr>
            <p:spPr>
              <a:xfrm>
                <a:off x="2023757" y="6950964"/>
                <a:ext cx="87630" cy="132080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132079">
                    <a:moveTo>
                      <a:pt x="87630" y="0"/>
                    </a:moveTo>
                    <a:lnTo>
                      <a:pt x="0" y="0"/>
                    </a:lnTo>
                    <a:lnTo>
                      <a:pt x="44196" y="131826"/>
                    </a:lnTo>
                    <a:lnTo>
                      <a:pt x="8763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object 949">
                <a:extLst>
                  <a:ext uri="{FF2B5EF4-FFF2-40B4-BE49-F238E27FC236}">
                    <a16:creationId xmlns:a16="http://schemas.microsoft.com/office/drawing/2014/main" id="{15B75EF6-6032-4EFB-835F-015482AE6AD6}"/>
                  </a:ext>
                </a:extLst>
              </p:cNvPr>
              <p:cNvSpPr/>
              <p:nvPr/>
            </p:nvSpPr>
            <p:spPr>
              <a:xfrm>
                <a:off x="2598305" y="4731258"/>
                <a:ext cx="354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4330">
                    <a:moveTo>
                      <a:pt x="0" y="0"/>
                    </a:moveTo>
                    <a:lnTo>
                      <a:pt x="354330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object 950">
                <a:extLst>
                  <a:ext uri="{FF2B5EF4-FFF2-40B4-BE49-F238E27FC236}">
                    <a16:creationId xmlns:a16="http://schemas.microsoft.com/office/drawing/2014/main" id="{388FD391-4C70-4132-B19D-538CF58F2870}"/>
                  </a:ext>
                </a:extLst>
              </p:cNvPr>
              <p:cNvSpPr/>
              <p:nvPr/>
            </p:nvSpPr>
            <p:spPr>
              <a:xfrm>
                <a:off x="2775089" y="4418076"/>
                <a:ext cx="0" cy="619760"/>
              </a:xfrm>
              <a:custGeom>
                <a:avLst/>
                <a:gdLst/>
                <a:ahLst/>
                <a:cxnLst/>
                <a:rect l="l" t="t" r="r" b="b"/>
                <a:pathLst>
                  <a:path h="619760">
                    <a:moveTo>
                      <a:pt x="0" y="0"/>
                    </a:moveTo>
                    <a:lnTo>
                      <a:pt x="0" y="619506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bject 951">
                <a:extLst>
                  <a:ext uri="{FF2B5EF4-FFF2-40B4-BE49-F238E27FC236}">
                    <a16:creationId xmlns:a16="http://schemas.microsoft.com/office/drawing/2014/main" id="{2CB6902D-F455-4D49-A05B-A37E0567401F}"/>
                  </a:ext>
                </a:extLst>
              </p:cNvPr>
              <p:cNvSpPr/>
              <p:nvPr/>
            </p:nvSpPr>
            <p:spPr>
              <a:xfrm>
                <a:off x="3129419" y="4731258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7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object 952">
                <a:extLst>
                  <a:ext uri="{FF2B5EF4-FFF2-40B4-BE49-F238E27FC236}">
                    <a16:creationId xmlns:a16="http://schemas.microsoft.com/office/drawing/2014/main" id="{0CBA588B-FA8B-4667-8107-9F6D8C913F81}"/>
                  </a:ext>
                </a:extLst>
              </p:cNvPr>
              <p:cNvSpPr/>
              <p:nvPr/>
            </p:nvSpPr>
            <p:spPr>
              <a:xfrm>
                <a:off x="3306203" y="4418076"/>
                <a:ext cx="0" cy="619760"/>
              </a:xfrm>
              <a:custGeom>
                <a:avLst/>
                <a:gdLst/>
                <a:ahLst/>
                <a:cxnLst/>
                <a:rect l="l" t="t" r="r" b="b"/>
                <a:pathLst>
                  <a:path h="619760">
                    <a:moveTo>
                      <a:pt x="0" y="0"/>
                    </a:moveTo>
                    <a:lnTo>
                      <a:pt x="0" y="619506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object 953">
                <a:extLst>
                  <a:ext uri="{FF2B5EF4-FFF2-40B4-BE49-F238E27FC236}">
                    <a16:creationId xmlns:a16="http://schemas.microsoft.com/office/drawing/2014/main" id="{D41B80AC-EDD9-4F25-BE11-877726DB81E6}"/>
                  </a:ext>
                </a:extLst>
              </p:cNvPr>
              <p:cNvSpPr/>
              <p:nvPr/>
            </p:nvSpPr>
            <p:spPr>
              <a:xfrm>
                <a:off x="3659771" y="4731258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8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object 954">
                <a:extLst>
                  <a:ext uri="{FF2B5EF4-FFF2-40B4-BE49-F238E27FC236}">
                    <a16:creationId xmlns:a16="http://schemas.microsoft.com/office/drawing/2014/main" id="{153C2E25-CA79-49BA-921D-CDCF6B7BA068}"/>
                  </a:ext>
                </a:extLst>
              </p:cNvPr>
              <p:cNvSpPr/>
              <p:nvPr/>
            </p:nvSpPr>
            <p:spPr>
              <a:xfrm>
                <a:off x="3836555" y="4418076"/>
                <a:ext cx="0" cy="619760"/>
              </a:xfrm>
              <a:custGeom>
                <a:avLst/>
                <a:gdLst/>
                <a:ahLst/>
                <a:cxnLst/>
                <a:rect l="l" t="t" r="r" b="b"/>
                <a:pathLst>
                  <a:path h="619760">
                    <a:moveTo>
                      <a:pt x="0" y="0"/>
                    </a:moveTo>
                    <a:lnTo>
                      <a:pt x="0" y="619506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object 955">
                <a:extLst>
                  <a:ext uri="{FF2B5EF4-FFF2-40B4-BE49-F238E27FC236}">
                    <a16:creationId xmlns:a16="http://schemas.microsoft.com/office/drawing/2014/main" id="{A37955A7-D42D-495C-B16D-1CFA8793AF30}"/>
                  </a:ext>
                </a:extLst>
              </p:cNvPr>
              <p:cNvSpPr/>
              <p:nvPr/>
            </p:nvSpPr>
            <p:spPr>
              <a:xfrm>
                <a:off x="2598305" y="5526786"/>
                <a:ext cx="354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4330">
                    <a:moveTo>
                      <a:pt x="0" y="0"/>
                    </a:moveTo>
                    <a:lnTo>
                      <a:pt x="354330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object 956">
                <a:extLst>
                  <a:ext uri="{FF2B5EF4-FFF2-40B4-BE49-F238E27FC236}">
                    <a16:creationId xmlns:a16="http://schemas.microsoft.com/office/drawing/2014/main" id="{E8C615EF-5735-4D94-BF53-445BA063C87A}"/>
                  </a:ext>
                </a:extLst>
              </p:cNvPr>
              <p:cNvSpPr/>
              <p:nvPr/>
            </p:nvSpPr>
            <p:spPr>
              <a:xfrm>
                <a:off x="2775089" y="5214366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object 957">
                <a:extLst>
                  <a:ext uri="{FF2B5EF4-FFF2-40B4-BE49-F238E27FC236}">
                    <a16:creationId xmlns:a16="http://schemas.microsoft.com/office/drawing/2014/main" id="{4F3B4932-AA01-4CDD-B730-4728005802BA}"/>
                  </a:ext>
                </a:extLst>
              </p:cNvPr>
              <p:cNvSpPr/>
              <p:nvPr/>
            </p:nvSpPr>
            <p:spPr>
              <a:xfrm>
                <a:off x="3129419" y="5526786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7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object 958">
                <a:extLst>
                  <a:ext uri="{FF2B5EF4-FFF2-40B4-BE49-F238E27FC236}">
                    <a16:creationId xmlns:a16="http://schemas.microsoft.com/office/drawing/2014/main" id="{2F4A51A6-91C7-4E0F-BAA9-23F354DA6C54}"/>
                  </a:ext>
                </a:extLst>
              </p:cNvPr>
              <p:cNvSpPr/>
              <p:nvPr/>
            </p:nvSpPr>
            <p:spPr>
              <a:xfrm>
                <a:off x="3306203" y="5214366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bject 959">
                <a:extLst>
                  <a:ext uri="{FF2B5EF4-FFF2-40B4-BE49-F238E27FC236}">
                    <a16:creationId xmlns:a16="http://schemas.microsoft.com/office/drawing/2014/main" id="{3A5BD0A8-416A-4F9E-BC4B-E02B9120D2F1}"/>
                  </a:ext>
                </a:extLst>
              </p:cNvPr>
              <p:cNvSpPr/>
              <p:nvPr/>
            </p:nvSpPr>
            <p:spPr>
              <a:xfrm>
                <a:off x="3659771" y="5526786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8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object 960">
                <a:extLst>
                  <a:ext uri="{FF2B5EF4-FFF2-40B4-BE49-F238E27FC236}">
                    <a16:creationId xmlns:a16="http://schemas.microsoft.com/office/drawing/2014/main" id="{1CEC4EE9-315E-4E1B-BA82-6D7141BD599F}"/>
                  </a:ext>
                </a:extLst>
              </p:cNvPr>
              <p:cNvSpPr/>
              <p:nvPr/>
            </p:nvSpPr>
            <p:spPr>
              <a:xfrm>
                <a:off x="3836555" y="5214366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object 961">
                <a:extLst>
                  <a:ext uri="{FF2B5EF4-FFF2-40B4-BE49-F238E27FC236}">
                    <a16:creationId xmlns:a16="http://schemas.microsoft.com/office/drawing/2014/main" id="{D427D0E7-38CC-4F76-8B17-BB93DAEE362A}"/>
                  </a:ext>
                </a:extLst>
              </p:cNvPr>
              <p:cNvSpPr/>
              <p:nvPr/>
            </p:nvSpPr>
            <p:spPr>
              <a:xfrm>
                <a:off x="2598305" y="6322314"/>
                <a:ext cx="354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4330">
                    <a:moveTo>
                      <a:pt x="0" y="0"/>
                    </a:moveTo>
                    <a:lnTo>
                      <a:pt x="354330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object 962">
                <a:extLst>
                  <a:ext uri="{FF2B5EF4-FFF2-40B4-BE49-F238E27FC236}">
                    <a16:creationId xmlns:a16="http://schemas.microsoft.com/office/drawing/2014/main" id="{5144F69D-F5CB-46CD-9582-D176DE955D50}"/>
                  </a:ext>
                </a:extLst>
              </p:cNvPr>
              <p:cNvSpPr/>
              <p:nvPr/>
            </p:nvSpPr>
            <p:spPr>
              <a:xfrm>
                <a:off x="2775089" y="6009894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object 963">
                <a:extLst>
                  <a:ext uri="{FF2B5EF4-FFF2-40B4-BE49-F238E27FC236}">
                    <a16:creationId xmlns:a16="http://schemas.microsoft.com/office/drawing/2014/main" id="{D074536A-B1A5-4637-B7B7-4988B6633462}"/>
                  </a:ext>
                </a:extLst>
              </p:cNvPr>
              <p:cNvSpPr/>
              <p:nvPr/>
            </p:nvSpPr>
            <p:spPr>
              <a:xfrm>
                <a:off x="3129419" y="6322314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8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object 964">
                <a:extLst>
                  <a:ext uri="{FF2B5EF4-FFF2-40B4-BE49-F238E27FC236}">
                    <a16:creationId xmlns:a16="http://schemas.microsoft.com/office/drawing/2014/main" id="{6C561096-B248-4CFB-BCFF-947C28603D25}"/>
                  </a:ext>
                </a:extLst>
              </p:cNvPr>
              <p:cNvSpPr/>
              <p:nvPr/>
            </p:nvSpPr>
            <p:spPr>
              <a:xfrm>
                <a:off x="3306203" y="6009894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object 965">
                <a:extLst>
                  <a:ext uri="{FF2B5EF4-FFF2-40B4-BE49-F238E27FC236}">
                    <a16:creationId xmlns:a16="http://schemas.microsoft.com/office/drawing/2014/main" id="{9D7E8BB6-F927-459B-991F-03E6C70934FA}"/>
                  </a:ext>
                </a:extLst>
              </p:cNvPr>
              <p:cNvSpPr/>
              <p:nvPr/>
            </p:nvSpPr>
            <p:spPr>
              <a:xfrm>
                <a:off x="3659771" y="6322314"/>
                <a:ext cx="353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3695">
                    <a:moveTo>
                      <a:pt x="0" y="0"/>
                    </a:moveTo>
                    <a:lnTo>
                      <a:pt x="353568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object 966">
                <a:extLst>
                  <a:ext uri="{FF2B5EF4-FFF2-40B4-BE49-F238E27FC236}">
                    <a16:creationId xmlns:a16="http://schemas.microsoft.com/office/drawing/2014/main" id="{F71F98B7-8D54-423D-B5E2-9376F6A9ABA6}"/>
                  </a:ext>
                </a:extLst>
              </p:cNvPr>
              <p:cNvSpPr/>
              <p:nvPr/>
            </p:nvSpPr>
            <p:spPr>
              <a:xfrm>
                <a:off x="3836555" y="6009894"/>
                <a:ext cx="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h="619125">
                    <a:moveTo>
                      <a:pt x="0" y="0"/>
                    </a:moveTo>
                    <a:lnTo>
                      <a:pt x="0" y="618744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object 967">
                <a:extLst>
                  <a:ext uri="{FF2B5EF4-FFF2-40B4-BE49-F238E27FC236}">
                    <a16:creationId xmlns:a16="http://schemas.microsoft.com/office/drawing/2014/main" id="{38F0D6B2-4004-4886-A11F-7186B244AF11}"/>
                  </a:ext>
                </a:extLst>
              </p:cNvPr>
              <p:cNvSpPr/>
              <p:nvPr/>
            </p:nvSpPr>
            <p:spPr>
              <a:xfrm>
                <a:off x="2598305" y="4475226"/>
                <a:ext cx="88392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object 968">
                <a:extLst>
                  <a:ext uri="{FF2B5EF4-FFF2-40B4-BE49-F238E27FC236}">
                    <a16:creationId xmlns:a16="http://schemas.microsoft.com/office/drawing/2014/main" id="{D68C1683-2722-4DC3-817D-639388F74A83}"/>
                  </a:ext>
                </a:extLst>
              </p:cNvPr>
              <p:cNvSpPr/>
              <p:nvPr/>
            </p:nvSpPr>
            <p:spPr>
              <a:xfrm>
                <a:off x="2863481" y="4475226"/>
                <a:ext cx="89154" cy="88391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bject 969">
                <a:extLst>
                  <a:ext uri="{FF2B5EF4-FFF2-40B4-BE49-F238E27FC236}">
                    <a16:creationId xmlns:a16="http://schemas.microsoft.com/office/drawing/2014/main" id="{91DE8BAD-0989-4FC0-B0F7-7380BF8BE790}"/>
                  </a:ext>
                </a:extLst>
              </p:cNvPr>
              <p:cNvSpPr/>
              <p:nvPr/>
            </p:nvSpPr>
            <p:spPr>
              <a:xfrm>
                <a:off x="2598305" y="4872990"/>
                <a:ext cx="88392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bject 970">
                <a:extLst>
                  <a:ext uri="{FF2B5EF4-FFF2-40B4-BE49-F238E27FC236}">
                    <a16:creationId xmlns:a16="http://schemas.microsoft.com/office/drawing/2014/main" id="{15EA52F6-74FC-4FB9-A63A-6BDA860CEAB7}"/>
                  </a:ext>
                </a:extLst>
              </p:cNvPr>
              <p:cNvSpPr/>
              <p:nvPr/>
            </p:nvSpPr>
            <p:spPr>
              <a:xfrm>
                <a:off x="2863481" y="4872990"/>
                <a:ext cx="89154" cy="88391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bject 971">
                <a:extLst>
                  <a:ext uri="{FF2B5EF4-FFF2-40B4-BE49-F238E27FC236}">
                    <a16:creationId xmlns:a16="http://schemas.microsoft.com/office/drawing/2014/main" id="{6CAFE6F5-22F1-45E4-B92E-9E1B5C8BE0B8}"/>
                  </a:ext>
                </a:extLst>
              </p:cNvPr>
              <p:cNvSpPr/>
              <p:nvPr/>
            </p:nvSpPr>
            <p:spPr>
              <a:xfrm>
                <a:off x="3129419" y="4475226"/>
                <a:ext cx="88392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bject 972">
                <a:extLst>
                  <a:ext uri="{FF2B5EF4-FFF2-40B4-BE49-F238E27FC236}">
                    <a16:creationId xmlns:a16="http://schemas.microsoft.com/office/drawing/2014/main" id="{0E150071-A381-4B79-AB23-1D166F004A45}"/>
                  </a:ext>
                </a:extLst>
              </p:cNvPr>
              <p:cNvSpPr/>
              <p:nvPr/>
            </p:nvSpPr>
            <p:spPr>
              <a:xfrm>
                <a:off x="3394595" y="4475226"/>
                <a:ext cx="88391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bject 973">
                <a:extLst>
                  <a:ext uri="{FF2B5EF4-FFF2-40B4-BE49-F238E27FC236}">
                    <a16:creationId xmlns:a16="http://schemas.microsoft.com/office/drawing/2014/main" id="{B5B6606C-9A70-47E1-8285-6D56E09631BF}"/>
                  </a:ext>
                </a:extLst>
              </p:cNvPr>
              <p:cNvSpPr/>
              <p:nvPr/>
            </p:nvSpPr>
            <p:spPr>
              <a:xfrm>
                <a:off x="3129419" y="4872990"/>
                <a:ext cx="88392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bject 974">
                <a:extLst>
                  <a:ext uri="{FF2B5EF4-FFF2-40B4-BE49-F238E27FC236}">
                    <a16:creationId xmlns:a16="http://schemas.microsoft.com/office/drawing/2014/main" id="{49C22AA5-DDCE-4499-9B77-99F72BE7CDFE}"/>
                  </a:ext>
                </a:extLst>
              </p:cNvPr>
              <p:cNvSpPr/>
              <p:nvPr/>
            </p:nvSpPr>
            <p:spPr>
              <a:xfrm>
                <a:off x="3394595" y="4872990"/>
                <a:ext cx="88391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bject 975">
                <a:extLst>
                  <a:ext uri="{FF2B5EF4-FFF2-40B4-BE49-F238E27FC236}">
                    <a16:creationId xmlns:a16="http://schemas.microsoft.com/office/drawing/2014/main" id="{4DE50A36-44B0-442D-9978-B0C4DDF5FE84}"/>
                  </a:ext>
                </a:extLst>
              </p:cNvPr>
              <p:cNvSpPr/>
              <p:nvPr/>
            </p:nvSpPr>
            <p:spPr>
              <a:xfrm>
                <a:off x="3659771" y="4475226"/>
                <a:ext cx="88391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bject 976">
                <a:extLst>
                  <a:ext uri="{FF2B5EF4-FFF2-40B4-BE49-F238E27FC236}">
                    <a16:creationId xmlns:a16="http://schemas.microsoft.com/office/drawing/2014/main" id="{B4184DA1-80BC-43E6-8E73-5274D837D7A2}"/>
                  </a:ext>
                </a:extLst>
              </p:cNvPr>
              <p:cNvSpPr/>
              <p:nvPr/>
            </p:nvSpPr>
            <p:spPr>
              <a:xfrm>
                <a:off x="3924947" y="4475226"/>
                <a:ext cx="88391" cy="8839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" name="object 977">
                <a:extLst>
                  <a:ext uri="{FF2B5EF4-FFF2-40B4-BE49-F238E27FC236}">
                    <a16:creationId xmlns:a16="http://schemas.microsoft.com/office/drawing/2014/main" id="{BD57DC3B-3C88-42DC-A61E-2EA143D92555}"/>
                  </a:ext>
                </a:extLst>
              </p:cNvPr>
              <p:cNvSpPr/>
              <p:nvPr/>
            </p:nvSpPr>
            <p:spPr>
              <a:xfrm>
                <a:off x="3659771" y="4872990"/>
                <a:ext cx="88391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bject 978">
                <a:extLst>
                  <a:ext uri="{FF2B5EF4-FFF2-40B4-BE49-F238E27FC236}">
                    <a16:creationId xmlns:a16="http://schemas.microsoft.com/office/drawing/2014/main" id="{F10D6259-8211-4599-91E3-DD789BB3EEC0}"/>
                  </a:ext>
                </a:extLst>
              </p:cNvPr>
              <p:cNvSpPr/>
              <p:nvPr/>
            </p:nvSpPr>
            <p:spPr>
              <a:xfrm>
                <a:off x="3924947" y="4872990"/>
                <a:ext cx="88391" cy="8839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bject 979">
                <a:extLst>
                  <a:ext uri="{FF2B5EF4-FFF2-40B4-BE49-F238E27FC236}">
                    <a16:creationId xmlns:a16="http://schemas.microsoft.com/office/drawing/2014/main" id="{A858F72F-9257-43A4-AB8D-1DC9AF131F31}"/>
                  </a:ext>
                </a:extLst>
              </p:cNvPr>
              <p:cNvSpPr/>
              <p:nvPr/>
            </p:nvSpPr>
            <p:spPr>
              <a:xfrm>
                <a:off x="2598305" y="5526786"/>
                <a:ext cx="14154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15414">
                    <a:moveTo>
                      <a:pt x="0" y="0"/>
                    </a:moveTo>
                    <a:lnTo>
                      <a:pt x="354330" y="0"/>
                    </a:lnTo>
                  </a:path>
                  <a:path w="1415414">
                    <a:moveTo>
                      <a:pt x="531113" y="0"/>
                    </a:moveTo>
                    <a:lnTo>
                      <a:pt x="884681" y="0"/>
                    </a:lnTo>
                  </a:path>
                  <a:path w="1415414">
                    <a:moveTo>
                      <a:pt x="1061465" y="0"/>
                    </a:moveTo>
                    <a:lnTo>
                      <a:pt x="1415033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bject 980">
                <a:extLst>
                  <a:ext uri="{FF2B5EF4-FFF2-40B4-BE49-F238E27FC236}">
                    <a16:creationId xmlns:a16="http://schemas.microsoft.com/office/drawing/2014/main" id="{FD1496E3-09B6-47F4-997E-965A98327D36}"/>
                  </a:ext>
                </a:extLst>
              </p:cNvPr>
              <p:cNvSpPr/>
              <p:nvPr/>
            </p:nvSpPr>
            <p:spPr>
              <a:xfrm>
                <a:off x="2598305" y="5270754"/>
                <a:ext cx="88392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bject 981">
                <a:extLst>
                  <a:ext uri="{FF2B5EF4-FFF2-40B4-BE49-F238E27FC236}">
                    <a16:creationId xmlns:a16="http://schemas.microsoft.com/office/drawing/2014/main" id="{6DBB8A5D-498A-4FC4-B224-D82157B4471E}"/>
                  </a:ext>
                </a:extLst>
              </p:cNvPr>
              <p:cNvSpPr/>
              <p:nvPr/>
            </p:nvSpPr>
            <p:spPr>
              <a:xfrm>
                <a:off x="2863481" y="5270754"/>
                <a:ext cx="89154" cy="88391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bject 982">
                <a:extLst>
                  <a:ext uri="{FF2B5EF4-FFF2-40B4-BE49-F238E27FC236}">
                    <a16:creationId xmlns:a16="http://schemas.microsoft.com/office/drawing/2014/main" id="{5FA007B7-9D16-441D-A1FC-E7A77BBB4530}"/>
                  </a:ext>
                </a:extLst>
              </p:cNvPr>
              <p:cNvSpPr/>
              <p:nvPr/>
            </p:nvSpPr>
            <p:spPr>
              <a:xfrm>
                <a:off x="2598305" y="5668517"/>
                <a:ext cx="88392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bject 983">
                <a:extLst>
                  <a:ext uri="{FF2B5EF4-FFF2-40B4-BE49-F238E27FC236}">
                    <a16:creationId xmlns:a16="http://schemas.microsoft.com/office/drawing/2014/main" id="{FCDBE307-12E6-42F5-B3B6-B29EACD2280F}"/>
                  </a:ext>
                </a:extLst>
              </p:cNvPr>
              <p:cNvSpPr/>
              <p:nvPr/>
            </p:nvSpPr>
            <p:spPr>
              <a:xfrm>
                <a:off x="2863481" y="5668517"/>
                <a:ext cx="89154" cy="88391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bject 984">
                <a:extLst>
                  <a:ext uri="{FF2B5EF4-FFF2-40B4-BE49-F238E27FC236}">
                    <a16:creationId xmlns:a16="http://schemas.microsoft.com/office/drawing/2014/main" id="{599C2DC4-576F-4DA9-AFAF-FF58502CE2D8}"/>
                  </a:ext>
                </a:extLst>
              </p:cNvPr>
              <p:cNvSpPr/>
              <p:nvPr/>
            </p:nvSpPr>
            <p:spPr>
              <a:xfrm>
                <a:off x="3129419" y="5270754"/>
                <a:ext cx="88392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bject 985">
                <a:extLst>
                  <a:ext uri="{FF2B5EF4-FFF2-40B4-BE49-F238E27FC236}">
                    <a16:creationId xmlns:a16="http://schemas.microsoft.com/office/drawing/2014/main" id="{2B688063-89BC-4F54-BC0C-5F40F5CD8B88}"/>
                  </a:ext>
                </a:extLst>
              </p:cNvPr>
              <p:cNvSpPr/>
              <p:nvPr/>
            </p:nvSpPr>
            <p:spPr>
              <a:xfrm>
                <a:off x="3394595" y="5270754"/>
                <a:ext cx="88391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bject 986">
                <a:extLst>
                  <a:ext uri="{FF2B5EF4-FFF2-40B4-BE49-F238E27FC236}">
                    <a16:creationId xmlns:a16="http://schemas.microsoft.com/office/drawing/2014/main" id="{4605D100-CD99-450B-B8FA-17BFB73B2E89}"/>
                  </a:ext>
                </a:extLst>
              </p:cNvPr>
              <p:cNvSpPr/>
              <p:nvPr/>
            </p:nvSpPr>
            <p:spPr>
              <a:xfrm>
                <a:off x="3129419" y="5668517"/>
                <a:ext cx="88392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" name="object 987">
                <a:extLst>
                  <a:ext uri="{FF2B5EF4-FFF2-40B4-BE49-F238E27FC236}">
                    <a16:creationId xmlns:a16="http://schemas.microsoft.com/office/drawing/2014/main" id="{7BE41802-8361-4276-A7F5-2C88884F2BAF}"/>
                  </a:ext>
                </a:extLst>
              </p:cNvPr>
              <p:cNvSpPr/>
              <p:nvPr/>
            </p:nvSpPr>
            <p:spPr>
              <a:xfrm>
                <a:off x="3394595" y="5668517"/>
                <a:ext cx="88391" cy="88391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bject 988">
                <a:extLst>
                  <a:ext uri="{FF2B5EF4-FFF2-40B4-BE49-F238E27FC236}">
                    <a16:creationId xmlns:a16="http://schemas.microsoft.com/office/drawing/2014/main" id="{E304547B-E08D-4100-9EBA-2BB3C532BD76}"/>
                  </a:ext>
                </a:extLst>
              </p:cNvPr>
              <p:cNvSpPr/>
              <p:nvPr/>
            </p:nvSpPr>
            <p:spPr>
              <a:xfrm>
                <a:off x="3659771" y="5270754"/>
                <a:ext cx="88391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bject 989">
                <a:extLst>
                  <a:ext uri="{FF2B5EF4-FFF2-40B4-BE49-F238E27FC236}">
                    <a16:creationId xmlns:a16="http://schemas.microsoft.com/office/drawing/2014/main" id="{351BA3DD-D7DB-4399-8C18-214017BD8BC4}"/>
                  </a:ext>
                </a:extLst>
              </p:cNvPr>
              <p:cNvSpPr/>
              <p:nvPr/>
            </p:nvSpPr>
            <p:spPr>
              <a:xfrm>
                <a:off x="3924947" y="5270754"/>
                <a:ext cx="88391" cy="8839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bject 990">
                <a:extLst>
                  <a:ext uri="{FF2B5EF4-FFF2-40B4-BE49-F238E27FC236}">
                    <a16:creationId xmlns:a16="http://schemas.microsoft.com/office/drawing/2014/main" id="{AF626B26-EA25-42CD-89DA-36BBC0D119A1}"/>
                  </a:ext>
                </a:extLst>
              </p:cNvPr>
              <p:cNvSpPr/>
              <p:nvPr/>
            </p:nvSpPr>
            <p:spPr>
              <a:xfrm>
                <a:off x="3659771" y="5668517"/>
                <a:ext cx="88391" cy="883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bject 991">
                <a:extLst>
                  <a:ext uri="{FF2B5EF4-FFF2-40B4-BE49-F238E27FC236}">
                    <a16:creationId xmlns:a16="http://schemas.microsoft.com/office/drawing/2014/main" id="{1DA4DCE4-EA26-4694-AA69-095EF9BD2665}"/>
                  </a:ext>
                </a:extLst>
              </p:cNvPr>
              <p:cNvSpPr/>
              <p:nvPr/>
            </p:nvSpPr>
            <p:spPr>
              <a:xfrm>
                <a:off x="3924947" y="5668517"/>
                <a:ext cx="88391" cy="8839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bject 992">
                <a:extLst>
                  <a:ext uri="{FF2B5EF4-FFF2-40B4-BE49-F238E27FC236}">
                    <a16:creationId xmlns:a16="http://schemas.microsoft.com/office/drawing/2014/main" id="{926D7921-8CB2-4819-BDB8-B2F800B8671F}"/>
                  </a:ext>
                </a:extLst>
              </p:cNvPr>
              <p:cNvSpPr/>
              <p:nvPr/>
            </p:nvSpPr>
            <p:spPr>
              <a:xfrm>
                <a:off x="2598305" y="6322314"/>
                <a:ext cx="14154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15414">
                    <a:moveTo>
                      <a:pt x="0" y="0"/>
                    </a:moveTo>
                    <a:lnTo>
                      <a:pt x="354330" y="0"/>
                    </a:lnTo>
                  </a:path>
                  <a:path w="1415414">
                    <a:moveTo>
                      <a:pt x="531113" y="0"/>
                    </a:moveTo>
                    <a:lnTo>
                      <a:pt x="884682" y="0"/>
                    </a:lnTo>
                  </a:path>
                  <a:path w="1415414">
                    <a:moveTo>
                      <a:pt x="1061466" y="0"/>
                    </a:moveTo>
                    <a:lnTo>
                      <a:pt x="1415034" y="0"/>
                    </a:lnTo>
                  </a:path>
                </a:pathLst>
              </a:custGeom>
              <a:ln w="6235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bject 993">
                <a:extLst>
                  <a:ext uri="{FF2B5EF4-FFF2-40B4-BE49-F238E27FC236}">
                    <a16:creationId xmlns:a16="http://schemas.microsoft.com/office/drawing/2014/main" id="{3EC4D545-20A5-4C35-88D3-9EBB858B9148}"/>
                  </a:ext>
                </a:extLst>
              </p:cNvPr>
              <p:cNvSpPr/>
              <p:nvPr/>
            </p:nvSpPr>
            <p:spPr>
              <a:xfrm>
                <a:off x="2598305" y="6066282"/>
                <a:ext cx="88392" cy="88392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bject 994">
                <a:extLst>
                  <a:ext uri="{FF2B5EF4-FFF2-40B4-BE49-F238E27FC236}">
                    <a16:creationId xmlns:a16="http://schemas.microsoft.com/office/drawing/2014/main" id="{9FB628F2-B967-4472-AD57-5C131E30DAC1}"/>
                  </a:ext>
                </a:extLst>
              </p:cNvPr>
              <p:cNvSpPr/>
              <p:nvPr/>
            </p:nvSpPr>
            <p:spPr>
              <a:xfrm>
                <a:off x="2863481" y="6066282"/>
                <a:ext cx="89154" cy="88392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bject 995">
                <a:extLst>
                  <a:ext uri="{FF2B5EF4-FFF2-40B4-BE49-F238E27FC236}">
                    <a16:creationId xmlns:a16="http://schemas.microsoft.com/office/drawing/2014/main" id="{45D550ED-EB01-41B6-A431-B0440B249462}"/>
                  </a:ext>
                </a:extLst>
              </p:cNvPr>
              <p:cNvSpPr/>
              <p:nvPr/>
            </p:nvSpPr>
            <p:spPr>
              <a:xfrm>
                <a:off x="2598305" y="6464046"/>
                <a:ext cx="88392" cy="88392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bject 996">
                <a:extLst>
                  <a:ext uri="{FF2B5EF4-FFF2-40B4-BE49-F238E27FC236}">
                    <a16:creationId xmlns:a16="http://schemas.microsoft.com/office/drawing/2014/main" id="{8C783DC8-B088-4CB4-ACEB-DE2F27BD308B}"/>
                  </a:ext>
                </a:extLst>
              </p:cNvPr>
              <p:cNvSpPr/>
              <p:nvPr/>
            </p:nvSpPr>
            <p:spPr>
              <a:xfrm>
                <a:off x="2863481" y="6464046"/>
                <a:ext cx="89154" cy="88392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object 997">
                <a:extLst>
                  <a:ext uri="{FF2B5EF4-FFF2-40B4-BE49-F238E27FC236}">
                    <a16:creationId xmlns:a16="http://schemas.microsoft.com/office/drawing/2014/main" id="{10D8743C-8FC3-4285-A2BD-EB42E400D10F}"/>
                  </a:ext>
                </a:extLst>
              </p:cNvPr>
              <p:cNvSpPr/>
              <p:nvPr/>
            </p:nvSpPr>
            <p:spPr>
              <a:xfrm>
                <a:off x="3129419" y="6066282"/>
                <a:ext cx="88392" cy="88392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bject 998">
                <a:extLst>
                  <a:ext uri="{FF2B5EF4-FFF2-40B4-BE49-F238E27FC236}">
                    <a16:creationId xmlns:a16="http://schemas.microsoft.com/office/drawing/2014/main" id="{87E5F09C-D7A1-46BF-A097-358FD855B24B}"/>
                  </a:ext>
                </a:extLst>
              </p:cNvPr>
              <p:cNvSpPr/>
              <p:nvPr/>
            </p:nvSpPr>
            <p:spPr>
              <a:xfrm>
                <a:off x="3394595" y="6066282"/>
                <a:ext cx="88391" cy="88392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bject 999">
                <a:extLst>
                  <a:ext uri="{FF2B5EF4-FFF2-40B4-BE49-F238E27FC236}">
                    <a16:creationId xmlns:a16="http://schemas.microsoft.com/office/drawing/2014/main" id="{0298B252-AC85-43BC-BCC9-83FACECC4C15}"/>
                  </a:ext>
                </a:extLst>
              </p:cNvPr>
              <p:cNvSpPr/>
              <p:nvPr/>
            </p:nvSpPr>
            <p:spPr>
              <a:xfrm>
                <a:off x="3129419" y="6464046"/>
                <a:ext cx="88392" cy="88392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bject 1000">
                <a:extLst>
                  <a:ext uri="{FF2B5EF4-FFF2-40B4-BE49-F238E27FC236}">
                    <a16:creationId xmlns:a16="http://schemas.microsoft.com/office/drawing/2014/main" id="{CD89643A-A2F7-4338-BC47-C200B6AABDFB}"/>
                  </a:ext>
                </a:extLst>
              </p:cNvPr>
              <p:cNvSpPr/>
              <p:nvPr/>
            </p:nvSpPr>
            <p:spPr>
              <a:xfrm>
                <a:off x="3394595" y="6464046"/>
                <a:ext cx="88391" cy="88392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bject 1001">
                <a:extLst>
                  <a:ext uri="{FF2B5EF4-FFF2-40B4-BE49-F238E27FC236}">
                    <a16:creationId xmlns:a16="http://schemas.microsoft.com/office/drawing/2014/main" id="{403D2B42-984B-417A-AC99-FABFE74655B0}"/>
                  </a:ext>
                </a:extLst>
              </p:cNvPr>
              <p:cNvSpPr/>
              <p:nvPr/>
            </p:nvSpPr>
            <p:spPr>
              <a:xfrm>
                <a:off x="3659771" y="6066282"/>
                <a:ext cx="88391" cy="88392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bject 1002">
                <a:extLst>
                  <a:ext uri="{FF2B5EF4-FFF2-40B4-BE49-F238E27FC236}">
                    <a16:creationId xmlns:a16="http://schemas.microsoft.com/office/drawing/2014/main" id="{58E472A8-7F8D-4847-9297-F1F0DDC22CB7}"/>
                  </a:ext>
                </a:extLst>
              </p:cNvPr>
              <p:cNvSpPr/>
              <p:nvPr/>
            </p:nvSpPr>
            <p:spPr>
              <a:xfrm>
                <a:off x="3924947" y="6066282"/>
                <a:ext cx="88391" cy="88392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bject 1003">
                <a:extLst>
                  <a:ext uri="{FF2B5EF4-FFF2-40B4-BE49-F238E27FC236}">
                    <a16:creationId xmlns:a16="http://schemas.microsoft.com/office/drawing/2014/main" id="{4A4C6D42-966C-4CB7-A3E0-411E810FAE7E}"/>
                  </a:ext>
                </a:extLst>
              </p:cNvPr>
              <p:cNvSpPr/>
              <p:nvPr/>
            </p:nvSpPr>
            <p:spPr>
              <a:xfrm>
                <a:off x="3659771" y="6464046"/>
                <a:ext cx="88391" cy="88392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bject 1004">
                <a:extLst>
                  <a:ext uri="{FF2B5EF4-FFF2-40B4-BE49-F238E27FC236}">
                    <a16:creationId xmlns:a16="http://schemas.microsoft.com/office/drawing/2014/main" id="{8A8B4001-BA91-4690-82D0-C9406F06F0C7}"/>
                  </a:ext>
                </a:extLst>
              </p:cNvPr>
              <p:cNvSpPr/>
              <p:nvPr/>
            </p:nvSpPr>
            <p:spPr>
              <a:xfrm>
                <a:off x="3924947" y="6464046"/>
                <a:ext cx="88391" cy="88392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bject 1005">
                <a:extLst>
                  <a:ext uri="{FF2B5EF4-FFF2-40B4-BE49-F238E27FC236}">
                    <a16:creationId xmlns:a16="http://schemas.microsoft.com/office/drawing/2014/main" id="{D5C40B39-28B4-45B3-850C-059A1A005D49}"/>
                  </a:ext>
                </a:extLst>
              </p:cNvPr>
              <p:cNvSpPr/>
              <p:nvPr/>
            </p:nvSpPr>
            <p:spPr>
              <a:xfrm>
                <a:off x="2509913" y="3988308"/>
                <a:ext cx="1592580" cy="266065"/>
              </a:xfrm>
              <a:custGeom>
                <a:avLst/>
                <a:gdLst/>
                <a:ahLst/>
                <a:cxnLst/>
                <a:rect l="l" t="t" r="r" b="b"/>
                <a:pathLst>
                  <a:path w="1592579" h="266064">
                    <a:moveTo>
                      <a:pt x="0" y="0"/>
                    </a:moveTo>
                    <a:lnTo>
                      <a:pt x="0" y="265938"/>
                    </a:lnTo>
                  </a:path>
                  <a:path w="1592579" h="266064">
                    <a:moveTo>
                      <a:pt x="1592579" y="0"/>
                    </a:moveTo>
                    <a:lnTo>
                      <a:pt x="1592579" y="265938"/>
                    </a:lnTo>
                  </a:path>
                  <a:path w="1592579" h="266064">
                    <a:moveTo>
                      <a:pt x="531113" y="265938"/>
                    </a:moveTo>
                    <a:lnTo>
                      <a:pt x="531113" y="0"/>
                    </a:lnTo>
                  </a:path>
                </a:pathLst>
              </a:custGeom>
              <a:ln w="9359">
                <a:solidFill>
                  <a:srgbClr val="FF0000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" name="object 1006">
                <a:extLst>
                  <a:ext uri="{FF2B5EF4-FFF2-40B4-BE49-F238E27FC236}">
                    <a16:creationId xmlns:a16="http://schemas.microsoft.com/office/drawing/2014/main" id="{9C2A43EB-97F5-49E6-8E83-9A842E56DB34}"/>
                  </a:ext>
                </a:extLst>
              </p:cNvPr>
              <p:cNvSpPr/>
              <p:nvPr/>
            </p:nvSpPr>
            <p:spPr>
              <a:xfrm>
                <a:off x="2067953" y="4342638"/>
                <a:ext cx="353695" cy="2386965"/>
              </a:xfrm>
              <a:custGeom>
                <a:avLst/>
                <a:gdLst/>
                <a:ahLst/>
                <a:cxnLst/>
                <a:rect l="l" t="t" r="r" b="b"/>
                <a:pathLst>
                  <a:path w="353694" h="2386965">
                    <a:moveTo>
                      <a:pt x="0" y="0"/>
                    </a:moveTo>
                    <a:lnTo>
                      <a:pt x="353568" y="0"/>
                    </a:lnTo>
                  </a:path>
                  <a:path w="353694" h="2386965">
                    <a:moveTo>
                      <a:pt x="0" y="2386584"/>
                    </a:moveTo>
                    <a:lnTo>
                      <a:pt x="353568" y="2386584"/>
                    </a:lnTo>
                  </a:path>
                  <a:path w="353694" h="2386965">
                    <a:moveTo>
                      <a:pt x="0" y="795527"/>
                    </a:moveTo>
                    <a:lnTo>
                      <a:pt x="353568" y="795527"/>
                    </a:lnTo>
                  </a:path>
                </a:pathLst>
              </a:custGeom>
              <a:ln w="9359">
                <a:solidFill>
                  <a:srgbClr val="FF0000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" name="object 1007">
                <a:extLst>
                  <a:ext uri="{FF2B5EF4-FFF2-40B4-BE49-F238E27FC236}">
                    <a16:creationId xmlns:a16="http://schemas.microsoft.com/office/drawing/2014/main" id="{DB75F3B5-FECE-4F21-B444-D861B5CC5354}"/>
                  </a:ext>
                </a:extLst>
              </p:cNvPr>
              <p:cNvSpPr/>
              <p:nvPr/>
            </p:nvSpPr>
            <p:spPr>
              <a:xfrm>
                <a:off x="2509913" y="4342638"/>
                <a:ext cx="889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7629">
                    <a:moveTo>
                      <a:pt x="0" y="87630"/>
                    </a:moveTo>
                    <a:lnTo>
                      <a:pt x="0" y="0"/>
                    </a:lnTo>
                    <a:lnTo>
                      <a:pt x="88392" y="0"/>
                    </a:lnTo>
                  </a:path>
                </a:pathLst>
              </a:custGeom>
              <a:ln w="1871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" name="object 1008">
                <a:extLst>
                  <a:ext uri="{FF2B5EF4-FFF2-40B4-BE49-F238E27FC236}">
                    <a16:creationId xmlns:a16="http://schemas.microsoft.com/office/drawing/2014/main" id="{84E01944-E3DD-4E96-8D3E-848534A73DD6}"/>
                  </a:ext>
                </a:extLst>
              </p:cNvPr>
              <p:cNvSpPr/>
              <p:nvPr/>
            </p:nvSpPr>
            <p:spPr>
              <a:xfrm>
                <a:off x="4013339" y="6640067"/>
                <a:ext cx="89535" cy="93345"/>
              </a:xfrm>
              <a:custGeom>
                <a:avLst/>
                <a:gdLst/>
                <a:ahLst/>
                <a:cxnLst/>
                <a:rect l="l" t="t" r="r" b="b"/>
                <a:pathLst>
                  <a:path w="89535" h="93345">
                    <a:moveTo>
                      <a:pt x="0" y="92964"/>
                    </a:moveTo>
                    <a:lnTo>
                      <a:pt x="89154" y="92964"/>
                    </a:lnTo>
                    <a:lnTo>
                      <a:pt x="89153" y="0"/>
                    </a:lnTo>
                  </a:path>
                </a:pathLst>
              </a:custGeom>
              <a:ln w="18719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" name="object 1009">
                <a:extLst>
                  <a:ext uri="{FF2B5EF4-FFF2-40B4-BE49-F238E27FC236}">
                    <a16:creationId xmlns:a16="http://schemas.microsoft.com/office/drawing/2014/main" id="{AA0C92A3-54F1-458D-8BEB-F8204CC5D1ED}"/>
                  </a:ext>
                </a:extLst>
              </p:cNvPr>
              <p:cNvSpPr/>
              <p:nvPr/>
            </p:nvSpPr>
            <p:spPr>
              <a:xfrm>
                <a:off x="2802521" y="4409694"/>
                <a:ext cx="217170" cy="220979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" name="object 1010">
                <a:extLst>
                  <a:ext uri="{FF2B5EF4-FFF2-40B4-BE49-F238E27FC236}">
                    <a16:creationId xmlns:a16="http://schemas.microsoft.com/office/drawing/2014/main" id="{F7278103-4ACB-49E9-9B16-57DC4C4897E3}"/>
                  </a:ext>
                </a:extLst>
              </p:cNvPr>
              <p:cNvSpPr/>
              <p:nvPr/>
            </p:nvSpPr>
            <p:spPr>
              <a:xfrm>
                <a:off x="3306203" y="4064508"/>
                <a:ext cx="0" cy="187960"/>
              </a:xfrm>
              <a:custGeom>
                <a:avLst/>
                <a:gdLst/>
                <a:ahLst/>
                <a:cxnLst/>
                <a:rect l="l" t="t" r="r" b="b"/>
                <a:pathLst>
                  <a:path h="187960">
                    <a:moveTo>
                      <a:pt x="0" y="0"/>
                    </a:moveTo>
                    <a:lnTo>
                      <a:pt x="0" y="187451"/>
                    </a:lnTo>
                  </a:path>
                </a:pathLst>
              </a:custGeom>
              <a:ln w="9359">
                <a:solidFill>
                  <a:srgbClr val="000000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3" name="object 1012">
              <a:extLst>
                <a:ext uri="{FF2B5EF4-FFF2-40B4-BE49-F238E27FC236}">
                  <a16:creationId xmlns:a16="http://schemas.microsoft.com/office/drawing/2014/main" id="{B748ADBC-01CA-4F84-8A5B-754E9FFE4757}"/>
                </a:ext>
              </a:extLst>
            </p:cNvPr>
            <p:cNvSpPr/>
            <p:nvPr/>
          </p:nvSpPr>
          <p:spPr>
            <a:xfrm>
              <a:off x="3403354" y="3282169"/>
              <a:ext cx="1546860" cy="424180"/>
            </a:xfrm>
            <a:custGeom>
              <a:avLst/>
              <a:gdLst/>
              <a:ahLst/>
              <a:cxnLst/>
              <a:rect l="l" t="t" r="r" b="b"/>
              <a:pathLst>
                <a:path w="1546860" h="424179">
                  <a:moveTo>
                    <a:pt x="1490816" y="334013"/>
                  </a:moveTo>
                  <a:lnTo>
                    <a:pt x="1455420" y="308056"/>
                  </a:lnTo>
                  <a:lnTo>
                    <a:pt x="1402881" y="269874"/>
                  </a:lnTo>
                  <a:lnTo>
                    <a:pt x="1352209" y="234292"/>
                  </a:lnTo>
                  <a:lnTo>
                    <a:pt x="1303292" y="201293"/>
                  </a:lnTo>
                  <a:lnTo>
                    <a:pt x="1256018" y="170861"/>
                  </a:lnTo>
                  <a:lnTo>
                    <a:pt x="1210276" y="142979"/>
                  </a:lnTo>
                  <a:lnTo>
                    <a:pt x="1165954" y="117632"/>
                  </a:lnTo>
                  <a:lnTo>
                    <a:pt x="1122940" y="94803"/>
                  </a:lnTo>
                  <a:lnTo>
                    <a:pt x="1081123" y="74476"/>
                  </a:lnTo>
                  <a:lnTo>
                    <a:pt x="1040391" y="56635"/>
                  </a:lnTo>
                  <a:lnTo>
                    <a:pt x="1000632" y="41264"/>
                  </a:lnTo>
                  <a:lnTo>
                    <a:pt x="961644" y="28322"/>
                  </a:lnTo>
                  <a:lnTo>
                    <a:pt x="923587" y="17867"/>
                  </a:lnTo>
                  <a:lnTo>
                    <a:pt x="886077" y="9808"/>
                  </a:lnTo>
                  <a:lnTo>
                    <a:pt x="812526" y="891"/>
                  </a:lnTo>
                  <a:lnTo>
                    <a:pt x="776261" y="0"/>
                  </a:lnTo>
                  <a:lnTo>
                    <a:pt x="740187" y="1465"/>
                  </a:lnTo>
                  <a:lnTo>
                    <a:pt x="668168" y="11401"/>
                  </a:lnTo>
                  <a:lnTo>
                    <a:pt x="595573" y="30571"/>
                  </a:lnTo>
                  <a:lnTo>
                    <a:pt x="558546" y="43674"/>
                  </a:lnTo>
                  <a:lnTo>
                    <a:pt x="521511" y="58844"/>
                  </a:lnTo>
                  <a:lnTo>
                    <a:pt x="483651" y="76354"/>
                  </a:lnTo>
                  <a:lnTo>
                    <a:pt x="445088" y="96092"/>
                  </a:lnTo>
                  <a:lnTo>
                    <a:pt x="405712" y="118041"/>
                  </a:lnTo>
                  <a:lnTo>
                    <a:pt x="365410" y="142185"/>
                  </a:lnTo>
                  <a:lnTo>
                    <a:pt x="324071" y="168508"/>
                  </a:lnTo>
                  <a:lnTo>
                    <a:pt x="281584" y="196994"/>
                  </a:lnTo>
                  <a:lnTo>
                    <a:pt x="237836" y="227627"/>
                  </a:lnTo>
                  <a:lnTo>
                    <a:pt x="192715" y="260390"/>
                  </a:lnTo>
                  <a:lnTo>
                    <a:pt x="146111" y="295268"/>
                  </a:lnTo>
                  <a:lnTo>
                    <a:pt x="97912" y="332244"/>
                  </a:lnTo>
                  <a:lnTo>
                    <a:pt x="48006" y="371302"/>
                  </a:lnTo>
                  <a:lnTo>
                    <a:pt x="0" y="409402"/>
                  </a:lnTo>
                  <a:lnTo>
                    <a:pt x="12192" y="423880"/>
                  </a:lnTo>
                  <a:lnTo>
                    <a:pt x="60198" y="386542"/>
                  </a:lnTo>
                  <a:lnTo>
                    <a:pt x="101193" y="354171"/>
                  </a:lnTo>
                  <a:lnTo>
                    <a:pt x="142641" y="322153"/>
                  </a:lnTo>
                  <a:lnTo>
                    <a:pt x="184397" y="290515"/>
                  </a:lnTo>
                  <a:lnTo>
                    <a:pt x="226314" y="259288"/>
                  </a:lnTo>
                  <a:lnTo>
                    <a:pt x="249936" y="242309"/>
                  </a:lnTo>
                  <a:lnTo>
                    <a:pt x="249936" y="241762"/>
                  </a:lnTo>
                  <a:lnTo>
                    <a:pt x="274320" y="224998"/>
                  </a:lnTo>
                  <a:lnTo>
                    <a:pt x="297942" y="208234"/>
                  </a:lnTo>
                  <a:lnTo>
                    <a:pt x="321564" y="192232"/>
                  </a:lnTo>
                  <a:lnTo>
                    <a:pt x="345186" y="176992"/>
                  </a:lnTo>
                  <a:lnTo>
                    <a:pt x="368808" y="162228"/>
                  </a:lnTo>
                  <a:lnTo>
                    <a:pt x="368808" y="161752"/>
                  </a:lnTo>
                  <a:lnTo>
                    <a:pt x="393192" y="147274"/>
                  </a:lnTo>
                  <a:lnTo>
                    <a:pt x="416814" y="133558"/>
                  </a:lnTo>
                  <a:lnTo>
                    <a:pt x="464058" y="107650"/>
                  </a:lnTo>
                  <a:lnTo>
                    <a:pt x="487680" y="95458"/>
                  </a:lnTo>
                  <a:lnTo>
                    <a:pt x="487680" y="96220"/>
                  </a:lnTo>
                  <a:lnTo>
                    <a:pt x="511302" y="84790"/>
                  </a:lnTo>
                  <a:lnTo>
                    <a:pt x="534924" y="74455"/>
                  </a:lnTo>
                  <a:lnTo>
                    <a:pt x="534924" y="74122"/>
                  </a:lnTo>
                  <a:lnTo>
                    <a:pt x="558546" y="64525"/>
                  </a:lnTo>
                  <a:lnTo>
                    <a:pt x="558546" y="64216"/>
                  </a:lnTo>
                  <a:lnTo>
                    <a:pt x="582168" y="56096"/>
                  </a:lnTo>
                  <a:lnTo>
                    <a:pt x="582168" y="55834"/>
                  </a:lnTo>
                  <a:lnTo>
                    <a:pt x="647492" y="35971"/>
                  </a:lnTo>
                  <a:lnTo>
                    <a:pt x="688262" y="27273"/>
                  </a:lnTo>
                  <a:lnTo>
                    <a:pt x="729515" y="21425"/>
                  </a:lnTo>
                  <a:lnTo>
                    <a:pt x="771906" y="18496"/>
                  </a:lnTo>
                  <a:lnTo>
                    <a:pt x="795528" y="18496"/>
                  </a:lnTo>
                  <a:lnTo>
                    <a:pt x="819150" y="20020"/>
                  </a:lnTo>
                  <a:lnTo>
                    <a:pt x="842772" y="22306"/>
                  </a:lnTo>
                  <a:lnTo>
                    <a:pt x="866394" y="25354"/>
                  </a:lnTo>
                  <a:lnTo>
                    <a:pt x="890778" y="29926"/>
                  </a:lnTo>
                  <a:lnTo>
                    <a:pt x="890778" y="30092"/>
                  </a:lnTo>
                  <a:lnTo>
                    <a:pt x="914400" y="35260"/>
                  </a:lnTo>
                  <a:lnTo>
                    <a:pt x="914400" y="35450"/>
                  </a:lnTo>
                  <a:lnTo>
                    <a:pt x="938022" y="41356"/>
                  </a:lnTo>
                  <a:lnTo>
                    <a:pt x="961734" y="48245"/>
                  </a:lnTo>
                  <a:lnTo>
                    <a:pt x="985266" y="56334"/>
                  </a:lnTo>
                  <a:lnTo>
                    <a:pt x="985266" y="55834"/>
                  </a:lnTo>
                  <a:lnTo>
                    <a:pt x="1009650" y="64978"/>
                  </a:lnTo>
                  <a:lnTo>
                    <a:pt x="1033272" y="74884"/>
                  </a:lnTo>
                  <a:lnTo>
                    <a:pt x="1033272" y="74122"/>
                  </a:lnTo>
                  <a:lnTo>
                    <a:pt x="1057656" y="84790"/>
                  </a:lnTo>
                  <a:lnTo>
                    <a:pt x="1081278" y="95458"/>
                  </a:lnTo>
                  <a:lnTo>
                    <a:pt x="1130046" y="119842"/>
                  </a:lnTo>
                  <a:lnTo>
                    <a:pt x="1130046" y="120246"/>
                  </a:lnTo>
                  <a:lnTo>
                    <a:pt x="1153668" y="132796"/>
                  </a:lnTo>
                  <a:lnTo>
                    <a:pt x="1203635" y="161242"/>
                  </a:lnTo>
                  <a:lnTo>
                    <a:pt x="1251961" y="191031"/>
                  </a:lnTo>
                  <a:lnTo>
                    <a:pt x="1299527" y="221993"/>
                  </a:lnTo>
                  <a:lnTo>
                    <a:pt x="1347216" y="253954"/>
                  </a:lnTo>
                  <a:lnTo>
                    <a:pt x="1370838" y="271480"/>
                  </a:lnTo>
                  <a:lnTo>
                    <a:pt x="1370838" y="270718"/>
                  </a:lnTo>
                  <a:lnTo>
                    <a:pt x="1443990" y="323296"/>
                  </a:lnTo>
                  <a:lnTo>
                    <a:pt x="1479386" y="349253"/>
                  </a:lnTo>
                  <a:lnTo>
                    <a:pt x="1490816" y="334013"/>
                  </a:lnTo>
                  <a:close/>
                </a:path>
                <a:path w="1546860" h="424179">
                  <a:moveTo>
                    <a:pt x="250697" y="241762"/>
                  </a:moveTo>
                  <a:lnTo>
                    <a:pt x="249936" y="241762"/>
                  </a:lnTo>
                  <a:lnTo>
                    <a:pt x="249936" y="242309"/>
                  </a:lnTo>
                  <a:lnTo>
                    <a:pt x="250697" y="241762"/>
                  </a:lnTo>
                  <a:close/>
                </a:path>
                <a:path w="1546860" h="424179">
                  <a:moveTo>
                    <a:pt x="369570" y="161752"/>
                  </a:moveTo>
                  <a:lnTo>
                    <a:pt x="368808" y="161752"/>
                  </a:lnTo>
                  <a:lnTo>
                    <a:pt x="368808" y="162228"/>
                  </a:lnTo>
                  <a:lnTo>
                    <a:pt x="369570" y="161752"/>
                  </a:lnTo>
                  <a:close/>
                </a:path>
                <a:path w="1546860" h="424179">
                  <a:moveTo>
                    <a:pt x="535686" y="74122"/>
                  </a:moveTo>
                  <a:lnTo>
                    <a:pt x="534924" y="74122"/>
                  </a:lnTo>
                  <a:lnTo>
                    <a:pt x="534924" y="74455"/>
                  </a:lnTo>
                  <a:lnTo>
                    <a:pt x="535686" y="74122"/>
                  </a:lnTo>
                  <a:close/>
                </a:path>
                <a:path w="1546860" h="424179">
                  <a:moveTo>
                    <a:pt x="559308" y="64216"/>
                  </a:moveTo>
                  <a:lnTo>
                    <a:pt x="558546" y="64216"/>
                  </a:lnTo>
                  <a:lnTo>
                    <a:pt x="558546" y="64525"/>
                  </a:lnTo>
                  <a:lnTo>
                    <a:pt x="559308" y="64216"/>
                  </a:lnTo>
                  <a:close/>
                </a:path>
                <a:path w="1546860" h="424179">
                  <a:moveTo>
                    <a:pt x="582930" y="55834"/>
                  </a:moveTo>
                  <a:lnTo>
                    <a:pt x="582168" y="55834"/>
                  </a:lnTo>
                  <a:lnTo>
                    <a:pt x="582168" y="56096"/>
                  </a:lnTo>
                  <a:lnTo>
                    <a:pt x="582930" y="55834"/>
                  </a:lnTo>
                  <a:close/>
                </a:path>
                <a:path w="1546860" h="424179">
                  <a:moveTo>
                    <a:pt x="890778" y="30092"/>
                  </a:moveTo>
                  <a:lnTo>
                    <a:pt x="890778" y="29926"/>
                  </a:lnTo>
                  <a:lnTo>
                    <a:pt x="890016" y="29926"/>
                  </a:lnTo>
                  <a:lnTo>
                    <a:pt x="890778" y="30092"/>
                  </a:lnTo>
                  <a:close/>
                </a:path>
                <a:path w="1546860" h="424179">
                  <a:moveTo>
                    <a:pt x="914400" y="35450"/>
                  </a:moveTo>
                  <a:lnTo>
                    <a:pt x="914400" y="35260"/>
                  </a:lnTo>
                  <a:lnTo>
                    <a:pt x="913638" y="35260"/>
                  </a:lnTo>
                  <a:lnTo>
                    <a:pt x="914400" y="35450"/>
                  </a:lnTo>
                  <a:close/>
                </a:path>
                <a:path w="1546860" h="424179">
                  <a:moveTo>
                    <a:pt x="986028" y="56596"/>
                  </a:moveTo>
                  <a:lnTo>
                    <a:pt x="985266" y="55834"/>
                  </a:lnTo>
                  <a:lnTo>
                    <a:pt x="985266" y="56334"/>
                  </a:lnTo>
                  <a:lnTo>
                    <a:pt x="986028" y="56596"/>
                  </a:lnTo>
                  <a:close/>
                </a:path>
                <a:path w="1546860" h="424179">
                  <a:moveTo>
                    <a:pt x="1130046" y="120246"/>
                  </a:moveTo>
                  <a:lnTo>
                    <a:pt x="1130046" y="119842"/>
                  </a:lnTo>
                  <a:lnTo>
                    <a:pt x="1129284" y="119842"/>
                  </a:lnTo>
                  <a:lnTo>
                    <a:pt x="1130046" y="120246"/>
                  </a:lnTo>
                  <a:close/>
                </a:path>
                <a:path w="1546860" h="424179">
                  <a:moveTo>
                    <a:pt x="1501140" y="378716"/>
                  </a:moveTo>
                  <a:lnTo>
                    <a:pt x="1501140" y="341584"/>
                  </a:lnTo>
                  <a:lnTo>
                    <a:pt x="1489710" y="356824"/>
                  </a:lnTo>
                  <a:lnTo>
                    <a:pt x="1479386" y="349253"/>
                  </a:lnTo>
                  <a:lnTo>
                    <a:pt x="1462278" y="372064"/>
                  </a:lnTo>
                  <a:lnTo>
                    <a:pt x="1501140" y="378716"/>
                  </a:lnTo>
                  <a:close/>
                </a:path>
                <a:path w="1546860" h="424179">
                  <a:moveTo>
                    <a:pt x="1501140" y="341584"/>
                  </a:moveTo>
                  <a:lnTo>
                    <a:pt x="1490816" y="334013"/>
                  </a:lnTo>
                  <a:lnTo>
                    <a:pt x="1479386" y="349253"/>
                  </a:lnTo>
                  <a:lnTo>
                    <a:pt x="1489710" y="356824"/>
                  </a:lnTo>
                  <a:lnTo>
                    <a:pt x="1501140" y="341584"/>
                  </a:lnTo>
                  <a:close/>
                </a:path>
                <a:path w="1546860" h="424179">
                  <a:moveTo>
                    <a:pt x="1546860" y="386542"/>
                  </a:moveTo>
                  <a:lnTo>
                    <a:pt x="1507998" y="311104"/>
                  </a:lnTo>
                  <a:lnTo>
                    <a:pt x="1490816" y="334013"/>
                  </a:lnTo>
                  <a:lnTo>
                    <a:pt x="1501140" y="341584"/>
                  </a:lnTo>
                  <a:lnTo>
                    <a:pt x="1501140" y="378716"/>
                  </a:lnTo>
                  <a:lnTo>
                    <a:pt x="1546860" y="38654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4" name="object 1013">
              <a:extLst>
                <a:ext uri="{FF2B5EF4-FFF2-40B4-BE49-F238E27FC236}">
                  <a16:creationId xmlns:a16="http://schemas.microsoft.com/office/drawing/2014/main" id="{2B00E1AC-1D50-4E23-99E8-A86609F51121}"/>
                </a:ext>
              </a:extLst>
            </p:cNvPr>
            <p:cNvSpPr/>
            <p:nvPr/>
          </p:nvSpPr>
          <p:spPr>
            <a:xfrm>
              <a:off x="5347216" y="4180775"/>
              <a:ext cx="645795" cy="327660"/>
            </a:xfrm>
            <a:custGeom>
              <a:avLst/>
              <a:gdLst/>
              <a:ahLst/>
              <a:cxnLst/>
              <a:rect l="l" t="t" r="r" b="b"/>
              <a:pathLst>
                <a:path w="645795" h="327660">
                  <a:moveTo>
                    <a:pt x="645414" y="163829"/>
                  </a:moveTo>
                  <a:lnTo>
                    <a:pt x="482345" y="0"/>
                  </a:lnTo>
                  <a:lnTo>
                    <a:pt x="482345" y="82295"/>
                  </a:lnTo>
                  <a:lnTo>
                    <a:pt x="0" y="82295"/>
                  </a:lnTo>
                  <a:lnTo>
                    <a:pt x="0" y="245363"/>
                  </a:lnTo>
                  <a:lnTo>
                    <a:pt x="482345" y="245363"/>
                  </a:lnTo>
                  <a:lnTo>
                    <a:pt x="482345" y="327659"/>
                  </a:lnTo>
                  <a:lnTo>
                    <a:pt x="645414" y="16382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5" name="object 1014">
              <a:extLst>
                <a:ext uri="{FF2B5EF4-FFF2-40B4-BE49-F238E27FC236}">
                  <a16:creationId xmlns:a16="http://schemas.microsoft.com/office/drawing/2014/main" id="{D9A55FDA-47F9-4173-97E6-69636A44BDBE}"/>
                </a:ext>
              </a:extLst>
            </p:cNvPr>
            <p:cNvSpPr txBox="1"/>
            <p:nvPr/>
          </p:nvSpPr>
          <p:spPr>
            <a:xfrm>
              <a:off x="4675386" y="4576507"/>
              <a:ext cx="1574800" cy="6350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64795" marR="5080" indent="-252729">
                <a:lnSpc>
                  <a:spcPct val="100000"/>
                </a:lnSpc>
                <a:spcBef>
                  <a:spcPts val="95"/>
                </a:spcBef>
                <a:tabLst>
                  <a:tab pos="288290" algn="l"/>
                  <a:tab pos="493395" algn="l"/>
                </a:tabLst>
              </a:pPr>
              <a:r>
                <a:rPr sz="2000" u="dash" spc="-5" dirty="0">
                  <a:uFill>
                    <a:solidFill>
                      <a:srgbClr val="000000"/>
                    </a:solidFill>
                  </a:uFill>
                  <a:cs typeface="+mn-ea"/>
                  <a:sym typeface="+mn-lt"/>
                </a:rPr>
                <a:t> 		</a:t>
              </a:r>
              <a:r>
                <a:rPr sz="2000" spc="-5" dirty="0">
                  <a:cs typeface="+mn-ea"/>
                  <a:sym typeface="+mn-lt"/>
                </a:rPr>
                <a:t>	bilinear  interpolation</a:t>
              </a:r>
              <a:endParaRPr sz="2000">
                <a:cs typeface="+mn-ea"/>
                <a:sym typeface="+mn-lt"/>
              </a:endParaRPr>
            </a:p>
          </p:txBody>
        </p:sp>
        <p:sp>
          <p:nvSpPr>
            <p:cNvPr id="18" name="object 1019">
              <a:extLst>
                <a:ext uri="{FF2B5EF4-FFF2-40B4-BE49-F238E27FC236}">
                  <a16:creationId xmlns:a16="http://schemas.microsoft.com/office/drawing/2014/main" id="{B11359BC-D6FB-4297-9DC7-FD10F1CF70C3}"/>
                </a:ext>
              </a:extLst>
            </p:cNvPr>
            <p:cNvSpPr txBox="1"/>
            <p:nvPr/>
          </p:nvSpPr>
          <p:spPr>
            <a:xfrm>
              <a:off x="2225543" y="4328170"/>
              <a:ext cx="706120" cy="221214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  <a:tabLst>
                  <a:tab pos="692785" algn="l"/>
                </a:tabLst>
              </a:pPr>
              <a:r>
                <a:rPr sz="1350" b="1" spc="5" dirty="0">
                  <a:cs typeface="+mn-ea"/>
                  <a:sym typeface="+mn-lt"/>
                </a:rPr>
                <a:t>6.3  </a:t>
              </a:r>
              <a:r>
                <a:rPr sz="1350" b="1" spc="-150" dirty="0">
                  <a:cs typeface="+mn-ea"/>
                  <a:sym typeface="+mn-lt"/>
                </a:rPr>
                <a:t> </a:t>
              </a:r>
              <a:r>
                <a:rPr sz="1350" dirty="0">
                  <a:cs typeface="+mn-ea"/>
                  <a:sym typeface="+mn-lt"/>
                </a:rPr>
                <a:t> 	</a:t>
              </a:r>
              <a:endParaRPr sz="1350">
                <a:cs typeface="+mn-ea"/>
                <a:sym typeface="+mn-lt"/>
              </a:endParaRPr>
            </a:p>
          </p:txBody>
        </p: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5E7CAB29-80C6-4E85-9FBC-60004552D838}"/>
                </a:ext>
              </a:extLst>
            </p:cNvPr>
            <p:cNvGrpSpPr/>
            <p:nvPr/>
          </p:nvGrpSpPr>
          <p:grpSpPr>
            <a:xfrm>
              <a:off x="6230374" y="3370007"/>
              <a:ext cx="3779520" cy="2618740"/>
              <a:chOff x="6230374" y="3370007"/>
              <a:chExt cx="3779520" cy="2618740"/>
            </a:xfrm>
          </p:grpSpPr>
          <p:grpSp>
            <p:nvGrpSpPr>
              <p:cNvPr id="5" name="object 2">
                <a:extLst>
                  <a:ext uri="{FF2B5EF4-FFF2-40B4-BE49-F238E27FC236}">
                    <a16:creationId xmlns:a16="http://schemas.microsoft.com/office/drawing/2014/main" id="{0D00492C-FC99-4571-AA26-09E4054ADACD}"/>
                  </a:ext>
                </a:extLst>
              </p:cNvPr>
              <p:cNvGrpSpPr/>
              <p:nvPr/>
            </p:nvGrpSpPr>
            <p:grpSpPr>
              <a:xfrm>
                <a:off x="6230374" y="3370007"/>
                <a:ext cx="3779520" cy="2618740"/>
                <a:chOff x="5733173" y="4087367"/>
                <a:chExt cx="3779520" cy="2618740"/>
              </a:xfrm>
            </p:grpSpPr>
            <p:sp>
              <p:nvSpPr>
                <p:cNvPr id="123" name="object 3">
                  <a:extLst>
                    <a:ext uri="{FF2B5EF4-FFF2-40B4-BE49-F238E27FC236}">
                      <a16:creationId xmlns:a16="http://schemas.microsoft.com/office/drawing/2014/main" id="{88E43B80-EB2A-4913-9D70-92995ACF4F0B}"/>
                    </a:ext>
                  </a:extLst>
                </p:cNvPr>
                <p:cNvSpPr/>
                <p:nvPr/>
              </p:nvSpPr>
              <p:spPr>
                <a:xfrm>
                  <a:off x="5733173" y="4087367"/>
                  <a:ext cx="3779520" cy="2618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9520" h="2618740">
                      <a:moveTo>
                        <a:pt x="3779519" y="2618232"/>
                      </a:moveTo>
                      <a:lnTo>
                        <a:pt x="3779519" y="0"/>
                      </a:lnTo>
                      <a:lnTo>
                        <a:pt x="0" y="0"/>
                      </a:lnTo>
                      <a:lnTo>
                        <a:pt x="0" y="2618232"/>
                      </a:lnTo>
                      <a:lnTo>
                        <a:pt x="3779519" y="26182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object 4">
                  <a:extLst>
                    <a:ext uri="{FF2B5EF4-FFF2-40B4-BE49-F238E27FC236}">
                      <a16:creationId xmlns:a16="http://schemas.microsoft.com/office/drawing/2014/main" id="{A83F1811-2FD3-4218-95EF-2A890797F613}"/>
                    </a:ext>
                  </a:extLst>
                </p:cNvPr>
                <p:cNvSpPr/>
                <p:nvPr/>
              </p:nvSpPr>
              <p:spPr>
                <a:xfrm>
                  <a:off x="6870077" y="4099559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2631948" y="1895856"/>
                      </a:moveTo>
                      <a:lnTo>
                        <a:pt x="2631948" y="0"/>
                      </a:lnTo>
                      <a:lnTo>
                        <a:pt x="0" y="0"/>
                      </a:lnTo>
                      <a:lnTo>
                        <a:pt x="0" y="1895856"/>
                      </a:lnTo>
                      <a:lnTo>
                        <a:pt x="2631948" y="189585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object 5">
                  <a:extLst>
                    <a:ext uri="{FF2B5EF4-FFF2-40B4-BE49-F238E27FC236}">
                      <a16:creationId xmlns:a16="http://schemas.microsoft.com/office/drawing/2014/main" id="{3C96571A-1B96-4F9B-8CD6-9443B6E8EA65}"/>
                    </a:ext>
                  </a:extLst>
                </p:cNvPr>
                <p:cNvSpPr/>
                <p:nvPr/>
              </p:nvSpPr>
              <p:spPr>
                <a:xfrm>
                  <a:off x="6870077" y="4099559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0" y="0"/>
                      </a:moveTo>
                      <a:lnTo>
                        <a:pt x="0" y="1895855"/>
                      </a:lnTo>
                      <a:lnTo>
                        <a:pt x="2631948" y="1895855"/>
                      </a:lnTo>
                      <a:lnTo>
                        <a:pt x="2631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object 6">
                  <a:extLst>
                    <a:ext uri="{FF2B5EF4-FFF2-40B4-BE49-F238E27FC236}">
                      <a16:creationId xmlns:a16="http://schemas.microsoft.com/office/drawing/2014/main" id="{073C2961-699E-4C80-A994-FAD04FA5F7AD}"/>
                    </a:ext>
                  </a:extLst>
                </p:cNvPr>
                <p:cNvSpPr/>
                <p:nvPr/>
              </p:nvSpPr>
              <p:spPr>
                <a:xfrm>
                  <a:off x="6448691" y="4310633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2631947" y="1895856"/>
                      </a:moveTo>
                      <a:lnTo>
                        <a:pt x="2631947" y="0"/>
                      </a:lnTo>
                      <a:lnTo>
                        <a:pt x="0" y="0"/>
                      </a:lnTo>
                      <a:lnTo>
                        <a:pt x="0" y="1895856"/>
                      </a:lnTo>
                      <a:lnTo>
                        <a:pt x="2631947" y="189585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object 7">
                  <a:extLst>
                    <a:ext uri="{FF2B5EF4-FFF2-40B4-BE49-F238E27FC236}">
                      <a16:creationId xmlns:a16="http://schemas.microsoft.com/office/drawing/2014/main" id="{097D2227-82F3-4A2B-A142-EDD36CC18F8B}"/>
                    </a:ext>
                  </a:extLst>
                </p:cNvPr>
                <p:cNvSpPr/>
                <p:nvPr/>
              </p:nvSpPr>
              <p:spPr>
                <a:xfrm>
                  <a:off x="6448691" y="4310633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0" y="0"/>
                      </a:moveTo>
                      <a:lnTo>
                        <a:pt x="0" y="1895855"/>
                      </a:lnTo>
                      <a:lnTo>
                        <a:pt x="2631948" y="1895855"/>
                      </a:lnTo>
                      <a:lnTo>
                        <a:pt x="2631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object 8">
                  <a:extLst>
                    <a:ext uri="{FF2B5EF4-FFF2-40B4-BE49-F238E27FC236}">
                      <a16:creationId xmlns:a16="http://schemas.microsoft.com/office/drawing/2014/main" id="{34AFC16E-05EE-4FE6-98EA-BD5FCF048DC9}"/>
                    </a:ext>
                  </a:extLst>
                </p:cNvPr>
                <p:cNvSpPr/>
                <p:nvPr/>
              </p:nvSpPr>
              <p:spPr>
                <a:xfrm>
                  <a:off x="6238379" y="4415789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2631948" y="1895856"/>
                      </a:moveTo>
                      <a:lnTo>
                        <a:pt x="2631948" y="0"/>
                      </a:lnTo>
                      <a:lnTo>
                        <a:pt x="0" y="0"/>
                      </a:lnTo>
                      <a:lnTo>
                        <a:pt x="0" y="1895856"/>
                      </a:lnTo>
                      <a:lnTo>
                        <a:pt x="2631948" y="189585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object 9">
                  <a:extLst>
                    <a:ext uri="{FF2B5EF4-FFF2-40B4-BE49-F238E27FC236}">
                      <a16:creationId xmlns:a16="http://schemas.microsoft.com/office/drawing/2014/main" id="{62C643E8-2418-4ED3-85CE-FE31F3844675}"/>
                    </a:ext>
                  </a:extLst>
                </p:cNvPr>
                <p:cNvSpPr/>
                <p:nvPr/>
              </p:nvSpPr>
              <p:spPr>
                <a:xfrm>
                  <a:off x="6238379" y="4415789"/>
                  <a:ext cx="2632075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2075" h="1896110">
                      <a:moveTo>
                        <a:pt x="0" y="0"/>
                      </a:moveTo>
                      <a:lnTo>
                        <a:pt x="0" y="1895856"/>
                      </a:lnTo>
                      <a:lnTo>
                        <a:pt x="2631948" y="1895856"/>
                      </a:lnTo>
                      <a:lnTo>
                        <a:pt x="2631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object 10">
                  <a:extLst>
                    <a:ext uri="{FF2B5EF4-FFF2-40B4-BE49-F238E27FC236}">
                      <a16:creationId xmlns:a16="http://schemas.microsoft.com/office/drawing/2014/main" id="{D35D1EF2-049E-48E4-94DB-41ABCCAD3002}"/>
                    </a:ext>
                  </a:extLst>
                </p:cNvPr>
                <p:cNvSpPr/>
                <p:nvPr/>
              </p:nvSpPr>
              <p:spPr>
                <a:xfrm>
                  <a:off x="602806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object 11">
                  <a:extLst>
                    <a:ext uri="{FF2B5EF4-FFF2-40B4-BE49-F238E27FC236}">
                      <a16:creationId xmlns:a16="http://schemas.microsoft.com/office/drawing/2014/main" id="{88C8A1D4-DDE0-46C5-89E0-6CCED2B3CAE7}"/>
                    </a:ext>
                  </a:extLst>
                </p:cNvPr>
                <p:cNvSpPr/>
                <p:nvPr/>
              </p:nvSpPr>
              <p:spPr>
                <a:xfrm>
                  <a:off x="602806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object 12">
                  <a:extLst>
                    <a:ext uri="{FF2B5EF4-FFF2-40B4-BE49-F238E27FC236}">
                      <a16:creationId xmlns:a16="http://schemas.microsoft.com/office/drawing/2014/main" id="{897A1051-4CF0-4942-9A4A-7B83CFD95725}"/>
                    </a:ext>
                  </a:extLst>
                </p:cNvPr>
                <p:cNvSpPr/>
                <p:nvPr/>
              </p:nvSpPr>
              <p:spPr>
                <a:xfrm>
                  <a:off x="613322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object 13">
                  <a:extLst>
                    <a:ext uri="{FF2B5EF4-FFF2-40B4-BE49-F238E27FC236}">
                      <a16:creationId xmlns:a16="http://schemas.microsoft.com/office/drawing/2014/main" id="{85D3474D-C4A4-4212-8331-6A9A4DDA8D36}"/>
                    </a:ext>
                  </a:extLst>
                </p:cNvPr>
                <p:cNvSpPr/>
                <p:nvPr/>
              </p:nvSpPr>
              <p:spPr>
                <a:xfrm>
                  <a:off x="613322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object 14">
                  <a:extLst>
                    <a:ext uri="{FF2B5EF4-FFF2-40B4-BE49-F238E27FC236}">
                      <a16:creationId xmlns:a16="http://schemas.microsoft.com/office/drawing/2014/main" id="{7C2154AC-5CF2-4606-8F49-9D3B8ACA1C01}"/>
                    </a:ext>
                  </a:extLst>
                </p:cNvPr>
                <p:cNvSpPr/>
                <p:nvPr/>
              </p:nvSpPr>
              <p:spPr>
                <a:xfrm>
                  <a:off x="623837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object 15">
                  <a:extLst>
                    <a:ext uri="{FF2B5EF4-FFF2-40B4-BE49-F238E27FC236}">
                      <a16:creationId xmlns:a16="http://schemas.microsoft.com/office/drawing/2014/main" id="{CD9073FC-1DC4-4959-B387-FABF11EB2B02}"/>
                    </a:ext>
                  </a:extLst>
                </p:cNvPr>
                <p:cNvSpPr/>
                <p:nvPr/>
              </p:nvSpPr>
              <p:spPr>
                <a:xfrm>
                  <a:off x="623837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object 16">
                  <a:extLst>
                    <a:ext uri="{FF2B5EF4-FFF2-40B4-BE49-F238E27FC236}">
                      <a16:creationId xmlns:a16="http://schemas.microsoft.com/office/drawing/2014/main" id="{0A18C1B8-2D1E-4AF8-8D4B-6E376F5D6FC9}"/>
                    </a:ext>
                  </a:extLst>
                </p:cNvPr>
                <p:cNvSpPr/>
                <p:nvPr/>
              </p:nvSpPr>
              <p:spPr>
                <a:xfrm>
                  <a:off x="634353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object 17">
                  <a:extLst>
                    <a:ext uri="{FF2B5EF4-FFF2-40B4-BE49-F238E27FC236}">
                      <a16:creationId xmlns:a16="http://schemas.microsoft.com/office/drawing/2014/main" id="{7E774AEB-ABDF-4BC7-BFDD-5EB752E36E80}"/>
                    </a:ext>
                  </a:extLst>
                </p:cNvPr>
                <p:cNvSpPr/>
                <p:nvPr/>
              </p:nvSpPr>
              <p:spPr>
                <a:xfrm>
                  <a:off x="634353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object 18">
                  <a:extLst>
                    <a:ext uri="{FF2B5EF4-FFF2-40B4-BE49-F238E27FC236}">
                      <a16:creationId xmlns:a16="http://schemas.microsoft.com/office/drawing/2014/main" id="{BBCA54E0-F16F-4C00-9CA0-28597DD35790}"/>
                    </a:ext>
                  </a:extLst>
                </p:cNvPr>
                <p:cNvSpPr/>
                <p:nvPr/>
              </p:nvSpPr>
              <p:spPr>
                <a:xfrm>
                  <a:off x="6448691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object 19">
                  <a:extLst>
                    <a:ext uri="{FF2B5EF4-FFF2-40B4-BE49-F238E27FC236}">
                      <a16:creationId xmlns:a16="http://schemas.microsoft.com/office/drawing/2014/main" id="{9D1E891D-E988-4636-96E2-7F2549461745}"/>
                    </a:ext>
                  </a:extLst>
                </p:cNvPr>
                <p:cNvSpPr/>
                <p:nvPr/>
              </p:nvSpPr>
              <p:spPr>
                <a:xfrm>
                  <a:off x="6448691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object 20">
                  <a:extLst>
                    <a:ext uri="{FF2B5EF4-FFF2-40B4-BE49-F238E27FC236}">
                      <a16:creationId xmlns:a16="http://schemas.microsoft.com/office/drawing/2014/main" id="{7D706A24-218A-48C0-BBE9-A155D697A820}"/>
                    </a:ext>
                  </a:extLst>
                </p:cNvPr>
                <p:cNvSpPr/>
                <p:nvPr/>
              </p:nvSpPr>
              <p:spPr>
                <a:xfrm>
                  <a:off x="655459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object 21">
                  <a:extLst>
                    <a:ext uri="{FF2B5EF4-FFF2-40B4-BE49-F238E27FC236}">
                      <a16:creationId xmlns:a16="http://schemas.microsoft.com/office/drawing/2014/main" id="{8D647C78-55FA-4323-83ED-6CF300EEA039}"/>
                    </a:ext>
                  </a:extLst>
                </p:cNvPr>
                <p:cNvSpPr/>
                <p:nvPr/>
              </p:nvSpPr>
              <p:spPr>
                <a:xfrm>
                  <a:off x="655459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object 22">
                  <a:extLst>
                    <a:ext uri="{FF2B5EF4-FFF2-40B4-BE49-F238E27FC236}">
                      <a16:creationId xmlns:a16="http://schemas.microsoft.com/office/drawing/2014/main" id="{C9134AB2-53A8-4CA2-AE15-B09F41BE3B69}"/>
                    </a:ext>
                  </a:extLst>
                </p:cNvPr>
                <p:cNvSpPr/>
                <p:nvPr/>
              </p:nvSpPr>
              <p:spPr>
                <a:xfrm>
                  <a:off x="665976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object 23">
                  <a:extLst>
                    <a:ext uri="{FF2B5EF4-FFF2-40B4-BE49-F238E27FC236}">
                      <a16:creationId xmlns:a16="http://schemas.microsoft.com/office/drawing/2014/main" id="{D36B7299-1487-49D2-84AA-CC429A0D2E40}"/>
                    </a:ext>
                  </a:extLst>
                </p:cNvPr>
                <p:cNvSpPr/>
                <p:nvPr/>
              </p:nvSpPr>
              <p:spPr>
                <a:xfrm>
                  <a:off x="665976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object 24">
                  <a:extLst>
                    <a:ext uri="{FF2B5EF4-FFF2-40B4-BE49-F238E27FC236}">
                      <a16:creationId xmlns:a16="http://schemas.microsoft.com/office/drawing/2014/main" id="{4B41BFDA-3F9A-4A7F-98F3-2F9487C9B3B5}"/>
                    </a:ext>
                  </a:extLst>
                </p:cNvPr>
                <p:cNvSpPr/>
                <p:nvPr/>
              </p:nvSpPr>
              <p:spPr>
                <a:xfrm>
                  <a:off x="676492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object 25">
                  <a:extLst>
                    <a:ext uri="{FF2B5EF4-FFF2-40B4-BE49-F238E27FC236}">
                      <a16:creationId xmlns:a16="http://schemas.microsoft.com/office/drawing/2014/main" id="{8AA52131-8C84-438A-97E9-7530752BF43B}"/>
                    </a:ext>
                  </a:extLst>
                </p:cNvPr>
                <p:cNvSpPr/>
                <p:nvPr/>
              </p:nvSpPr>
              <p:spPr>
                <a:xfrm>
                  <a:off x="676492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object 26">
                  <a:extLst>
                    <a:ext uri="{FF2B5EF4-FFF2-40B4-BE49-F238E27FC236}">
                      <a16:creationId xmlns:a16="http://schemas.microsoft.com/office/drawing/2014/main" id="{B8AD9B4F-85FF-4DF7-9D4B-8C694797CB8C}"/>
                    </a:ext>
                  </a:extLst>
                </p:cNvPr>
                <p:cNvSpPr/>
                <p:nvPr/>
              </p:nvSpPr>
              <p:spPr>
                <a:xfrm>
                  <a:off x="687007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object 27">
                  <a:extLst>
                    <a:ext uri="{FF2B5EF4-FFF2-40B4-BE49-F238E27FC236}">
                      <a16:creationId xmlns:a16="http://schemas.microsoft.com/office/drawing/2014/main" id="{828C16B2-62E1-48C2-A846-7B398FA743A9}"/>
                    </a:ext>
                  </a:extLst>
                </p:cNvPr>
                <p:cNvSpPr/>
                <p:nvPr/>
              </p:nvSpPr>
              <p:spPr>
                <a:xfrm>
                  <a:off x="687007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object 28">
                  <a:extLst>
                    <a:ext uri="{FF2B5EF4-FFF2-40B4-BE49-F238E27FC236}">
                      <a16:creationId xmlns:a16="http://schemas.microsoft.com/office/drawing/2014/main" id="{340ED7E5-0D22-465B-98D7-C938F4150B38}"/>
                    </a:ext>
                  </a:extLst>
                </p:cNvPr>
                <p:cNvSpPr/>
                <p:nvPr/>
              </p:nvSpPr>
              <p:spPr>
                <a:xfrm>
                  <a:off x="697522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object 29">
                  <a:extLst>
                    <a:ext uri="{FF2B5EF4-FFF2-40B4-BE49-F238E27FC236}">
                      <a16:creationId xmlns:a16="http://schemas.microsoft.com/office/drawing/2014/main" id="{B8922333-6750-4708-BDB5-9BDEE451917A}"/>
                    </a:ext>
                  </a:extLst>
                </p:cNvPr>
                <p:cNvSpPr/>
                <p:nvPr/>
              </p:nvSpPr>
              <p:spPr>
                <a:xfrm>
                  <a:off x="697522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object 30">
                  <a:extLst>
                    <a:ext uri="{FF2B5EF4-FFF2-40B4-BE49-F238E27FC236}">
                      <a16:creationId xmlns:a16="http://schemas.microsoft.com/office/drawing/2014/main" id="{B213A5BE-7196-422A-A438-827D33362159}"/>
                    </a:ext>
                  </a:extLst>
                </p:cNvPr>
                <p:cNvSpPr/>
                <p:nvPr/>
              </p:nvSpPr>
              <p:spPr>
                <a:xfrm>
                  <a:off x="708037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object 31">
                  <a:extLst>
                    <a:ext uri="{FF2B5EF4-FFF2-40B4-BE49-F238E27FC236}">
                      <a16:creationId xmlns:a16="http://schemas.microsoft.com/office/drawing/2014/main" id="{7429E8AA-302A-48C3-B334-1FD2913FCEC4}"/>
                    </a:ext>
                  </a:extLst>
                </p:cNvPr>
                <p:cNvSpPr/>
                <p:nvPr/>
              </p:nvSpPr>
              <p:spPr>
                <a:xfrm>
                  <a:off x="708037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object 32">
                  <a:extLst>
                    <a:ext uri="{FF2B5EF4-FFF2-40B4-BE49-F238E27FC236}">
                      <a16:creationId xmlns:a16="http://schemas.microsoft.com/office/drawing/2014/main" id="{F83BCE85-0E52-4CD6-A7FC-DA190DEE0BF8}"/>
                    </a:ext>
                  </a:extLst>
                </p:cNvPr>
                <p:cNvSpPr/>
                <p:nvPr/>
              </p:nvSpPr>
              <p:spPr>
                <a:xfrm>
                  <a:off x="7185545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object 33">
                  <a:extLst>
                    <a:ext uri="{FF2B5EF4-FFF2-40B4-BE49-F238E27FC236}">
                      <a16:creationId xmlns:a16="http://schemas.microsoft.com/office/drawing/2014/main" id="{A26499D6-2C19-4300-8A71-963E5593D40C}"/>
                    </a:ext>
                  </a:extLst>
                </p:cNvPr>
                <p:cNvSpPr/>
                <p:nvPr/>
              </p:nvSpPr>
              <p:spPr>
                <a:xfrm>
                  <a:off x="7185545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object 34">
                  <a:extLst>
                    <a:ext uri="{FF2B5EF4-FFF2-40B4-BE49-F238E27FC236}">
                      <a16:creationId xmlns:a16="http://schemas.microsoft.com/office/drawing/2014/main" id="{F20DEA96-9175-4A1B-9177-6061CDB187E1}"/>
                    </a:ext>
                  </a:extLst>
                </p:cNvPr>
                <p:cNvSpPr/>
                <p:nvPr/>
              </p:nvSpPr>
              <p:spPr>
                <a:xfrm>
                  <a:off x="7291450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object 35">
                  <a:extLst>
                    <a:ext uri="{FF2B5EF4-FFF2-40B4-BE49-F238E27FC236}">
                      <a16:creationId xmlns:a16="http://schemas.microsoft.com/office/drawing/2014/main" id="{70590C32-03DA-4B2B-884F-E62DDC8E7B8C}"/>
                    </a:ext>
                  </a:extLst>
                </p:cNvPr>
                <p:cNvSpPr/>
                <p:nvPr/>
              </p:nvSpPr>
              <p:spPr>
                <a:xfrm>
                  <a:off x="7291450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object 36">
                  <a:extLst>
                    <a:ext uri="{FF2B5EF4-FFF2-40B4-BE49-F238E27FC236}">
                      <a16:creationId xmlns:a16="http://schemas.microsoft.com/office/drawing/2014/main" id="{6099B943-30CD-4FED-B836-47BAEF26FC75}"/>
                    </a:ext>
                  </a:extLst>
                </p:cNvPr>
                <p:cNvSpPr/>
                <p:nvPr/>
              </p:nvSpPr>
              <p:spPr>
                <a:xfrm>
                  <a:off x="739661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object 37">
                  <a:extLst>
                    <a:ext uri="{FF2B5EF4-FFF2-40B4-BE49-F238E27FC236}">
                      <a16:creationId xmlns:a16="http://schemas.microsoft.com/office/drawing/2014/main" id="{5DB6E66F-3AE2-4FCA-A757-FD5A6DD32047}"/>
                    </a:ext>
                  </a:extLst>
                </p:cNvPr>
                <p:cNvSpPr/>
                <p:nvPr/>
              </p:nvSpPr>
              <p:spPr>
                <a:xfrm>
                  <a:off x="739661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object 38">
                  <a:extLst>
                    <a:ext uri="{FF2B5EF4-FFF2-40B4-BE49-F238E27FC236}">
                      <a16:creationId xmlns:a16="http://schemas.microsoft.com/office/drawing/2014/main" id="{63DF1A8E-1BAC-4BD6-8FF4-C0A494F49AB3}"/>
                    </a:ext>
                  </a:extLst>
                </p:cNvPr>
                <p:cNvSpPr/>
                <p:nvPr/>
              </p:nvSpPr>
              <p:spPr>
                <a:xfrm>
                  <a:off x="750176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object 39">
                  <a:extLst>
                    <a:ext uri="{FF2B5EF4-FFF2-40B4-BE49-F238E27FC236}">
                      <a16:creationId xmlns:a16="http://schemas.microsoft.com/office/drawing/2014/main" id="{7D652694-C83B-4458-B70C-BE1CCEB3CBAA}"/>
                    </a:ext>
                  </a:extLst>
                </p:cNvPr>
                <p:cNvSpPr/>
                <p:nvPr/>
              </p:nvSpPr>
              <p:spPr>
                <a:xfrm>
                  <a:off x="750176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object 40">
                  <a:extLst>
                    <a:ext uri="{FF2B5EF4-FFF2-40B4-BE49-F238E27FC236}">
                      <a16:creationId xmlns:a16="http://schemas.microsoft.com/office/drawing/2014/main" id="{25DCC460-41F5-4818-80D0-BF931042FF9F}"/>
                    </a:ext>
                  </a:extLst>
                </p:cNvPr>
                <p:cNvSpPr/>
                <p:nvPr/>
              </p:nvSpPr>
              <p:spPr>
                <a:xfrm>
                  <a:off x="760693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object 41">
                  <a:extLst>
                    <a:ext uri="{FF2B5EF4-FFF2-40B4-BE49-F238E27FC236}">
                      <a16:creationId xmlns:a16="http://schemas.microsoft.com/office/drawing/2014/main" id="{BB8C8B00-794A-4CFF-9576-17111614A9A5}"/>
                    </a:ext>
                  </a:extLst>
                </p:cNvPr>
                <p:cNvSpPr/>
                <p:nvPr/>
              </p:nvSpPr>
              <p:spPr>
                <a:xfrm>
                  <a:off x="7606931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2" name="object 42">
                  <a:extLst>
                    <a:ext uri="{FF2B5EF4-FFF2-40B4-BE49-F238E27FC236}">
                      <a16:creationId xmlns:a16="http://schemas.microsoft.com/office/drawing/2014/main" id="{4D2742B4-FFBC-4414-AFE5-0FDA6A471467}"/>
                    </a:ext>
                  </a:extLst>
                </p:cNvPr>
                <p:cNvSpPr/>
                <p:nvPr/>
              </p:nvSpPr>
              <p:spPr>
                <a:xfrm>
                  <a:off x="771207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3" name="object 43">
                  <a:extLst>
                    <a:ext uri="{FF2B5EF4-FFF2-40B4-BE49-F238E27FC236}">
                      <a16:creationId xmlns:a16="http://schemas.microsoft.com/office/drawing/2014/main" id="{3C32D513-B1C4-442C-A2CE-4C91E0F34294}"/>
                    </a:ext>
                  </a:extLst>
                </p:cNvPr>
                <p:cNvSpPr/>
                <p:nvPr/>
              </p:nvSpPr>
              <p:spPr>
                <a:xfrm>
                  <a:off x="7712075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4" name="object 44">
                  <a:extLst>
                    <a:ext uri="{FF2B5EF4-FFF2-40B4-BE49-F238E27FC236}">
                      <a16:creationId xmlns:a16="http://schemas.microsoft.com/office/drawing/2014/main" id="{6FACA10B-5A39-4B63-8CEF-37424C107044}"/>
                    </a:ext>
                  </a:extLst>
                </p:cNvPr>
                <p:cNvSpPr/>
                <p:nvPr/>
              </p:nvSpPr>
              <p:spPr>
                <a:xfrm>
                  <a:off x="7817243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object 45">
                  <a:extLst>
                    <a:ext uri="{FF2B5EF4-FFF2-40B4-BE49-F238E27FC236}">
                      <a16:creationId xmlns:a16="http://schemas.microsoft.com/office/drawing/2014/main" id="{8BBE9DA2-923F-471D-9881-48D2B3D6446C}"/>
                    </a:ext>
                  </a:extLst>
                </p:cNvPr>
                <p:cNvSpPr/>
                <p:nvPr/>
              </p:nvSpPr>
              <p:spPr>
                <a:xfrm>
                  <a:off x="7817243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6" name="object 46">
                  <a:extLst>
                    <a:ext uri="{FF2B5EF4-FFF2-40B4-BE49-F238E27FC236}">
                      <a16:creationId xmlns:a16="http://schemas.microsoft.com/office/drawing/2014/main" id="{2AD97986-21EE-40D6-AF1C-9670A20A1984}"/>
                    </a:ext>
                  </a:extLst>
                </p:cNvPr>
                <p:cNvSpPr/>
                <p:nvPr/>
              </p:nvSpPr>
              <p:spPr>
                <a:xfrm>
                  <a:off x="7923148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7" name="object 47">
                  <a:extLst>
                    <a:ext uri="{FF2B5EF4-FFF2-40B4-BE49-F238E27FC236}">
                      <a16:creationId xmlns:a16="http://schemas.microsoft.com/office/drawing/2014/main" id="{A99E126E-C4E6-45B0-8517-24284CAFCD18}"/>
                    </a:ext>
                  </a:extLst>
                </p:cNvPr>
                <p:cNvSpPr/>
                <p:nvPr/>
              </p:nvSpPr>
              <p:spPr>
                <a:xfrm>
                  <a:off x="7923148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8" name="object 48">
                  <a:extLst>
                    <a:ext uri="{FF2B5EF4-FFF2-40B4-BE49-F238E27FC236}">
                      <a16:creationId xmlns:a16="http://schemas.microsoft.com/office/drawing/2014/main" id="{E5F029BC-8322-4507-BA0B-F226770004C6}"/>
                    </a:ext>
                  </a:extLst>
                </p:cNvPr>
                <p:cNvSpPr/>
                <p:nvPr/>
              </p:nvSpPr>
              <p:spPr>
                <a:xfrm>
                  <a:off x="802831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9" name="object 49">
                  <a:extLst>
                    <a:ext uri="{FF2B5EF4-FFF2-40B4-BE49-F238E27FC236}">
                      <a16:creationId xmlns:a16="http://schemas.microsoft.com/office/drawing/2014/main" id="{E6566C8B-A19F-4796-97C9-C53DAC394713}"/>
                    </a:ext>
                  </a:extLst>
                </p:cNvPr>
                <p:cNvSpPr/>
                <p:nvPr/>
              </p:nvSpPr>
              <p:spPr>
                <a:xfrm>
                  <a:off x="802831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0" name="object 50">
                  <a:extLst>
                    <a:ext uri="{FF2B5EF4-FFF2-40B4-BE49-F238E27FC236}">
                      <a16:creationId xmlns:a16="http://schemas.microsoft.com/office/drawing/2014/main" id="{F9B21A7B-F3E2-4D54-9FEB-DD09DA606492}"/>
                    </a:ext>
                  </a:extLst>
                </p:cNvPr>
                <p:cNvSpPr/>
                <p:nvPr/>
              </p:nvSpPr>
              <p:spPr>
                <a:xfrm>
                  <a:off x="813347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1" name="object 51">
                  <a:extLst>
                    <a:ext uri="{FF2B5EF4-FFF2-40B4-BE49-F238E27FC236}">
                      <a16:creationId xmlns:a16="http://schemas.microsoft.com/office/drawing/2014/main" id="{3D5DEF4D-F415-4733-990C-4F7EBA5F0174}"/>
                    </a:ext>
                  </a:extLst>
                </p:cNvPr>
                <p:cNvSpPr/>
                <p:nvPr/>
              </p:nvSpPr>
              <p:spPr>
                <a:xfrm>
                  <a:off x="813347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2" name="object 52">
                  <a:extLst>
                    <a:ext uri="{FF2B5EF4-FFF2-40B4-BE49-F238E27FC236}">
                      <a16:creationId xmlns:a16="http://schemas.microsoft.com/office/drawing/2014/main" id="{21721B77-FC2A-45D1-9F04-5B3DFDAB14ED}"/>
                    </a:ext>
                  </a:extLst>
                </p:cNvPr>
                <p:cNvSpPr/>
                <p:nvPr/>
              </p:nvSpPr>
              <p:spPr>
                <a:xfrm>
                  <a:off x="823862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3" name="object 53">
                  <a:extLst>
                    <a:ext uri="{FF2B5EF4-FFF2-40B4-BE49-F238E27FC236}">
                      <a16:creationId xmlns:a16="http://schemas.microsoft.com/office/drawing/2014/main" id="{B780179D-1748-4E42-A605-DFDCCD5A647F}"/>
                    </a:ext>
                  </a:extLst>
                </p:cNvPr>
                <p:cNvSpPr/>
                <p:nvPr/>
              </p:nvSpPr>
              <p:spPr>
                <a:xfrm>
                  <a:off x="8238629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object 54">
                  <a:extLst>
                    <a:ext uri="{FF2B5EF4-FFF2-40B4-BE49-F238E27FC236}">
                      <a16:creationId xmlns:a16="http://schemas.microsoft.com/office/drawing/2014/main" id="{43F89006-5BC7-444B-9ABF-AB0EC7A8D2E7}"/>
                    </a:ext>
                  </a:extLst>
                </p:cNvPr>
                <p:cNvSpPr/>
                <p:nvPr/>
              </p:nvSpPr>
              <p:spPr>
                <a:xfrm>
                  <a:off x="834377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object 55">
                  <a:extLst>
                    <a:ext uri="{FF2B5EF4-FFF2-40B4-BE49-F238E27FC236}">
                      <a16:creationId xmlns:a16="http://schemas.microsoft.com/office/drawing/2014/main" id="{AFA31B24-FBC5-41CC-8FFA-F74FC97A6823}"/>
                    </a:ext>
                  </a:extLst>
                </p:cNvPr>
                <p:cNvSpPr/>
                <p:nvPr/>
              </p:nvSpPr>
              <p:spPr>
                <a:xfrm>
                  <a:off x="8343773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object 56">
                  <a:extLst>
                    <a:ext uri="{FF2B5EF4-FFF2-40B4-BE49-F238E27FC236}">
                      <a16:creationId xmlns:a16="http://schemas.microsoft.com/office/drawing/2014/main" id="{B24EF01D-E44C-46B3-9552-08F1D6AE2530}"/>
                    </a:ext>
                  </a:extLst>
                </p:cNvPr>
                <p:cNvSpPr/>
                <p:nvPr/>
              </p:nvSpPr>
              <p:spPr>
                <a:xfrm>
                  <a:off x="8448941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object 57">
                  <a:extLst>
                    <a:ext uri="{FF2B5EF4-FFF2-40B4-BE49-F238E27FC236}">
                      <a16:creationId xmlns:a16="http://schemas.microsoft.com/office/drawing/2014/main" id="{B1637EB2-60DE-4677-8A90-E871D6975001}"/>
                    </a:ext>
                  </a:extLst>
                </p:cNvPr>
                <p:cNvSpPr/>
                <p:nvPr/>
              </p:nvSpPr>
              <p:spPr>
                <a:xfrm>
                  <a:off x="8448941" y="45209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object 58">
                  <a:extLst>
                    <a:ext uri="{FF2B5EF4-FFF2-40B4-BE49-F238E27FC236}">
                      <a16:creationId xmlns:a16="http://schemas.microsoft.com/office/drawing/2014/main" id="{F1A16D1F-EF5D-4195-841A-E8B7380F8E3E}"/>
                    </a:ext>
                  </a:extLst>
                </p:cNvPr>
                <p:cNvSpPr/>
                <p:nvPr/>
              </p:nvSpPr>
              <p:spPr>
                <a:xfrm>
                  <a:off x="855484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object 59">
                  <a:extLst>
                    <a:ext uri="{FF2B5EF4-FFF2-40B4-BE49-F238E27FC236}">
                      <a16:creationId xmlns:a16="http://schemas.microsoft.com/office/drawing/2014/main" id="{A2E4B0F5-1406-43E2-86C6-F6D8E81ABAA3}"/>
                    </a:ext>
                  </a:extLst>
                </p:cNvPr>
                <p:cNvSpPr/>
                <p:nvPr/>
              </p:nvSpPr>
              <p:spPr>
                <a:xfrm>
                  <a:off x="8554847" y="45209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object 60">
                  <a:extLst>
                    <a:ext uri="{FF2B5EF4-FFF2-40B4-BE49-F238E27FC236}">
                      <a16:creationId xmlns:a16="http://schemas.microsoft.com/office/drawing/2014/main" id="{01B600DE-7BE2-4CF5-9EB6-D97302A483BF}"/>
                    </a:ext>
                  </a:extLst>
                </p:cNvPr>
                <p:cNvSpPr/>
                <p:nvPr/>
              </p:nvSpPr>
              <p:spPr>
                <a:xfrm>
                  <a:off x="602806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bject 61">
                  <a:extLst>
                    <a:ext uri="{FF2B5EF4-FFF2-40B4-BE49-F238E27FC236}">
                      <a16:creationId xmlns:a16="http://schemas.microsoft.com/office/drawing/2014/main" id="{D696DEC9-2049-47FE-A224-D4C826EFB996}"/>
                    </a:ext>
                  </a:extLst>
                </p:cNvPr>
                <p:cNvSpPr/>
                <p:nvPr/>
              </p:nvSpPr>
              <p:spPr>
                <a:xfrm>
                  <a:off x="602806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object 62">
                  <a:extLst>
                    <a:ext uri="{FF2B5EF4-FFF2-40B4-BE49-F238E27FC236}">
                      <a16:creationId xmlns:a16="http://schemas.microsoft.com/office/drawing/2014/main" id="{BC27AB4D-3E6A-47AB-896F-1F83F203864E}"/>
                    </a:ext>
                  </a:extLst>
                </p:cNvPr>
                <p:cNvSpPr/>
                <p:nvPr/>
              </p:nvSpPr>
              <p:spPr>
                <a:xfrm>
                  <a:off x="613322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bject 63">
                  <a:extLst>
                    <a:ext uri="{FF2B5EF4-FFF2-40B4-BE49-F238E27FC236}">
                      <a16:creationId xmlns:a16="http://schemas.microsoft.com/office/drawing/2014/main" id="{AC6E0B06-72FB-4B58-A50D-73CCBAFA28A5}"/>
                    </a:ext>
                  </a:extLst>
                </p:cNvPr>
                <p:cNvSpPr/>
                <p:nvPr/>
              </p:nvSpPr>
              <p:spPr>
                <a:xfrm>
                  <a:off x="613322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object 64">
                  <a:extLst>
                    <a:ext uri="{FF2B5EF4-FFF2-40B4-BE49-F238E27FC236}">
                      <a16:creationId xmlns:a16="http://schemas.microsoft.com/office/drawing/2014/main" id="{FB76E917-9EFB-40E3-B511-80043420E70D}"/>
                    </a:ext>
                  </a:extLst>
                </p:cNvPr>
                <p:cNvSpPr/>
                <p:nvPr/>
              </p:nvSpPr>
              <p:spPr>
                <a:xfrm>
                  <a:off x="623837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object 65">
                  <a:extLst>
                    <a:ext uri="{FF2B5EF4-FFF2-40B4-BE49-F238E27FC236}">
                      <a16:creationId xmlns:a16="http://schemas.microsoft.com/office/drawing/2014/main" id="{7A17A1D9-4B51-433C-B127-F146E10730E3}"/>
                    </a:ext>
                  </a:extLst>
                </p:cNvPr>
                <p:cNvSpPr/>
                <p:nvPr/>
              </p:nvSpPr>
              <p:spPr>
                <a:xfrm>
                  <a:off x="623837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object 66">
                  <a:extLst>
                    <a:ext uri="{FF2B5EF4-FFF2-40B4-BE49-F238E27FC236}">
                      <a16:creationId xmlns:a16="http://schemas.microsoft.com/office/drawing/2014/main" id="{6A8FAF3D-513E-4523-B9C1-62BD01857B37}"/>
                    </a:ext>
                  </a:extLst>
                </p:cNvPr>
                <p:cNvSpPr/>
                <p:nvPr/>
              </p:nvSpPr>
              <p:spPr>
                <a:xfrm>
                  <a:off x="634353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object 67">
                  <a:extLst>
                    <a:ext uri="{FF2B5EF4-FFF2-40B4-BE49-F238E27FC236}">
                      <a16:creationId xmlns:a16="http://schemas.microsoft.com/office/drawing/2014/main" id="{B114E17C-0D55-4C0E-A30A-A8259370F8AC}"/>
                    </a:ext>
                  </a:extLst>
                </p:cNvPr>
                <p:cNvSpPr/>
                <p:nvPr/>
              </p:nvSpPr>
              <p:spPr>
                <a:xfrm>
                  <a:off x="634353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object 68">
                  <a:extLst>
                    <a:ext uri="{FF2B5EF4-FFF2-40B4-BE49-F238E27FC236}">
                      <a16:creationId xmlns:a16="http://schemas.microsoft.com/office/drawing/2014/main" id="{BD52E926-39BE-4037-A514-D126ED9C57C7}"/>
                    </a:ext>
                  </a:extLst>
                </p:cNvPr>
                <p:cNvSpPr/>
                <p:nvPr/>
              </p:nvSpPr>
              <p:spPr>
                <a:xfrm>
                  <a:off x="6448691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7" y="105917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7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object 69">
                  <a:extLst>
                    <a:ext uri="{FF2B5EF4-FFF2-40B4-BE49-F238E27FC236}">
                      <a16:creationId xmlns:a16="http://schemas.microsoft.com/office/drawing/2014/main" id="{7E1B8998-08B2-4190-96E4-B129A181AD58}"/>
                    </a:ext>
                  </a:extLst>
                </p:cNvPr>
                <p:cNvSpPr/>
                <p:nvPr/>
              </p:nvSpPr>
              <p:spPr>
                <a:xfrm>
                  <a:off x="6448691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object 70">
                  <a:extLst>
                    <a:ext uri="{FF2B5EF4-FFF2-40B4-BE49-F238E27FC236}">
                      <a16:creationId xmlns:a16="http://schemas.microsoft.com/office/drawing/2014/main" id="{04600B04-9E9E-493D-B49C-F053B80F9C4B}"/>
                    </a:ext>
                  </a:extLst>
                </p:cNvPr>
                <p:cNvSpPr/>
                <p:nvPr/>
              </p:nvSpPr>
              <p:spPr>
                <a:xfrm>
                  <a:off x="655459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object 71">
                  <a:extLst>
                    <a:ext uri="{FF2B5EF4-FFF2-40B4-BE49-F238E27FC236}">
                      <a16:creationId xmlns:a16="http://schemas.microsoft.com/office/drawing/2014/main" id="{61F16C2E-1B80-43F5-8F91-E99E6B8D8C14}"/>
                    </a:ext>
                  </a:extLst>
                </p:cNvPr>
                <p:cNvSpPr/>
                <p:nvPr/>
              </p:nvSpPr>
              <p:spPr>
                <a:xfrm>
                  <a:off x="655459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2" name="object 72">
                  <a:extLst>
                    <a:ext uri="{FF2B5EF4-FFF2-40B4-BE49-F238E27FC236}">
                      <a16:creationId xmlns:a16="http://schemas.microsoft.com/office/drawing/2014/main" id="{CE55D303-F107-4826-8C25-E2F3B72A5C94}"/>
                    </a:ext>
                  </a:extLst>
                </p:cNvPr>
                <p:cNvSpPr/>
                <p:nvPr/>
              </p:nvSpPr>
              <p:spPr>
                <a:xfrm>
                  <a:off x="665976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3" name="object 73">
                  <a:extLst>
                    <a:ext uri="{FF2B5EF4-FFF2-40B4-BE49-F238E27FC236}">
                      <a16:creationId xmlns:a16="http://schemas.microsoft.com/office/drawing/2014/main" id="{4B481E21-9899-4A19-987F-8349129BC955}"/>
                    </a:ext>
                  </a:extLst>
                </p:cNvPr>
                <p:cNvSpPr/>
                <p:nvPr/>
              </p:nvSpPr>
              <p:spPr>
                <a:xfrm>
                  <a:off x="665976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4" name="object 74">
                  <a:extLst>
                    <a:ext uri="{FF2B5EF4-FFF2-40B4-BE49-F238E27FC236}">
                      <a16:creationId xmlns:a16="http://schemas.microsoft.com/office/drawing/2014/main" id="{7D91A746-6A42-4901-A3B1-E6B130369606}"/>
                    </a:ext>
                  </a:extLst>
                </p:cNvPr>
                <p:cNvSpPr/>
                <p:nvPr/>
              </p:nvSpPr>
              <p:spPr>
                <a:xfrm>
                  <a:off x="676492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5" name="object 75">
                  <a:extLst>
                    <a:ext uri="{FF2B5EF4-FFF2-40B4-BE49-F238E27FC236}">
                      <a16:creationId xmlns:a16="http://schemas.microsoft.com/office/drawing/2014/main" id="{9A570EAA-3B5C-4849-9573-53867CC4DBED}"/>
                    </a:ext>
                  </a:extLst>
                </p:cNvPr>
                <p:cNvSpPr/>
                <p:nvPr/>
              </p:nvSpPr>
              <p:spPr>
                <a:xfrm>
                  <a:off x="676492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6" name="object 76">
                  <a:extLst>
                    <a:ext uri="{FF2B5EF4-FFF2-40B4-BE49-F238E27FC236}">
                      <a16:creationId xmlns:a16="http://schemas.microsoft.com/office/drawing/2014/main" id="{D52EAC33-7782-41A6-A02D-CEE2C73E45D1}"/>
                    </a:ext>
                  </a:extLst>
                </p:cNvPr>
                <p:cNvSpPr/>
                <p:nvPr/>
              </p:nvSpPr>
              <p:spPr>
                <a:xfrm>
                  <a:off x="687007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7" name="object 77">
                  <a:extLst>
                    <a:ext uri="{FF2B5EF4-FFF2-40B4-BE49-F238E27FC236}">
                      <a16:creationId xmlns:a16="http://schemas.microsoft.com/office/drawing/2014/main" id="{B2B897EE-4AC8-45E3-8180-E1EEC0443123}"/>
                    </a:ext>
                  </a:extLst>
                </p:cNvPr>
                <p:cNvSpPr/>
                <p:nvPr/>
              </p:nvSpPr>
              <p:spPr>
                <a:xfrm>
                  <a:off x="687007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8" name="object 78">
                  <a:extLst>
                    <a:ext uri="{FF2B5EF4-FFF2-40B4-BE49-F238E27FC236}">
                      <a16:creationId xmlns:a16="http://schemas.microsoft.com/office/drawing/2014/main" id="{C8DE6025-AF90-47ED-95FB-818A9491F626}"/>
                    </a:ext>
                  </a:extLst>
                </p:cNvPr>
                <p:cNvSpPr/>
                <p:nvPr/>
              </p:nvSpPr>
              <p:spPr>
                <a:xfrm>
                  <a:off x="697522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9" name="object 79">
                  <a:extLst>
                    <a:ext uri="{FF2B5EF4-FFF2-40B4-BE49-F238E27FC236}">
                      <a16:creationId xmlns:a16="http://schemas.microsoft.com/office/drawing/2014/main" id="{295A0E8B-F291-4FDE-8615-7BA85C89B55B}"/>
                    </a:ext>
                  </a:extLst>
                </p:cNvPr>
                <p:cNvSpPr/>
                <p:nvPr/>
              </p:nvSpPr>
              <p:spPr>
                <a:xfrm>
                  <a:off x="697522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0" name="object 80">
                  <a:extLst>
                    <a:ext uri="{FF2B5EF4-FFF2-40B4-BE49-F238E27FC236}">
                      <a16:creationId xmlns:a16="http://schemas.microsoft.com/office/drawing/2014/main" id="{828CBAF1-F333-44B6-AD1D-9A191E18F230}"/>
                    </a:ext>
                  </a:extLst>
                </p:cNvPr>
                <p:cNvSpPr/>
                <p:nvPr/>
              </p:nvSpPr>
              <p:spPr>
                <a:xfrm>
                  <a:off x="708037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1" name="object 81">
                  <a:extLst>
                    <a:ext uri="{FF2B5EF4-FFF2-40B4-BE49-F238E27FC236}">
                      <a16:creationId xmlns:a16="http://schemas.microsoft.com/office/drawing/2014/main" id="{8F79A1D5-D9D3-4A06-BC49-01F4A31F443B}"/>
                    </a:ext>
                  </a:extLst>
                </p:cNvPr>
                <p:cNvSpPr/>
                <p:nvPr/>
              </p:nvSpPr>
              <p:spPr>
                <a:xfrm>
                  <a:off x="708037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2" name="object 82">
                  <a:extLst>
                    <a:ext uri="{FF2B5EF4-FFF2-40B4-BE49-F238E27FC236}">
                      <a16:creationId xmlns:a16="http://schemas.microsoft.com/office/drawing/2014/main" id="{DEBB5BCC-1E61-4237-BED4-5CF107ED6950}"/>
                    </a:ext>
                  </a:extLst>
                </p:cNvPr>
                <p:cNvSpPr/>
                <p:nvPr/>
              </p:nvSpPr>
              <p:spPr>
                <a:xfrm>
                  <a:off x="7185545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3" name="object 83">
                  <a:extLst>
                    <a:ext uri="{FF2B5EF4-FFF2-40B4-BE49-F238E27FC236}">
                      <a16:creationId xmlns:a16="http://schemas.microsoft.com/office/drawing/2014/main" id="{F490219B-50CC-4101-BAE8-F84AD257DF84}"/>
                    </a:ext>
                  </a:extLst>
                </p:cNvPr>
                <p:cNvSpPr/>
                <p:nvPr/>
              </p:nvSpPr>
              <p:spPr>
                <a:xfrm>
                  <a:off x="7185545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4" name="object 84">
                  <a:extLst>
                    <a:ext uri="{FF2B5EF4-FFF2-40B4-BE49-F238E27FC236}">
                      <a16:creationId xmlns:a16="http://schemas.microsoft.com/office/drawing/2014/main" id="{3905829E-B4C5-4264-9854-126288942E79}"/>
                    </a:ext>
                  </a:extLst>
                </p:cNvPr>
                <p:cNvSpPr/>
                <p:nvPr/>
              </p:nvSpPr>
              <p:spPr>
                <a:xfrm>
                  <a:off x="7291450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5" name="object 85">
                  <a:extLst>
                    <a:ext uri="{FF2B5EF4-FFF2-40B4-BE49-F238E27FC236}">
                      <a16:creationId xmlns:a16="http://schemas.microsoft.com/office/drawing/2014/main" id="{80B8F09C-D264-42F7-BF73-05301DDEFB62}"/>
                    </a:ext>
                  </a:extLst>
                </p:cNvPr>
                <p:cNvSpPr/>
                <p:nvPr/>
              </p:nvSpPr>
              <p:spPr>
                <a:xfrm>
                  <a:off x="7291450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6" name="object 86">
                  <a:extLst>
                    <a:ext uri="{FF2B5EF4-FFF2-40B4-BE49-F238E27FC236}">
                      <a16:creationId xmlns:a16="http://schemas.microsoft.com/office/drawing/2014/main" id="{291B17C0-CD70-4292-84A6-169A93EA4B58}"/>
                    </a:ext>
                  </a:extLst>
                </p:cNvPr>
                <p:cNvSpPr/>
                <p:nvPr/>
              </p:nvSpPr>
              <p:spPr>
                <a:xfrm>
                  <a:off x="739661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object 87">
                  <a:extLst>
                    <a:ext uri="{FF2B5EF4-FFF2-40B4-BE49-F238E27FC236}">
                      <a16:creationId xmlns:a16="http://schemas.microsoft.com/office/drawing/2014/main" id="{35DB0524-DE98-4733-B334-9C542569E72F}"/>
                    </a:ext>
                  </a:extLst>
                </p:cNvPr>
                <p:cNvSpPr/>
                <p:nvPr/>
              </p:nvSpPr>
              <p:spPr>
                <a:xfrm>
                  <a:off x="739661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object 88">
                  <a:extLst>
                    <a:ext uri="{FF2B5EF4-FFF2-40B4-BE49-F238E27FC236}">
                      <a16:creationId xmlns:a16="http://schemas.microsoft.com/office/drawing/2014/main" id="{20AB495D-0DE3-462F-BCC9-B04D144E5B33}"/>
                    </a:ext>
                  </a:extLst>
                </p:cNvPr>
                <p:cNvSpPr/>
                <p:nvPr/>
              </p:nvSpPr>
              <p:spPr>
                <a:xfrm>
                  <a:off x="750176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object 89">
                  <a:extLst>
                    <a:ext uri="{FF2B5EF4-FFF2-40B4-BE49-F238E27FC236}">
                      <a16:creationId xmlns:a16="http://schemas.microsoft.com/office/drawing/2014/main" id="{F9AAE058-3CB9-4CC3-8DCD-4572FAD1E677}"/>
                    </a:ext>
                  </a:extLst>
                </p:cNvPr>
                <p:cNvSpPr/>
                <p:nvPr/>
              </p:nvSpPr>
              <p:spPr>
                <a:xfrm>
                  <a:off x="750176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object 90">
                  <a:extLst>
                    <a:ext uri="{FF2B5EF4-FFF2-40B4-BE49-F238E27FC236}">
                      <a16:creationId xmlns:a16="http://schemas.microsoft.com/office/drawing/2014/main" id="{2890DAFF-DB12-4C3F-B1F8-E7B3F61DCDC3}"/>
                    </a:ext>
                  </a:extLst>
                </p:cNvPr>
                <p:cNvSpPr/>
                <p:nvPr/>
              </p:nvSpPr>
              <p:spPr>
                <a:xfrm>
                  <a:off x="760693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object 91">
                  <a:extLst>
                    <a:ext uri="{FF2B5EF4-FFF2-40B4-BE49-F238E27FC236}">
                      <a16:creationId xmlns:a16="http://schemas.microsoft.com/office/drawing/2014/main" id="{C49633F9-90E3-41BC-B671-6E81BC220408}"/>
                    </a:ext>
                  </a:extLst>
                </p:cNvPr>
                <p:cNvSpPr/>
                <p:nvPr/>
              </p:nvSpPr>
              <p:spPr>
                <a:xfrm>
                  <a:off x="7606931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2" name="object 92">
                  <a:extLst>
                    <a:ext uri="{FF2B5EF4-FFF2-40B4-BE49-F238E27FC236}">
                      <a16:creationId xmlns:a16="http://schemas.microsoft.com/office/drawing/2014/main" id="{2ED42B58-89BD-492D-B835-093AAFAF8130}"/>
                    </a:ext>
                  </a:extLst>
                </p:cNvPr>
                <p:cNvSpPr/>
                <p:nvPr/>
              </p:nvSpPr>
              <p:spPr>
                <a:xfrm>
                  <a:off x="771207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3" name="object 93">
                  <a:extLst>
                    <a:ext uri="{FF2B5EF4-FFF2-40B4-BE49-F238E27FC236}">
                      <a16:creationId xmlns:a16="http://schemas.microsoft.com/office/drawing/2014/main" id="{743B1565-38DC-4435-8FD3-C505510EE38B}"/>
                    </a:ext>
                  </a:extLst>
                </p:cNvPr>
                <p:cNvSpPr/>
                <p:nvPr/>
              </p:nvSpPr>
              <p:spPr>
                <a:xfrm>
                  <a:off x="7712075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4" name="object 94">
                  <a:extLst>
                    <a:ext uri="{FF2B5EF4-FFF2-40B4-BE49-F238E27FC236}">
                      <a16:creationId xmlns:a16="http://schemas.microsoft.com/office/drawing/2014/main" id="{B7DD756E-F1EE-4054-91E2-C9D272661AAC}"/>
                    </a:ext>
                  </a:extLst>
                </p:cNvPr>
                <p:cNvSpPr/>
                <p:nvPr/>
              </p:nvSpPr>
              <p:spPr>
                <a:xfrm>
                  <a:off x="7817243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5" name="object 95">
                  <a:extLst>
                    <a:ext uri="{FF2B5EF4-FFF2-40B4-BE49-F238E27FC236}">
                      <a16:creationId xmlns:a16="http://schemas.microsoft.com/office/drawing/2014/main" id="{2364C05F-367C-433A-887F-38B01B99EF85}"/>
                    </a:ext>
                  </a:extLst>
                </p:cNvPr>
                <p:cNvSpPr/>
                <p:nvPr/>
              </p:nvSpPr>
              <p:spPr>
                <a:xfrm>
                  <a:off x="7817243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6" name="object 96">
                  <a:extLst>
                    <a:ext uri="{FF2B5EF4-FFF2-40B4-BE49-F238E27FC236}">
                      <a16:creationId xmlns:a16="http://schemas.microsoft.com/office/drawing/2014/main" id="{A7296235-03F5-4457-AA8F-1B087BED6A02}"/>
                    </a:ext>
                  </a:extLst>
                </p:cNvPr>
                <p:cNvSpPr/>
                <p:nvPr/>
              </p:nvSpPr>
              <p:spPr>
                <a:xfrm>
                  <a:off x="7923148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7" name="object 97">
                  <a:extLst>
                    <a:ext uri="{FF2B5EF4-FFF2-40B4-BE49-F238E27FC236}">
                      <a16:creationId xmlns:a16="http://schemas.microsoft.com/office/drawing/2014/main" id="{5873C50D-C4C1-4739-8D56-CDBD883293F0}"/>
                    </a:ext>
                  </a:extLst>
                </p:cNvPr>
                <p:cNvSpPr/>
                <p:nvPr/>
              </p:nvSpPr>
              <p:spPr>
                <a:xfrm>
                  <a:off x="7923148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8" name="object 98">
                  <a:extLst>
                    <a:ext uri="{FF2B5EF4-FFF2-40B4-BE49-F238E27FC236}">
                      <a16:creationId xmlns:a16="http://schemas.microsoft.com/office/drawing/2014/main" id="{BBACAF39-E79C-415A-B55A-9F95BFA3D294}"/>
                    </a:ext>
                  </a:extLst>
                </p:cNvPr>
                <p:cNvSpPr/>
                <p:nvPr/>
              </p:nvSpPr>
              <p:spPr>
                <a:xfrm>
                  <a:off x="802831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9" name="object 99">
                  <a:extLst>
                    <a:ext uri="{FF2B5EF4-FFF2-40B4-BE49-F238E27FC236}">
                      <a16:creationId xmlns:a16="http://schemas.microsoft.com/office/drawing/2014/main" id="{FA7A25C6-E2B5-43D2-8F8E-E0FBED98449C}"/>
                    </a:ext>
                  </a:extLst>
                </p:cNvPr>
                <p:cNvSpPr/>
                <p:nvPr/>
              </p:nvSpPr>
              <p:spPr>
                <a:xfrm>
                  <a:off x="802831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0" name="object 100">
                  <a:extLst>
                    <a:ext uri="{FF2B5EF4-FFF2-40B4-BE49-F238E27FC236}">
                      <a16:creationId xmlns:a16="http://schemas.microsoft.com/office/drawing/2014/main" id="{459D12DA-B550-4A47-BA7E-B39FF26A9D76}"/>
                    </a:ext>
                  </a:extLst>
                </p:cNvPr>
                <p:cNvSpPr/>
                <p:nvPr/>
              </p:nvSpPr>
              <p:spPr>
                <a:xfrm>
                  <a:off x="813347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1" name="object 101">
                  <a:extLst>
                    <a:ext uri="{FF2B5EF4-FFF2-40B4-BE49-F238E27FC236}">
                      <a16:creationId xmlns:a16="http://schemas.microsoft.com/office/drawing/2014/main" id="{D61A6E2C-9576-45F9-91A4-7B61A38C88D4}"/>
                    </a:ext>
                  </a:extLst>
                </p:cNvPr>
                <p:cNvSpPr/>
                <p:nvPr/>
              </p:nvSpPr>
              <p:spPr>
                <a:xfrm>
                  <a:off x="813347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2" name="object 102">
                  <a:extLst>
                    <a:ext uri="{FF2B5EF4-FFF2-40B4-BE49-F238E27FC236}">
                      <a16:creationId xmlns:a16="http://schemas.microsoft.com/office/drawing/2014/main" id="{4FE33D98-EEB3-41AC-95F6-F2CF68A98D37}"/>
                    </a:ext>
                  </a:extLst>
                </p:cNvPr>
                <p:cNvSpPr/>
                <p:nvPr/>
              </p:nvSpPr>
              <p:spPr>
                <a:xfrm>
                  <a:off x="823862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3" name="object 103">
                  <a:extLst>
                    <a:ext uri="{FF2B5EF4-FFF2-40B4-BE49-F238E27FC236}">
                      <a16:creationId xmlns:a16="http://schemas.microsoft.com/office/drawing/2014/main" id="{015EBFB7-0B45-454A-9D1C-86D38BD12268}"/>
                    </a:ext>
                  </a:extLst>
                </p:cNvPr>
                <p:cNvSpPr/>
                <p:nvPr/>
              </p:nvSpPr>
              <p:spPr>
                <a:xfrm>
                  <a:off x="8238629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4" name="object 104">
                  <a:extLst>
                    <a:ext uri="{FF2B5EF4-FFF2-40B4-BE49-F238E27FC236}">
                      <a16:creationId xmlns:a16="http://schemas.microsoft.com/office/drawing/2014/main" id="{F9D17041-2E1D-4DAF-BB9F-AC515A6DE9D0}"/>
                    </a:ext>
                  </a:extLst>
                </p:cNvPr>
                <p:cNvSpPr/>
                <p:nvPr/>
              </p:nvSpPr>
              <p:spPr>
                <a:xfrm>
                  <a:off x="834377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5" name="object 105">
                  <a:extLst>
                    <a:ext uri="{FF2B5EF4-FFF2-40B4-BE49-F238E27FC236}">
                      <a16:creationId xmlns:a16="http://schemas.microsoft.com/office/drawing/2014/main" id="{93092DF7-D82C-43CC-85C0-FD2032B50A50}"/>
                    </a:ext>
                  </a:extLst>
                </p:cNvPr>
                <p:cNvSpPr/>
                <p:nvPr/>
              </p:nvSpPr>
              <p:spPr>
                <a:xfrm>
                  <a:off x="8343773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6" name="object 106">
                  <a:extLst>
                    <a:ext uri="{FF2B5EF4-FFF2-40B4-BE49-F238E27FC236}">
                      <a16:creationId xmlns:a16="http://schemas.microsoft.com/office/drawing/2014/main" id="{217D1EF8-DFDC-4DC3-BA7A-7FDC64928078}"/>
                    </a:ext>
                  </a:extLst>
                </p:cNvPr>
                <p:cNvSpPr/>
                <p:nvPr/>
              </p:nvSpPr>
              <p:spPr>
                <a:xfrm>
                  <a:off x="8448941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7" name="object 107">
                  <a:extLst>
                    <a:ext uri="{FF2B5EF4-FFF2-40B4-BE49-F238E27FC236}">
                      <a16:creationId xmlns:a16="http://schemas.microsoft.com/office/drawing/2014/main" id="{CD47645A-8284-4CF4-AB58-B960C0910E97}"/>
                    </a:ext>
                  </a:extLst>
                </p:cNvPr>
                <p:cNvSpPr/>
                <p:nvPr/>
              </p:nvSpPr>
              <p:spPr>
                <a:xfrm>
                  <a:off x="8448941" y="4626101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8" name="object 108">
                  <a:extLst>
                    <a:ext uri="{FF2B5EF4-FFF2-40B4-BE49-F238E27FC236}">
                      <a16:creationId xmlns:a16="http://schemas.microsoft.com/office/drawing/2014/main" id="{49C2349F-270F-4B3A-B1B4-061C108DD79F}"/>
                    </a:ext>
                  </a:extLst>
                </p:cNvPr>
                <p:cNvSpPr/>
                <p:nvPr/>
              </p:nvSpPr>
              <p:spPr>
                <a:xfrm>
                  <a:off x="855484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9" name="object 109">
                  <a:extLst>
                    <a:ext uri="{FF2B5EF4-FFF2-40B4-BE49-F238E27FC236}">
                      <a16:creationId xmlns:a16="http://schemas.microsoft.com/office/drawing/2014/main" id="{E798A1EA-2524-448E-9188-2E0F1A6EE092}"/>
                    </a:ext>
                  </a:extLst>
                </p:cNvPr>
                <p:cNvSpPr/>
                <p:nvPr/>
              </p:nvSpPr>
              <p:spPr>
                <a:xfrm>
                  <a:off x="8554847" y="4626101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0" name="object 110">
                  <a:extLst>
                    <a:ext uri="{FF2B5EF4-FFF2-40B4-BE49-F238E27FC236}">
                      <a16:creationId xmlns:a16="http://schemas.microsoft.com/office/drawing/2014/main" id="{81B490E0-352D-4041-A6EE-CF71155B6DD2}"/>
                    </a:ext>
                  </a:extLst>
                </p:cNvPr>
                <p:cNvSpPr/>
                <p:nvPr/>
              </p:nvSpPr>
              <p:spPr>
                <a:xfrm>
                  <a:off x="602806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1" name="object 111">
                  <a:extLst>
                    <a:ext uri="{FF2B5EF4-FFF2-40B4-BE49-F238E27FC236}">
                      <a16:creationId xmlns:a16="http://schemas.microsoft.com/office/drawing/2014/main" id="{3DB55D05-ADD4-4074-BD32-B9E754E34C8E}"/>
                    </a:ext>
                  </a:extLst>
                </p:cNvPr>
                <p:cNvSpPr/>
                <p:nvPr/>
              </p:nvSpPr>
              <p:spPr>
                <a:xfrm>
                  <a:off x="602806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2" name="object 112">
                  <a:extLst>
                    <a:ext uri="{FF2B5EF4-FFF2-40B4-BE49-F238E27FC236}">
                      <a16:creationId xmlns:a16="http://schemas.microsoft.com/office/drawing/2014/main" id="{19BAB9CB-21A8-4F78-8397-62CC2728B02E}"/>
                    </a:ext>
                  </a:extLst>
                </p:cNvPr>
                <p:cNvSpPr/>
                <p:nvPr/>
              </p:nvSpPr>
              <p:spPr>
                <a:xfrm>
                  <a:off x="613322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3" name="object 113">
                  <a:extLst>
                    <a:ext uri="{FF2B5EF4-FFF2-40B4-BE49-F238E27FC236}">
                      <a16:creationId xmlns:a16="http://schemas.microsoft.com/office/drawing/2014/main" id="{97E28F8F-5F57-46DD-8B8D-31C349A55D4E}"/>
                    </a:ext>
                  </a:extLst>
                </p:cNvPr>
                <p:cNvSpPr/>
                <p:nvPr/>
              </p:nvSpPr>
              <p:spPr>
                <a:xfrm>
                  <a:off x="613322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4" name="object 114">
                  <a:extLst>
                    <a:ext uri="{FF2B5EF4-FFF2-40B4-BE49-F238E27FC236}">
                      <a16:creationId xmlns:a16="http://schemas.microsoft.com/office/drawing/2014/main" id="{7DFC1624-BB27-4DD7-91EF-A7B33DA2E8DB}"/>
                    </a:ext>
                  </a:extLst>
                </p:cNvPr>
                <p:cNvSpPr/>
                <p:nvPr/>
              </p:nvSpPr>
              <p:spPr>
                <a:xfrm>
                  <a:off x="623837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5" name="object 115">
                  <a:extLst>
                    <a:ext uri="{FF2B5EF4-FFF2-40B4-BE49-F238E27FC236}">
                      <a16:creationId xmlns:a16="http://schemas.microsoft.com/office/drawing/2014/main" id="{21544D26-B5A1-4823-92F3-F0449FE204B9}"/>
                    </a:ext>
                  </a:extLst>
                </p:cNvPr>
                <p:cNvSpPr/>
                <p:nvPr/>
              </p:nvSpPr>
              <p:spPr>
                <a:xfrm>
                  <a:off x="623837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6" name="object 116">
                  <a:extLst>
                    <a:ext uri="{FF2B5EF4-FFF2-40B4-BE49-F238E27FC236}">
                      <a16:creationId xmlns:a16="http://schemas.microsoft.com/office/drawing/2014/main" id="{70C2AE41-F22F-4114-A870-D33CDA42AEA6}"/>
                    </a:ext>
                  </a:extLst>
                </p:cNvPr>
                <p:cNvSpPr/>
                <p:nvPr/>
              </p:nvSpPr>
              <p:spPr>
                <a:xfrm>
                  <a:off x="634353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7" name="object 117">
                  <a:extLst>
                    <a:ext uri="{FF2B5EF4-FFF2-40B4-BE49-F238E27FC236}">
                      <a16:creationId xmlns:a16="http://schemas.microsoft.com/office/drawing/2014/main" id="{9E2AA600-B92E-4BEF-B8FC-200E630A267C}"/>
                    </a:ext>
                  </a:extLst>
                </p:cNvPr>
                <p:cNvSpPr/>
                <p:nvPr/>
              </p:nvSpPr>
              <p:spPr>
                <a:xfrm>
                  <a:off x="634353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8" name="object 118">
                  <a:extLst>
                    <a:ext uri="{FF2B5EF4-FFF2-40B4-BE49-F238E27FC236}">
                      <a16:creationId xmlns:a16="http://schemas.microsoft.com/office/drawing/2014/main" id="{057A81CB-E45F-450C-97E4-360B7B759125}"/>
                    </a:ext>
                  </a:extLst>
                </p:cNvPr>
                <p:cNvSpPr/>
                <p:nvPr/>
              </p:nvSpPr>
              <p:spPr>
                <a:xfrm>
                  <a:off x="6448691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9" name="object 119">
                  <a:extLst>
                    <a:ext uri="{FF2B5EF4-FFF2-40B4-BE49-F238E27FC236}">
                      <a16:creationId xmlns:a16="http://schemas.microsoft.com/office/drawing/2014/main" id="{A0E0CD0D-D4E7-42F4-8BA9-37A2C8B6C1CA}"/>
                    </a:ext>
                  </a:extLst>
                </p:cNvPr>
                <p:cNvSpPr/>
                <p:nvPr/>
              </p:nvSpPr>
              <p:spPr>
                <a:xfrm>
                  <a:off x="6448691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0" name="object 120">
                  <a:extLst>
                    <a:ext uri="{FF2B5EF4-FFF2-40B4-BE49-F238E27FC236}">
                      <a16:creationId xmlns:a16="http://schemas.microsoft.com/office/drawing/2014/main" id="{95E68A5A-7CC3-44C2-BEF9-AB1CB7984BB9}"/>
                    </a:ext>
                  </a:extLst>
                </p:cNvPr>
                <p:cNvSpPr/>
                <p:nvPr/>
              </p:nvSpPr>
              <p:spPr>
                <a:xfrm>
                  <a:off x="655459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1" name="object 121">
                  <a:extLst>
                    <a:ext uri="{FF2B5EF4-FFF2-40B4-BE49-F238E27FC236}">
                      <a16:creationId xmlns:a16="http://schemas.microsoft.com/office/drawing/2014/main" id="{B255E480-9D95-49DD-9970-C13A39634EEB}"/>
                    </a:ext>
                  </a:extLst>
                </p:cNvPr>
                <p:cNvSpPr/>
                <p:nvPr/>
              </p:nvSpPr>
              <p:spPr>
                <a:xfrm>
                  <a:off x="655459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2" name="object 122">
                  <a:extLst>
                    <a:ext uri="{FF2B5EF4-FFF2-40B4-BE49-F238E27FC236}">
                      <a16:creationId xmlns:a16="http://schemas.microsoft.com/office/drawing/2014/main" id="{A47488DA-D750-454E-937F-ED1275C7C354}"/>
                    </a:ext>
                  </a:extLst>
                </p:cNvPr>
                <p:cNvSpPr/>
                <p:nvPr/>
              </p:nvSpPr>
              <p:spPr>
                <a:xfrm>
                  <a:off x="665976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3" name="object 123">
                  <a:extLst>
                    <a:ext uri="{FF2B5EF4-FFF2-40B4-BE49-F238E27FC236}">
                      <a16:creationId xmlns:a16="http://schemas.microsoft.com/office/drawing/2014/main" id="{FB193CF8-B76B-4FE6-8E5C-778A03C22897}"/>
                    </a:ext>
                  </a:extLst>
                </p:cNvPr>
                <p:cNvSpPr/>
                <p:nvPr/>
              </p:nvSpPr>
              <p:spPr>
                <a:xfrm>
                  <a:off x="665976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4" name="object 124">
                  <a:extLst>
                    <a:ext uri="{FF2B5EF4-FFF2-40B4-BE49-F238E27FC236}">
                      <a16:creationId xmlns:a16="http://schemas.microsoft.com/office/drawing/2014/main" id="{B132833B-DE99-4E58-B534-3362A636D37B}"/>
                    </a:ext>
                  </a:extLst>
                </p:cNvPr>
                <p:cNvSpPr/>
                <p:nvPr/>
              </p:nvSpPr>
              <p:spPr>
                <a:xfrm>
                  <a:off x="676492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5" name="object 125">
                  <a:extLst>
                    <a:ext uri="{FF2B5EF4-FFF2-40B4-BE49-F238E27FC236}">
                      <a16:creationId xmlns:a16="http://schemas.microsoft.com/office/drawing/2014/main" id="{B4AA84C5-4096-4501-A732-37C58690C56F}"/>
                    </a:ext>
                  </a:extLst>
                </p:cNvPr>
                <p:cNvSpPr/>
                <p:nvPr/>
              </p:nvSpPr>
              <p:spPr>
                <a:xfrm>
                  <a:off x="676492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6" name="object 126">
                  <a:extLst>
                    <a:ext uri="{FF2B5EF4-FFF2-40B4-BE49-F238E27FC236}">
                      <a16:creationId xmlns:a16="http://schemas.microsoft.com/office/drawing/2014/main" id="{EF01DAC3-5734-44FE-8908-09584C125E85}"/>
                    </a:ext>
                  </a:extLst>
                </p:cNvPr>
                <p:cNvSpPr/>
                <p:nvPr/>
              </p:nvSpPr>
              <p:spPr>
                <a:xfrm>
                  <a:off x="687007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7" name="object 127">
                  <a:extLst>
                    <a:ext uri="{FF2B5EF4-FFF2-40B4-BE49-F238E27FC236}">
                      <a16:creationId xmlns:a16="http://schemas.microsoft.com/office/drawing/2014/main" id="{7200850D-B5AB-41FD-9CC5-E26AFCCAC43F}"/>
                    </a:ext>
                  </a:extLst>
                </p:cNvPr>
                <p:cNvSpPr/>
                <p:nvPr/>
              </p:nvSpPr>
              <p:spPr>
                <a:xfrm>
                  <a:off x="687007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8" name="object 128">
                  <a:extLst>
                    <a:ext uri="{FF2B5EF4-FFF2-40B4-BE49-F238E27FC236}">
                      <a16:creationId xmlns:a16="http://schemas.microsoft.com/office/drawing/2014/main" id="{E871E717-77E2-442B-BF81-A69F9BB101B0}"/>
                    </a:ext>
                  </a:extLst>
                </p:cNvPr>
                <p:cNvSpPr/>
                <p:nvPr/>
              </p:nvSpPr>
              <p:spPr>
                <a:xfrm>
                  <a:off x="697522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9" name="object 129">
                  <a:extLst>
                    <a:ext uri="{FF2B5EF4-FFF2-40B4-BE49-F238E27FC236}">
                      <a16:creationId xmlns:a16="http://schemas.microsoft.com/office/drawing/2014/main" id="{291B4FBB-10CF-4AD4-9E8D-4C0EA8DE5BDD}"/>
                    </a:ext>
                  </a:extLst>
                </p:cNvPr>
                <p:cNvSpPr/>
                <p:nvPr/>
              </p:nvSpPr>
              <p:spPr>
                <a:xfrm>
                  <a:off x="697522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0" name="object 130">
                  <a:extLst>
                    <a:ext uri="{FF2B5EF4-FFF2-40B4-BE49-F238E27FC236}">
                      <a16:creationId xmlns:a16="http://schemas.microsoft.com/office/drawing/2014/main" id="{D2B6DD21-9B9E-4BF1-A158-66D8F6FC272B}"/>
                    </a:ext>
                  </a:extLst>
                </p:cNvPr>
                <p:cNvSpPr/>
                <p:nvPr/>
              </p:nvSpPr>
              <p:spPr>
                <a:xfrm>
                  <a:off x="708037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1" name="object 131">
                  <a:extLst>
                    <a:ext uri="{FF2B5EF4-FFF2-40B4-BE49-F238E27FC236}">
                      <a16:creationId xmlns:a16="http://schemas.microsoft.com/office/drawing/2014/main" id="{0C2A6F57-B8C7-4A43-959B-4959FDD3772A}"/>
                    </a:ext>
                  </a:extLst>
                </p:cNvPr>
                <p:cNvSpPr/>
                <p:nvPr/>
              </p:nvSpPr>
              <p:spPr>
                <a:xfrm>
                  <a:off x="708037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2" name="object 132">
                  <a:extLst>
                    <a:ext uri="{FF2B5EF4-FFF2-40B4-BE49-F238E27FC236}">
                      <a16:creationId xmlns:a16="http://schemas.microsoft.com/office/drawing/2014/main" id="{EE290E56-1EF1-42CF-BE43-B699371A64CB}"/>
                    </a:ext>
                  </a:extLst>
                </p:cNvPr>
                <p:cNvSpPr/>
                <p:nvPr/>
              </p:nvSpPr>
              <p:spPr>
                <a:xfrm>
                  <a:off x="7185545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3" name="object 133">
                  <a:extLst>
                    <a:ext uri="{FF2B5EF4-FFF2-40B4-BE49-F238E27FC236}">
                      <a16:creationId xmlns:a16="http://schemas.microsoft.com/office/drawing/2014/main" id="{0A9E0325-FBB1-41C6-935D-55736E55B92F}"/>
                    </a:ext>
                  </a:extLst>
                </p:cNvPr>
                <p:cNvSpPr/>
                <p:nvPr/>
              </p:nvSpPr>
              <p:spPr>
                <a:xfrm>
                  <a:off x="7185545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4" name="object 134">
                  <a:extLst>
                    <a:ext uri="{FF2B5EF4-FFF2-40B4-BE49-F238E27FC236}">
                      <a16:creationId xmlns:a16="http://schemas.microsoft.com/office/drawing/2014/main" id="{666FB820-D00F-4DC2-9CF6-4D0B96DD93DC}"/>
                    </a:ext>
                  </a:extLst>
                </p:cNvPr>
                <p:cNvSpPr/>
                <p:nvPr/>
              </p:nvSpPr>
              <p:spPr>
                <a:xfrm>
                  <a:off x="7291450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5" name="object 135">
                  <a:extLst>
                    <a:ext uri="{FF2B5EF4-FFF2-40B4-BE49-F238E27FC236}">
                      <a16:creationId xmlns:a16="http://schemas.microsoft.com/office/drawing/2014/main" id="{1BDABCD7-0591-4E90-B32B-F68E64FD2C95}"/>
                    </a:ext>
                  </a:extLst>
                </p:cNvPr>
                <p:cNvSpPr/>
                <p:nvPr/>
              </p:nvSpPr>
              <p:spPr>
                <a:xfrm>
                  <a:off x="7291450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6" name="object 136">
                  <a:extLst>
                    <a:ext uri="{FF2B5EF4-FFF2-40B4-BE49-F238E27FC236}">
                      <a16:creationId xmlns:a16="http://schemas.microsoft.com/office/drawing/2014/main" id="{7111D25F-71AE-4368-A801-EC9319098197}"/>
                    </a:ext>
                  </a:extLst>
                </p:cNvPr>
                <p:cNvSpPr/>
                <p:nvPr/>
              </p:nvSpPr>
              <p:spPr>
                <a:xfrm>
                  <a:off x="739661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7" name="object 137">
                  <a:extLst>
                    <a:ext uri="{FF2B5EF4-FFF2-40B4-BE49-F238E27FC236}">
                      <a16:creationId xmlns:a16="http://schemas.microsoft.com/office/drawing/2014/main" id="{2744A570-32B9-45A3-96AA-A05C429EE7F2}"/>
                    </a:ext>
                  </a:extLst>
                </p:cNvPr>
                <p:cNvSpPr/>
                <p:nvPr/>
              </p:nvSpPr>
              <p:spPr>
                <a:xfrm>
                  <a:off x="739661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8" name="object 138">
                  <a:extLst>
                    <a:ext uri="{FF2B5EF4-FFF2-40B4-BE49-F238E27FC236}">
                      <a16:creationId xmlns:a16="http://schemas.microsoft.com/office/drawing/2014/main" id="{285D8A55-64DD-4F67-A877-51C96F5FEB15}"/>
                    </a:ext>
                  </a:extLst>
                </p:cNvPr>
                <p:cNvSpPr/>
                <p:nvPr/>
              </p:nvSpPr>
              <p:spPr>
                <a:xfrm>
                  <a:off x="750176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9" name="object 139">
                  <a:extLst>
                    <a:ext uri="{FF2B5EF4-FFF2-40B4-BE49-F238E27FC236}">
                      <a16:creationId xmlns:a16="http://schemas.microsoft.com/office/drawing/2014/main" id="{EA63AB0E-7F34-4607-BBF1-7AA9220791E2}"/>
                    </a:ext>
                  </a:extLst>
                </p:cNvPr>
                <p:cNvSpPr/>
                <p:nvPr/>
              </p:nvSpPr>
              <p:spPr>
                <a:xfrm>
                  <a:off x="750176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0" name="object 140">
                  <a:extLst>
                    <a:ext uri="{FF2B5EF4-FFF2-40B4-BE49-F238E27FC236}">
                      <a16:creationId xmlns:a16="http://schemas.microsoft.com/office/drawing/2014/main" id="{BB795870-BAB0-40DB-A080-D028C4D33D00}"/>
                    </a:ext>
                  </a:extLst>
                </p:cNvPr>
                <p:cNvSpPr/>
                <p:nvPr/>
              </p:nvSpPr>
              <p:spPr>
                <a:xfrm>
                  <a:off x="760693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1" name="object 141">
                  <a:extLst>
                    <a:ext uri="{FF2B5EF4-FFF2-40B4-BE49-F238E27FC236}">
                      <a16:creationId xmlns:a16="http://schemas.microsoft.com/office/drawing/2014/main" id="{33334C1F-FE4B-482D-8456-C908A0F79CA5}"/>
                    </a:ext>
                  </a:extLst>
                </p:cNvPr>
                <p:cNvSpPr/>
                <p:nvPr/>
              </p:nvSpPr>
              <p:spPr>
                <a:xfrm>
                  <a:off x="7606931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2" name="object 142">
                  <a:extLst>
                    <a:ext uri="{FF2B5EF4-FFF2-40B4-BE49-F238E27FC236}">
                      <a16:creationId xmlns:a16="http://schemas.microsoft.com/office/drawing/2014/main" id="{D91229D2-4B92-427F-A988-A1EF82D84C49}"/>
                    </a:ext>
                  </a:extLst>
                </p:cNvPr>
                <p:cNvSpPr/>
                <p:nvPr/>
              </p:nvSpPr>
              <p:spPr>
                <a:xfrm>
                  <a:off x="771207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3" name="object 143">
                  <a:extLst>
                    <a:ext uri="{FF2B5EF4-FFF2-40B4-BE49-F238E27FC236}">
                      <a16:creationId xmlns:a16="http://schemas.microsoft.com/office/drawing/2014/main" id="{A45B2C21-E5BF-4900-82C5-D1EA32B3A120}"/>
                    </a:ext>
                  </a:extLst>
                </p:cNvPr>
                <p:cNvSpPr/>
                <p:nvPr/>
              </p:nvSpPr>
              <p:spPr>
                <a:xfrm>
                  <a:off x="7712075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4" name="object 144">
                  <a:extLst>
                    <a:ext uri="{FF2B5EF4-FFF2-40B4-BE49-F238E27FC236}">
                      <a16:creationId xmlns:a16="http://schemas.microsoft.com/office/drawing/2014/main" id="{B2CAB982-EA28-4E13-AFCA-6C9C1130F961}"/>
                    </a:ext>
                  </a:extLst>
                </p:cNvPr>
                <p:cNvSpPr/>
                <p:nvPr/>
              </p:nvSpPr>
              <p:spPr>
                <a:xfrm>
                  <a:off x="7817243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5" name="object 145">
                  <a:extLst>
                    <a:ext uri="{FF2B5EF4-FFF2-40B4-BE49-F238E27FC236}">
                      <a16:creationId xmlns:a16="http://schemas.microsoft.com/office/drawing/2014/main" id="{A92DC5D7-D04D-4DC2-B535-2C31FB15FD5C}"/>
                    </a:ext>
                  </a:extLst>
                </p:cNvPr>
                <p:cNvSpPr/>
                <p:nvPr/>
              </p:nvSpPr>
              <p:spPr>
                <a:xfrm>
                  <a:off x="7817243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6" name="object 146">
                  <a:extLst>
                    <a:ext uri="{FF2B5EF4-FFF2-40B4-BE49-F238E27FC236}">
                      <a16:creationId xmlns:a16="http://schemas.microsoft.com/office/drawing/2014/main" id="{A33F2078-5CBC-4525-8B4C-A5B7E23AB43A}"/>
                    </a:ext>
                  </a:extLst>
                </p:cNvPr>
                <p:cNvSpPr/>
                <p:nvPr/>
              </p:nvSpPr>
              <p:spPr>
                <a:xfrm>
                  <a:off x="7923148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7" name="object 147">
                  <a:extLst>
                    <a:ext uri="{FF2B5EF4-FFF2-40B4-BE49-F238E27FC236}">
                      <a16:creationId xmlns:a16="http://schemas.microsoft.com/office/drawing/2014/main" id="{265BDC3B-05CE-457B-8220-1402B10B0B1A}"/>
                    </a:ext>
                  </a:extLst>
                </p:cNvPr>
                <p:cNvSpPr/>
                <p:nvPr/>
              </p:nvSpPr>
              <p:spPr>
                <a:xfrm>
                  <a:off x="7923148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8" name="object 148">
                  <a:extLst>
                    <a:ext uri="{FF2B5EF4-FFF2-40B4-BE49-F238E27FC236}">
                      <a16:creationId xmlns:a16="http://schemas.microsoft.com/office/drawing/2014/main" id="{D2C2BFA4-146A-475F-8DBA-6A2C7CB6F88E}"/>
                    </a:ext>
                  </a:extLst>
                </p:cNvPr>
                <p:cNvSpPr/>
                <p:nvPr/>
              </p:nvSpPr>
              <p:spPr>
                <a:xfrm>
                  <a:off x="802831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9" name="object 149">
                  <a:extLst>
                    <a:ext uri="{FF2B5EF4-FFF2-40B4-BE49-F238E27FC236}">
                      <a16:creationId xmlns:a16="http://schemas.microsoft.com/office/drawing/2014/main" id="{8B34227D-BBF9-4351-9D5A-63812FE9139B}"/>
                    </a:ext>
                  </a:extLst>
                </p:cNvPr>
                <p:cNvSpPr/>
                <p:nvPr/>
              </p:nvSpPr>
              <p:spPr>
                <a:xfrm>
                  <a:off x="802831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0" name="object 150">
                  <a:extLst>
                    <a:ext uri="{FF2B5EF4-FFF2-40B4-BE49-F238E27FC236}">
                      <a16:creationId xmlns:a16="http://schemas.microsoft.com/office/drawing/2014/main" id="{2986B146-D172-429B-888C-66E3291320EC}"/>
                    </a:ext>
                  </a:extLst>
                </p:cNvPr>
                <p:cNvSpPr/>
                <p:nvPr/>
              </p:nvSpPr>
              <p:spPr>
                <a:xfrm>
                  <a:off x="813347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1" name="object 151">
                  <a:extLst>
                    <a:ext uri="{FF2B5EF4-FFF2-40B4-BE49-F238E27FC236}">
                      <a16:creationId xmlns:a16="http://schemas.microsoft.com/office/drawing/2014/main" id="{9CA7DECF-D4DA-48BD-9ED9-5792DE53A20B}"/>
                    </a:ext>
                  </a:extLst>
                </p:cNvPr>
                <p:cNvSpPr/>
                <p:nvPr/>
              </p:nvSpPr>
              <p:spPr>
                <a:xfrm>
                  <a:off x="813347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2" name="object 152">
                  <a:extLst>
                    <a:ext uri="{FF2B5EF4-FFF2-40B4-BE49-F238E27FC236}">
                      <a16:creationId xmlns:a16="http://schemas.microsoft.com/office/drawing/2014/main" id="{8F46CF13-8026-47FE-842E-2568E332BECA}"/>
                    </a:ext>
                  </a:extLst>
                </p:cNvPr>
                <p:cNvSpPr/>
                <p:nvPr/>
              </p:nvSpPr>
              <p:spPr>
                <a:xfrm>
                  <a:off x="823862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3" name="object 153">
                  <a:extLst>
                    <a:ext uri="{FF2B5EF4-FFF2-40B4-BE49-F238E27FC236}">
                      <a16:creationId xmlns:a16="http://schemas.microsoft.com/office/drawing/2014/main" id="{CE5EA7BF-9275-4D8C-A28B-A49D312361AC}"/>
                    </a:ext>
                  </a:extLst>
                </p:cNvPr>
                <p:cNvSpPr/>
                <p:nvPr/>
              </p:nvSpPr>
              <p:spPr>
                <a:xfrm>
                  <a:off x="8238629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4" name="object 154">
                  <a:extLst>
                    <a:ext uri="{FF2B5EF4-FFF2-40B4-BE49-F238E27FC236}">
                      <a16:creationId xmlns:a16="http://schemas.microsoft.com/office/drawing/2014/main" id="{E3EA72BA-FEDB-4BA4-952B-98B4CE9A1E95}"/>
                    </a:ext>
                  </a:extLst>
                </p:cNvPr>
                <p:cNvSpPr/>
                <p:nvPr/>
              </p:nvSpPr>
              <p:spPr>
                <a:xfrm>
                  <a:off x="834377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5" name="object 155">
                  <a:extLst>
                    <a:ext uri="{FF2B5EF4-FFF2-40B4-BE49-F238E27FC236}">
                      <a16:creationId xmlns:a16="http://schemas.microsoft.com/office/drawing/2014/main" id="{03ED9495-F25C-42C3-A779-8818038C90A5}"/>
                    </a:ext>
                  </a:extLst>
                </p:cNvPr>
                <p:cNvSpPr/>
                <p:nvPr/>
              </p:nvSpPr>
              <p:spPr>
                <a:xfrm>
                  <a:off x="8343773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6" name="object 156">
                  <a:extLst>
                    <a:ext uri="{FF2B5EF4-FFF2-40B4-BE49-F238E27FC236}">
                      <a16:creationId xmlns:a16="http://schemas.microsoft.com/office/drawing/2014/main" id="{F6950DFC-7EA8-4A6D-B518-7DEA963917EE}"/>
                    </a:ext>
                  </a:extLst>
                </p:cNvPr>
                <p:cNvSpPr/>
                <p:nvPr/>
              </p:nvSpPr>
              <p:spPr>
                <a:xfrm>
                  <a:off x="8448941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7" name="object 157">
                  <a:extLst>
                    <a:ext uri="{FF2B5EF4-FFF2-40B4-BE49-F238E27FC236}">
                      <a16:creationId xmlns:a16="http://schemas.microsoft.com/office/drawing/2014/main" id="{F328D1C9-328A-4651-93C4-9EAC2BA1122D}"/>
                    </a:ext>
                  </a:extLst>
                </p:cNvPr>
                <p:cNvSpPr/>
                <p:nvPr/>
              </p:nvSpPr>
              <p:spPr>
                <a:xfrm>
                  <a:off x="8448941" y="473201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8" name="object 158">
                  <a:extLst>
                    <a:ext uri="{FF2B5EF4-FFF2-40B4-BE49-F238E27FC236}">
                      <a16:creationId xmlns:a16="http://schemas.microsoft.com/office/drawing/2014/main" id="{8A1C941A-7547-4CF1-8BBC-C287CEC85F6B}"/>
                    </a:ext>
                  </a:extLst>
                </p:cNvPr>
                <p:cNvSpPr/>
                <p:nvPr/>
              </p:nvSpPr>
              <p:spPr>
                <a:xfrm>
                  <a:off x="855484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9" name="object 159">
                  <a:extLst>
                    <a:ext uri="{FF2B5EF4-FFF2-40B4-BE49-F238E27FC236}">
                      <a16:creationId xmlns:a16="http://schemas.microsoft.com/office/drawing/2014/main" id="{F710CB37-F84F-4FC8-A7CB-75C08ACAE4A0}"/>
                    </a:ext>
                  </a:extLst>
                </p:cNvPr>
                <p:cNvSpPr/>
                <p:nvPr/>
              </p:nvSpPr>
              <p:spPr>
                <a:xfrm>
                  <a:off x="8554847" y="473201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0" name="object 160">
                  <a:extLst>
                    <a:ext uri="{FF2B5EF4-FFF2-40B4-BE49-F238E27FC236}">
                      <a16:creationId xmlns:a16="http://schemas.microsoft.com/office/drawing/2014/main" id="{E56E6355-9F6D-4557-B7B3-111975EFD506}"/>
                    </a:ext>
                  </a:extLst>
                </p:cNvPr>
                <p:cNvSpPr/>
                <p:nvPr/>
              </p:nvSpPr>
              <p:spPr>
                <a:xfrm>
                  <a:off x="602806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1" name="object 161">
                  <a:extLst>
                    <a:ext uri="{FF2B5EF4-FFF2-40B4-BE49-F238E27FC236}">
                      <a16:creationId xmlns:a16="http://schemas.microsoft.com/office/drawing/2014/main" id="{38F88B78-7134-4EA6-BF72-587EB6AFEB82}"/>
                    </a:ext>
                  </a:extLst>
                </p:cNvPr>
                <p:cNvSpPr/>
                <p:nvPr/>
              </p:nvSpPr>
              <p:spPr>
                <a:xfrm>
                  <a:off x="602806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2" name="object 162">
                  <a:extLst>
                    <a:ext uri="{FF2B5EF4-FFF2-40B4-BE49-F238E27FC236}">
                      <a16:creationId xmlns:a16="http://schemas.microsoft.com/office/drawing/2014/main" id="{D07A8797-6E54-44E1-A012-097B761A79AD}"/>
                    </a:ext>
                  </a:extLst>
                </p:cNvPr>
                <p:cNvSpPr/>
                <p:nvPr/>
              </p:nvSpPr>
              <p:spPr>
                <a:xfrm>
                  <a:off x="613322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3" name="object 163">
                  <a:extLst>
                    <a:ext uri="{FF2B5EF4-FFF2-40B4-BE49-F238E27FC236}">
                      <a16:creationId xmlns:a16="http://schemas.microsoft.com/office/drawing/2014/main" id="{D145F81B-5F01-43B0-A3E6-723AC35F328A}"/>
                    </a:ext>
                  </a:extLst>
                </p:cNvPr>
                <p:cNvSpPr/>
                <p:nvPr/>
              </p:nvSpPr>
              <p:spPr>
                <a:xfrm>
                  <a:off x="613322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4" name="object 164">
                  <a:extLst>
                    <a:ext uri="{FF2B5EF4-FFF2-40B4-BE49-F238E27FC236}">
                      <a16:creationId xmlns:a16="http://schemas.microsoft.com/office/drawing/2014/main" id="{A175713A-7749-410F-96FD-6E8B153E5E51}"/>
                    </a:ext>
                  </a:extLst>
                </p:cNvPr>
                <p:cNvSpPr/>
                <p:nvPr/>
              </p:nvSpPr>
              <p:spPr>
                <a:xfrm>
                  <a:off x="6238379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" name="object 165">
                  <a:extLst>
                    <a:ext uri="{FF2B5EF4-FFF2-40B4-BE49-F238E27FC236}">
                      <a16:creationId xmlns:a16="http://schemas.microsoft.com/office/drawing/2014/main" id="{A63C0B81-BB56-41C1-BBFA-26E3417A8DE6}"/>
                    </a:ext>
                  </a:extLst>
                </p:cNvPr>
                <p:cNvSpPr/>
                <p:nvPr/>
              </p:nvSpPr>
              <p:spPr>
                <a:xfrm>
                  <a:off x="6238379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" name="object 166">
                  <a:extLst>
                    <a:ext uri="{FF2B5EF4-FFF2-40B4-BE49-F238E27FC236}">
                      <a16:creationId xmlns:a16="http://schemas.microsoft.com/office/drawing/2014/main" id="{A22CD162-F89F-4B0F-9DD7-8C7C357D32EF}"/>
                    </a:ext>
                  </a:extLst>
                </p:cNvPr>
                <p:cNvSpPr/>
                <p:nvPr/>
              </p:nvSpPr>
              <p:spPr>
                <a:xfrm>
                  <a:off x="634353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" name="object 167">
                  <a:extLst>
                    <a:ext uri="{FF2B5EF4-FFF2-40B4-BE49-F238E27FC236}">
                      <a16:creationId xmlns:a16="http://schemas.microsoft.com/office/drawing/2014/main" id="{BDF30FEF-7987-4152-ADE5-8ECB956EBA70}"/>
                    </a:ext>
                  </a:extLst>
                </p:cNvPr>
                <p:cNvSpPr/>
                <p:nvPr/>
              </p:nvSpPr>
              <p:spPr>
                <a:xfrm>
                  <a:off x="634353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" name="object 168">
                  <a:extLst>
                    <a:ext uri="{FF2B5EF4-FFF2-40B4-BE49-F238E27FC236}">
                      <a16:creationId xmlns:a16="http://schemas.microsoft.com/office/drawing/2014/main" id="{C00114ED-7E6B-4DD5-9E15-63FBD53E9DE5}"/>
                    </a:ext>
                  </a:extLst>
                </p:cNvPr>
                <p:cNvSpPr/>
                <p:nvPr/>
              </p:nvSpPr>
              <p:spPr>
                <a:xfrm>
                  <a:off x="6448691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" name="object 169">
                  <a:extLst>
                    <a:ext uri="{FF2B5EF4-FFF2-40B4-BE49-F238E27FC236}">
                      <a16:creationId xmlns:a16="http://schemas.microsoft.com/office/drawing/2014/main" id="{BB7BEDA8-ECB2-4188-91E5-1D37795F80CA}"/>
                    </a:ext>
                  </a:extLst>
                </p:cNvPr>
                <p:cNvSpPr/>
                <p:nvPr/>
              </p:nvSpPr>
              <p:spPr>
                <a:xfrm>
                  <a:off x="6448691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0" name="object 170">
                  <a:extLst>
                    <a:ext uri="{FF2B5EF4-FFF2-40B4-BE49-F238E27FC236}">
                      <a16:creationId xmlns:a16="http://schemas.microsoft.com/office/drawing/2014/main" id="{8D5F2DCB-97CA-46DA-9DB6-08EF07F94394}"/>
                    </a:ext>
                  </a:extLst>
                </p:cNvPr>
                <p:cNvSpPr/>
                <p:nvPr/>
              </p:nvSpPr>
              <p:spPr>
                <a:xfrm>
                  <a:off x="655459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1" name="object 171">
                  <a:extLst>
                    <a:ext uri="{FF2B5EF4-FFF2-40B4-BE49-F238E27FC236}">
                      <a16:creationId xmlns:a16="http://schemas.microsoft.com/office/drawing/2014/main" id="{C277CAD3-A0B8-4C52-B3E5-A366FFFDF1D2}"/>
                    </a:ext>
                  </a:extLst>
                </p:cNvPr>
                <p:cNvSpPr/>
                <p:nvPr/>
              </p:nvSpPr>
              <p:spPr>
                <a:xfrm>
                  <a:off x="655459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2" name="object 172">
                  <a:extLst>
                    <a:ext uri="{FF2B5EF4-FFF2-40B4-BE49-F238E27FC236}">
                      <a16:creationId xmlns:a16="http://schemas.microsoft.com/office/drawing/2014/main" id="{F1C5F940-A2B0-4913-A12F-C65FFBBA1199}"/>
                    </a:ext>
                  </a:extLst>
                </p:cNvPr>
                <p:cNvSpPr/>
                <p:nvPr/>
              </p:nvSpPr>
              <p:spPr>
                <a:xfrm>
                  <a:off x="665976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3" name="object 173">
                  <a:extLst>
                    <a:ext uri="{FF2B5EF4-FFF2-40B4-BE49-F238E27FC236}">
                      <a16:creationId xmlns:a16="http://schemas.microsoft.com/office/drawing/2014/main" id="{AB483EFD-57E2-4A4A-AE72-93FA0E5232F3}"/>
                    </a:ext>
                  </a:extLst>
                </p:cNvPr>
                <p:cNvSpPr/>
                <p:nvPr/>
              </p:nvSpPr>
              <p:spPr>
                <a:xfrm>
                  <a:off x="665976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4" name="object 174">
                  <a:extLst>
                    <a:ext uri="{FF2B5EF4-FFF2-40B4-BE49-F238E27FC236}">
                      <a16:creationId xmlns:a16="http://schemas.microsoft.com/office/drawing/2014/main" id="{3A80B686-AA12-4B1D-AF19-D685B1EB4651}"/>
                    </a:ext>
                  </a:extLst>
                </p:cNvPr>
                <p:cNvSpPr/>
                <p:nvPr/>
              </p:nvSpPr>
              <p:spPr>
                <a:xfrm>
                  <a:off x="676492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5" name="object 175">
                  <a:extLst>
                    <a:ext uri="{FF2B5EF4-FFF2-40B4-BE49-F238E27FC236}">
                      <a16:creationId xmlns:a16="http://schemas.microsoft.com/office/drawing/2014/main" id="{8400A027-B26E-489E-8F91-4D9B30A4A1D7}"/>
                    </a:ext>
                  </a:extLst>
                </p:cNvPr>
                <p:cNvSpPr/>
                <p:nvPr/>
              </p:nvSpPr>
              <p:spPr>
                <a:xfrm>
                  <a:off x="676492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6" name="object 176">
                  <a:extLst>
                    <a:ext uri="{FF2B5EF4-FFF2-40B4-BE49-F238E27FC236}">
                      <a16:creationId xmlns:a16="http://schemas.microsoft.com/office/drawing/2014/main" id="{8E2C0EBD-C11B-4DDB-AC54-7AB4C35A4E3F}"/>
                    </a:ext>
                  </a:extLst>
                </p:cNvPr>
                <p:cNvSpPr/>
                <p:nvPr/>
              </p:nvSpPr>
              <p:spPr>
                <a:xfrm>
                  <a:off x="687007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7" name="object 177">
                  <a:extLst>
                    <a:ext uri="{FF2B5EF4-FFF2-40B4-BE49-F238E27FC236}">
                      <a16:creationId xmlns:a16="http://schemas.microsoft.com/office/drawing/2014/main" id="{65694D3C-D8BB-4319-9ACB-988E1FAE8090}"/>
                    </a:ext>
                  </a:extLst>
                </p:cNvPr>
                <p:cNvSpPr/>
                <p:nvPr/>
              </p:nvSpPr>
              <p:spPr>
                <a:xfrm>
                  <a:off x="687007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8" name="object 178">
                  <a:extLst>
                    <a:ext uri="{FF2B5EF4-FFF2-40B4-BE49-F238E27FC236}">
                      <a16:creationId xmlns:a16="http://schemas.microsoft.com/office/drawing/2014/main" id="{824DFABD-A927-4226-BB12-6EAD14716FF4}"/>
                    </a:ext>
                  </a:extLst>
                </p:cNvPr>
                <p:cNvSpPr/>
                <p:nvPr/>
              </p:nvSpPr>
              <p:spPr>
                <a:xfrm>
                  <a:off x="697522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9" name="object 179">
                  <a:extLst>
                    <a:ext uri="{FF2B5EF4-FFF2-40B4-BE49-F238E27FC236}">
                      <a16:creationId xmlns:a16="http://schemas.microsoft.com/office/drawing/2014/main" id="{AAD57442-1FAD-436B-AF54-DA4203E5FC84}"/>
                    </a:ext>
                  </a:extLst>
                </p:cNvPr>
                <p:cNvSpPr/>
                <p:nvPr/>
              </p:nvSpPr>
              <p:spPr>
                <a:xfrm>
                  <a:off x="697522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object 180">
                  <a:extLst>
                    <a:ext uri="{FF2B5EF4-FFF2-40B4-BE49-F238E27FC236}">
                      <a16:creationId xmlns:a16="http://schemas.microsoft.com/office/drawing/2014/main" id="{C04E9399-9552-4B39-8AB9-4BA04B143786}"/>
                    </a:ext>
                  </a:extLst>
                </p:cNvPr>
                <p:cNvSpPr/>
                <p:nvPr/>
              </p:nvSpPr>
              <p:spPr>
                <a:xfrm>
                  <a:off x="708037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1" name="object 181">
                  <a:extLst>
                    <a:ext uri="{FF2B5EF4-FFF2-40B4-BE49-F238E27FC236}">
                      <a16:creationId xmlns:a16="http://schemas.microsoft.com/office/drawing/2014/main" id="{7BA69272-32FA-44F8-943E-855CADBA87BA}"/>
                    </a:ext>
                  </a:extLst>
                </p:cNvPr>
                <p:cNvSpPr/>
                <p:nvPr/>
              </p:nvSpPr>
              <p:spPr>
                <a:xfrm>
                  <a:off x="708037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2" name="object 182">
                  <a:extLst>
                    <a:ext uri="{FF2B5EF4-FFF2-40B4-BE49-F238E27FC236}">
                      <a16:creationId xmlns:a16="http://schemas.microsoft.com/office/drawing/2014/main" id="{A92486E5-25B1-41A8-84FF-2EACC80558AA}"/>
                    </a:ext>
                  </a:extLst>
                </p:cNvPr>
                <p:cNvSpPr/>
                <p:nvPr/>
              </p:nvSpPr>
              <p:spPr>
                <a:xfrm>
                  <a:off x="7185545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3" name="object 183">
                  <a:extLst>
                    <a:ext uri="{FF2B5EF4-FFF2-40B4-BE49-F238E27FC236}">
                      <a16:creationId xmlns:a16="http://schemas.microsoft.com/office/drawing/2014/main" id="{A95F6EFF-E220-46B4-9816-C56547E28FC4}"/>
                    </a:ext>
                  </a:extLst>
                </p:cNvPr>
                <p:cNvSpPr/>
                <p:nvPr/>
              </p:nvSpPr>
              <p:spPr>
                <a:xfrm>
                  <a:off x="7185545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4" name="object 184">
                  <a:extLst>
                    <a:ext uri="{FF2B5EF4-FFF2-40B4-BE49-F238E27FC236}">
                      <a16:creationId xmlns:a16="http://schemas.microsoft.com/office/drawing/2014/main" id="{C7A18789-6630-4E4C-8269-DBC9340E270A}"/>
                    </a:ext>
                  </a:extLst>
                </p:cNvPr>
                <p:cNvSpPr/>
                <p:nvPr/>
              </p:nvSpPr>
              <p:spPr>
                <a:xfrm>
                  <a:off x="7291450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5" name="object 185">
                  <a:extLst>
                    <a:ext uri="{FF2B5EF4-FFF2-40B4-BE49-F238E27FC236}">
                      <a16:creationId xmlns:a16="http://schemas.microsoft.com/office/drawing/2014/main" id="{449A5CC0-C5ED-4571-A0B2-4E1967417393}"/>
                    </a:ext>
                  </a:extLst>
                </p:cNvPr>
                <p:cNvSpPr/>
                <p:nvPr/>
              </p:nvSpPr>
              <p:spPr>
                <a:xfrm>
                  <a:off x="7291450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6" name="object 186">
                  <a:extLst>
                    <a:ext uri="{FF2B5EF4-FFF2-40B4-BE49-F238E27FC236}">
                      <a16:creationId xmlns:a16="http://schemas.microsoft.com/office/drawing/2014/main" id="{64332BF9-0510-491A-8EB3-4B9C66741301}"/>
                    </a:ext>
                  </a:extLst>
                </p:cNvPr>
                <p:cNvSpPr/>
                <p:nvPr/>
              </p:nvSpPr>
              <p:spPr>
                <a:xfrm>
                  <a:off x="7396619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7" name="object 187">
                  <a:extLst>
                    <a:ext uri="{FF2B5EF4-FFF2-40B4-BE49-F238E27FC236}">
                      <a16:creationId xmlns:a16="http://schemas.microsoft.com/office/drawing/2014/main" id="{B0E7201C-9E53-4FBF-B00D-F829396C878F}"/>
                    </a:ext>
                  </a:extLst>
                </p:cNvPr>
                <p:cNvSpPr/>
                <p:nvPr/>
              </p:nvSpPr>
              <p:spPr>
                <a:xfrm>
                  <a:off x="7396619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8" name="object 188">
                  <a:extLst>
                    <a:ext uri="{FF2B5EF4-FFF2-40B4-BE49-F238E27FC236}">
                      <a16:creationId xmlns:a16="http://schemas.microsoft.com/office/drawing/2014/main" id="{1212FDBF-FCD6-4FD3-A82A-0B0AE0EA26FD}"/>
                    </a:ext>
                  </a:extLst>
                </p:cNvPr>
                <p:cNvSpPr/>
                <p:nvPr/>
              </p:nvSpPr>
              <p:spPr>
                <a:xfrm>
                  <a:off x="750176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9" name="object 189">
                  <a:extLst>
                    <a:ext uri="{FF2B5EF4-FFF2-40B4-BE49-F238E27FC236}">
                      <a16:creationId xmlns:a16="http://schemas.microsoft.com/office/drawing/2014/main" id="{F6C61375-AF79-4958-9879-650C6CE5D196}"/>
                    </a:ext>
                  </a:extLst>
                </p:cNvPr>
                <p:cNvSpPr/>
                <p:nvPr/>
              </p:nvSpPr>
              <p:spPr>
                <a:xfrm>
                  <a:off x="750176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0" name="object 190">
                  <a:extLst>
                    <a:ext uri="{FF2B5EF4-FFF2-40B4-BE49-F238E27FC236}">
                      <a16:creationId xmlns:a16="http://schemas.microsoft.com/office/drawing/2014/main" id="{6F54BA59-135B-454B-834B-4C3460478FDE}"/>
                    </a:ext>
                  </a:extLst>
                </p:cNvPr>
                <p:cNvSpPr/>
                <p:nvPr/>
              </p:nvSpPr>
              <p:spPr>
                <a:xfrm>
                  <a:off x="760693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1" name="object 191">
                  <a:extLst>
                    <a:ext uri="{FF2B5EF4-FFF2-40B4-BE49-F238E27FC236}">
                      <a16:creationId xmlns:a16="http://schemas.microsoft.com/office/drawing/2014/main" id="{EF2E1E6D-3582-4084-BF6E-4F4FF5325B80}"/>
                    </a:ext>
                  </a:extLst>
                </p:cNvPr>
                <p:cNvSpPr/>
                <p:nvPr/>
              </p:nvSpPr>
              <p:spPr>
                <a:xfrm>
                  <a:off x="7606931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2" name="object 192">
                  <a:extLst>
                    <a:ext uri="{FF2B5EF4-FFF2-40B4-BE49-F238E27FC236}">
                      <a16:creationId xmlns:a16="http://schemas.microsoft.com/office/drawing/2014/main" id="{DDD96662-03E3-4B23-A587-87C39B8F9484}"/>
                    </a:ext>
                  </a:extLst>
                </p:cNvPr>
                <p:cNvSpPr/>
                <p:nvPr/>
              </p:nvSpPr>
              <p:spPr>
                <a:xfrm>
                  <a:off x="771207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3" name="object 193">
                  <a:extLst>
                    <a:ext uri="{FF2B5EF4-FFF2-40B4-BE49-F238E27FC236}">
                      <a16:creationId xmlns:a16="http://schemas.microsoft.com/office/drawing/2014/main" id="{AFE0B534-2C58-4B69-B438-FC8C577993BD}"/>
                    </a:ext>
                  </a:extLst>
                </p:cNvPr>
                <p:cNvSpPr/>
                <p:nvPr/>
              </p:nvSpPr>
              <p:spPr>
                <a:xfrm>
                  <a:off x="7712075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4" name="object 194">
                  <a:extLst>
                    <a:ext uri="{FF2B5EF4-FFF2-40B4-BE49-F238E27FC236}">
                      <a16:creationId xmlns:a16="http://schemas.microsoft.com/office/drawing/2014/main" id="{0C932B89-A103-423D-A57B-922A45A96BA1}"/>
                    </a:ext>
                  </a:extLst>
                </p:cNvPr>
                <p:cNvSpPr/>
                <p:nvPr/>
              </p:nvSpPr>
              <p:spPr>
                <a:xfrm>
                  <a:off x="7817243" y="4837175"/>
                  <a:ext cx="10604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9050">
                      <a:moveTo>
                        <a:pt x="0" y="19050"/>
                      </a:moveTo>
                      <a:lnTo>
                        <a:pt x="105918" y="19050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5" name="object 195">
                  <a:extLst>
                    <a:ext uri="{FF2B5EF4-FFF2-40B4-BE49-F238E27FC236}">
                      <a16:creationId xmlns:a16="http://schemas.microsoft.com/office/drawing/2014/main" id="{3F5EA968-570F-449C-83C1-8A1C94869A24}"/>
                    </a:ext>
                  </a:extLst>
                </p:cNvPr>
                <p:cNvSpPr/>
                <p:nvPr/>
              </p:nvSpPr>
              <p:spPr>
                <a:xfrm>
                  <a:off x="7817243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6" name="object 196">
                  <a:extLst>
                    <a:ext uri="{FF2B5EF4-FFF2-40B4-BE49-F238E27FC236}">
                      <a16:creationId xmlns:a16="http://schemas.microsoft.com/office/drawing/2014/main" id="{E5E880F7-83F5-480B-A120-5E9D084249E0}"/>
                    </a:ext>
                  </a:extLst>
                </p:cNvPr>
                <p:cNvSpPr/>
                <p:nvPr/>
              </p:nvSpPr>
              <p:spPr>
                <a:xfrm>
                  <a:off x="7923148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object 197">
                  <a:extLst>
                    <a:ext uri="{FF2B5EF4-FFF2-40B4-BE49-F238E27FC236}">
                      <a16:creationId xmlns:a16="http://schemas.microsoft.com/office/drawing/2014/main" id="{4BC002BF-05D9-4677-8E42-E1F2E784E718}"/>
                    </a:ext>
                  </a:extLst>
                </p:cNvPr>
                <p:cNvSpPr/>
                <p:nvPr/>
              </p:nvSpPr>
              <p:spPr>
                <a:xfrm>
                  <a:off x="7923148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object 198">
                  <a:extLst>
                    <a:ext uri="{FF2B5EF4-FFF2-40B4-BE49-F238E27FC236}">
                      <a16:creationId xmlns:a16="http://schemas.microsoft.com/office/drawing/2014/main" id="{245C6FDC-B7F3-4522-B5EB-4238B143F961}"/>
                    </a:ext>
                  </a:extLst>
                </p:cNvPr>
                <p:cNvSpPr/>
                <p:nvPr/>
              </p:nvSpPr>
              <p:spPr>
                <a:xfrm>
                  <a:off x="8028317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object 199">
                  <a:extLst>
                    <a:ext uri="{FF2B5EF4-FFF2-40B4-BE49-F238E27FC236}">
                      <a16:creationId xmlns:a16="http://schemas.microsoft.com/office/drawing/2014/main" id="{2BAA9A00-9257-4495-AFAC-51AB89BA9B5F}"/>
                    </a:ext>
                  </a:extLst>
                </p:cNvPr>
                <p:cNvSpPr/>
                <p:nvPr/>
              </p:nvSpPr>
              <p:spPr>
                <a:xfrm>
                  <a:off x="802831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object 200">
                  <a:extLst>
                    <a:ext uri="{FF2B5EF4-FFF2-40B4-BE49-F238E27FC236}">
                      <a16:creationId xmlns:a16="http://schemas.microsoft.com/office/drawing/2014/main" id="{518A6F8C-D033-4158-9EC5-A4E39173EF11}"/>
                    </a:ext>
                  </a:extLst>
                </p:cNvPr>
                <p:cNvSpPr/>
                <p:nvPr/>
              </p:nvSpPr>
              <p:spPr>
                <a:xfrm>
                  <a:off x="8133473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object 201">
                  <a:extLst>
                    <a:ext uri="{FF2B5EF4-FFF2-40B4-BE49-F238E27FC236}">
                      <a16:creationId xmlns:a16="http://schemas.microsoft.com/office/drawing/2014/main" id="{160E2248-E852-44E1-A233-E30E96622E15}"/>
                    </a:ext>
                  </a:extLst>
                </p:cNvPr>
                <p:cNvSpPr/>
                <p:nvPr/>
              </p:nvSpPr>
              <p:spPr>
                <a:xfrm>
                  <a:off x="813347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object 202">
                  <a:extLst>
                    <a:ext uri="{FF2B5EF4-FFF2-40B4-BE49-F238E27FC236}">
                      <a16:creationId xmlns:a16="http://schemas.microsoft.com/office/drawing/2014/main" id="{37ACC0E2-B1B7-41CC-B294-81DDF56384C7}"/>
                    </a:ext>
                  </a:extLst>
                </p:cNvPr>
                <p:cNvSpPr/>
                <p:nvPr/>
              </p:nvSpPr>
              <p:spPr>
                <a:xfrm>
                  <a:off x="8238629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object 203">
                  <a:extLst>
                    <a:ext uri="{FF2B5EF4-FFF2-40B4-BE49-F238E27FC236}">
                      <a16:creationId xmlns:a16="http://schemas.microsoft.com/office/drawing/2014/main" id="{31F6C1AB-7894-4F1E-9C31-1D11231146C6}"/>
                    </a:ext>
                  </a:extLst>
                </p:cNvPr>
                <p:cNvSpPr/>
                <p:nvPr/>
              </p:nvSpPr>
              <p:spPr>
                <a:xfrm>
                  <a:off x="8238629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bject 204">
                  <a:extLst>
                    <a:ext uri="{FF2B5EF4-FFF2-40B4-BE49-F238E27FC236}">
                      <a16:creationId xmlns:a16="http://schemas.microsoft.com/office/drawing/2014/main" id="{059BEEB3-3358-4FEB-AEEC-E6109E6F4EBF}"/>
                    </a:ext>
                  </a:extLst>
                </p:cNvPr>
                <p:cNvSpPr/>
                <p:nvPr/>
              </p:nvSpPr>
              <p:spPr>
                <a:xfrm>
                  <a:off x="8343773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object 205">
                  <a:extLst>
                    <a:ext uri="{FF2B5EF4-FFF2-40B4-BE49-F238E27FC236}">
                      <a16:creationId xmlns:a16="http://schemas.microsoft.com/office/drawing/2014/main" id="{AF20530C-E2B6-4C5F-8C67-57190EACF461}"/>
                    </a:ext>
                  </a:extLst>
                </p:cNvPr>
                <p:cNvSpPr/>
                <p:nvPr/>
              </p:nvSpPr>
              <p:spPr>
                <a:xfrm>
                  <a:off x="8343773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bject 206">
                  <a:extLst>
                    <a:ext uri="{FF2B5EF4-FFF2-40B4-BE49-F238E27FC236}">
                      <a16:creationId xmlns:a16="http://schemas.microsoft.com/office/drawing/2014/main" id="{8819AF6C-BF6A-4DC8-9AC2-7F81FC81A4FA}"/>
                    </a:ext>
                  </a:extLst>
                </p:cNvPr>
                <p:cNvSpPr/>
                <p:nvPr/>
              </p:nvSpPr>
              <p:spPr>
                <a:xfrm>
                  <a:off x="8448941" y="4837175"/>
                  <a:ext cx="10604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9050">
                      <a:moveTo>
                        <a:pt x="0" y="19050"/>
                      </a:moveTo>
                      <a:lnTo>
                        <a:pt x="105918" y="19050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object 207">
                  <a:extLst>
                    <a:ext uri="{FF2B5EF4-FFF2-40B4-BE49-F238E27FC236}">
                      <a16:creationId xmlns:a16="http://schemas.microsoft.com/office/drawing/2014/main" id="{8AB977D2-3891-4691-A2F3-C110CE9B5CE2}"/>
                    </a:ext>
                  </a:extLst>
                </p:cNvPr>
                <p:cNvSpPr/>
                <p:nvPr/>
              </p:nvSpPr>
              <p:spPr>
                <a:xfrm>
                  <a:off x="8448941" y="483717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object 208">
                  <a:extLst>
                    <a:ext uri="{FF2B5EF4-FFF2-40B4-BE49-F238E27FC236}">
                      <a16:creationId xmlns:a16="http://schemas.microsoft.com/office/drawing/2014/main" id="{E7666F87-1584-4E67-AE8F-7853F7A371C2}"/>
                    </a:ext>
                  </a:extLst>
                </p:cNvPr>
                <p:cNvSpPr/>
                <p:nvPr/>
              </p:nvSpPr>
              <p:spPr>
                <a:xfrm>
                  <a:off x="8554847" y="4837175"/>
                  <a:ext cx="10541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9050">
                      <a:moveTo>
                        <a:pt x="0" y="19050"/>
                      </a:moveTo>
                      <a:lnTo>
                        <a:pt x="105155" y="19050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object 209">
                  <a:extLst>
                    <a:ext uri="{FF2B5EF4-FFF2-40B4-BE49-F238E27FC236}">
                      <a16:creationId xmlns:a16="http://schemas.microsoft.com/office/drawing/2014/main" id="{B6B21E58-00CB-4F58-9B71-43C94B700795}"/>
                    </a:ext>
                  </a:extLst>
                </p:cNvPr>
                <p:cNvSpPr/>
                <p:nvPr/>
              </p:nvSpPr>
              <p:spPr>
                <a:xfrm>
                  <a:off x="8554847" y="483717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object 210">
                  <a:extLst>
                    <a:ext uri="{FF2B5EF4-FFF2-40B4-BE49-F238E27FC236}">
                      <a16:creationId xmlns:a16="http://schemas.microsoft.com/office/drawing/2014/main" id="{54165F2E-8E9D-4837-B248-D992C3EC1786}"/>
                    </a:ext>
                  </a:extLst>
                </p:cNvPr>
                <p:cNvSpPr/>
                <p:nvPr/>
              </p:nvSpPr>
              <p:spPr>
                <a:xfrm>
                  <a:off x="602806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object 211">
                  <a:extLst>
                    <a:ext uri="{FF2B5EF4-FFF2-40B4-BE49-F238E27FC236}">
                      <a16:creationId xmlns:a16="http://schemas.microsoft.com/office/drawing/2014/main" id="{8DE2254D-B90E-4372-ACD7-B4CD6105F902}"/>
                    </a:ext>
                  </a:extLst>
                </p:cNvPr>
                <p:cNvSpPr/>
                <p:nvPr/>
              </p:nvSpPr>
              <p:spPr>
                <a:xfrm>
                  <a:off x="602806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object 212">
                  <a:extLst>
                    <a:ext uri="{FF2B5EF4-FFF2-40B4-BE49-F238E27FC236}">
                      <a16:creationId xmlns:a16="http://schemas.microsoft.com/office/drawing/2014/main" id="{64881232-A2D4-470E-8541-EF322756161D}"/>
                    </a:ext>
                  </a:extLst>
                </p:cNvPr>
                <p:cNvSpPr/>
                <p:nvPr/>
              </p:nvSpPr>
              <p:spPr>
                <a:xfrm>
                  <a:off x="613322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object 213">
                  <a:extLst>
                    <a:ext uri="{FF2B5EF4-FFF2-40B4-BE49-F238E27FC236}">
                      <a16:creationId xmlns:a16="http://schemas.microsoft.com/office/drawing/2014/main" id="{EC8AF38E-2E28-47CD-9851-A11AA2EAB473}"/>
                    </a:ext>
                  </a:extLst>
                </p:cNvPr>
                <p:cNvSpPr/>
                <p:nvPr/>
              </p:nvSpPr>
              <p:spPr>
                <a:xfrm>
                  <a:off x="613322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object 214">
                  <a:extLst>
                    <a:ext uri="{FF2B5EF4-FFF2-40B4-BE49-F238E27FC236}">
                      <a16:creationId xmlns:a16="http://schemas.microsoft.com/office/drawing/2014/main" id="{CD0FAF54-1D71-48A0-8683-E125F78B0F6D}"/>
                    </a:ext>
                  </a:extLst>
                </p:cNvPr>
                <p:cNvSpPr/>
                <p:nvPr/>
              </p:nvSpPr>
              <p:spPr>
                <a:xfrm>
                  <a:off x="6238379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object 215">
                  <a:extLst>
                    <a:ext uri="{FF2B5EF4-FFF2-40B4-BE49-F238E27FC236}">
                      <a16:creationId xmlns:a16="http://schemas.microsoft.com/office/drawing/2014/main" id="{6C31CCF4-8641-4FAC-B976-23AD17C62B51}"/>
                    </a:ext>
                  </a:extLst>
                </p:cNvPr>
                <p:cNvSpPr/>
                <p:nvPr/>
              </p:nvSpPr>
              <p:spPr>
                <a:xfrm>
                  <a:off x="6238379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object 216">
                  <a:extLst>
                    <a:ext uri="{FF2B5EF4-FFF2-40B4-BE49-F238E27FC236}">
                      <a16:creationId xmlns:a16="http://schemas.microsoft.com/office/drawing/2014/main" id="{99898C2F-30F2-48A4-9ADD-71582858FCC6}"/>
                    </a:ext>
                  </a:extLst>
                </p:cNvPr>
                <p:cNvSpPr/>
                <p:nvPr/>
              </p:nvSpPr>
              <p:spPr>
                <a:xfrm>
                  <a:off x="634353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object 217">
                  <a:extLst>
                    <a:ext uri="{FF2B5EF4-FFF2-40B4-BE49-F238E27FC236}">
                      <a16:creationId xmlns:a16="http://schemas.microsoft.com/office/drawing/2014/main" id="{64C0353D-F7BE-4720-AA1B-B8FC34A78EFB}"/>
                    </a:ext>
                  </a:extLst>
                </p:cNvPr>
                <p:cNvSpPr/>
                <p:nvPr/>
              </p:nvSpPr>
              <p:spPr>
                <a:xfrm>
                  <a:off x="634353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object 218">
                  <a:extLst>
                    <a:ext uri="{FF2B5EF4-FFF2-40B4-BE49-F238E27FC236}">
                      <a16:creationId xmlns:a16="http://schemas.microsoft.com/office/drawing/2014/main" id="{1C6DDE2A-24AA-4BDB-AFC5-AA132AA7A910}"/>
                    </a:ext>
                  </a:extLst>
                </p:cNvPr>
                <p:cNvSpPr/>
                <p:nvPr/>
              </p:nvSpPr>
              <p:spPr>
                <a:xfrm>
                  <a:off x="6448691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object 219">
                  <a:extLst>
                    <a:ext uri="{FF2B5EF4-FFF2-40B4-BE49-F238E27FC236}">
                      <a16:creationId xmlns:a16="http://schemas.microsoft.com/office/drawing/2014/main" id="{62D946B0-B48B-4041-BD90-066B55B2F7EA}"/>
                    </a:ext>
                  </a:extLst>
                </p:cNvPr>
                <p:cNvSpPr/>
                <p:nvPr/>
              </p:nvSpPr>
              <p:spPr>
                <a:xfrm>
                  <a:off x="6448691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object 220">
                  <a:extLst>
                    <a:ext uri="{FF2B5EF4-FFF2-40B4-BE49-F238E27FC236}">
                      <a16:creationId xmlns:a16="http://schemas.microsoft.com/office/drawing/2014/main" id="{42A6F0BD-FF34-45CF-A8FD-DF1344B7556E}"/>
                    </a:ext>
                  </a:extLst>
                </p:cNvPr>
                <p:cNvSpPr/>
                <p:nvPr/>
              </p:nvSpPr>
              <p:spPr>
                <a:xfrm>
                  <a:off x="655459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1" name="object 221">
                  <a:extLst>
                    <a:ext uri="{FF2B5EF4-FFF2-40B4-BE49-F238E27FC236}">
                      <a16:creationId xmlns:a16="http://schemas.microsoft.com/office/drawing/2014/main" id="{7AA4C157-33BC-488B-AF7D-C83BE2A73CD8}"/>
                    </a:ext>
                  </a:extLst>
                </p:cNvPr>
                <p:cNvSpPr/>
                <p:nvPr/>
              </p:nvSpPr>
              <p:spPr>
                <a:xfrm>
                  <a:off x="655459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2" name="object 222">
                  <a:extLst>
                    <a:ext uri="{FF2B5EF4-FFF2-40B4-BE49-F238E27FC236}">
                      <a16:creationId xmlns:a16="http://schemas.microsoft.com/office/drawing/2014/main" id="{35B7DBE4-0735-4E6D-BBA7-30AC2AC1DE10}"/>
                    </a:ext>
                  </a:extLst>
                </p:cNvPr>
                <p:cNvSpPr/>
                <p:nvPr/>
              </p:nvSpPr>
              <p:spPr>
                <a:xfrm>
                  <a:off x="665976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3" name="object 223">
                  <a:extLst>
                    <a:ext uri="{FF2B5EF4-FFF2-40B4-BE49-F238E27FC236}">
                      <a16:creationId xmlns:a16="http://schemas.microsoft.com/office/drawing/2014/main" id="{1779B91D-EE54-4899-ADFD-6DE7CEC06547}"/>
                    </a:ext>
                  </a:extLst>
                </p:cNvPr>
                <p:cNvSpPr/>
                <p:nvPr/>
              </p:nvSpPr>
              <p:spPr>
                <a:xfrm>
                  <a:off x="665976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4" name="object 224">
                  <a:extLst>
                    <a:ext uri="{FF2B5EF4-FFF2-40B4-BE49-F238E27FC236}">
                      <a16:creationId xmlns:a16="http://schemas.microsoft.com/office/drawing/2014/main" id="{6E48DB40-865D-45D7-812D-8936DCF99485}"/>
                    </a:ext>
                  </a:extLst>
                </p:cNvPr>
                <p:cNvSpPr/>
                <p:nvPr/>
              </p:nvSpPr>
              <p:spPr>
                <a:xfrm>
                  <a:off x="676492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5" name="object 225">
                  <a:extLst>
                    <a:ext uri="{FF2B5EF4-FFF2-40B4-BE49-F238E27FC236}">
                      <a16:creationId xmlns:a16="http://schemas.microsoft.com/office/drawing/2014/main" id="{B5B85681-BFF9-4CF1-8148-629875EA35CC}"/>
                    </a:ext>
                  </a:extLst>
                </p:cNvPr>
                <p:cNvSpPr/>
                <p:nvPr/>
              </p:nvSpPr>
              <p:spPr>
                <a:xfrm>
                  <a:off x="676492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6" name="object 226">
                  <a:extLst>
                    <a:ext uri="{FF2B5EF4-FFF2-40B4-BE49-F238E27FC236}">
                      <a16:creationId xmlns:a16="http://schemas.microsoft.com/office/drawing/2014/main" id="{3C7EB73B-E54A-4205-98E2-3195CC94B950}"/>
                    </a:ext>
                  </a:extLst>
                </p:cNvPr>
                <p:cNvSpPr/>
                <p:nvPr/>
              </p:nvSpPr>
              <p:spPr>
                <a:xfrm>
                  <a:off x="687007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7" name="object 227">
                  <a:extLst>
                    <a:ext uri="{FF2B5EF4-FFF2-40B4-BE49-F238E27FC236}">
                      <a16:creationId xmlns:a16="http://schemas.microsoft.com/office/drawing/2014/main" id="{7A926D42-0026-4E2B-BA0F-866DD425463D}"/>
                    </a:ext>
                  </a:extLst>
                </p:cNvPr>
                <p:cNvSpPr/>
                <p:nvPr/>
              </p:nvSpPr>
              <p:spPr>
                <a:xfrm>
                  <a:off x="687007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8" name="object 228">
                  <a:extLst>
                    <a:ext uri="{FF2B5EF4-FFF2-40B4-BE49-F238E27FC236}">
                      <a16:creationId xmlns:a16="http://schemas.microsoft.com/office/drawing/2014/main" id="{8800ED28-F0F1-4B82-92BA-2B8ABE0D170F}"/>
                    </a:ext>
                  </a:extLst>
                </p:cNvPr>
                <p:cNvSpPr/>
                <p:nvPr/>
              </p:nvSpPr>
              <p:spPr>
                <a:xfrm>
                  <a:off x="697522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9" name="object 229">
                  <a:extLst>
                    <a:ext uri="{FF2B5EF4-FFF2-40B4-BE49-F238E27FC236}">
                      <a16:creationId xmlns:a16="http://schemas.microsoft.com/office/drawing/2014/main" id="{E3927831-16A0-47F0-B874-1B0D7CEE360D}"/>
                    </a:ext>
                  </a:extLst>
                </p:cNvPr>
                <p:cNvSpPr/>
                <p:nvPr/>
              </p:nvSpPr>
              <p:spPr>
                <a:xfrm>
                  <a:off x="697522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0" name="object 230">
                  <a:extLst>
                    <a:ext uri="{FF2B5EF4-FFF2-40B4-BE49-F238E27FC236}">
                      <a16:creationId xmlns:a16="http://schemas.microsoft.com/office/drawing/2014/main" id="{28A630FB-AB08-4976-BCE6-6D2A4EDF5515}"/>
                    </a:ext>
                  </a:extLst>
                </p:cNvPr>
                <p:cNvSpPr/>
                <p:nvPr/>
              </p:nvSpPr>
              <p:spPr>
                <a:xfrm>
                  <a:off x="708037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1" name="object 231">
                  <a:extLst>
                    <a:ext uri="{FF2B5EF4-FFF2-40B4-BE49-F238E27FC236}">
                      <a16:creationId xmlns:a16="http://schemas.microsoft.com/office/drawing/2014/main" id="{2E713911-5AEF-4032-B67D-EF60038188A7}"/>
                    </a:ext>
                  </a:extLst>
                </p:cNvPr>
                <p:cNvSpPr/>
                <p:nvPr/>
              </p:nvSpPr>
              <p:spPr>
                <a:xfrm>
                  <a:off x="708037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2" name="object 232">
                  <a:extLst>
                    <a:ext uri="{FF2B5EF4-FFF2-40B4-BE49-F238E27FC236}">
                      <a16:creationId xmlns:a16="http://schemas.microsoft.com/office/drawing/2014/main" id="{4FA30F19-5571-45E3-8EF9-ABCFD0F4BB7B}"/>
                    </a:ext>
                  </a:extLst>
                </p:cNvPr>
                <p:cNvSpPr/>
                <p:nvPr/>
              </p:nvSpPr>
              <p:spPr>
                <a:xfrm>
                  <a:off x="7185545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3" name="object 233">
                  <a:extLst>
                    <a:ext uri="{FF2B5EF4-FFF2-40B4-BE49-F238E27FC236}">
                      <a16:creationId xmlns:a16="http://schemas.microsoft.com/office/drawing/2014/main" id="{C4AFD75F-23E1-4FAF-B91F-B6F694A36501}"/>
                    </a:ext>
                  </a:extLst>
                </p:cNvPr>
                <p:cNvSpPr/>
                <p:nvPr/>
              </p:nvSpPr>
              <p:spPr>
                <a:xfrm>
                  <a:off x="7185545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4" name="object 234">
                  <a:extLst>
                    <a:ext uri="{FF2B5EF4-FFF2-40B4-BE49-F238E27FC236}">
                      <a16:creationId xmlns:a16="http://schemas.microsoft.com/office/drawing/2014/main" id="{CD818962-65E6-4F95-BB14-5CB0B001C337}"/>
                    </a:ext>
                  </a:extLst>
                </p:cNvPr>
                <p:cNvSpPr/>
                <p:nvPr/>
              </p:nvSpPr>
              <p:spPr>
                <a:xfrm>
                  <a:off x="7291450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5" name="object 235">
                  <a:extLst>
                    <a:ext uri="{FF2B5EF4-FFF2-40B4-BE49-F238E27FC236}">
                      <a16:creationId xmlns:a16="http://schemas.microsoft.com/office/drawing/2014/main" id="{C71B4702-6D51-461D-8F7E-DE71809BC1C8}"/>
                    </a:ext>
                  </a:extLst>
                </p:cNvPr>
                <p:cNvSpPr/>
                <p:nvPr/>
              </p:nvSpPr>
              <p:spPr>
                <a:xfrm>
                  <a:off x="7291450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6" name="object 236">
                  <a:extLst>
                    <a:ext uri="{FF2B5EF4-FFF2-40B4-BE49-F238E27FC236}">
                      <a16:creationId xmlns:a16="http://schemas.microsoft.com/office/drawing/2014/main" id="{D9518A9C-4EF9-40F6-BC78-8F4C0629CDA1}"/>
                    </a:ext>
                  </a:extLst>
                </p:cNvPr>
                <p:cNvSpPr/>
                <p:nvPr/>
              </p:nvSpPr>
              <p:spPr>
                <a:xfrm>
                  <a:off x="7396619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7" name="object 237">
                  <a:extLst>
                    <a:ext uri="{FF2B5EF4-FFF2-40B4-BE49-F238E27FC236}">
                      <a16:creationId xmlns:a16="http://schemas.microsoft.com/office/drawing/2014/main" id="{8CDE50E2-9750-44E5-A317-C4B2C6A3B46D}"/>
                    </a:ext>
                  </a:extLst>
                </p:cNvPr>
                <p:cNvSpPr/>
                <p:nvPr/>
              </p:nvSpPr>
              <p:spPr>
                <a:xfrm>
                  <a:off x="7396619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8" name="object 238">
                  <a:extLst>
                    <a:ext uri="{FF2B5EF4-FFF2-40B4-BE49-F238E27FC236}">
                      <a16:creationId xmlns:a16="http://schemas.microsoft.com/office/drawing/2014/main" id="{6E7CD3BA-C8F3-4682-9542-CDE836353B1D}"/>
                    </a:ext>
                  </a:extLst>
                </p:cNvPr>
                <p:cNvSpPr/>
                <p:nvPr/>
              </p:nvSpPr>
              <p:spPr>
                <a:xfrm>
                  <a:off x="750176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9" name="object 239">
                  <a:extLst>
                    <a:ext uri="{FF2B5EF4-FFF2-40B4-BE49-F238E27FC236}">
                      <a16:creationId xmlns:a16="http://schemas.microsoft.com/office/drawing/2014/main" id="{7EE20BE5-F5A9-4635-A30C-8DF696DAE144}"/>
                    </a:ext>
                  </a:extLst>
                </p:cNvPr>
                <p:cNvSpPr/>
                <p:nvPr/>
              </p:nvSpPr>
              <p:spPr>
                <a:xfrm>
                  <a:off x="750176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0" name="object 240">
                  <a:extLst>
                    <a:ext uri="{FF2B5EF4-FFF2-40B4-BE49-F238E27FC236}">
                      <a16:creationId xmlns:a16="http://schemas.microsoft.com/office/drawing/2014/main" id="{3B2395BB-2007-463A-AAC9-E29615CDF89A}"/>
                    </a:ext>
                  </a:extLst>
                </p:cNvPr>
                <p:cNvSpPr/>
                <p:nvPr/>
              </p:nvSpPr>
              <p:spPr>
                <a:xfrm>
                  <a:off x="760693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1" name="object 241">
                  <a:extLst>
                    <a:ext uri="{FF2B5EF4-FFF2-40B4-BE49-F238E27FC236}">
                      <a16:creationId xmlns:a16="http://schemas.microsoft.com/office/drawing/2014/main" id="{36B3DEAC-C32D-4CC8-A9CD-5367FD852268}"/>
                    </a:ext>
                  </a:extLst>
                </p:cNvPr>
                <p:cNvSpPr/>
                <p:nvPr/>
              </p:nvSpPr>
              <p:spPr>
                <a:xfrm>
                  <a:off x="7606931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2" name="object 242">
                  <a:extLst>
                    <a:ext uri="{FF2B5EF4-FFF2-40B4-BE49-F238E27FC236}">
                      <a16:creationId xmlns:a16="http://schemas.microsoft.com/office/drawing/2014/main" id="{A01A7D76-E09C-44FF-9D4A-46A41A7DB6B8}"/>
                    </a:ext>
                  </a:extLst>
                </p:cNvPr>
                <p:cNvSpPr/>
                <p:nvPr/>
              </p:nvSpPr>
              <p:spPr>
                <a:xfrm>
                  <a:off x="771207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3" name="object 243">
                  <a:extLst>
                    <a:ext uri="{FF2B5EF4-FFF2-40B4-BE49-F238E27FC236}">
                      <a16:creationId xmlns:a16="http://schemas.microsoft.com/office/drawing/2014/main" id="{E9CD1A36-F8F2-4D5F-B95E-A04F98DAA441}"/>
                    </a:ext>
                  </a:extLst>
                </p:cNvPr>
                <p:cNvSpPr/>
                <p:nvPr/>
              </p:nvSpPr>
              <p:spPr>
                <a:xfrm>
                  <a:off x="7712075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4" name="object 244">
                  <a:extLst>
                    <a:ext uri="{FF2B5EF4-FFF2-40B4-BE49-F238E27FC236}">
                      <a16:creationId xmlns:a16="http://schemas.microsoft.com/office/drawing/2014/main" id="{76B6772E-7344-4E2E-8CB9-F4C87A1031B0}"/>
                    </a:ext>
                  </a:extLst>
                </p:cNvPr>
                <p:cNvSpPr/>
                <p:nvPr/>
              </p:nvSpPr>
              <p:spPr>
                <a:xfrm>
                  <a:off x="7817243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5" name="object 245">
                  <a:extLst>
                    <a:ext uri="{FF2B5EF4-FFF2-40B4-BE49-F238E27FC236}">
                      <a16:creationId xmlns:a16="http://schemas.microsoft.com/office/drawing/2014/main" id="{A25ADCB5-1B99-4B57-B5EE-47C63497B78A}"/>
                    </a:ext>
                  </a:extLst>
                </p:cNvPr>
                <p:cNvSpPr/>
                <p:nvPr/>
              </p:nvSpPr>
              <p:spPr>
                <a:xfrm>
                  <a:off x="7923148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6" name="object 246">
                  <a:extLst>
                    <a:ext uri="{FF2B5EF4-FFF2-40B4-BE49-F238E27FC236}">
                      <a16:creationId xmlns:a16="http://schemas.microsoft.com/office/drawing/2014/main" id="{78AF18C3-8C05-4B00-A16C-0933889BD0DC}"/>
                    </a:ext>
                  </a:extLst>
                </p:cNvPr>
                <p:cNvSpPr/>
                <p:nvPr/>
              </p:nvSpPr>
              <p:spPr>
                <a:xfrm>
                  <a:off x="802831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7" name="object 247">
                  <a:extLst>
                    <a:ext uri="{FF2B5EF4-FFF2-40B4-BE49-F238E27FC236}">
                      <a16:creationId xmlns:a16="http://schemas.microsoft.com/office/drawing/2014/main" id="{E76C6DD7-EFDE-47AF-98CE-58DB36F4F769}"/>
                    </a:ext>
                  </a:extLst>
                </p:cNvPr>
                <p:cNvSpPr/>
                <p:nvPr/>
              </p:nvSpPr>
              <p:spPr>
                <a:xfrm>
                  <a:off x="813347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8" name="object 248">
                  <a:extLst>
                    <a:ext uri="{FF2B5EF4-FFF2-40B4-BE49-F238E27FC236}">
                      <a16:creationId xmlns:a16="http://schemas.microsoft.com/office/drawing/2014/main" id="{EA08B5F0-41F7-4889-BF09-9B45F64AD45C}"/>
                    </a:ext>
                  </a:extLst>
                </p:cNvPr>
                <p:cNvSpPr/>
                <p:nvPr/>
              </p:nvSpPr>
              <p:spPr>
                <a:xfrm>
                  <a:off x="8238629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9" name="object 249">
                  <a:extLst>
                    <a:ext uri="{FF2B5EF4-FFF2-40B4-BE49-F238E27FC236}">
                      <a16:creationId xmlns:a16="http://schemas.microsoft.com/office/drawing/2014/main" id="{99BA48CA-7795-427B-BED1-387E73790391}"/>
                    </a:ext>
                  </a:extLst>
                </p:cNvPr>
                <p:cNvSpPr/>
                <p:nvPr/>
              </p:nvSpPr>
              <p:spPr>
                <a:xfrm>
                  <a:off x="8343773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0" name="object 250">
                  <a:extLst>
                    <a:ext uri="{FF2B5EF4-FFF2-40B4-BE49-F238E27FC236}">
                      <a16:creationId xmlns:a16="http://schemas.microsoft.com/office/drawing/2014/main" id="{26F87B69-3F0E-422A-A2FB-74DBDDC6E5C4}"/>
                    </a:ext>
                  </a:extLst>
                </p:cNvPr>
                <p:cNvSpPr/>
                <p:nvPr/>
              </p:nvSpPr>
              <p:spPr>
                <a:xfrm>
                  <a:off x="8448941" y="494233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1" name="object 251">
                  <a:extLst>
                    <a:ext uri="{FF2B5EF4-FFF2-40B4-BE49-F238E27FC236}">
                      <a16:creationId xmlns:a16="http://schemas.microsoft.com/office/drawing/2014/main" id="{5A4F5D50-3F21-49DA-8599-203A352699A4}"/>
                    </a:ext>
                  </a:extLst>
                </p:cNvPr>
                <p:cNvSpPr/>
                <p:nvPr/>
              </p:nvSpPr>
              <p:spPr>
                <a:xfrm>
                  <a:off x="8554847" y="494233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2" name="object 252">
                  <a:extLst>
                    <a:ext uri="{FF2B5EF4-FFF2-40B4-BE49-F238E27FC236}">
                      <a16:creationId xmlns:a16="http://schemas.microsoft.com/office/drawing/2014/main" id="{2BF94219-FE44-4A6D-9469-F1827778A308}"/>
                    </a:ext>
                  </a:extLst>
                </p:cNvPr>
                <p:cNvSpPr/>
                <p:nvPr/>
              </p:nvSpPr>
              <p:spPr>
                <a:xfrm>
                  <a:off x="602806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3" name="object 253">
                  <a:extLst>
                    <a:ext uri="{FF2B5EF4-FFF2-40B4-BE49-F238E27FC236}">
                      <a16:creationId xmlns:a16="http://schemas.microsoft.com/office/drawing/2014/main" id="{CD19C1A1-2641-46F6-8A6A-058424818234}"/>
                    </a:ext>
                  </a:extLst>
                </p:cNvPr>
                <p:cNvSpPr/>
                <p:nvPr/>
              </p:nvSpPr>
              <p:spPr>
                <a:xfrm>
                  <a:off x="602806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4" name="object 254">
                  <a:extLst>
                    <a:ext uri="{FF2B5EF4-FFF2-40B4-BE49-F238E27FC236}">
                      <a16:creationId xmlns:a16="http://schemas.microsoft.com/office/drawing/2014/main" id="{DEC911FF-235E-4D4F-9922-9FABE08BEC81}"/>
                    </a:ext>
                  </a:extLst>
                </p:cNvPr>
                <p:cNvSpPr/>
                <p:nvPr/>
              </p:nvSpPr>
              <p:spPr>
                <a:xfrm>
                  <a:off x="613322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5" name="object 255">
                  <a:extLst>
                    <a:ext uri="{FF2B5EF4-FFF2-40B4-BE49-F238E27FC236}">
                      <a16:creationId xmlns:a16="http://schemas.microsoft.com/office/drawing/2014/main" id="{A5CC882C-583B-42F4-8F39-7275B63E736C}"/>
                    </a:ext>
                  </a:extLst>
                </p:cNvPr>
                <p:cNvSpPr/>
                <p:nvPr/>
              </p:nvSpPr>
              <p:spPr>
                <a:xfrm>
                  <a:off x="613322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6" name="object 256">
                  <a:extLst>
                    <a:ext uri="{FF2B5EF4-FFF2-40B4-BE49-F238E27FC236}">
                      <a16:creationId xmlns:a16="http://schemas.microsoft.com/office/drawing/2014/main" id="{C9995D41-B683-4237-BC2A-7646DCB5D35D}"/>
                    </a:ext>
                  </a:extLst>
                </p:cNvPr>
                <p:cNvSpPr/>
                <p:nvPr/>
              </p:nvSpPr>
              <p:spPr>
                <a:xfrm>
                  <a:off x="6238379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7" name="object 257">
                  <a:extLst>
                    <a:ext uri="{FF2B5EF4-FFF2-40B4-BE49-F238E27FC236}">
                      <a16:creationId xmlns:a16="http://schemas.microsoft.com/office/drawing/2014/main" id="{8D197F62-5F6C-48CE-AE00-B7A939CC0D9F}"/>
                    </a:ext>
                  </a:extLst>
                </p:cNvPr>
                <p:cNvSpPr/>
                <p:nvPr/>
              </p:nvSpPr>
              <p:spPr>
                <a:xfrm>
                  <a:off x="6238379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object 258">
                  <a:extLst>
                    <a:ext uri="{FF2B5EF4-FFF2-40B4-BE49-F238E27FC236}">
                      <a16:creationId xmlns:a16="http://schemas.microsoft.com/office/drawing/2014/main" id="{E70F3CF7-EB06-4E9D-B722-79389979BE01}"/>
                    </a:ext>
                  </a:extLst>
                </p:cNvPr>
                <p:cNvSpPr/>
                <p:nvPr/>
              </p:nvSpPr>
              <p:spPr>
                <a:xfrm>
                  <a:off x="634353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object 259">
                  <a:extLst>
                    <a:ext uri="{FF2B5EF4-FFF2-40B4-BE49-F238E27FC236}">
                      <a16:creationId xmlns:a16="http://schemas.microsoft.com/office/drawing/2014/main" id="{A4A5DDA5-6AB5-4ECA-821A-48EE751A5760}"/>
                    </a:ext>
                  </a:extLst>
                </p:cNvPr>
                <p:cNvSpPr/>
                <p:nvPr/>
              </p:nvSpPr>
              <p:spPr>
                <a:xfrm>
                  <a:off x="634353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0" name="object 260">
                  <a:extLst>
                    <a:ext uri="{FF2B5EF4-FFF2-40B4-BE49-F238E27FC236}">
                      <a16:creationId xmlns:a16="http://schemas.microsoft.com/office/drawing/2014/main" id="{E818152D-F865-4085-9817-D3C7FF1DB424}"/>
                    </a:ext>
                  </a:extLst>
                </p:cNvPr>
                <p:cNvSpPr/>
                <p:nvPr/>
              </p:nvSpPr>
              <p:spPr>
                <a:xfrm>
                  <a:off x="6448691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7" y="105917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7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1" name="object 261">
                  <a:extLst>
                    <a:ext uri="{FF2B5EF4-FFF2-40B4-BE49-F238E27FC236}">
                      <a16:creationId xmlns:a16="http://schemas.microsoft.com/office/drawing/2014/main" id="{654002A8-AB42-4865-8DB6-8712FB416D55}"/>
                    </a:ext>
                  </a:extLst>
                </p:cNvPr>
                <p:cNvSpPr/>
                <p:nvPr/>
              </p:nvSpPr>
              <p:spPr>
                <a:xfrm>
                  <a:off x="6448691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2" name="object 262">
                  <a:extLst>
                    <a:ext uri="{FF2B5EF4-FFF2-40B4-BE49-F238E27FC236}">
                      <a16:creationId xmlns:a16="http://schemas.microsoft.com/office/drawing/2014/main" id="{CC7EA00D-9C6B-4B8C-ABBB-A7FA088E0088}"/>
                    </a:ext>
                  </a:extLst>
                </p:cNvPr>
                <p:cNvSpPr/>
                <p:nvPr/>
              </p:nvSpPr>
              <p:spPr>
                <a:xfrm>
                  <a:off x="655459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object 263">
                  <a:extLst>
                    <a:ext uri="{FF2B5EF4-FFF2-40B4-BE49-F238E27FC236}">
                      <a16:creationId xmlns:a16="http://schemas.microsoft.com/office/drawing/2014/main" id="{F10EDAB2-4464-4F4F-9829-15119D8B2F7F}"/>
                    </a:ext>
                  </a:extLst>
                </p:cNvPr>
                <p:cNvSpPr/>
                <p:nvPr/>
              </p:nvSpPr>
              <p:spPr>
                <a:xfrm>
                  <a:off x="655459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object 264">
                  <a:extLst>
                    <a:ext uri="{FF2B5EF4-FFF2-40B4-BE49-F238E27FC236}">
                      <a16:creationId xmlns:a16="http://schemas.microsoft.com/office/drawing/2014/main" id="{95286952-05E1-443F-A5AD-E22376DB03E0}"/>
                    </a:ext>
                  </a:extLst>
                </p:cNvPr>
                <p:cNvSpPr/>
                <p:nvPr/>
              </p:nvSpPr>
              <p:spPr>
                <a:xfrm>
                  <a:off x="665976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object 265">
                  <a:extLst>
                    <a:ext uri="{FF2B5EF4-FFF2-40B4-BE49-F238E27FC236}">
                      <a16:creationId xmlns:a16="http://schemas.microsoft.com/office/drawing/2014/main" id="{68C16DFF-CF61-4A22-8C1E-041FE1B96D06}"/>
                    </a:ext>
                  </a:extLst>
                </p:cNvPr>
                <p:cNvSpPr/>
                <p:nvPr/>
              </p:nvSpPr>
              <p:spPr>
                <a:xfrm>
                  <a:off x="665976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object 266">
                  <a:extLst>
                    <a:ext uri="{FF2B5EF4-FFF2-40B4-BE49-F238E27FC236}">
                      <a16:creationId xmlns:a16="http://schemas.microsoft.com/office/drawing/2014/main" id="{59FCC2BA-DD8A-4310-AD4B-FAE1E08E6303}"/>
                    </a:ext>
                  </a:extLst>
                </p:cNvPr>
                <p:cNvSpPr/>
                <p:nvPr/>
              </p:nvSpPr>
              <p:spPr>
                <a:xfrm>
                  <a:off x="676492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object 267">
                  <a:extLst>
                    <a:ext uri="{FF2B5EF4-FFF2-40B4-BE49-F238E27FC236}">
                      <a16:creationId xmlns:a16="http://schemas.microsoft.com/office/drawing/2014/main" id="{4777DB72-09CC-48A3-B8BB-66AA66D8A2A6}"/>
                    </a:ext>
                  </a:extLst>
                </p:cNvPr>
                <p:cNvSpPr/>
                <p:nvPr/>
              </p:nvSpPr>
              <p:spPr>
                <a:xfrm>
                  <a:off x="676492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object 268">
                  <a:extLst>
                    <a:ext uri="{FF2B5EF4-FFF2-40B4-BE49-F238E27FC236}">
                      <a16:creationId xmlns:a16="http://schemas.microsoft.com/office/drawing/2014/main" id="{48308645-1829-46B9-BFDB-F07AA8059F59}"/>
                    </a:ext>
                  </a:extLst>
                </p:cNvPr>
                <p:cNvSpPr/>
                <p:nvPr/>
              </p:nvSpPr>
              <p:spPr>
                <a:xfrm>
                  <a:off x="687007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object 269">
                  <a:extLst>
                    <a:ext uri="{FF2B5EF4-FFF2-40B4-BE49-F238E27FC236}">
                      <a16:creationId xmlns:a16="http://schemas.microsoft.com/office/drawing/2014/main" id="{45ADBB41-2115-4064-86C2-E5CD179D8489}"/>
                    </a:ext>
                  </a:extLst>
                </p:cNvPr>
                <p:cNvSpPr/>
                <p:nvPr/>
              </p:nvSpPr>
              <p:spPr>
                <a:xfrm>
                  <a:off x="687007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0" name="object 270">
                  <a:extLst>
                    <a:ext uri="{FF2B5EF4-FFF2-40B4-BE49-F238E27FC236}">
                      <a16:creationId xmlns:a16="http://schemas.microsoft.com/office/drawing/2014/main" id="{CF47B0A5-6C89-4B30-AAF3-C41395FD182B}"/>
                    </a:ext>
                  </a:extLst>
                </p:cNvPr>
                <p:cNvSpPr/>
                <p:nvPr/>
              </p:nvSpPr>
              <p:spPr>
                <a:xfrm>
                  <a:off x="697522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1" name="object 271">
                  <a:extLst>
                    <a:ext uri="{FF2B5EF4-FFF2-40B4-BE49-F238E27FC236}">
                      <a16:creationId xmlns:a16="http://schemas.microsoft.com/office/drawing/2014/main" id="{14874C85-1F23-49B6-A87E-DFD84F7FEB44}"/>
                    </a:ext>
                  </a:extLst>
                </p:cNvPr>
                <p:cNvSpPr/>
                <p:nvPr/>
              </p:nvSpPr>
              <p:spPr>
                <a:xfrm>
                  <a:off x="697522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2" name="object 272">
                  <a:extLst>
                    <a:ext uri="{FF2B5EF4-FFF2-40B4-BE49-F238E27FC236}">
                      <a16:creationId xmlns:a16="http://schemas.microsoft.com/office/drawing/2014/main" id="{25D2153E-F372-4C66-813B-8D923A7AAB9C}"/>
                    </a:ext>
                  </a:extLst>
                </p:cNvPr>
                <p:cNvSpPr/>
                <p:nvPr/>
              </p:nvSpPr>
              <p:spPr>
                <a:xfrm>
                  <a:off x="708037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object 273">
                  <a:extLst>
                    <a:ext uri="{FF2B5EF4-FFF2-40B4-BE49-F238E27FC236}">
                      <a16:creationId xmlns:a16="http://schemas.microsoft.com/office/drawing/2014/main" id="{E1D231FF-5C78-45D1-A942-BED892D032CD}"/>
                    </a:ext>
                  </a:extLst>
                </p:cNvPr>
                <p:cNvSpPr/>
                <p:nvPr/>
              </p:nvSpPr>
              <p:spPr>
                <a:xfrm>
                  <a:off x="708037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object 274">
                  <a:extLst>
                    <a:ext uri="{FF2B5EF4-FFF2-40B4-BE49-F238E27FC236}">
                      <a16:creationId xmlns:a16="http://schemas.microsoft.com/office/drawing/2014/main" id="{F8E022E1-CD7B-4C9C-9A15-8CD5C645543D}"/>
                    </a:ext>
                  </a:extLst>
                </p:cNvPr>
                <p:cNvSpPr/>
                <p:nvPr/>
              </p:nvSpPr>
              <p:spPr>
                <a:xfrm>
                  <a:off x="7185545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object 275">
                  <a:extLst>
                    <a:ext uri="{FF2B5EF4-FFF2-40B4-BE49-F238E27FC236}">
                      <a16:creationId xmlns:a16="http://schemas.microsoft.com/office/drawing/2014/main" id="{6945F585-E7C8-40AE-B1FF-017713EDA144}"/>
                    </a:ext>
                  </a:extLst>
                </p:cNvPr>
                <p:cNvSpPr/>
                <p:nvPr/>
              </p:nvSpPr>
              <p:spPr>
                <a:xfrm>
                  <a:off x="7185545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object 276">
                  <a:extLst>
                    <a:ext uri="{FF2B5EF4-FFF2-40B4-BE49-F238E27FC236}">
                      <a16:creationId xmlns:a16="http://schemas.microsoft.com/office/drawing/2014/main" id="{018FDF17-4AD4-4B9A-8B1C-6A14F41F2454}"/>
                    </a:ext>
                  </a:extLst>
                </p:cNvPr>
                <p:cNvSpPr/>
                <p:nvPr/>
              </p:nvSpPr>
              <p:spPr>
                <a:xfrm>
                  <a:off x="7291450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7" name="object 277">
                  <a:extLst>
                    <a:ext uri="{FF2B5EF4-FFF2-40B4-BE49-F238E27FC236}">
                      <a16:creationId xmlns:a16="http://schemas.microsoft.com/office/drawing/2014/main" id="{6355D9C4-E698-4EE0-AC6E-44AD910DF2B1}"/>
                    </a:ext>
                  </a:extLst>
                </p:cNvPr>
                <p:cNvSpPr/>
                <p:nvPr/>
              </p:nvSpPr>
              <p:spPr>
                <a:xfrm>
                  <a:off x="7291450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8" name="object 278">
                  <a:extLst>
                    <a:ext uri="{FF2B5EF4-FFF2-40B4-BE49-F238E27FC236}">
                      <a16:creationId xmlns:a16="http://schemas.microsoft.com/office/drawing/2014/main" id="{E9C59C6E-8891-480D-8461-38F9C53233C2}"/>
                    </a:ext>
                  </a:extLst>
                </p:cNvPr>
                <p:cNvSpPr/>
                <p:nvPr/>
              </p:nvSpPr>
              <p:spPr>
                <a:xfrm>
                  <a:off x="7396619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9" name="object 279">
                  <a:extLst>
                    <a:ext uri="{FF2B5EF4-FFF2-40B4-BE49-F238E27FC236}">
                      <a16:creationId xmlns:a16="http://schemas.microsoft.com/office/drawing/2014/main" id="{48D3D05F-98BD-4B22-BB5E-B3A7FD25BCD4}"/>
                    </a:ext>
                  </a:extLst>
                </p:cNvPr>
                <p:cNvSpPr/>
                <p:nvPr/>
              </p:nvSpPr>
              <p:spPr>
                <a:xfrm>
                  <a:off x="7396619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0" name="object 280">
                  <a:extLst>
                    <a:ext uri="{FF2B5EF4-FFF2-40B4-BE49-F238E27FC236}">
                      <a16:creationId xmlns:a16="http://schemas.microsoft.com/office/drawing/2014/main" id="{B4E26EF7-3CFE-403A-8691-43DD25941998}"/>
                    </a:ext>
                  </a:extLst>
                </p:cNvPr>
                <p:cNvSpPr/>
                <p:nvPr/>
              </p:nvSpPr>
              <p:spPr>
                <a:xfrm>
                  <a:off x="750176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1" name="object 281">
                  <a:extLst>
                    <a:ext uri="{FF2B5EF4-FFF2-40B4-BE49-F238E27FC236}">
                      <a16:creationId xmlns:a16="http://schemas.microsoft.com/office/drawing/2014/main" id="{B48BA072-C7AB-454D-A7BD-34E917750308}"/>
                    </a:ext>
                  </a:extLst>
                </p:cNvPr>
                <p:cNvSpPr/>
                <p:nvPr/>
              </p:nvSpPr>
              <p:spPr>
                <a:xfrm>
                  <a:off x="750176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2" name="object 282">
                  <a:extLst>
                    <a:ext uri="{FF2B5EF4-FFF2-40B4-BE49-F238E27FC236}">
                      <a16:creationId xmlns:a16="http://schemas.microsoft.com/office/drawing/2014/main" id="{4454DCAE-9069-41F7-9B10-93D1EC7298CF}"/>
                    </a:ext>
                  </a:extLst>
                </p:cNvPr>
                <p:cNvSpPr/>
                <p:nvPr/>
              </p:nvSpPr>
              <p:spPr>
                <a:xfrm>
                  <a:off x="760693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3" name="object 283">
                  <a:extLst>
                    <a:ext uri="{FF2B5EF4-FFF2-40B4-BE49-F238E27FC236}">
                      <a16:creationId xmlns:a16="http://schemas.microsoft.com/office/drawing/2014/main" id="{4722E324-A1FC-4811-A86A-B2C9FCB60371}"/>
                    </a:ext>
                  </a:extLst>
                </p:cNvPr>
                <p:cNvSpPr/>
                <p:nvPr/>
              </p:nvSpPr>
              <p:spPr>
                <a:xfrm>
                  <a:off x="7606931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4" name="object 284">
                  <a:extLst>
                    <a:ext uri="{FF2B5EF4-FFF2-40B4-BE49-F238E27FC236}">
                      <a16:creationId xmlns:a16="http://schemas.microsoft.com/office/drawing/2014/main" id="{3D4185E3-4E0D-45C5-A9C4-51493459498D}"/>
                    </a:ext>
                  </a:extLst>
                </p:cNvPr>
                <p:cNvSpPr/>
                <p:nvPr/>
              </p:nvSpPr>
              <p:spPr>
                <a:xfrm>
                  <a:off x="771207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5" name="object 285">
                  <a:extLst>
                    <a:ext uri="{FF2B5EF4-FFF2-40B4-BE49-F238E27FC236}">
                      <a16:creationId xmlns:a16="http://schemas.microsoft.com/office/drawing/2014/main" id="{1E2D157B-FE48-4B8B-A805-445C3B1528E5}"/>
                    </a:ext>
                  </a:extLst>
                </p:cNvPr>
                <p:cNvSpPr/>
                <p:nvPr/>
              </p:nvSpPr>
              <p:spPr>
                <a:xfrm>
                  <a:off x="7712075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6" name="object 286">
                  <a:extLst>
                    <a:ext uri="{FF2B5EF4-FFF2-40B4-BE49-F238E27FC236}">
                      <a16:creationId xmlns:a16="http://schemas.microsoft.com/office/drawing/2014/main" id="{48E5FAEF-FC20-460C-8CA9-6BB6B91FC817}"/>
                    </a:ext>
                  </a:extLst>
                </p:cNvPr>
                <p:cNvSpPr/>
                <p:nvPr/>
              </p:nvSpPr>
              <p:spPr>
                <a:xfrm>
                  <a:off x="7817243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object 287">
                  <a:extLst>
                    <a:ext uri="{FF2B5EF4-FFF2-40B4-BE49-F238E27FC236}">
                      <a16:creationId xmlns:a16="http://schemas.microsoft.com/office/drawing/2014/main" id="{E0E04D84-A2F8-4983-8296-764B3D73573A}"/>
                    </a:ext>
                  </a:extLst>
                </p:cNvPr>
                <p:cNvSpPr/>
                <p:nvPr/>
              </p:nvSpPr>
              <p:spPr>
                <a:xfrm>
                  <a:off x="7923148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8" name="object 288">
                  <a:extLst>
                    <a:ext uri="{FF2B5EF4-FFF2-40B4-BE49-F238E27FC236}">
                      <a16:creationId xmlns:a16="http://schemas.microsoft.com/office/drawing/2014/main" id="{E329762B-7EA5-4DB7-A687-6BA261175297}"/>
                    </a:ext>
                  </a:extLst>
                </p:cNvPr>
                <p:cNvSpPr/>
                <p:nvPr/>
              </p:nvSpPr>
              <p:spPr>
                <a:xfrm>
                  <a:off x="802831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object 289">
                  <a:extLst>
                    <a:ext uri="{FF2B5EF4-FFF2-40B4-BE49-F238E27FC236}">
                      <a16:creationId xmlns:a16="http://schemas.microsoft.com/office/drawing/2014/main" id="{D5128E58-DCE5-466D-8EFF-5D042287EECE}"/>
                    </a:ext>
                  </a:extLst>
                </p:cNvPr>
                <p:cNvSpPr/>
                <p:nvPr/>
              </p:nvSpPr>
              <p:spPr>
                <a:xfrm>
                  <a:off x="813347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0" name="object 290">
                  <a:extLst>
                    <a:ext uri="{FF2B5EF4-FFF2-40B4-BE49-F238E27FC236}">
                      <a16:creationId xmlns:a16="http://schemas.microsoft.com/office/drawing/2014/main" id="{4285DE2C-33D1-40B0-ADB8-74A156E8B0A2}"/>
                    </a:ext>
                  </a:extLst>
                </p:cNvPr>
                <p:cNvSpPr/>
                <p:nvPr/>
              </p:nvSpPr>
              <p:spPr>
                <a:xfrm>
                  <a:off x="8238629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object 291">
                  <a:extLst>
                    <a:ext uri="{FF2B5EF4-FFF2-40B4-BE49-F238E27FC236}">
                      <a16:creationId xmlns:a16="http://schemas.microsoft.com/office/drawing/2014/main" id="{8E4B7C46-7ED5-4B16-9912-F97CDA07C446}"/>
                    </a:ext>
                  </a:extLst>
                </p:cNvPr>
                <p:cNvSpPr/>
                <p:nvPr/>
              </p:nvSpPr>
              <p:spPr>
                <a:xfrm>
                  <a:off x="8343773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2" name="object 292">
                  <a:extLst>
                    <a:ext uri="{FF2B5EF4-FFF2-40B4-BE49-F238E27FC236}">
                      <a16:creationId xmlns:a16="http://schemas.microsoft.com/office/drawing/2014/main" id="{F2B28C06-AA74-400C-88AB-24A8FF1FB3BB}"/>
                    </a:ext>
                  </a:extLst>
                </p:cNvPr>
                <p:cNvSpPr/>
                <p:nvPr/>
              </p:nvSpPr>
              <p:spPr>
                <a:xfrm>
                  <a:off x="8448941" y="5047487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918" y="105917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3" name="object 293">
                  <a:extLst>
                    <a:ext uri="{FF2B5EF4-FFF2-40B4-BE49-F238E27FC236}">
                      <a16:creationId xmlns:a16="http://schemas.microsoft.com/office/drawing/2014/main" id="{02563D52-BEA9-4961-A093-4B4EB8E7E574}"/>
                    </a:ext>
                  </a:extLst>
                </p:cNvPr>
                <p:cNvSpPr/>
                <p:nvPr/>
              </p:nvSpPr>
              <p:spPr>
                <a:xfrm>
                  <a:off x="8554847" y="5047487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7"/>
                      </a:lnTo>
                      <a:lnTo>
                        <a:pt x="105155" y="105917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4" name="object 294">
                  <a:extLst>
                    <a:ext uri="{FF2B5EF4-FFF2-40B4-BE49-F238E27FC236}">
                      <a16:creationId xmlns:a16="http://schemas.microsoft.com/office/drawing/2014/main" id="{D2BB3521-CEEF-4CC2-AF5E-83CE252E1DD9}"/>
                    </a:ext>
                  </a:extLst>
                </p:cNvPr>
                <p:cNvSpPr/>
                <p:nvPr/>
              </p:nvSpPr>
              <p:spPr>
                <a:xfrm>
                  <a:off x="602806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5" name="object 295">
                  <a:extLst>
                    <a:ext uri="{FF2B5EF4-FFF2-40B4-BE49-F238E27FC236}">
                      <a16:creationId xmlns:a16="http://schemas.microsoft.com/office/drawing/2014/main" id="{28F8571F-25AB-4871-AA7E-05232D3704B9}"/>
                    </a:ext>
                  </a:extLst>
                </p:cNvPr>
                <p:cNvSpPr/>
                <p:nvPr/>
              </p:nvSpPr>
              <p:spPr>
                <a:xfrm>
                  <a:off x="602806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6" name="object 296">
                  <a:extLst>
                    <a:ext uri="{FF2B5EF4-FFF2-40B4-BE49-F238E27FC236}">
                      <a16:creationId xmlns:a16="http://schemas.microsoft.com/office/drawing/2014/main" id="{E1297E65-DC8D-40D9-BAEA-C8BC7A104835}"/>
                    </a:ext>
                  </a:extLst>
                </p:cNvPr>
                <p:cNvSpPr/>
                <p:nvPr/>
              </p:nvSpPr>
              <p:spPr>
                <a:xfrm>
                  <a:off x="613322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7" name="object 297">
                  <a:extLst>
                    <a:ext uri="{FF2B5EF4-FFF2-40B4-BE49-F238E27FC236}">
                      <a16:creationId xmlns:a16="http://schemas.microsoft.com/office/drawing/2014/main" id="{F5B53A0F-EF26-404D-BD89-AC0D747AEF81}"/>
                    </a:ext>
                  </a:extLst>
                </p:cNvPr>
                <p:cNvSpPr/>
                <p:nvPr/>
              </p:nvSpPr>
              <p:spPr>
                <a:xfrm>
                  <a:off x="613322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8" name="object 298">
                  <a:extLst>
                    <a:ext uri="{FF2B5EF4-FFF2-40B4-BE49-F238E27FC236}">
                      <a16:creationId xmlns:a16="http://schemas.microsoft.com/office/drawing/2014/main" id="{B5772B60-889E-47EC-A440-2B328A6DD5A7}"/>
                    </a:ext>
                  </a:extLst>
                </p:cNvPr>
                <p:cNvSpPr/>
                <p:nvPr/>
              </p:nvSpPr>
              <p:spPr>
                <a:xfrm>
                  <a:off x="6238379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9" name="object 299">
                  <a:extLst>
                    <a:ext uri="{FF2B5EF4-FFF2-40B4-BE49-F238E27FC236}">
                      <a16:creationId xmlns:a16="http://schemas.microsoft.com/office/drawing/2014/main" id="{5F2B1B09-AC8E-4714-AA5F-438B51F13184}"/>
                    </a:ext>
                  </a:extLst>
                </p:cNvPr>
                <p:cNvSpPr/>
                <p:nvPr/>
              </p:nvSpPr>
              <p:spPr>
                <a:xfrm>
                  <a:off x="6238379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0" name="object 300">
                  <a:extLst>
                    <a:ext uri="{FF2B5EF4-FFF2-40B4-BE49-F238E27FC236}">
                      <a16:creationId xmlns:a16="http://schemas.microsoft.com/office/drawing/2014/main" id="{D02C1275-DB77-4AA7-9CA4-D1FA67004718}"/>
                    </a:ext>
                  </a:extLst>
                </p:cNvPr>
                <p:cNvSpPr/>
                <p:nvPr/>
              </p:nvSpPr>
              <p:spPr>
                <a:xfrm>
                  <a:off x="634353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1" name="object 301">
                  <a:extLst>
                    <a:ext uri="{FF2B5EF4-FFF2-40B4-BE49-F238E27FC236}">
                      <a16:creationId xmlns:a16="http://schemas.microsoft.com/office/drawing/2014/main" id="{538594B2-3F00-4E66-B816-E6ECE967C583}"/>
                    </a:ext>
                  </a:extLst>
                </p:cNvPr>
                <p:cNvSpPr/>
                <p:nvPr/>
              </p:nvSpPr>
              <p:spPr>
                <a:xfrm>
                  <a:off x="634353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2" name="object 302">
                  <a:extLst>
                    <a:ext uri="{FF2B5EF4-FFF2-40B4-BE49-F238E27FC236}">
                      <a16:creationId xmlns:a16="http://schemas.microsoft.com/office/drawing/2014/main" id="{EB0BE097-797F-4EAD-AD46-B705C3DFD747}"/>
                    </a:ext>
                  </a:extLst>
                </p:cNvPr>
                <p:cNvSpPr/>
                <p:nvPr/>
              </p:nvSpPr>
              <p:spPr>
                <a:xfrm>
                  <a:off x="6448691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3" name="object 303">
                  <a:extLst>
                    <a:ext uri="{FF2B5EF4-FFF2-40B4-BE49-F238E27FC236}">
                      <a16:creationId xmlns:a16="http://schemas.microsoft.com/office/drawing/2014/main" id="{EFBD8F30-A90C-4133-8E36-A8F67C7589D4}"/>
                    </a:ext>
                  </a:extLst>
                </p:cNvPr>
                <p:cNvSpPr/>
                <p:nvPr/>
              </p:nvSpPr>
              <p:spPr>
                <a:xfrm>
                  <a:off x="6448691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4" name="object 304">
                  <a:extLst>
                    <a:ext uri="{FF2B5EF4-FFF2-40B4-BE49-F238E27FC236}">
                      <a16:creationId xmlns:a16="http://schemas.microsoft.com/office/drawing/2014/main" id="{F7301E11-1A55-47E9-AAD0-627C08628BB6}"/>
                    </a:ext>
                  </a:extLst>
                </p:cNvPr>
                <p:cNvSpPr/>
                <p:nvPr/>
              </p:nvSpPr>
              <p:spPr>
                <a:xfrm>
                  <a:off x="655459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5" name="object 305">
                  <a:extLst>
                    <a:ext uri="{FF2B5EF4-FFF2-40B4-BE49-F238E27FC236}">
                      <a16:creationId xmlns:a16="http://schemas.microsoft.com/office/drawing/2014/main" id="{A3FEE29F-E074-4B3F-8B0D-5D53B10E1C9E}"/>
                    </a:ext>
                  </a:extLst>
                </p:cNvPr>
                <p:cNvSpPr/>
                <p:nvPr/>
              </p:nvSpPr>
              <p:spPr>
                <a:xfrm>
                  <a:off x="655459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6" name="object 306">
                  <a:extLst>
                    <a:ext uri="{FF2B5EF4-FFF2-40B4-BE49-F238E27FC236}">
                      <a16:creationId xmlns:a16="http://schemas.microsoft.com/office/drawing/2014/main" id="{8DEE1B8B-F600-4E99-921B-591F0B13E38A}"/>
                    </a:ext>
                  </a:extLst>
                </p:cNvPr>
                <p:cNvSpPr/>
                <p:nvPr/>
              </p:nvSpPr>
              <p:spPr>
                <a:xfrm>
                  <a:off x="665976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7" name="object 307">
                  <a:extLst>
                    <a:ext uri="{FF2B5EF4-FFF2-40B4-BE49-F238E27FC236}">
                      <a16:creationId xmlns:a16="http://schemas.microsoft.com/office/drawing/2014/main" id="{A2F7F867-7A61-4D73-99DF-1DA2A3CA0602}"/>
                    </a:ext>
                  </a:extLst>
                </p:cNvPr>
                <p:cNvSpPr/>
                <p:nvPr/>
              </p:nvSpPr>
              <p:spPr>
                <a:xfrm>
                  <a:off x="665976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8" name="object 308">
                  <a:extLst>
                    <a:ext uri="{FF2B5EF4-FFF2-40B4-BE49-F238E27FC236}">
                      <a16:creationId xmlns:a16="http://schemas.microsoft.com/office/drawing/2014/main" id="{9A022B9D-15E1-44EC-A115-CD883B7BC1FE}"/>
                    </a:ext>
                  </a:extLst>
                </p:cNvPr>
                <p:cNvSpPr/>
                <p:nvPr/>
              </p:nvSpPr>
              <p:spPr>
                <a:xfrm>
                  <a:off x="676492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9" name="object 309">
                  <a:extLst>
                    <a:ext uri="{FF2B5EF4-FFF2-40B4-BE49-F238E27FC236}">
                      <a16:creationId xmlns:a16="http://schemas.microsoft.com/office/drawing/2014/main" id="{81CAF34C-AEE3-4819-AE73-39D7103464F8}"/>
                    </a:ext>
                  </a:extLst>
                </p:cNvPr>
                <p:cNvSpPr/>
                <p:nvPr/>
              </p:nvSpPr>
              <p:spPr>
                <a:xfrm>
                  <a:off x="676492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0" name="object 310">
                  <a:extLst>
                    <a:ext uri="{FF2B5EF4-FFF2-40B4-BE49-F238E27FC236}">
                      <a16:creationId xmlns:a16="http://schemas.microsoft.com/office/drawing/2014/main" id="{2D53FC14-B2E9-4F07-9F9E-226E71BDC5B1}"/>
                    </a:ext>
                  </a:extLst>
                </p:cNvPr>
                <p:cNvSpPr/>
                <p:nvPr/>
              </p:nvSpPr>
              <p:spPr>
                <a:xfrm>
                  <a:off x="687007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1" name="object 311">
                  <a:extLst>
                    <a:ext uri="{FF2B5EF4-FFF2-40B4-BE49-F238E27FC236}">
                      <a16:creationId xmlns:a16="http://schemas.microsoft.com/office/drawing/2014/main" id="{27F3C9A7-2F84-4875-B2D0-D671CB77B948}"/>
                    </a:ext>
                  </a:extLst>
                </p:cNvPr>
                <p:cNvSpPr/>
                <p:nvPr/>
              </p:nvSpPr>
              <p:spPr>
                <a:xfrm>
                  <a:off x="687007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2" name="object 312">
                  <a:extLst>
                    <a:ext uri="{FF2B5EF4-FFF2-40B4-BE49-F238E27FC236}">
                      <a16:creationId xmlns:a16="http://schemas.microsoft.com/office/drawing/2014/main" id="{C40990FA-3733-40AE-92C8-0EEE59CC40B1}"/>
                    </a:ext>
                  </a:extLst>
                </p:cNvPr>
                <p:cNvSpPr/>
                <p:nvPr/>
              </p:nvSpPr>
              <p:spPr>
                <a:xfrm>
                  <a:off x="697522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3" name="object 313">
                  <a:extLst>
                    <a:ext uri="{FF2B5EF4-FFF2-40B4-BE49-F238E27FC236}">
                      <a16:creationId xmlns:a16="http://schemas.microsoft.com/office/drawing/2014/main" id="{97F4BC3E-B494-492E-B9E7-229CAEA7564D}"/>
                    </a:ext>
                  </a:extLst>
                </p:cNvPr>
                <p:cNvSpPr/>
                <p:nvPr/>
              </p:nvSpPr>
              <p:spPr>
                <a:xfrm>
                  <a:off x="697522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4" name="object 314">
                  <a:extLst>
                    <a:ext uri="{FF2B5EF4-FFF2-40B4-BE49-F238E27FC236}">
                      <a16:creationId xmlns:a16="http://schemas.microsoft.com/office/drawing/2014/main" id="{B3F1AF12-F951-4313-B26C-9FCDF70219BA}"/>
                    </a:ext>
                  </a:extLst>
                </p:cNvPr>
                <p:cNvSpPr/>
                <p:nvPr/>
              </p:nvSpPr>
              <p:spPr>
                <a:xfrm>
                  <a:off x="708037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5" name="object 315">
                  <a:extLst>
                    <a:ext uri="{FF2B5EF4-FFF2-40B4-BE49-F238E27FC236}">
                      <a16:creationId xmlns:a16="http://schemas.microsoft.com/office/drawing/2014/main" id="{CBEB3240-610A-4E81-AD84-4DE6B186711E}"/>
                    </a:ext>
                  </a:extLst>
                </p:cNvPr>
                <p:cNvSpPr/>
                <p:nvPr/>
              </p:nvSpPr>
              <p:spPr>
                <a:xfrm>
                  <a:off x="708037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6" name="object 316">
                  <a:extLst>
                    <a:ext uri="{FF2B5EF4-FFF2-40B4-BE49-F238E27FC236}">
                      <a16:creationId xmlns:a16="http://schemas.microsoft.com/office/drawing/2014/main" id="{C0DA3474-63E3-49CE-9A5F-6E355E51925D}"/>
                    </a:ext>
                  </a:extLst>
                </p:cNvPr>
                <p:cNvSpPr/>
                <p:nvPr/>
              </p:nvSpPr>
              <p:spPr>
                <a:xfrm>
                  <a:off x="7185545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7" name="object 317">
                  <a:extLst>
                    <a:ext uri="{FF2B5EF4-FFF2-40B4-BE49-F238E27FC236}">
                      <a16:creationId xmlns:a16="http://schemas.microsoft.com/office/drawing/2014/main" id="{660C50D5-3E3A-4408-91DF-F1EA78BB6E5F}"/>
                    </a:ext>
                  </a:extLst>
                </p:cNvPr>
                <p:cNvSpPr/>
                <p:nvPr/>
              </p:nvSpPr>
              <p:spPr>
                <a:xfrm>
                  <a:off x="7185545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8" name="object 318">
                  <a:extLst>
                    <a:ext uri="{FF2B5EF4-FFF2-40B4-BE49-F238E27FC236}">
                      <a16:creationId xmlns:a16="http://schemas.microsoft.com/office/drawing/2014/main" id="{77342D21-BDDE-4C4B-9F5A-A63497CB81C5}"/>
                    </a:ext>
                  </a:extLst>
                </p:cNvPr>
                <p:cNvSpPr/>
                <p:nvPr/>
              </p:nvSpPr>
              <p:spPr>
                <a:xfrm>
                  <a:off x="7291450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9" name="object 319">
                  <a:extLst>
                    <a:ext uri="{FF2B5EF4-FFF2-40B4-BE49-F238E27FC236}">
                      <a16:creationId xmlns:a16="http://schemas.microsoft.com/office/drawing/2014/main" id="{4DCCE6FD-1EFB-46EC-BFCE-B9A9EADD2734}"/>
                    </a:ext>
                  </a:extLst>
                </p:cNvPr>
                <p:cNvSpPr/>
                <p:nvPr/>
              </p:nvSpPr>
              <p:spPr>
                <a:xfrm>
                  <a:off x="7291450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0" name="object 320">
                  <a:extLst>
                    <a:ext uri="{FF2B5EF4-FFF2-40B4-BE49-F238E27FC236}">
                      <a16:creationId xmlns:a16="http://schemas.microsoft.com/office/drawing/2014/main" id="{DE4E5C38-E438-484B-AAFD-F31B868CC3CC}"/>
                    </a:ext>
                  </a:extLst>
                </p:cNvPr>
                <p:cNvSpPr/>
                <p:nvPr/>
              </p:nvSpPr>
              <p:spPr>
                <a:xfrm>
                  <a:off x="7396619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1" name="object 321">
                  <a:extLst>
                    <a:ext uri="{FF2B5EF4-FFF2-40B4-BE49-F238E27FC236}">
                      <a16:creationId xmlns:a16="http://schemas.microsoft.com/office/drawing/2014/main" id="{CA6E2651-E1F7-4A8F-874E-FC74455F0913}"/>
                    </a:ext>
                  </a:extLst>
                </p:cNvPr>
                <p:cNvSpPr/>
                <p:nvPr/>
              </p:nvSpPr>
              <p:spPr>
                <a:xfrm>
                  <a:off x="7396619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2" name="object 322">
                  <a:extLst>
                    <a:ext uri="{FF2B5EF4-FFF2-40B4-BE49-F238E27FC236}">
                      <a16:creationId xmlns:a16="http://schemas.microsoft.com/office/drawing/2014/main" id="{B5688420-40F7-4432-85E7-70BF97E77ADC}"/>
                    </a:ext>
                  </a:extLst>
                </p:cNvPr>
                <p:cNvSpPr/>
                <p:nvPr/>
              </p:nvSpPr>
              <p:spPr>
                <a:xfrm>
                  <a:off x="750176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3" name="object 323">
                  <a:extLst>
                    <a:ext uri="{FF2B5EF4-FFF2-40B4-BE49-F238E27FC236}">
                      <a16:creationId xmlns:a16="http://schemas.microsoft.com/office/drawing/2014/main" id="{98634305-1EC8-4498-AB66-C22B9F9447E4}"/>
                    </a:ext>
                  </a:extLst>
                </p:cNvPr>
                <p:cNvSpPr/>
                <p:nvPr/>
              </p:nvSpPr>
              <p:spPr>
                <a:xfrm>
                  <a:off x="750176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4" name="object 324">
                  <a:extLst>
                    <a:ext uri="{FF2B5EF4-FFF2-40B4-BE49-F238E27FC236}">
                      <a16:creationId xmlns:a16="http://schemas.microsoft.com/office/drawing/2014/main" id="{86E76A93-A837-4D3B-B8A0-9EB6E34AEEBA}"/>
                    </a:ext>
                  </a:extLst>
                </p:cNvPr>
                <p:cNvSpPr/>
                <p:nvPr/>
              </p:nvSpPr>
              <p:spPr>
                <a:xfrm>
                  <a:off x="760693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5" name="object 325">
                  <a:extLst>
                    <a:ext uri="{FF2B5EF4-FFF2-40B4-BE49-F238E27FC236}">
                      <a16:creationId xmlns:a16="http://schemas.microsoft.com/office/drawing/2014/main" id="{1FE52B37-DAC0-4C0D-A2AB-E3712F1C9B2A}"/>
                    </a:ext>
                  </a:extLst>
                </p:cNvPr>
                <p:cNvSpPr/>
                <p:nvPr/>
              </p:nvSpPr>
              <p:spPr>
                <a:xfrm>
                  <a:off x="7606931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6" name="object 326">
                  <a:extLst>
                    <a:ext uri="{FF2B5EF4-FFF2-40B4-BE49-F238E27FC236}">
                      <a16:creationId xmlns:a16="http://schemas.microsoft.com/office/drawing/2014/main" id="{3559C95A-11E7-4AD7-A6B5-14B4FA408F25}"/>
                    </a:ext>
                  </a:extLst>
                </p:cNvPr>
                <p:cNvSpPr/>
                <p:nvPr/>
              </p:nvSpPr>
              <p:spPr>
                <a:xfrm>
                  <a:off x="771207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7" name="object 327">
                  <a:extLst>
                    <a:ext uri="{FF2B5EF4-FFF2-40B4-BE49-F238E27FC236}">
                      <a16:creationId xmlns:a16="http://schemas.microsoft.com/office/drawing/2014/main" id="{EDA62B9F-13E6-4854-9EAA-1E3022620ED8}"/>
                    </a:ext>
                  </a:extLst>
                </p:cNvPr>
                <p:cNvSpPr/>
                <p:nvPr/>
              </p:nvSpPr>
              <p:spPr>
                <a:xfrm>
                  <a:off x="7712075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8" name="object 328">
                  <a:extLst>
                    <a:ext uri="{FF2B5EF4-FFF2-40B4-BE49-F238E27FC236}">
                      <a16:creationId xmlns:a16="http://schemas.microsoft.com/office/drawing/2014/main" id="{7336E9CA-0897-401E-8DF5-BAE6A1DA96F1}"/>
                    </a:ext>
                  </a:extLst>
                </p:cNvPr>
                <p:cNvSpPr/>
                <p:nvPr/>
              </p:nvSpPr>
              <p:spPr>
                <a:xfrm>
                  <a:off x="7817243" y="5225795"/>
                  <a:ext cx="106045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33020">
                      <a:moveTo>
                        <a:pt x="0" y="32765"/>
                      </a:moveTo>
                      <a:lnTo>
                        <a:pt x="105918" y="3276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9" name="object 329">
                  <a:extLst>
                    <a:ext uri="{FF2B5EF4-FFF2-40B4-BE49-F238E27FC236}">
                      <a16:creationId xmlns:a16="http://schemas.microsoft.com/office/drawing/2014/main" id="{C2471F07-D5C6-4FE1-B3DD-03644226CF7A}"/>
                    </a:ext>
                  </a:extLst>
                </p:cNvPr>
                <p:cNvSpPr/>
                <p:nvPr/>
              </p:nvSpPr>
              <p:spPr>
                <a:xfrm>
                  <a:off x="7817243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0" name="object 330">
                  <a:extLst>
                    <a:ext uri="{FF2B5EF4-FFF2-40B4-BE49-F238E27FC236}">
                      <a16:creationId xmlns:a16="http://schemas.microsoft.com/office/drawing/2014/main" id="{FB932738-9FCF-422D-938F-8876FED9D67D}"/>
                    </a:ext>
                  </a:extLst>
                </p:cNvPr>
                <p:cNvSpPr/>
                <p:nvPr/>
              </p:nvSpPr>
              <p:spPr>
                <a:xfrm>
                  <a:off x="7923148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1" name="object 331">
                  <a:extLst>
                    <a:ext uri="{FF2B5EF4-FFF2-40B4-BE49-F238E27FC236}">
                      <a16:creationId xmlns:a16="http://schemas.microsoft.com/office/drawing/2014/main" id="{A19C2CB3-04B0-49A3-B365-431CA6495B5E}"/>
                    </a:ext>
                  </a:extLst>
                </p:cNvPr>
                <p:cNvSpPr/>
                <p:nvPr/>
              </p:nvSpPr>
              <p:spPr>
                <a:xfrm>
                  <a:off x="7923148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2" name="object 332">
                  <a:extLst>
                    <a:ext uri="{FF2B5EF4-FFF2-40B4-BE49-F238E27FC236}">
                      <a16:creationId xmlns:a16="http://schemas.microsoft.com/office/drawing/2014/main" id="{EEFFF606-BD7E-491A-A2A0-18A0F4760CE5}"/>
                    </a:ext>
                  </a:extLst>
                </p:cNvPr>
                <p:cNvSpPr/>
                <p:nvPr/>
              </p:nvSpPr>
              <p:spPr>
                <a:xfrm>
                  <a:off x="8028317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3" name="object 333">
                  <a:extLst>
                    <a:ext uri="{FF2B5EF4-FFF2-40B4-BE49-F238E27FC236}">
                      <a16:creationId xmlns:a16="http://schemas.microsoft.com/office/drawing/2014/main" id="{BC5C2D2A-8333-40A6-828E-FD1F69620FE5}"/>
                    </a:ext>
                  </a:extLst>
                </p:cNvPr>
                <p:cNvSpPr/>
                <p:nvPr/>
              </p:nvSpPr>
              <p:spPr>
                <a:xfrm>
                  <a:off x="802831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4" name="object 334">
                  <a:extLst>
                    <a:ext uri="{FF2B5EF4-FFF2-40B4-BE49-F238E27FC236}">
                      <a16:creationId xmlns:a16="http://schemas.microsoft.com/office/drawing/2014/main" id="{CE2645F3-D899-4136-B29A-C96554E0784F}"/>
                    </a:ext>
                  </a:extLst>
                </p:cNvPr>
                <p:cNvSpPr/>
                <p:nvPr/>
              </p:nvSpPr>
              <p:spPr>
                <a:xfrm>
                  <a:off x="8133473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5" name="object 335">
                  <a:extLst>
                    <a:ext uri="{FF2B5EF4-FFF2-40B4-BE49-F238E27FC236}">
                      <a16:creationId xmlns:a16="http://schemas.microsoft.com/office/drawing/2014/main" id="{E3C56770-8696-43E8-B516-6B9EE3703376}"/>
                    </a:ext>
                  </a:extLst>
                </p:cNvPr>
                <p:cNvSpPr/>
                <p:nvPr/>
              </p:nvSpPr>
              <p:spPr>
                <a:xfrm>
                  <a:off x="813347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6" name="object 336">
                  <a:extLst>
                    <a:ext uri="{FF2B5EF4-FFF2-40B4-BE49-F238E27FC236}">
                      <a16:creationId xmlns:a16="http://schemas.microsoft.com/office/drawing/2014/main" id="{4725A9F6-7D9F-48D7-AB4B-42AAF61F5163}"/>
                    </a:ext>
                  </a:extLst>
                </p:cNvPr>
                <p:cNvSpPr/>
                <p:nvPr/>
              </p:nvSpPr>
              <p:spPr>
                <a:xfrm>
                  <a:off x="8238629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7" name="object 337">
                  <a:extLst>
                    <a:ext uri="{FF2B5EF4-FFF2-40B4-BE49-F238E27FC236}">
                      <a16:creationId xmlns:a16="http://schemas.microsoft.com/office/drawing/2014/main" id="{A0F65D9F-8ABB-42B3-8AA7-581D27A8A986}"/>
                    </a:ext>
                  </a:extLst>
                </p:cNvPr>
                <p:cNvSpPr/>
                <p:nvPr/>
              </p:nvSpPr>
              <p:spPr>
                <a:xfrm>
                  <a:off x="8238629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8" name="object 338">
                  <a:extLst>
                    <a:ext uri="{FF2B5EF4-FFF2-40B4-BE49-F238E27FC236}">
                      <a16:creationId xmlns:a16="http://schemas.microsoft.com/office/drawing/2014/main" id="{6C81F723-2671-4F25-BDAB-532E8A87CEC4}"/>
                    </a:ext>
                  </a:extLst>
                </p:cNvPr>
                <p:cNvSpPr/>
                <p:nvPr/>
              </p:nvSpPr>
              <p:spPr>
                <a:xfrm>
                  <a:off x="8343773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9" name="object 339">
                  <a:extLst>
                    <a:ext uri="{FF2B5EF4-FFF2-40B4-BE49-F238E27FC236}">
                      <a16:creationId xmlns:a16="http://schemas.microsoft.com/office/drawing/2014/main" id="{5E86495B-6098-4D4E-AA49-B9D0B9855B4C}"/>
                    </a:ext>
                  </a:extLst>
                </p:cNvPr>
                <p:cNvSpPr/>
                <p:nvPr/>
              </p:nvSpPr>
              <p:spPr>
                <a:xfrm>
                  <a:off x="8343773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0" name="object 340">
                  <a:extLst>
                    <a:ext uri="{FF2B5EF4-FFF2-40B4-BE49-F238E27FC236}">
                      <a16:creationId xmlns:a16="http://schemas.microsoft.com/office/drawing/2014/main" id="{EC96F569-7995-4812-A93A-6386ED18E3CD}"/>
                    </a:ext>
                  </a:extLst>
                </p:cNvPr>
                <p:cNvSpPr/>
                <p:nvPr/>
              </p:nvSpPr>
              <p:spPr>
                <a:xfrm>
                  <a:off x="8448941" y="5225795"/>
                  <a:ext cx="106045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33020">
                      <a:moveTo>
                        <a:pt x="0" y="32765"/>
                      </a:moveTo>
                      <a:lnTo>
                        <a:pt x="105918" y="3276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1" name="object 341">
                  <a:extLst>
                    <a:ext uri="{FF2B5EF4-FFF2-40B4-BE49-F238E27FC236}">
                      <a16:creationId xmlns:a16="http://schemas.microsoft.com/office/drawing/2014/main" id="{560B314F-DEE8-4207-905A-0322616BB310}"/>
                    </a:ext>
                  </a:extLst>
                </p:cNvPr>
                <p:cNvSpPr/>
                <p:nvPr/>
              </p:nvSpPr>
              <p:spPr>
                <a:xfrm>
                  <a:off x="8448941" y="515340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2" name="object 342">
                  <a:extLst>
                    <a:ext uri="{FF2B5EF4-FFF2-40B4-BE49-F238E27FC236}">
                      <a16:creationId xmlns:a16="http://schemas.microsoft.com/office/drawing/2014/main" id="{42553878-BBED-49AA-8130-E45D43211F23}"/>
                    </a:ext>
                  </a:extLst>
                </p:cNvPr>
                <p:cNvSpPr/>
                <p:nvPr/>
              </p:nvSpPr>
              <p:spPr>
                <a:xfrm>
                  <a:off x="8554847" y="5225795"/>
                  <a:ext cx="105410" cy="33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33020">
                      <a:moveTo>
                        <a:pt x="0" y="32765"/>
                      </a:moveTo>
                      <a:lnTo>
                        <a:pt x="105155" y="3276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327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3" name="object 343">
                  <a:extLst>
                    <a:ext uri="{FF2B5EF4-FFF2-40B4-BE49-F238E27FC236}">
                      <a16:creationId xmlns:a16="http://schemas.microsoft.com/office/drawing/2014/main" id="{E1EE09F6-8CC5-4FAF-BB58-43B14E89317E}"/>
                    </a:ext>
                  </a:extLst>
                </p:cNvPr>
                <p:cNvSpPr/>
                <p:nvPr/>
              </p:nvSpPr>
              <p:spPr>
                <a:xfrm>
                  <a:off x="8554847" y="515340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4" name="object 344">
                  <a:extLst>
                    <a:ext uri="{FF2B5EF4-FFF2-40B4-BE49-F238E27FC236}">
                      <a16:creationId xmlns:a16="http://schemas.microsoft.com/office/drawing/2014/main" id="{B789248E-9B2A-4721-9951-C6CC1EB98E8C}"/>
                    </a:ext>
                  </a:extLst>
                </p:cNvPr>
                <p:cNvSpPr/>
                <p:nvPr/>
              </p:nvSpPr>
              <p:spPr>
                <a:xfrm>
                  <a:off x="602806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5" name="object 345">
                  <a:extLst>
                    <a:ext uri="{FF2B5EF4-FFF2-40B4-BE49-F238E27FC236}">
                      <a16:creationId xmlns:a16="http://schemas.microsoft.com/office/drawing/2014/main" id="{A669CF42-57BA-4392-AD46-84718567F855}"/>
                    </a:ext>
                  </a:extLst>
                </p:cNvPr>
                <p:cNvSpPr/>
                <p:nvPr/>
              </p:nvSpPr>
              <p:spPr>
                <a:xfrm>
                  <a:off x="602806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6" name="object 346">
                  <a:extLst>
                    <a:ext uri="{FF2B5EF4-FFF2-40B4-BE49-F238E27FC236}">
                      <a16:creationId xmlns:a16="http://schemas.microsoft.com/office/drawing/2014/main" id="{E7F0A31C-3404-4422-8314-F35602AF1E03}"/>
                    </a:ext>
                  </a:extLst>
                </p:cNvPr>
                <p:cNvSpPr/>
                <p:nvPr/>
              </p:nvSpPr>
              <p:spPr>
                <a:xfrm>
                  <a:off x="613322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7" name="object 347">
                  <a:extLst>
                    <a:ext uri="{FF2B5EF4-FFF2-40B4-BE49-F238E27FC236}">
                      <a16:creationId xmlns:a16="http://schemas.microsoft.com/office/drawing/2014/main" id="{F9A65ED8-9A68-496D-9FB9-7E7D1361D7B4}"/>
                    </a:ext>
                  </a:extLst>
                </p:cNvPr>
                <p:cNvSpPr/>
                <p:nvPr/>
              </p:nvSpPr>
              <p:spPr>
                <a:xfrm>
                  <a:off x="613322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8" name="object 348">
                  <a:extLst>
                    <a:ext uri="{FF2B5EF4-FFF2-40B4-BE49-F238E27FC236}">
                      <a16:creationId xmlns:a16="http://schemas.microsoft.com/office/drawing/2014/main" id="{EFA19098-FC2C-4EE9-AAF8-3C81B5D66D65}"/>
                    </a:ext>
                  </a:extLst>
                </p:cNvPr>
                <p:cNvSpPr/>
                <p:nvPr/>
              </p:nvSpPr>
              <p:spPr>
                <a:xfrm>
                  <a:off x="623837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9" name="object 349">
                  <a:extLst>
                    <a:ext uri="{FF2B5EF4-FFF2-40B4-BE49-F238E27FC236}">
                      <a16:creationId xmlns:a16="http://schemas.microsoft.com/office/drawing/2014/main" id="{8E4C8D79-FA7C-46C9-8187-8CA599823E86}"/>
                    </a:ext>
                  </a:extLst>
                </p:cNvPr>
                <p:cNvSpPr/>
                <p:nvPr/>
              </p:nvSpPr>
              <p:spPr>
                <a:xfrm>
                  <a:off x="623837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0" name="object 350">
                  <a:extLst>
                    <a:ext uri="{FF2B5EF4-FFF2-40B4-BE49-F238E27FC236}">
                      <a16:creationId xmlns:a16="http://schemas.microsoft.com/office/drawing/2014/main" id="{C9B61B11-A3C0-49DC-B087-46C4F67E0562}"/>
                    </a:ext>
                  </a:extLst>
                </p:cNvPr>
                <p:cNvSpPr/>
                <p:nvPr/>
              </p:nvSpPr>
              <p:spPr>
                <a:xfrm>
                  <a:off x="634353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1" name="object 351">
                  <a:extLst>
                    <a:ext uri="{FF2B5EF4-FFF2-40B4-BE49-F238E27FC236}">
                      <a16:creationId xmlns:a16="http://schemas.microsoft.com/office/drawing/2014/main" id="{DC2B6AAE-75BB-4E9F-9986-88040F5ADBC9}"/>
                    </a:ext>
                  </a:extLst>
                </p:cNvPr>
                <p:cNvSpPr/>
                <p:nvPr/>
              </p:nvSpPr>
              <p:spPr>
                <a:xfrm>
                  <a:off x="634353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2" name="object 352">
                  <a:extLst>
                    <a:ext uri="{FF2B5EF4-FFF2-40B4-BE49-F238E27FC236}">
                      <a16:creationId xmlns:a16="http://schemas.microsoft.com/office/drawing/2014/main" id="{E250A5BC-2FFE-4134-B101-C116EF83F97F}"/>
                    </a:ext>
                  </a:extLst>
                </p:cNvPr>
                <p:cNvSpPr/>
                <p:nvPr/>
              </p:nvSpPr>
              <p:spPr>
                <a:xfrm>
                  <a:off x="6448691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3" name="object 353">
                  <a:extLst>
                    <a:ext uri="{FF2B5EF4-FFF2-40B4-BE49-F238E27FC236}">
                      <a16:creationId xmlns:a16="http://schemas.microsoft.com/office/drawing/2014/main" id="{304BF45D-16DE-4948-A9F6-227D94EB8DBF}"/>
                    </a:ext>
                  </a:extLst>
                </p:cNvPr>
                <p:cNvSpPr/>
                <p:nvPr/>
              </p:nvSpPr>
              <p:spPr>
                <a:xfrm>
                  <a:off x="6448691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4" name="object 354">
                  <a:extLst>
                    <a:ext uri="{FF2B5EF4-FFF2-40B4-BE49-F238E27FC236}">
                      <a16:creationId xmlns:a16="http://schemas.microsoft.com/office/drawing/2014/main" id="{96CAF67D-94BA-4AE7-904F-1DA4E944CE0B}"/>
                    </a:ext>
                  </a:extLst>
                </p:cNvPr>
                <p:cNvSpPr/>
                <p:nvPr/>
              </p:nvSpPr>
              <p:spPr>
                <a:xfrm>
                  <a:off x="655459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5" name="object 355">
                  <a:extLst>
                    <a:ext uri="{FF2B5EF4-FFF2-40B4-BE49-F238E27FC236}">
                      <a16:creationId xmlns:a16="http://schemas.microsoft.com/office/drawing/2014/main" id="{35552635-87A1-4D6E-9174-5242F6CA1069}"/>
                    </a:ext>
                  </a:extLst>
                </p:cNvPr>
                <p:cNvSpPr/>
                <p:nvPr/>
              </p:nvSpPr>
              <p:spPr>
                <a:xfrm>
                  <a:off x="655459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6" name="object 356">
                  <a:extLst>
                    <a:ext uri="{FF2B5EF4-FFF2-40B4-BE49-F238E27FC236}">
                      <a16:creationId xmlns:a16="http://schemas.microsoft.com/office/drawing/2014/main" id="{5FD078FC-17B2-43B7-BE3B-627390458569}"/>
                    </a:ext>
                  </a:extLst>
                </p:cNvPr>
                <p:cNvSpPr/>
                <p:nvPr/>
              </p:nvSpPr>
              <p:spPr>
                <a:xfrm>
                  <a:off x="665976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7" name="object 357">
                  <a:extLst>
                    <a:ext uri="{FF2B5EF4-FFF2-40B4-BE49-F238E27FC236}">
                      <a16:creationId xmlns:a16="http://schemas.microsoft.com/office/drawing/2014/main" id="{B318D437-D02C-418C-98FF-A6533A4BCE2E}"/>
                    </a:ext>
                  </a:extLst>
                </p:cNvPr>
                <p:cNvSpPr/>
                <p:nvPr/>
              </p:nvSpPr>
              <p:spPr>
                <a:xfrm>
                  <a:off x="665976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8" name="object 358">
                  <a:extLst>
                    <a:ext uri="{FF2B5EF4-FFF2-40B4-BE49-F238E27FC236}">
                      <a16:creationId xmlns:a16="http://schemas.microsoft.com/office/drawing/2014/main" id="{BE9D5B48-2E57-4476-8CDB-C0A63DE9C2D2}"/>
                    </a:ext>
                  </a:extLst>
                </p:cNvPr>
                <p:cNvSpPr/>
                <p:nvPr/>
              </p:nvSpPr>
              <p:spPr>
                <a:xfrm>
                  <a:off x="676492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9" name="object 359">
                  <a:extLst>
                    <a:ext uri="{FF2B5EF4-FFF2-40B4-BE49-F238E27FC236}">
                      <a16:creationId xmlns:a16="http://schemas.microsoft.com/office/drawing/2014/main" id="{F0F494F3-61F0-4BD0-A8F6-E4BDEF5FB94A}"/>
                    </a:ext>
                  </a:extLst>
                </p:cNvPr>
                <p:cNvSpPr/>
                <p:nvPr/>
              </p:nvSpPr>
              <p:spPr>
                <a:xfrm>
                  <a:off x="676492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0" name="object 360">
                  <a:extLst>
                    <a:ext uri="{FF2B5EF4-FFF2-40B4-BE49-F238E27FC236}">
                      <a16:creationId xmlns:a16="http://schemas.microsoft.com/office/drawing/2014/main" id="{92903DA5-2D34-4C22-946C-BD429D66E6E3}"/>
                    </a:ext>
                  </a:extLst>
                </p:cNvPr>
                <p:cNvSpPr/>
                <p:nvPr/>
              </p:nvSpPr>
              <p:spPr>
                <a:xfrm>
                  <a:off x="687007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1" name="object 361">
                  <a:extLst>
                    <a:ext uri="{FF2B5EF4-FFF2-40B4-BE49-F238E27FC236}">
                      <a16:creationId xmlns:a16="http://schemas.microsoft.com/office/drawing/2014/main" id="{FB1864AD-22F3-4475-B3E0-949D4428C515}"/>
                    </a:ext>
                  </a:extLst>
                </p:cNvPr>
                <p:cNvSpPr/>
                <p:nvPr/>
              </p:nvSpPr>
              <p:spPr>
                <a:xfrm>
                  <a:off x="687007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2" name="object 362">
                  <a:extLst>
                    <a:ext uri="{FF2B5EF4-FFF2-40B4-BE49-F238E27FC236}">
                      <a16:creationId xmlns:a16="http://schemas.microsoft.com/office/drawing/2014/main" id="{9B6C6783-5C40-416B-AA13-FD9A4FEE90BB}"/>
                    </a:ext>
                  </a:extLst>
                </p:cNvPr>
                <p:cNvSpPr/>
                <p:nvPr/>
              </p:nvSpPr>
              <p:spPr>
                <a:xfrm>
                  <a:off x="697522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3" name="object 363">
                  <a:extLst>
                    <a:ext uri="{FF2B5EF4-FFF2-40B4-BE49-F238E27FC236}">
                      <a16:creationId xmlns:a16="http://schemas.microsoft.com/office/drawing/2014/main" id="{CC2E8DF8-DDC0-4DE5-AFF1-938F25FEF287}"/>
                    </a:ext>
                  </a:extLst>
                </p:cNvPr>
                <p:cNvSpPr/>
                <p:nvPr/>
              </p:nvSpPr>
              <p:spPr>
                <a:xfrm>
                  <a:off x="697522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4" name="object 364">
                  <a:extLst>
                    <a:ext uri="{FF2B5EF4-FFF2-40B4-BE49-F238E27FC236}">
                      <a16:creationId xmlns:a16="http://schemas.microsoft.com/office/drawing/2014/main" id="{7292476D-5BB9-4939-B847-4E07E3B41905}"/>
                    </a:ext>
                  </a:extLst>
                </p:cNvPr>
                <p:cNvSpPr/>
                <p:nvPr/>
              </p:nvSpPr>
              <p:spPr>
                <a:xfrm>
                  <a:off x="708037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5" name="object 365">
                  <a:extLst>
                    <a:ext uri="{FF2B5EF4-FFF2-40B4-BE49-F238E27FC236}">
                      <a16:creationId xmlns:a16="http://schemas.microsoft.com/office/drawing/2014/main" id="{0B8D164F-8323-4CAC-AD73-9C95AD376718}"/>
                    </a:ext>
                  </a:extLst>
                </p:cNvPr>
                <p:cNvSpPr/>
                <p:nvPr/>
              </p:nvSpPr>
              <p:spPr>
                <a:xfrm>
                  <a:off x="708037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6" name="object 366">
                  <a:extLst>
                    <a:ext uri="{FF2B5EF4-FFF2-40B4-BE49-F238E27FC236}">
                      <a16:creationId xmlns:a16="http://schemas.microsoft.com/office/drawing/2014/main" id="{59D760F2-7212-4778-9446-C36111CD7CA2}"/>
                    </a:ext>
                  </a:extLst>
                </p:cNvPr>
                <p:cNvSpPr/>
                <p:nvPr/>
              </p:nvSpPr>
              <p:spPr>
                <a:xfrm>
                  <a:off x="7185545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7" name="object 367">
                  <a:extLst>
                    <a:ext uri="{FF2B5EF4-FFF2-40B4-BE49-F238E27FC236}">
                      <a16:creationId xmlns:a16="http://schemas.microsoft.com/office/drawing/2014/main" id="{C0372330-3A74-4474-9BE2-E989949697AD}"/>
                    </a:ext>
                  </a:extLst>
                </p:cNvPr>
                <p:cNvSpPr/>
                <p:nvPr/>
              </p:nvSpPr>
              <p:spPr>
                <a:xfrm>
                  <a:off x="7185545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8" name="object 368">
                  <a:extLst>
                    <a:ext uri="{FF2B5EF4-FFF2-40B4-BE49-F238E27FC236}">
                      <a16:creationId xmlns:a16="http://schemas.microsoft.com/office/drawing/2014/main" id="{855355BC-8439-47A0-BDB1-653C87BD2ED9}"/>
                    </a:ext>
                  </a:extLst>
                </p:cNvPr>
                <p:cNvSpPr/>
                <p:nvPr/>
              </p:nvSpPr>
              <p:spPr>
                <a:xfrm>
                  <a:off x="7291450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9" name="object 369">
                  <a:extLst>
                    <a:ext uri="{FF2B5EF4-FFF2-40B4-BE49-F238E27FC236}">
                      <a16:creationId xmlns:a16="http://schemas.microsoft.com/office/drawing/2014/main" id="{1B2F9714-256F-42AE-96A1-E035CD83DFB1}"/>
                    </a:ext>
                  </a:extLst>
                </p:cNvPr>
                <p:cNvSpPr/>
                <p:nvPr/>
              </p:nvSpPr>
              <p:spPr>
                <a:xfrm>
                  <a:off x="7291450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0" name="object 370">
                  <a:extLst>
                    <a:ext uri="{FF2B5EF4-FFF2-40B4-BE49-F238E27FC236}">
                      <a16:creationId xmlns:a16="http://schemas.microsoft.com/office/drawing/2014/main" id="{CCB898F9-6429-4751-A317-C2339855B1FE}"/>
                    </a:ext>
                  </a:extLst>
                </p:cNvPr>
                <p:cNvSpPr/>
                <p:nvPr/>
              </p:nvSpPr>
              <p:spPr>
                <a:xfrm>
                  <a:off x="739661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1" name="object 371">
                  <a:extLst>
                    <a:ext uri="{FF2B5EF4-FFF2-40B4-BE49-F238E27FC236}">
                      <a16:creationId xmlns:a16="http://schemas.microsoft.com/office/drawing/2014/main" id="{CE11DD2D-1BDB-4A8B-B97F-ABAE4AB96C42}"/>
                    </a:ext>
                  </a:extLst>
                </p:cNvPr>
                <p:cNvSpPr/>
                <p:nvPr/>
              </p:nvSpPr>
              <p:spPr>
                <a:xfrm>
                  <a:off x="739661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2" name="object 372">
                  <a:extLst>
                    <a:ext uri="{FF2B5EF4-FFF2-40B4-BE49-F238E27FC236}">
                      <a16:creationId xmlns:a16="http://schemas.microsoft.com/office/drawing/2014/main" id="{CB4D8D0E-5E0C-4F43-BF53-C053C7D5C296}"/>
                    </a:ext>
                  </a:extLst>
                </p:cNvPr>
                <p:cNvSpPr/>
                <p:nvPr/>
              </p:nvSpPr>
              <p:spPr>
                <a:xfrm>
                  <a:off x="750176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3" name="object 373">
                  <a:extLst>
                    <a:ext uri="{FF2B5EF4-FFF2-40B4-BE49-F238E27FC236}">
                      <a16:creationId xmlns:a16="http://schemas.microsoft.com/office/drawing/2014/main" id="{6434157E-DEC5-4B63-B57E-D77EA43EBB9B}"/>
                    </a:ext>
                  </a:extLst>
                </p:cNvPr>
                <p:cNvSpPr/>
                <p:nvPr/>
              </p:nvSpPr>
              <p:spPr>
                <a:xfrm>
                  <a:off x="750176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4" name="object 374">
                  <a:extLst>
                    <a:ext uri="{FF2B5EF4-FFF2-40B4-BE49-F238E27FC236}">
                      <a16:creationId xmlns:a16="http://schemas.microsoft.com/office/drawing/2014/main" id="{8E9973BC-BF1F-40F9-8836-226074F4E7B2}"/>
                    </a:ext>
                  </a:extLst>
                </p:cNvPr>
                <p:cNvSpPr/>
                <p:nvPr/>
              </p:nvSpPr>
              <p:spPr>
                <a:xfrm>
                  <a:off x="760693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5" name="object 375">
                  <a:extLst>
                    <a:ext uri="{FF2B5EF4-FFF2-40B4-BE49-F238E27FC236}">
                      <a16:creationId xmlns:a16="http://schemas.microsoft.com/office/drawing/2014/main" id="{7090F869-DB44-4F00-955D-4E9DBE0F6630}"/>
                    </a:ext>
                  </a:extLst>
                </p:cNvPr>
                <p:cNvSpPr/>
                <p:nvPr/>
              </p:nvSpPr>
              <p:spPr>
                <a:xfrm>
                  <a:off x="7606931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6" name="object 376">
                  <a:extLst>
                    <a:ext uri="{FF2B5EF4-FFF2-40B4-BE49-F238E27FC236}">
                      <a16:creationId xmlns:a16="http://schemas.microsoft.com/office/drawing/2014/main" id="{395BF141-0217-41A4-A9F3-456DC785F504}"/>
                    </a:ext>
                  </a:extLst>
                </p:cNvPr>
                <p:cNvSpPr/>
                <p:nvPr/>
              </p:nvSpPr>
              <p:spPr>
                <a:xfrm>
                  <a:off x="771207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7" name="object 377">
                  <a:extLst>
                    <a:ext uri="{FF2B5EF4-FFF2-40B4-BE49-F238E27FC236}">
                      <a16:creationId xmlns:a16="http://schemas.microsoft.com/office/drawing/2014/main" id="{D4CF2FDC-4480-467C-97CA-6D57D78F5D8C}"/>
                    </a:ext>
                  </a:extLst>
                </p:cNvPr>
                <p:cNvSpPr/>
                <p:nvPr/>
              </p:nvSpPr>
              <p:spPr>
                <a:xfrm>
                  <a:off x="7712075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8" name="object 378">
                  <a:extLst>
                    <a:ext uri="{FF2B5EF4-FFF2-40B4-BE49-F238E27FC236}">
                      <a16:creationId xmlns:a16="http://schemas.microsoft.com/office/drawing/2014/main" id="{47166D4D-B4D0-4285-9CBE-DE48409308C5}"/>
                    </a:ext>
                  </a:extLst>
                </p:cNvPr>
                <p:cNvSpPr/>
                <p:nvPr/>
              </p:nvSpPr>
              <p:spPr>
                <a:xfrm>
                  <a:off x="7817243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9" name="object 379">
                  <a:extLst>
                    <a:ext uri="{FF2B5EF4-FFF2-40B4-BE49-F238E27FC236}">
                      <a16:creationId xmlns:a16="http://schemas.microsoft.com/office/drawing/2014/main" id="{D0648D55-7E72-400C-B87A-4263F35C40C1}"/>
                    </a:ext>
                  </a:extLst>
                </p:cNvPr>
                <p:cNvSpPr/>
                <p:nvPr/>
              </p:nvSpPr>
              <p:spPr>
                <a:xfrm>
                  <a:off x="7817243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0" name="object 380">
                  <a:extLst>
                    <a:ext uri="{FF2B5EF4-FFF2-40B4-BE49-F238E27FC236}">
                      <a16:creationId xmlns:a16="http://schemas.microsoft.com/office/drawing/2014/main" id="{8A87851E-E60A-4CA3-9307-C4A2114FC0CB}"/>
                    </a:ext>
                  </a:extLst>
                </p:cNvPr>
                <p:cNvSpPr/>
                <p:nvPr/>
              </p:nvSpPr>
              <p:spPr>
                <a:xfrm>
                  <a:off x="7923148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1" name="object 381">
                  <a:extLst>
                    <a:ext uri="{FF2B5EF4-FFF2-40B4-BE49-F238E27FC236}">
                      <a16:creationId xmlns:a16="http://schemas.microsoft.com/office/drawing/2014/main" id="{3EE57E0B-BE97-462B-95ED-C1EB6331F2F7}"/>
                    </a:ext>
                  </a:extLst>
                </p:cNvPr>
                <p:cNvSpPr/>
                <p:nvPr/>
              </p:nvSpPr>
              <p:spPr>
                <a:xfrm>
                  <a:off x="7923148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2" name="object 382">
                  <a:extLst>
                    <a:ext uri="{FF2B5EF4-FFF2-40B4-BE49-F238E27FC236}">
                      <a16:creationId xmlns:a16="http://schemas.microsoft.com/office/drawing/2014/main" id="{893AE8BC-6BF3-4B23-9BDA-551EB00A28B2}"/>
                    </a:ext>
                  </a:extLst>
                </p:cNvPr>
                <p:cNvSpPr/>
                <p:nvPr/>
              </p:nvSpPr>
              <p:spPr>
                <a:xfrm>
                  <a:off x="802831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3" name="object 383">
                  <a:extLst>
                    <a:ext uri="{FF2B5EF4-FFF2-40B4-BE49-F238E27FC236}">
                      <a16:creationId xmlns:a16="http://schemas.microsoft.com/office/drawing/2014/main" id="{8E557E14-E0CB-4207-BCB5-0C47436859E9}"/>
                    </a:ext>
                  </a:extLst>
                </p:cNvPr>
                <p:cNvSpPr/>
                <p:nvPr/>
              </p:nvSpPr>
              <p:spPr>
                <a:xfrm>
                  <a:off x="802831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4" name="object 384">
                  <a:extLst>
                    <a:ext uri="{FF2B5EF4-FFF2-40B4-BE49-F238E27FC236}">
                      <a16:creationId xmlns:a16="http://schemas.microsoft.com/office/drawing/2014/main" id="{7F6C42D1-0AE9-4AD9-8672-9014E53AFC63}"/>
                    </a:ext>
                  </a:extLst>
                </p:cNvPr>
                <p:cNvSpPr/>
                <p:nvPr/>
              </p:nvSpPr>
              <p:spPr>
                <a:xfrm>
                  <a:off x="813347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5" name="object 385">
                  <a:extLst>
                    <a:ext uri="{FF2B5EF4-FFF2-40B4-BE49-F238E27FC236}">
                      <a16:creationId xmlns:a16="http://schemas.microsoft.com/office/drawing/2014/main" id="{8A7980A5-CDDE-4768-ADFE-CB192C2231D6}"/>
                    </a:ext>
                  </a:extLst>
                </p:cNvPr>
                <p:cNvSpPr/>
                <p:nvPr/>
              </p:nvSpPr>
              <p:spPr>
                <a:xfrm>
                  <a:off x="813347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6" name="object 386">
                  <a:extLst>
                    <a:ext uri="{FF2B5EF4-FFF2-40B4-BE49-F238E27FC236}">
                      <a16:creationId xmlns:a16="http://schemas.microsoft.com/office/drawing/2014/main" id="{6EBF8509-E2E2-46AA-B51B-98FB32FAFE69}"/>
                    </a:ext>
                  </a:extLst>
                </p:cNvPr>
                <p:cNvSpPr/>
                <p:nvPr/>
              </p:nvSpPr>
              <p:spPr>
                <a:xfrm>
                  <a:off x="823862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7" name="object 387">
                  <a:extLst>
                    <a:ext uri="{FF2B5EF4-FFF2-40B4-BE49-F238E27FC236}">
                      <a16:creationId xmlns:a16="http://schemas.microsoft.com/office/drawing/2014/main" id="{D3BF0368-C1E9-4A0A-8C86-2EB86FEDF96E}"/>
                    </a:ext>
                  </a:extLst>
                </p:cNvPr>
                <p:cNvSpPr/>
                <p:nvPr/>
              </p:nvSpPr>
              <p:spPr>
                <a:xfrm>
                  <a:off x="8238629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8" name="object 388">
                  <a:extLst>
                    <a:ext uri="{FF2B5EF4-FFF2-40B4-BE49-F238E27FC236}">
                      <a16:creationId xmlns:a16="http://schemas.microsoft.com/office/drawing/2014/main" id="{1C23B8ED-7B22-4E0B-A1B8-494B68B03E7A}"/>
                    </a:ext>
                  </a:extLst>
                </p:cNvPr>
                <p:cNvSpPr/>
                <p:nvPr/>
              </p:nvSpPr>
              <p:spPr>
                <a:xfrm>
                  <a:off x="834377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9" name="object 389">
                  <a:extLst>
                    <a:ext uri="{FF2B5EF4-FFF2-40B4-BE49-F238E27FC236}">
                      <a16:creationId xmlns:a16="http://schemas.microsoft.com/office/drawing/2014/main" id="{CE71185A-76F2-402C-9417-042C1FDC647A}"/>
                    </a:ext>
                  </a:extLst>
                </p:cNvPr>
                <p:cNvSpPr/>
                <p:nvPr/>
              </p:nvSpPr>
              <p:spPr>
                <a:xfrm>
                  <a:off x="8343773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0" name="object 390">
                  <a:extLst>
                    <a:ext uri="{FF2B5EF4-FFF2-40B4-BE49-F238E27FC236}">
                      <a16:creationId xmlns:a16="http://schemas.microsoft.com/office/drawing/2014/main" id="{2F2D82C9-8BD1-4166-B90F-942176D23F5F}"/>
                    </a:ext>
                  </a:extLst>
                </p:cNvPr>
                <p:cNvSpPr/>
                <p:nvPr/>
              </p:nvSpPr>
              <p:spPr>
                <a:xfrm>
                  <a:off x="8448941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1" name="object 391">
                  <a:extLst>
                    <a:ext uri="{FF2B5EF4-FFF2-40B4-BE49-F238E27FC236}">
                      <a16:creationId xmlns:a16="http://schemas.microsoft.com/office/drawing/2014/main" id="{50035C7F-8E6B-4BDE-886C-4637D060F58F}"/>
                    </a:ext>
                  </a:extLst>
                </p:cNvPr>
                <p:cNvSpPr/>
                <p:nvPr/>
              </p:nvSpPr>
              <p:spPr>
                <a:xfrm>
                  <a:off x="8448941" y="525856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2" name="object 392">
                  <a:extLst>
                    <a:ext uri="{FF2B5EF4-FFF2-40B4-BE49-F238E27FC236}">
                      <a16:creationId xmlns:a16="http://schemas.microsoft.com/office/drawing/2014/main" id="{FCF5D826-7279-46E8-996F-809CBFEB0A3D}"/>
                    </a:ext>
                  </a:extLst>
                </p:cNvPr>
                <p:cNvSpPr/>
                <p:nvPr/>
              </p:nvSpPr>
              <p:spPr>
                <a:xfrm>
                  <a:off x="855484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3" name="object 393">
                  <a:extLst>
                    <a:ext uri="{FF2B5EF4-FFF2-40B4-BE49-F238E27FC236}">
                      <a16:creationId xmlns:a16="http://schemas.microsoft.com/office/drawing/2014/main" id="{F863C3B6-4528-459E-811A-B18620EAC272}"/>
                    </a:ext>
                  </a:extLst>
                </p:cNvPr>
                <p:cNvSpPr/>
                <p:nvPr/>
              </p:nvSpPr>
              <p:spPr>
                <a:xfrm>
                  <a:off x="8554847" y="525856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4" name="object 394">
                  <a:extLst>
                    <a:ext uri="{FF2B5EF4-FFF2-40B4-BE49-F238E27FC236}">
                      <a16:creationId xmlns:a16="http://schemas.microsoft.com/office/drawing/2014/main" id="{04B1B650-BB61-46E2-844C-AEE822D6C8EA}"/>
                    </a:ext>
                  </a:extLst>
                </p:cNvPr>
                <p:cNvSpPr/>
                <p:nvPr/>
              </p:nvSpPr>
              <p:spPr>
                <a:xfrm>
                  <a:off x="6028067" y="536373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6" y="0"/>
                      </a:moveTo>
                      <a:lnTo>
                        <a:pt x="0" y="0"/>
                      </a:lnTo>
                      <a:lnTo>
                        <a:pt x="0" y="16002"/>
                      </a:lnTo>
                      <a:lnTo>
                        <a:pt x="0" y="105156"/>
                      </a:lnTo>
                      <a:lnTo>
                        <a:pt x="105156" y="105156"/>
                      </a:lnTo>
                      <a:lnTo>
                        <a:pt x="105156" y="16002"/>
                      </a:lnTo>
                      <a:lnTo>
                        <a:pt x="10515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object 395">
                  <a:extLst>
                    <a:ext uri="{FF2B5EF4-FFF2-40B4-BE49-F238E27FC236}">
                      <a16:creationId xmlns:a16="http://schemas.microsoft.com/office/drawing/2014/main" id="{75A7376E-B49C-48C0-9A05-6DF9B235F4B7}"/>
                    </a:ext>
                  </a:extLst>
                </p:cNvPr>
                <p:cNvSpPr/>
                <p:nvPr/>
              </p:nvSpPr>
              <p:spPr>
                <a:xfrm>
                  <a:off x="602806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6" name="object 396">
                  <a:extLst>
                    <a:ext uri="{FF2B5EF4-FFF2-40B4-BE49-F238E27FC236}">
                      <a16:creationId xmlns:a16="http://schemas.microsoft.com/office/drawing/2014/main" id="{0459CA19-9956-4D8A-BF8E-7EB3A5336BEE}"/>
                    </a:ext>
                  </a:extLst>
                </p:cNvPr>
                <p:cNvSpPr/>
                <p:nvPr/>
              </p:nvSpPr>
              <p:spPr>
                <a:xfrm>
                  <a:off x="613322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7" name="object 397">
                  <a:extLst>
                    <a:ext uri="{FF2B5EF4-FFF2-40B4-BE49-F238E27FC236}">
                      <a16:creationId xmlns:a16="http://schemas.microsoft.com/office/drawing/2014/main" id="{99D882B6-16B8-4DB7-8D0C-1E535FF1C746}"/>
                    </a:ext>
                  </a:extLst>
                </p:cNvPr>
                <p:cNvSpPr/>
                <p:nvPr/>
              </p:nvSpPr>
              <p:spPr>
                <a:xfrm>
                  <a:off x="613322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8" name="object 398">
                  <a:extLst>
                    <a:ext uri="{FF2B5EF4-FFF2-40B4-BE49-F238E27FC236}">
                      <a16:creationId xmlns:a16="http://schemas.microsoft.com/office/drawing/2014/main" id="{6EBA4B04-FCBC-40C2-B010-C32C18E613ED}"/>
                    </a:ext>
                  </a:extLst>
                </p:cNvPr>
                <p:cNvSpPr/>
                <p:nvPr/>
              </p:nvSpPr>
              <p:spPr>
                <a:xfrm>
                  <a:off x="623837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9" name="object 399">
                  <a:extLst>
                    <a:ext uri="{FF2B5EF4-FFF2-40B4-BE49-F238E27FC236}">
                      <a16:creationId xmlns:a16="http://schemas.microsoft.com/office/drawing/2014/main" id="{D050371A-5B37-4A34-9098-CA3CD64BF068}"/>
                    </a:ext>
                  </a:extLst>
                </p:cNvPr>
                <p:cNvSpPr/>
                <p:nvPr/>
              </p:nvSpPr>
              <p:spPr>
                <a:xfrm>
                  <a:off x="623837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0" name="object 400">
                  <a:extLst>
                    <a:ext uri="{FF2B5EF4-FFF2-40B4-BE49-F238E27FC236}">
                      <a16:creationId xmlns:a16="http://schemas.microsoft.com/office/drawing/2014/main" id="{75139728-11C8-4C58-8BA5-39409D8A0A90}"/>
                    </a:ext>
                  </a:extLst>
                </p:cNvPr>
                <p:cNvSpPr/>
                <p:nvPr/>
              </p:nvSpPr>
              <p:spPr>
                <a:xfrm>
                  <a:off x="634353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1" name="object 401">
                  <a:extLst>
                    <a:ext uri="{FF2B5EF4-FFF2-40B4-BE49-F238E27FC236}">
                      <a16:creationId xmlns:a16="http://schemas.microsoft.com/office/drawing/2014/main" id="{4AAD0F08-98FD-4D2C-A2E1-C95E489D261D}"/>
                    </a:ext>
                  </a:extLst>
                </p:cNvPr>
                <p:cNvSpPr/>
                <p:nvPr/>
              </p:nvSpPr>
              <p:spPr>
                <a:xfrm>
                  <a:off x="634353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2" name="object 402">
                  <a:extLst>
                    <a:ext uri="{FF2B5EF4-FFF2-40B4-BE49-F238E27FC236}">
                      <a16:creationId xmlns:a16="http://schemas.microsoft.com/office/drawing/2014/main" id="{52550754-9AE4-4FDC-8395-3E27387B4BED}"/>
                    </a:ext>
                  </a:extLst>
                </p:cNvPr>
                <p:cNvSpPr/>
                <p:nvPr/>
              </p:nvSpPr>
              <p:spPr>
                <a:xfrm>
                  <a:off x="6448691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3" name="object 403">
                  <a:extLst>
                    <a:ext uri="{FF2B5EF4-FFF2-40B4-BE49-F238E27FC236}">
                      <a16:creationId xmlns:a16="http://schemas.microsoft.com/office/drawing/2014/main" id="{16DA1A00-71E4-4E81-81BE-8BF472C91EFD}"/>
                    </a:ext>
                  </a:extLst>
                </p:cNvPr>
                <p:cNvSpPr/>
                <p:nvPr/>
              </p:nvSpPr>
              <p:spPr>
                <a:xfrm>
                  <a:off x="6448691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4" name="object 404">
                  <a:extLst>
                    <a:ext uri="{FF2B5EF4-FFF2-40B4-BE49-F238E27FC236}">
                      <a16:creationId xmlns:a16="http://schemas.microsoft.com/office/drawing/2014/main" id="{945CBBFE-34E3-44AF-98C9-39C4C63C4D9C}"/>
                    </a:ext>
                  </a:extLst>
                </p:cNvPr>
                <p:cNvSpPr/>
                <p:nvPr/>
              </p:nvSpPr>
              <p:spPr>
                <a:xfrm>
                  <a:off x="655459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5" name="object 405">
                  <a:extLst>
                    <a:ext uri="{FF2B5EF4-FFF2-40B4-BE49-F238E27FC236}">
                      <a16:creationId xmlns:a16="http://schemas.microsoft.com/office/drawing/2014/main" id="{DA8C9659-BA3C-4750-A4EE-3B15E9A13B13}"/>
                    </a:ext>
                  </a:extLst>
                </p:cNvPr>
                <p:cNvSpPr/>
                <p:nvPr/>
              </p:nvSpPr>
              <p:spPr>
                <a:xfrm>
                  <a:off x="655459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6" name="object 406">
                  <a:extLst>
                    <a:ext uri="{FF2B5EF4-FFF2-40B4-BE49-F238E27FC236}">
                      <a16:creationId xmlns:a16="http://schemas.microsoft.com/office/drawing/2014/main" id="{4CF25C0A-EB24-4A7B-B475-E405885F4CE2}"/>
                    </a:ext>
                  </a:extLst>
                </p:cNvPr>
                <p:cNvSpPr/>
                <p:nvPr/>
              </p:nvSpPr>
              <p:spPr>
                <a:xfrm>
                  <a:off x="665976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7" name="object 407">
                  <a:extLst>
                    <a:ext uri="{FF2B5EF4-FFF2-40B4-BE49-F238E27FC236}">
                      <a16:creationId xmlns:a16="http://schemas.microsoft.com/office/drawing/2014/main" id="{C72D4210-E0C5-4286-BBC5-3D993CF06823}"/>
                    </a:ext>
                  </a:extLst>
                </p:cNvPr>
                <p:cNvSpPr/>
                <p:nvPr/>
              </p:nvSpPr>
              <p:spPr>
                <a:xfrm>
                  <a:off x="665976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8" name="object 408">
                  <a:extLst>
                    <a:ext uri="{FF2B5EF4-FFF2-40B4-BE49-F238E27FC236}">
                      <a16:creationId xmlns:a16="http://schemas.microsoft.com/office/drawing/2014/main" id="{19DEBF22-CD53-40F9-945B-B7C4810F8A83}"/>
                    </a:ext>
                  </a:extLst>
                </p:cNvPr>
                <p:cNvSpPr/>
                <p:nvPr/>
              </p:nvSpPr>
              <p:spPr>
                <a:xfrm>
                  <a:off x="676492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9" name="object 409">
                  <a:extLst>
                    <a:ext uri="{FF2B5EF4-FFF2-40B4-BE49-F238E27FC236}">
                      <a16:creationId xmlns:a16="http://schemas.microsoft.com/office/drawing/2014/main" id="{4AF0064C-C571-4639-B616-3856775206EA}"/>
                    </a:ext>
                  </a:extLst>
                </p:cNvPr>
                <p:cNvSpPr/>
                <p:nvPr/>
              </p:nvSpPr>
              <p:spPr>
                <a:xfrm>
                  <a:off x="676492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0" name="object 410">
                  <a:extLst>
                    <a:ext uri="{FF2B5EF4-FFF2-40B4-BE49-F238E27FC236}">
                      <a16:creationId xmlns:a16="http://schemas.microsoft.com/office/drawing/2014/main" id="{1B4FCBA1-2F6B-4553-B85B-09A0D80C80EE}"/>
                    </a:ext>
                  </a:extLst>
                </p:cNvPr>
                <p:cNvSpPr/>
                <p:nvPr/>
              </p:nvSpPr>
              <p:spPr>
                <a:xfrm>
                  <a:off x="687007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1" name="object 411">
                  <a:extLst>
                    <a:ext uri="{FF2B5EF4-FFF2-40B4-BE49-F238E27FC236}">
                      <a16:creationId xmlns:a16="http://schemas.microsoft.com/office/drawing/2014/main" id="{F54CC69B-EF29-4A1B-8855-56F54823B30F}"/>
                    </a:ext>
                  </a:extLst>
                </p:cNvPr>
                <p:cNvSpPr/>
                <p:nvPr/>
              </p:nvSpPr>
              <p:spPr>
                <a:xfrm>
                  <a:off x="687007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2" name="object 412">
                  <a:extLst>
                    <a:ext uri="{FF2B5EF4-FFF2-40B4-BE49-F238E27FC236}">
                      <a16:creationId xmlns:a16="http://schemas.microsoft.com/office/drawing/2014/main" id="{31E56935-D2C0-49BC-BEA9-79F7B14E832B}"/>
                    </a:ext>
                  </a:extLst>
                </p:cNvPr>
                <p:cNvSpPr/>
                <p:nvPr/>
              </p:nvSpPr>
              <p:spPr>
                <a:xfrm>
                  <a:off x="697522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3" name="object 413">
                  <a:extLst>
                    <a:ext uri="{FF2B5EF4-FFF2-40B4-BE49-F238E27FC236}">
                      <a16:creationId xmlns:a16="http://schemas.microsoft.com/office/drawing/2014/main" id="{5D4CFB30-5518-4A30-B757-8B77957F2DDB}"/>
                    </a:ext>
                  </a:extLst>
                </p:cNvPr>
                <p:cNvSpPr/>
                <p:nvPr/>
              </p:nvSpPr>
              <p:spPr>
                <a:xfrm>
                  <a:off x="697522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4" name="object 414">
                  <a:extLst>
                    <a:ext uri="{FF2B5EF4-FFF2-40B4-BE49-F238E27FC236}">
                      <a16:creationId xmlns:a16="http://schemas.microsoft.com/office/drawing/2014/main" id="{D8931008-3BDC-4060-A5E5-8909C5E76E1A}"/>
                    </a:ext>
                  </a:extLst>
                </p:cNvPr>
                <p:cNvSpPr/>
                <p:nvPr/>
              </p:nvSpPr>
              <p:spPr>
                <a:xfrm>
                  <a:off x="708037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5" name="object 415">
                  <a:extLst>
                    <a:ext uri="{FF2B5EF4-FFF2-40B4-BE49-F238E27FC236}">
                      <a16:creationId xmlns:a16="http://schemas.microsoft.com/office/drawing/2014/main" id="{FB924E68-A961-46B2-9699-A94FB9FDC475}"/>
                    </a:ext>
                  </a:extLst>
                </p:cNvPr>
                <p:cNvSpPr/>
                <p:nvPr/>
              </p:nvSpPr>
              <p:spPr>
                <a:xfrm>
                  <a:off x="708037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6" name="object 416">
                  <a:extLst>
                    <a:ext uri="{FF2B5EF4-FFF2-40B4-BE49-F238E27FC236}">
                      <a16:creationId xmlns:a16="http://schemas.microsoft.com/office/drawing/2014/main" id="{9C8B8526-9B66-4328-9F00-EDF8BB87E393}"/>
                    </a:ext>
                  </a:extLst>
                </p:cNvPr>
                <p:cNvSpPr/>
                <p:nvPr/>
              </p:nvSpPr>
              <p:spPr>
                <a:xfrm>
                  <a:off x="7185545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7" name="object 417">
                  <a:extLst>
                    <a:ext uri="{FF2B5EF4-FFF2-40B4-BE49-F238E27FC236}">
                      <a16:creationId xmlns:a16="http://schemas.microsoft.com/office/drawing/2014/main" id="{8AA74447-1DAE-40B2-A1B4-EF9C75DBAC89}"/>
                    </a:ext>
                  </a:extLst>
                </p:cNvPr>
                <p:cNvSpPr/>
                <p:nvPr/>
              </p:nvSpPr>
              <p:spPr>
                <a:xfrm>
                  <a:off x="7185545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8" name="object 418">
                  <a:extLst>
                    <a:ext uri="{FF2B5EF4-FFF2-40B4-BE49-F238E27FC236}">
                      <a16:creationId xmlns:a16="http://schemas.microsoft.com/office/drawing/2014/main" id="{B8A8548C-F57C-4E7E-BAC7-DEEE13B259AB}"/>
                    </a:ext>
                  </a:extLst>
                </p:cNvPr>
                <p:cNvSpPr/>
                <p:nvPr/>
              </p:nvSpPr>
              <p:spPr>
                <a:xfrm>
                  <a:off x="7291450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9" name="object 419">
                  <a:extLst>
                    <a:ext uri="{FF2B5EF4-FFF2-40B4-BE49-F238E27FC236}">
                      <a16:creationId xmlns:a16="http://schemas.microsoft.com/office/drawing/2014/main" id="{F5921F23-8316-49C8-BCDD-05F1C15D8562}"/>
                    </a:ext>
                  </a:extLst>
                </p:cNvPr>
                <p:cNvSpPr/>
                <p:nvPr/>
              </p:nvSpPr>
              <p:spPr>
                <a:xfrm>
                  <a:off x="7291450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0" name="object 420">
                  <a:extLst>
                    <a:ext uri="{FF2B5EF4-FFF2-40B4-BE49-F238E27FC236}">
                      <a16:creationId xmlns:a16="http://schemas.microsoft.com/office/drawing/2014/main" id="{DF88F92F-A0BD-4F3E-9E81-34B0F03C2327}"/>
                    </a:ext>
                  </a:extLst>
                </p:cNvPr>
                <p:cNvSpPr/>
                <p:nvPr/>
              </p:nvSpPr>
              <p:spPr>
                <a:xfrm>
                  <a:off x="739661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1" name="object 421">
                  <a:extLst>
                    <a:ext uri="{FF2B5EF4-FFF2-40B4-BE49-F238E27FC236}">
                      <a16:creationId xmlns:a16="http://schemas.microsoft.com/office/drawing/2014/main" id="{4D2447E0-A2F8-414A-A6A4-50B1AC593A4F}"/>
                    </a:ext>
                  </a:extLst>
                </p:cNvPr>
                <p:cNvSpPr/>
                <p:nvPr/>
              </p:nvSpPr>
              <p:spPr>
                <a:xfrm>
                  <a:off x="739661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2" name="object 422">
                  <a:extLst>
                    <a:ext uri="{FF2B5EF4-FFF2-40B4-BE49-F238E27FC236}">
                      <a16:creationId xmlns:a16="http://schemas.microsoft.com/office/drawing/2014/main" id="{C710AA72-3B74-4AA5-BAE0-A14BDD65713C}"/>
                    </a:ext>
                  </a:extLst>
                </p:cNvPr>
                <p:cNvSpPr/>
                <p:nvPr/>
              </p:nvSpPr>
              <p:spPr>
                <a:xfrm>
                  <a:off x="750176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3" name="object 423">
                  <a:extLst>
                    <a:ext uri="{FF2B5EF4-FFF2-40B4-BE49-F238E27FC236}">
                      <a16:creationId xmlns:a16="http://schemas.microsoft.com/office/drawing/2014/main" id="{18041D1C-093F-4226-9749-03DA8F24EE23}"/>
                    </a:ext>
                  </a:extLst>
                </p:cNvPr>
                <p:cNvSpPr/>
                <p:nvPr/>
              </p:nvSpPr>
              <p:spPr>
                <a:xfrm>
                  <a:off x="750176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4" name="object 424">
                  <a:extLst>
                    <a:ext uri="{FF2B5EF4-FFF2-40B4-BE49-F238E27FC236}">
                      <a16:creationId xmlns:a16="http://schemas.microsoft.com/office/drawing/2014/main" id="{B639C5F8-75AA-4524-A3CC-3EF4F050B77C}"/>
                    </a:ext>
                  </a:extLst>
                </p:cNvPr>
                <p:cNvSpPr/>
                <p:nvPr/>
              </p:nvSpPr>
              <p:spPr>
                <a:xfrm>
                  <a:off x="760693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5" name="object 425">
                  <a:extLst>
                    <a:ext uri="{FF2B5EF4-FFF2-40B4-BE49-F238E27FC236}">
                      <a16:creationId xmlns:a16="http://schemas.microsoft.com/office/drawing/2014/main" id="{38751C3A-E14D-43DB-A011-1285955C9E14}"/>
                    </a:ext>
                  </a:extLst>
                </p:cNvPr>
                <p:cNvSpPr/>
                <p:nvPr/>
              </p:nvSpPr>
              <p:spPr>
                <a:xfrm>
                  <a:off x="7606931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6" name="object 426">
                  <a:extLst>
                    <a:ext uri="{FF2B5EF4-FFF2-40B4-BE49-F238E27FC236}">
                      <a16:creationId xmlns:a16="http://schemas.microsoft.com/office/drawing/2014/main" id="{CD87A057-0338-4BC9-B50F-DA90FFB04210}"/>
                    </a:ext>
                  </a:extLst>
                </p:cNvPr>
                <p:cNvSpPr/>
                <p:nvPr/>
              </p:nvSpPr>
              <p:spPr>
                <a:xfrm>
                  <a:off x="771207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7" name="object 427">
                  <a:extLst>
                    <a:ext uri="{FF2B5EF4-FFF2-40B4-BE49-F238E27FC236}">
                      <a16:creationId xmlns:a16="http://schemas.microsoft.com/office/drawing/2014/main" id="{8E445A6A-E6EF-4EA4-9747-8131AA516171}"/>
                    </a:ext>
                  </a:extLst>
                </p:cNvPr>
                <p:cNvSpPr/>
                <p:nvPr/>
              </p:nvSpPr>
              <p:spPr>
                <a:xfrm>
                  <a:off x="7712075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8" name="object 428">
                  <a:extLst>
                    <a:ext uri="{FF2B5EF4-FFF2-40B4-BE49-F238E27FC236}">
                      <a16:creationId xmlns:a16="http://schemas.microsoft.com/office/drawing/2014/main" id="{690F74DF-92AB-4FFB-8E95-3578E1415553}"/>
                    </a:ext>
                  </a:extLst>
                </p:cNvPr>
                <p:cNvSpPr/>
                <p:nvPr/>
              </p:nvSpPr>
              <p:spPr>
                <a:xfrm>
                  <a:off x="7817243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9" name="object 429">
                  <a:extLst>
                    <a:ext uri="{FF2B5EF4-FFF2-40B4-BE49-F238E27FC236}">
                      <a16:creationId xmlns:a16="http://schemas.microsoft.com/office/drawing/2014/main" id="{425F6BD9-65D7-4CFA-B0CC-FC81D1B41AA5}"/>
                    </a:ext>
                  </a:extLst>
                </p:cNvPr>
                <p:cNvSpPr/>
                <p:nvPr/>
              </p:nvSpPr>
              <p:spPr>
                <a:xfrm>
                  <a:off x="7817243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0" name="object 430">
                  <a:extLst>
                    <a:ext uri="{FF2B5EF4-FFF2-40B4-BE49-F238E27FC236}">
                      <a16:creationId xmlns:a16="http://schemas.microsoft.com/office/drawing/2014/main" id="{7A9E24BE-09C5-410B-9BB3-7CA761FD2C47}"/>
                    </a:ext>
                  </a:extLst>
                </p:cNvPr>
                <p:cNvSpPr/>
                <p:nvPr/>
              </p:nvSpPr>
              <p:spPr>
                <a:xfrm>
                  <a:off x="7923148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1" name="object 431">
                  <a:extLst>
                    <a:ext uri="{FF2B5EF4-FFF2-40B4-BE49-F238E27FC236}">
                      <a16:creationId xmlns:a16="http://schemas.microsoft.com/office/drawing/2014/main" id="{DBA068D6-D7B1-493F-9FFD-57D5F616B6C4}"/>
                    </a:ext>
                  </a:extLst>
                </p:cNvPr>
                <p:cNvSpPr/>
                <p:nvPr/>
              </p:nvSpPr>
              <p:spPr>
                <a:xfrm>
                  <a:off x="7923148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2" name="object 432">
                  <a:extLst>
                    <a:ext uri="{FF2B5EF4-FFF2-40B4-BE49-F238E27FC236}">
                      <a16:creationId xmlns:a16="http://schemas.microsoft.com/office/drawing/2014/main" id="{EA7F1F07-B05D-44ED-867C-A6A52D07E920}"/>
                    </a:ext>
                  </a:extLst>
                </p:cNvPr>
                <p:cNvSpPr/>
                <p:nvPr/>
              </p:nvSpPr>
              <p:spPr>
                <a:xfrm>
                  <a:off x="802831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3" name="object 433">
                  <a:extLst>
                    <a:ext uri="{FF2B5EF4-FFF2-40B4-BE49-F238E27FC236}">
                      <a16:creationId xmlns:a16="http://schemas.microsoft.com/office/drawing/2014/main" id="{87B62D2C-E18A-4A70-9F16-A2AAE7C074F6}"/>
                    </a:ext>
                  </a:extLst>
                </p:cNvPr>
                <p:cNvSpPr/>
                <p:nvPr/>
              </p:nvSpPr>
              <p:spPr>
                <a:xfrm>
                  <a:off x="802831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4" name="object 434">
                  <a:extLst>
                    <a:ext uri="{FF2B5EF4-FFF2-40B4-BE49-F238E27FC236}">
                      <a16:creationId xmlns:a16="http://schemas.microsoft.com/office/drawing/2014/main" id="{7D114C39-33D2-4340-A7AD-E545BB1AA8F6}"/>
                    </a:ext>
                  </a:extLst>
                </p:cNvPr>
                <p:cNvSpPr/>
                <p:nvPr/>
              </p:nvSpPr>
              <p:spPr>
                <a:xfrm>
                  <a:off x="813347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5" name="object 435">
                  <a:extLst>
                    <a:ext uri="{FF2B5EF4-FFF2-40B4-BE49-F238E27FC236}">
                      <a16:creationId xmlns:a16="http://schemas.microsoft.com/office/drawing/2014/main" id="{00A93283-E316-447A-9A06-807B99DA9F86}"/>
                    </a:ext>
                  </a:extLst>
                </p:cNvPr>
                <p:cNvSpPr/>
                <p:nvPr/>
              </p:nvSpPr>
              <p:spPr>
                <a:xfrm>
                  <a:off x="813347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6" name="object 436">
                  <a:extLst>
                    <a:ext uri="{FF2B5EF4-FFF2-40B4-BE49-F238E27FC236}">
                      <a16:creationId xmlns:a16="http://schemas.microsoft.com/office/drawing/2014/main" id="{E4EAD5A6-DB4D-47BA-A134-0193B211C5C4}"/>
                    </a:ext>
                  </a:extLst>
                </p:cNvPr>
                <p:cNvSpPr/>
                <p:nvPr/>
              </p:nvSpPr>
              <p:spPr>
                <a:xfrm>
                  <a:off x="823862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7" name="object 437">
                  <a:extLst>
                    <a:ext uri="{FF2B5EF4-FFF2-40B4-BE49-F238E27FC236}">
                      <a16:creationId xmlns:a16="http://schemas.microsoft.com/office/drawing/2014/main" id="{B8E7BACA-F8D9-476C-BF1D-867FB8B1AC14}"/>
                    </a:ext>
                  </a:extLst>
                </p:cNvPr>
                <p:cNvSpPr/>
                <p:nvPr/>
              </p:nvSpPr>
              <p:spPr>
                <a:xfrm>
                  <a:off x="8238629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8" name="object 438">
                  <a:extLst>
                    <a:ext uri="{FF2B5EF4-FFF2-40B4-BE49-F238E27FC236}">
                      <a16:creationId xmlns:a16="http://schemas.microsoft.com/office/drawing/2014/main" id="{B29AADD7-F7F7-4458-875B-757C9C4ACF9C}"/>
                    </a:ext>
                  </a:extLst>
                </p:cNvPr>
                <p:cNvSpPr/>
                <p:nvPr/>
              </p:nvSpPr>
              <p:spPr>
                <a:xfrm>
                  <a:off x="834377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9" name="object 439">
                  <a:extLst>
                    <a:ext uri="{FF2B5EF4-FFF2-40B4-BE49-F238E27FC236}">
                      <a16:creationId xmlns:a16="http://schemas.microsoft.com/office/drawing/2014/main" id="{EB186273-D46D-4FBB-81AA-D03BE92253DD}"/>
                    </a:ext>
                  </a:extLst>
                </p:cNvPr>
                <p:cNvSpPr/>
                <p:nvPr/>
              </p:nvSpPr>
              <p:spPr>
                <a:xfrm>
                  <a:off x="8343773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0" name="object 440">
                  <a:extLst>
                    <a:ext uri="{FF2B5EF4-FFF2-40B4-BE49-F238E27FC236}">
                      <a16:creationId xmlns:a16="http://schemas.microsoft.com/office/drawing/2014/main" id="{1C593C13-52B3-4BA7-A003-329ACB0E062F}"/>
                    </a:ext>
                  </a:extLst>
                </p:cNvPr>
                <p:cNvSpPr/>
                <p:nvPr/>
              </p:nvSpPr>
              <p:spPr>
                <a:xfrm>
                  <a:off x="8448941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1" name="object 441">
                  <a:extLst>
                    <a:ext uri="{FF2B5EF4-FFF2-40B4-BE49-F238E27FC236}">
                      <a16:creationId xmlns:a16="http://schemas.microsoft.com/office/drawing/2014/main" id="{75681DA9-5A0A-40A6-9249-20E30662FA4D}"/>
                    </a:ext>
                  </a:extLst>
                </p:cNvPr>
                <p:cNvSpPr/>
                <p:nvPr/>
              </p:nvSpPr>
              <p:spPr>
                <a:xfrm>
                  <a:off x="8448941" y="536371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2" name="object 442">
                  <a:extLst>
                    <a:ext uri="{FF2B5EF4-FFF2-40B4-BE49-F238E27FC236}">
                      <a16:creationId xmlns:a16="http://schemas.microsoft.com/office/drawing/2014/main" id="{C8BA12B9-5AD0-4487-B44F-CCBD1A9420B4}"/>
                    </a:ext>
                  </a:extLst>
                </p:cNvPr>
                <p:cNvSpPr/>
                <p:nvPr/>
              </p:nvSpPr>
              <p:spPr>
                <a:xfrm>
                  <a:off x="855484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3" name="object 443">
                  <a:extLst>
                    <a:ext uri="{FF2B5EF4-FFF2-40B4-BE49-F238E27FC236}">
                      <a16:creationId xmlns:a16="http://schemas.microsoft.com/office/drawing/2014/main" id="{A11CE681-101A-42EE-BEE4-40D7A0E6ED69}"/>
                    </a:ext>
                  </a:extLst>
                </p:cNvPr>
                <p:cNvSpPr/>
                <p:nvPr/>
              </p:nvSpPr>
              <p:spPr>
                <a:xfrm>
                  <a:off x="8554847" y="536371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4" name="object 444">
                  <a:extLst>
                    <a:ext uri="{FF2B5EF4-FFF2-40B4-BE49-F238E27FC236}">
                      <a16:creationId xmlns:a16="http://schemas.microsoft.com/office/drawing/2014/main" id="{874AC157-E51A-428B-9493-36641B704157}"/>
                    </a:ext>
                  </a:extLst>
                </p:cNvPr>
                <p:cNvSpPr/>
                <p:nvPr/>
              </p:nvSpPr>
              <p:spPr>
                <a:xfrm>
                  <a:off x="6028067" y="546888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6" y="0"/>
                      </a:moveTo>
                      <a:lnTo>
                        <a:pt x="0" y="0"/>
                      </a:lnTo>
                      <a:lnTo>
                        <a:pt x="0" y="89154"/>
                      </a:lnTo>
                      <a:lnTo>
                        <a:pt x="0" y="105918"/>
                      </a:lnTo>
                      <a:lnTo>
                        <a:pt x="105156" y="105918"/>
                      </a:lnTo>
                      <a:lnTo>
                        <a:pt x="105156" y="89154"/>
                      </a:lnTo>
                      <a:lnTo>
                        <a:pt x="10515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5" name="object 445">
                  <a:extLst>
                    <a:ext uri="{FF2B5EF4-FFF2-40B4-BE49-F238E27FC236}">
                      <a16:creationId xmlns:a16="http://schemas.microsoft.com/office/drawing/2014/main" id="{4652E814-39BF-47D0-94DC-26F49F37AA26}"/>
                    </a:ext>
                  </a:extLst>
                </p:cNvPr>
                <p:cNvSpPr/>
                <p:nvPr/>
              </p:nvSpPr>
              <p:spPr>
                <a:xfrm>
                  <a:off x="602806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6" name="object 446">
                  <a:extLst>
                    <a:ext uri="{FF2B5EF4-FFF2-40B4-BE49-F238E27FC236}">
                      <a16:creationId xmlns:a16="http://schemas.microsoft.com/office/drawing/2014/main" id="{1142BE30-4D06-4EE5-8EB5-6FD6DA725E2C}"/>
                    </a:ext>
                  </a:extLst>
                </p:cNvPr>
                <p:cNvSpPr/>
                <p:nvPr/>
              </p:nvSpPr>
              <p:spPr>
                <a:xfrm>
                  <a:off x="613322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7" name="object 447">
                  <a:extLst>
                    <a:ext uri="{FF2B5EF4-FFF2-40B4-BE49-F238E27FC236}">
                      <a16:creationId xmlns:a16="http://schemas.microsoft.com/office/drawing/2014/main" id="{74C0922B-1EF5-47E0-9B59-596DE0CFD7C8}"/>
                    </a:ext>
                  </a:extLst>
                </p:cNvPr>
                <p:cNvSpPr/>
                <p:nvPr/>
              </p:nvSpPr>
              <p:spPr>
                <a:xfrm>
                  <a:off x="613322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8" name="object 448">
                  <a:extLst>
                    <a:ext uri="{FF2B5EF4-FFF2-40B4-BE49-F238E27FC236}">
                      <a16:creationId xmlns:a16="http://schemas.microsoft.com/office/drawing/2014/main" id="{2642ED08-C436-422D-A407-79DE498DC660}"/>
                    </a:ext>
                  </a:extLst>
                </p:cNvPr>
                <p:cNvSpPr/>
                <p:nvPr/>
              </p:nvSpPr>
              <p:spPr>
                <a:xfrm>
                  <a:off x="623837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9" name="object 449">
                  <a:extLst>
                    <a:ext uri="{FF2B5EF4-FFF2-40B4-BE49-F238E27FC236}">
                      <a16:creationId xmlns:a16="http://schemas.microsoft.com/office/drawing/2014/main" id="{E5D2F4CC-6EE8-41A7-A692-FCAFEA8EFF6D}"/>
                    </a:ext>
                  </a:extLst>
                </p:cNvPr>
                <p:cNvSpPr/>
                <p:nvPr/>
              </p:nvSpPr>
              <p:spPr>
                <a:xfrm>
                  <a:off x="623837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0" name="object 450">
                  <a:extLst>
                    <a:ext uri="{FF2B5EF4-FFF2-40B4-BE49-F238E27FC236}">
                      <a16:creationId xmlns:a16="http://schemas.microsoft.com/office/drawing/2014/main" id="{C701543F-BCC1-48CB-8638-A61977EC7A9E}"/>
                    </a:ext>
                  </a:extLst>
                </p:cNvPr>
                <p:cNvSpPr/>
                <p:nvPr/>
              </p:nvSpPr>
              <p:spPr>
                <a:xfrm>
                  <a:off x="634353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1" name="object 451">
                  <a:extLst>
                    <a:ext uri="{FF2B5EF4-FFF2-40B4-BE49-F238E27FC236}">
                      <a16:creationId xmlns:a16="http://schemas.microsoft.com/office/drawing/2014/main" id="{513510B3-07B2-4593-8BC2-608188925A52}"/>
                    </a:ext>
                  </a:extLst>
                </p:cNvPr>
                <p:cNvSpPr/>
                <p:nvPr/>
              </p:nvSpPr>
              <p:spPr>
                <a:xfrm>
                  <a:off x="634353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2" name="object 452">
                  <a:extLst>
                    <a:ext uri="{FF2B5EF4-FFF2-40B4-BE49-F238E27FC236}">
                      <a16:creationId xmlns:a16="http://schemas.microsoft.com/office/drawing/2014/main" id="{593EC671-1ABB-4174-A470-34E45407B680}"/>
                    </a:ext>
                  </a:extLst>
                </p:cNvPr>
                <p:cNvSpPr/>
                <p:nvPr/>
              </p:nvSpPr>
              <p:spPr>
                <a:xfrm>
                  <a:off x="6448691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7" y="105917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7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3" name="object 453">
                  <a:extLst>
                    <a:ext uri="{FF2B5EF4-FFF2-40B4-BE49-F238E27FC236}">
                      <a16:creationId xmlns:a16="http://schemas.microsoft.com/office/drawing/2014/main" id="{119D62FD-0DF1-46C0-B6D9-3E2EF5014615}"/>
                    </a:ext>
                  </a:extLst>
                </p:cNvPr>
                <p:cNvSpPr/>
                <p:nvPr/>
              </p:nvSpPr>
              <p:spPr>
                <a:xfrm>
                  <a:off x="6448691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4" name="object 454">
                  <a:extLst>
                    <a:ext uri="{FF2B5EF4-FFF2-40B4-BE49-F238E27FC236}">
                      <a16:creationId xmlns:a16="http://schemas.microsoft.com/office/drawing/2014/main" id="{C7804207-2404-4046-A5CE-F1EE4F1DE686}"/>
                    </a:ext>
                  </a:extLst>
                </p:cNvPr>
                <p:cNvSpPr/>
                <p:nvPr/>
              </p:nvSpPr>
              <p:spPr>
                <a:xfrm>
                  <a:off x="655459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5" name="object 455">
                  <a:extLst>
                    <a:ext uri="{FF2B5EF4-FFF2-40B4-BE49-F238E27FC236}">
                      <a16:creationId xmlns:a16="http://schemas.microsoft.com/office/drawing/2014/main" id="{A6E58C3B-5A1A-4AD0-8445-AC1B268F40A7}"/>
                    </a:ext>
                  </a:extLst>
                </p:cNvPr>
                <p:cNvSpPr/>
                <p:nvPr/>
              </p:nvSpPr>
              <p:spPr>
                <a:xfrm>
                  <a:off x="655459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6" name="object 456">
                  <a:extLst>
                    <a:ext uri="{FF2B5EF4-FFF2-40B4-BE49-F238E27FC236}">
                      <a16:creationId xmlns:a16="http://schemas.microsoft.com/office/drawing/2014/main" id="{A2A6499A-D220-4223-B6F1-722C8B31E27D}"/>
                    </a:ext>
                  </a:extLst>
                </p:cNvPr>
                <p:cNvSpPr/>
                <p:nvPr/>
              </p:nvSpPr>
              <p:spPr>
                <a:xfrm>
                  <a:off x="665976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7" name="object 457">
                  <a:extLst>
                    <a:ext uri="{FF2B5EF4-FFF2-40B4-BE49-F238E27FC236}">
                      <a16:creationId xmlns:a16="http://schemas.microsoft.com/office/drawing/2014/main" id="{288870CE-3B91-437E-B3E5-DDED20F5BA59}"/>
                    </a:ext>
                  </a:extLst>
                </p:cNvPr>
                <p:cNvSpPr/>
                <p:nvPr/>
              </p:nvSpPr>
              <p:spPr>
                <a:xfrm>
                  <a:off x="665976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8" name="object 458">
                  <a:extLst>
                    <a:ext uri="{FF2B5EF4-FFF2-40B4-BE49-F238E27FC236}">
                      <a16:creationId xmlns:a16="http://schemas.microsoft.com/office/drawing/2014/main" id="{BE1F2123-0D71-4194-A538-E860989A9831}"/>
                    </a:ext>
                  </a:extLst>
                </p:cNvPr>
                <p:cNvSpPr/>
                <p:nvPr/>
              </p:nvSpPr>
              <p:spPr>
                <a:xfrm>
                  <a:off x="676492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9" name="object 459">
                  <a:extLst>
                    <a:ext uri="{FF2B5EF4-FFF2-40B4-BE49-F238E27FC236}">
                      <a16:creationId xmlns:a16="http://schemas.microsoft.com/office/drawing/2014/main" id="{E9D0ABE1-8051-4FCD-94D0-E53FA75ED66F}"/>
                    </a:ext>
                  </a:extLst>
                </p:cNvPr>
                <p:cNvSpPr/>
                <p:nvPr/>
              </p:nvSpPr>
              <p:spPr>
                <a:xfrm>
                  <a:off x="676492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0" name="object 460">
                  <a:extLst>
                    <a:ext uri="{FF2B5EF4-FFF2-40B4-BE49-F238E27FC236}">
                      <a16:creationId xmlns:a16="http://schemas.microsoft.com/office/drawing/2014/main" id="{BB359A25-B929-4AFE-A2CE-2A2D92B933D6}"/>
                    </a:ext>
                  </a:extLst>
                </p:cNvPr>
                <p:cNvSpPr/>
                <p:nvPr/>
              </p:nvSpPr>
              <p:spPr>
                <a:xfrm>
                  <a:off x="687007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1" name="object 461">
                  <a:extLst>
                    <a:ext uri="{FF2B5EF4-FFF2-40B4-BE49-F238E27FC236}">
                      <a16:creationId xmlns:a16="http://schemas.microsoft.com/office/drawing/2014/main" id="{81039513-5CC1-4B47-BADD-9D07FDA9AF69}"/>
                    </a:ext>
                  </a:extLst>
                </p:cNvPr>
                <p:cNvSpPr/>
                <p:nvPr/>
              </p:nvSpPr>
              <p:spPr>
                <a:xfrm>
                  <a:off x="687007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2" name="object 462">
                  <a:extLst>
                    <a:ext uri="{FF2B5EF4-FFF2-40B4-BE49-F238E27FC236}">
                      <a16:creationId xmlns:a16="http://schemas.microsoft.com/office/drawing/2014/main" id="{7ED249E8-7E42-4A1A-9EDF-207C73F1FBE0}"/>
                    </a:ext>
                  </a:extLst>
                </p:cNvPr>
                <p:cNvSpPr/>
                <p:nvPr/>
              </p:nvSpPr>
              <p:spPr>
                <a:xfrm>
                  <a:off x="697522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3" name="object 463">
                  <a:extLst>
                    <a:ext uri="{FF2B5EF4-FFF2-40B4-BE49-F238E27FC236}">
                      <a16:creationId xmlns:a16="http://schemas.microsoft.com/office/drawing/2014/main" id="{CD2A9ED2-418D-4D15-9191-9243B8C3D19E}"/>
                    </a:ext>
                  </a:extLst>
                </p:cNvPr>
                <p:cNvSpPr/>
                <p:nvPr/>
              </p:nvSpPr>
              <p:spPr>
                <a:xfrm>
                  <a:off x="697522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4" name="object 464">
                  <a:extLst>
                    <a:ext uri="{FF2B5EF4-FFF2-40B4-BE49-F238E27FC236}">
                      <a16:creationId xmlns:a16="http://schemas.microsoft.com/office/drawing/2014/main" id="{5BD5725F-0745-4304-AA1C-7261B4CC7C34}"/>
                    </a:ext>
                  </a:extLst>
                </p:cNvPr>
                <p:cNvSpPr/>
                <p:nvPr/>
              </p:nvSpPr>
              <p:spPr>
                <a:xfrm>
                  <a:off x="708037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5" name="object 465">
                  <a:extLst>
                    <a:ext uri="{FF2B5EF4-FFF2-40B4-BE49-F238E27FC236}">
                      <a16:creationId xmlns:a16="http://schemas.microsoft.com/office/drawing/2014/main" id="{6A0D5512-F46E-47E1-83D1-5C38016F8698}"/>
                    </a:ext>
                  </a:extLst>
                </p:cNvPr>
                <p:cNvSpPr/>
                <p:nvPr/>
              </p:nvSpPr>
              <p:spPr>
                <a:xfrm>
                  <a:off x="708037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6" name="object 466">
                  <a:extLst>
                    <a:ext uri="{FF2B5EF4-FFF2-40B4-BE49-F238E27FC236}">
                      <a16:creationId xmlns:a16="http://schemas.microsoft.com/office/drawing/2014/main" id="{17FD1031-17AA-45A3-8198-901CF7CB7972}"/>
                    </a:ext>
                  </a:extLst>
                </p:cNvPr>
                <p:cNvSpPr/>
                <p:nvPr/>
              </p:nvSpPr>
              <p:spPr>
                <a:xfrm>
                  <a:off x="7185545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7" name="object 467">
                  <a:extLst>
                    <a:ext uri="{FF2B5EF4-FFF2-40B4-BE49-F238E27FC236}">
                      <a16:creationId xmlns:a16="http://schemas.microsoft.com/office/drawing/2014/main" id="{BCE756EE-9EF1-4F62-A562-401C5C1A257F}"/>
                    </a:ext>
                  </a:extLst>
                </p:cNvPr>
                <p:cNvSpPr/>
                <p:nvPr/>
              </p:nvSpPr>
              <p:spPr>
                <a:xfrm>
                  <a:off x="7185545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8" name="object 468">
                  <a:extLst>
                    <a:ext uri="{FF2B5EF4-FFF2-40B4-BE49-F238E27FC236}">
                      <a16:creationId xmlns:a16="http://schemas.microsoft.com/office/drawing/2014/main" id="{379C04F1-CB88-4397-8D94-3B1C9679AC09}"/>
                    </a:ext>
                  </a:extLst>
                </p:cNvPr>
                <p:cNvSpPr/>
                <p:nvPr/>
              </p:nvSpPr>
              <p:spPr>
                <a:xfrm>
                  <a:off x="7291450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9" name="object 469">
                  <a:extLst>
                    <a:ext uri="{FF2B5EF4-FFF2-40B4-BE49-F238E27FC236}">
                      <a16:creationId xmlns:a16="http://schemas.microsoft.com/office/drawing/2014/main" id="{A2B0EE2D-8E33-4D6D-B1B1-A12717A63DCE}"/>
                    </a:ext>
                  </a:extLst>
                </p:cNvPr>
                <p:cNvSpPr/>
                <p:nvPr/>
              </p:nvSpPr>
              <p:spPr>
                <a:xfrm>
                  <a:off x="7291450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0" name="object 470">
                  <a:extLst>
                    <a:ext uri="{FF2B5EF4-FFF2-40B4-BE49-F238E27FC236}">
                      <a16:creationId xmlns:a16="http://schemas.microsoft.com/office/drawing/2014/main" id="{A20D381D-2B04-414C-9981-AE8CE49895E9}"/>
                    </a:ext>
                  </a:extLst>
                </p:cNvPr>
                <p:cNvSpPr/>
                <p:nvPr/>
              </p:nvSpPr>
              <p:spPr>
                <a:xfrm>
                  <a:off x="739661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1" name="object 471">
                  <a:extLst>
                    <a:ext uri="{FF2B5EF4-FFF2-40B4-BE49-F238E27FC236}">
                      <a16:creationId xmlns:a16="http://schemas.microsoft.com/office/drawing/2014/main" id="{16E610A6-8744-4D0A-9484-21CC31548537}"/>
                    </a:ext>
                  </a:extLst>
                </p:cNvPr>
                <p:cNvSpPr/>
                <p:nvPr/>
              </p:nvSpPr>
              <p:spPr>
                <a:xfrm>
                  <a:off x="739661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2" name="object 472">
                  <a:extLst>
                    <a:ext uri="{FF2B5EF4-FFF2-40B4-BE49-F238E27FC236}">
                      <a16:creationId xmlns:a16="http://schemas.microsoft.com/office/drawing/2014/main" id="{93F00C20-3D7A-431D-B64E-CB70F550B398}"/>
                    </a:ext>
                  </a:extLst>
                </p:cNvPr>
                <p:cNvSpPr/>
                <p:nvPr/>
              </p:nvSpPr>
              <p:spPr>
                <a:xfrm>
                  <a:off x="750176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3" name="object 473">
                  <a:extLst>
                    <a:ext uri="{FF2B5EF4-FFF2-40B4-BE49-F238E27FC236}">
                      <a16:creationId xmlns:a16="http://schemas.microsoft.com/office/drawing/2014/main" id="{39360BCB-FD79-4581-9901-D60B28BA0A9F}"/>
                    </a:ext>
                  </a:extLst>
                </p:cNvPr>
                <p:cNvSpPr/>
                <p:nvPr/>
              </p:nvSpPr>
              <p:spPr>
                <a:xfrm>
                  <a:off x="750176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4" name="object 474">
                  <a:extLst>
                    <a:ext uri="{FF2B5EF4-FFF2-40B4-BE49-F238E27FC236}">
                      <a16:creationId xmlns:a16="http://schemas.microsoft.com/office/drawing/2014/main" id="{B4F8A1BA-2CDD-48FB-8BD2-19FCFBCD5496}"/>
                    </a:ext>
                  </a:extLst>
                </p:cNvPr>
                <p:cNvSpPr/>
                <p:nvPr/>
              </p:nvSpPr>
              <p:spPr>
                <a:xfrm>
                  <a:off x="760693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5" name="object 475">
                  <a:extLst>
                    <a:ext uri="{FF2B5EF4-FFF2-40B4-BE49-F238E27FC236}">
                      <a16:creationId xmlns:a16="http://schemas.microsoft.com/office/drawing/2014/main" id="{ED9E9CD7-ADBC-4FF2-A8DD-26131FC848B4}"/>
                    </a:ext>
                  </a:extLst>
                </p:cNvPr>
                <p:cNvSpPr/>
                <p:nvPr/>
              </p:nvSpPr>
              <p:spPr>
                <a:xfrm>
                  <a:off x="7606931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6" name="object 476">
                  <a:extLst>
                    <a:ext uri="{FF2B5EF4-FFF2-40B4-BE49-F238E27FC236}">
                      <a16:creationId xmlns:a16="http://schemas.microsoft.com/office/drawing/2014/main" id="{99162ED5-A79E-4BE5-A227-6D7FABA18437}"/>
                    </a:ext>
                  </a:extLst>
                </p:cNvPr>
                <p:cNvSpPr/>
                <p:nvPr/>
              </p:nvSpPr>
              <p:spPr>
                <a:xfrm>
                  <a:off x="771207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7" name="object 477">
                  <a:extLst>
                    <a:ext uri="{FF2B5EF4-FFF2-40B4-BE49-F238E27FC236}">
                      <a16:creationId xmlns:a16="http://schemas.microsoft.com/office/drawing/2014/main" id="{CBEDF970-773D-4470-B9F9-3C1A9D299432}"/>
                    </a:ext>
                  </a:extLst>
                </p:cNvPr>
                <p:cNvSpPr/>
                <p:nvPr/>
              </p:nvSpPr>
              <p:spPr>
                <a:xfrm>
                  <a:off x="7712075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8" name="object 478">
                  <a:extLst>
                    <a:ext uri="{FF2B5EF4-FFF2-40B4-BE49-F238E27FC236}">
                      <a16:creationId xmlns:a16="http://schemas.microsoft.com/office/drawing/2014/main" id="{F8B1E8BE-4265-4117-AED1-A45DC40D16A3}"/>
                    </a:ext>
                  </a:extLst>
                </p:cNvPr>
                <p:cNvSpPr/>
                <p:nvPr/>
              </p:nvSpPr>
              <p:spPr>
                <a:xfrm>
                  <a:off x="7817243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9" name="object 479">
                  <a:extLst>
                    <a:ext uri="{FF2B5EF4-FFF2-40B4-BE49-F238E27FC236}">
                      <a16:creationId xmlns:a16="http://schemas.microsoft.com/office/drawing/2014/main" id="{20C518F5-CA40-44A4-9F76-2B5769B5ED24}"/>
                    </a:ext>
                  </a:extLst>
                </p:cNvPr>
                <p:cNvSpPr/>
                <p:nvPr/>
              </p:nvSpPr>
              <p:spPr>
                <a:xfrm>
                  <a:off x="7817243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0" name="object 480">
                  <a:extLst>
                    <a:ext uri="{FF2B5EF4-FFF2-40B4-BE49-F238E27FC236}">
                      <a16:creationId xmlns:a16="http://schemas.microsoft.com/office/drawing/2014/main" id="{B7916E9F-DA1C-433B-8606-899D963C9682}"/>
                    </a:ext>
                  </a:extLst>
                </p:cNvPr>
                <p:cNvSpPr/>
                <p:nvPr/>
              </p:nvSpPr>
              <p:spPr>
                <a:xfrm>
                  <a:off x="7923148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1" name="object 481">
                  <a:extLst>
                    <a:ext uri="{FF2B5EF4-FFF2-40B4-BE49-F238E27FC236}">
                      <a16:creationId xmlns:a16="http://schemas.microsoft.com/office/drawing/2014/main" id="{59395B07-2961-40A6-A93A-57C01E947037}"/>
                    </a:ext>
                  </a:extLst>
                </p:cNvPr>
                <p:cNvSpPr/>
                <p:nvPr/>
              </p:nvSpPr>
              <p:spPr>
                <a:xfrm>
                  <a:off x="7923148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2" name="object 482">
                  <a:extLst>
                    <a:ext uri="{FF2B5EF4-FFF2-40B4-BE49-F238E27FC236}">
                      <a16:creationId xmlns:a16="http://schemas.microsoft.com/office/drawing/2014/main" id="{29037304-7E8F-4044-B42C-D4CA6E8A75CF}"/>
                    </a:ext>
                  </a:extLst>
                </p:cNvPr>
                <p:cNvSpPr/>
                <p:nvPr/>
              </p:nvSpPr>
              <p:spPr>
                <a:xfrm>
                  <a:off x="802831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3" name="object 483">
                  <a:extLst>
                    <a:ext uri="{FF2B5EF4-FFF2-40B4-BE49-F238E27FC236}">
                      <a16:creationId xmlns:a16="http://schemas.microsoft.com/office/drawing/2014/main" id="{ACECE76C-85F8-4E6C-851F-C5069BC1DD58}"/>
                    </a:ext>
                  </a:extLst>
                </p:cNvPr>
                <p:cNvSpPr/>
                <p:nvPr/>
              </p:nvSpPr>
              <p:spPr>
                <a:xfrm>
                  <a:off x="802831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4" name="object 484">
                  <a:extLst>
                    <a:ext uri="{FF2B5EF4-FFF2-40B4-BE49-F238E27FC236}">
                      <a16:creationId xmlns:a16="http://schemas.microsoft.com/office/drawing/2014/main" id="{E4E04112-F76F-4669-83C7-E3FDE3273F9E}"/>
                    </a:ext>
                  </a:extLst>
                </p:cNvPr>
                <p:cNvSpPr/>
                <p:nvPr/>
              </p:nvSpPr>
              <p:spPr>
                <a:xfrm>
                  <a:off x="813347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5" name="object 485">
                  <a:extLst>
                    <a:ext uri="{FF2B5EF4-FFF2-40B4-BE49-F238E27FC236}">
                      <a16:creationId xmlns:a16="http://schemas.microsoft.com/office/drawing/2014/main" id="{BC163248-4029-454C-BC93-5CBDDB117077}"/>
                    </a:ext>
                  </a:extLst>
                </p:cNvPr>
                <p:cNvSpPr/>
                <p:nvPr/>
              </p:nvSpPr>
              <p:spPr>
                <a:xfrm>
                  <a:off x="813347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6" name="object 486">
                  <a:extLst>
                    <a:ext uri="{FF2B5EF4-FFF2-40B4-BE49-F238E27FC236}">
                      <a16:creationId xmlns:a16="http://schemas.microsoft.com/office/drawing/2014/main" id="{5C2A8E61-E13D-4EA2-B4BD-48A55494EF8E}"/>
                    </a:ext>
                  </a:extLst>
                </p:cNvPr>
                <p:cNvSpPr/>
                <p:nvPr/>
              </p:nvSpPr>
              <p:spPr>
                <a:xfrm>
                  <a:off x="823862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7" name="object 487">
                  <a:extLst>
                    <a:ext uri="{FF2B5EF4-FFF2-40B4-BE49-F238E27FC236}">
                      <a16:creationId xmlns:a16="http://schemas.microsoft.com/office/drawing/2014/main" id="{C204EBC5-1A23-4F45-91F2-30D360EFDA0E}"/>
                    </a:ext>
                  </a:extLst>
                </p:cNvPr>
                <p:cNvSpPr/>
                <p:nvPr/>
              </p:nvSpPr>
              <p:spPr>
                <a:xfrm>
                  <a:off x="8238629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8" name="object 488">
                  <a:extLst>
                    <a:ext uri="{FF2B5EF4-FFF2-40B4-BE49-F238E27FC236}">
                      <a16:creationId xmlns:a16="http://schemas.microsoft.com/office/drawing/2014/main" id="{4B3A2D41-F2C5-406B-A9CB-D17F8E11FC1C}"/>
                    </a:ext>
                  </a:extLst>
                </p:cNvPr>
                <p:cNvSpPr/>
                <p:nvPr/>
              </p:nvSpPr>
              <p:spPr>
                <a:xfrm>
                  <a:off x="834377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9" name="object 489">
                  <a:extLst>
                    <a:ext uri="{FF2B5EF4-FFF2-40B4-BE49-F238E27FC236}">
                      <a16:creationId xmlns:a16="http://schemas.microsoft.com/office/drawing/2014/main" id="{092E0AA6-41B7-43B6-B33B-2C546F8B7346}"/>
                    </a:ext>
                  </a:extLst>
                </p:cNvPr>
                <p:cNvSpPr/>
                <p:nvPr/>
              </p:nvSpPr>
              <p:spPr>
                <a:xfrm>
                  <a:off x="8343773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0" name="object 490">
                  <a:extLst>
                    <a:ext uri="{FF2B5EF4-FFF2-40B4-BE49-F238E27FC236}">
                      <a16:creationId xmlns:a16="http://schemas.microsoft.com/office/drawing/2014/main" id="{15FE5D2A-78DD-4675-A6B0-04468C287ACD}"/>
                    </a:ext>
                  </a:extLst>
                </p:cNvPr>
                <p:cNvSpPr/>
                <p:nvPr/>
              </p:nvSpPr>
              <p:spPr>
                <a:xfrm>
                  <a:off x="8448941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1" name="object 491">
                  <a:extLst>
                    <a:ext uri="{FF2B5EF4-FFF2-40B4-BE49-F238E27FC236}">
                      <a16:creationId xmlns:a16="http://schemas.microsoft.com/office/drawing/2014/main" id="{93DB7E34-EA13-4298-8E38-CC53939A0E56}"/>
                    </a:ext>
                  </a:extLst>
                </p:cNvPr>
                <p:cNvSpPr/>
                <p:nvPr/>
              </p:nvSpPr>
              <p:spPr>
                <a:xfrm>
                  <a:off x="8448941" y="5468873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2" name="object 492">
                  <a:extLst>
                    <a:ext uri="{FF2B5EF4-FFF2-40B4-BE49-F238E27FC236}">
                      <a16:creationId xmlns:a16="http://schemas.microsoft.com/office/drawing/2014/main" id="{9A587DDF-16E3-4F81-B4A6-818647689AD7}"/>
                    </a:ext>
                  </a:extLst>
                </p:cNvPr>
                <p:cNvSpPr/>
                <p:nvPr/>
              </p:nvSpPr>
              <p:spPr>
                <a:xfrm>
                  <a:off x="855484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3" name="object 493">
                  <a:extLst>
                    <a:ext uri="{FF2B5EF4-FFF2-40B4-BE49-F238E27FC236}">
                      <a16:creationId xmlns:a16="http://schemas.microsoft.com/office/drawing/2014/main" id="{8045A148-B9B1-4AC2-8361-C4A5306AC39A}"/>
                    </a:ext>
                  </a:extLst>
                </p:cNvPr>
                <p:cNvSpPr/>
                <p:nvPr/>
              </p:nvSpPr>
              <p:spPr>
                <a:xfrm>
                  <a:off x="8554847" y="5468873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4" name="object 494">
                  <a:extLst>
                    <a:ext uri="{FF2B5EF4-FFF2-40B4-BE49-F238E27FC236}">
                      <a16:creationId xmlns:a16="http://schemas.microsoft.com/office/drawing/2014/main" id="{46AEACC8-86C4-41B9-9B76-EBCD683A8671}"/>
                    </a:ext>
                  </a:extLst>
                </p:cNvPr>
                <p:cNvSpPr/>
                <p:nvPr/>
              </p:nvSpPr>
              <p:spPr>
                <a:xfrm>
                  <a:off x="602806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5" name="object 495">
                  <a:extLst>
                    <a:ext uri="{FF2B5EF4-FFF2-40B4-BE49-F238E27FC236}">
                      <a16:creationId xmlns:a16="http://schemas.microsoft.com/office/drawing/2014/main" id="{4548B94F-F082-4C4E-9485-D18C70A8821F}"/>
                    </a:ext>
                  </a:extLst>
                </p:cNvPr>
                <p:cNvSpPr/>
                <p:nvPr/>
              </p:nvSpPr>
              <p:spPr>
                <a:xfrm>
                  <a:off x="602806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6" name="object 496">
                  <a:extLst>
                    <a:ext uri="{FF2B5EF4-FFF2-40B4-BE49-F238E27FC236}">
                      <a16:creationId xmlns:a16="http://schemas.microsoft.com/office/drawing/2014/main" id="{201D130D-E172-43EA-8814-49110F795A56}"/>
                    </a:ext>
                  </a:extLst>
                </p:cNvPr>
                <p:cNvSpPr/>
                <p:nvPr/>
              </p:nvSpPr>
              <p:spPr>
                <a:xfrm>
                  <a:off x="613322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7" name="object 497">
                  <a:extLst>
                    <a:ext uri="{FF2B5EF4-FFF2-40B4-BE49-F238E27FC236}">
                      <a16:creationId xmlns:a16="http://schemas.microsoft.com/office/drawing/2014/main" id="{72F3B322-9434-4F5B-8C66-E6B1E80D7C39}"/>
                    </a:ext>
                  </a:extLst>
                </p:cNvPr>
                <p:cNvSpPr/>
                <p:nvPr/>
              </p:nvSpPr>
              <p:spPr>
                <a:xfrm>
                  <a:off x="613322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8" name="object 498">
                  <a:extLst>
                    <a:ext uri="{FF2B5EF4-FFF2-40B4-BE49-F238E27FC236}">
                      <a16:creationId xmlns:a16="http://schemas.microsoft.com/office/drawing/2014/main" id="{088290EA-471C-47F1-A71B-FDD463FB82E3}"/>
                    </a:ext>
                  </a:extLst>
                </p:cNvPr>
                <p:cNvSpPr/>
                <p:nvPr/>
              </p:nvSpPr>
              <p:spPr>
                <a:xfrm>
                  <a:off x="623837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9" name="object 499">
                  <a:extLst>
                    <a:ext uri="{FF2B5EF4-FFF2-40B4-BE49-F238E27FC236}">
                      <a16:creationId xmlns:a16="http://schemas.microsoft.com/office/drawing/2014/main" id="{02955B1B-3706-4D08-98DB-EE1014B9B619}"/>
                    </a:ext>
                  </a:extLst>
                </p:cNvPr>
                <p:cNvSpPr/>
                <p:nvPr/>
              </p:nvSpPr>
              <p:spPr>
                <a:xfrm>
                  <a:off x="623837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0" name="object 500">
                  <a:extLst>
                    <a:ext uri="{FF2B5EF4-FFF2-40B4-BE49-F238E27FC236}">
                      <a16:creationId xmlns:a16="http://schemas.microsoft.com/office/drawing/2014/main" id="{079EFA69-78B8-4F99-BE79-EA75D06EB65C}"/>
                    </a:ext>
                  </a:extLst>
                </p:cNvPr>
                <p:cNvSpPr/>
                <p:nvPr/>
              </p:nvSpPr>
              <p:spPr>
                <a:xfrm>
                  <a:off x="634353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1" name="object 501">
                  <a:extLst>
                    <a:ext uri="{FF2B5EF4-FFF2-40B4-BE49-F238E27FC236}">
                      <a16:creationId xmlns:a16="http://schemas.microsoft.com/office/drawing/2014/main" id="{6E185F85-9B78-4F03-A5A1-C2533E68B575}"/>
                    </a:ext>
                  </a:extLst>
                </p:cNvPr>
                <p:cNvSpPr/>
                <p:nvPr/>
              </p:nvSpPr>
              <p:spPr>
                <a:xfrm>
                  <a:off x="634353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2" name="object 502">
                  <a:extLst>
                    <a:ext uri="{FF2B5EF4-FFF2-40B4-BE49-F238E27FC236}">
                      <a16:creationId xmlns:a16="http://schemas.microsoft.com/office/drawing/2014/main" id="{26DD5B92-0AD7-40D0-A2B8-0E6E19B06EC1}"/>
                    </a:ext>
                  </a:extLst>
                </p:cNvPr>
                <p:cNvSpPr/>
                <p:nvPr/>
              </p:nvSpPr>
              <p:spPr>
                <a:xfrm>
                  <a:off x="6448691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3" name="object 503">
                  <a:extLst>
                    <a:ext uri="{FF2B5EF4-FFF2-40B4-BE49-F238E27FC236}">
                      <a16:creationId xmlns:a16="http://schemas.microsoft.com/office/drawing/2014/main" id="{4892AF9F-8CE0-4A67-A0FA-5FF1C44D1936}"/>
                    </a:ext>
                  </a:extLst>
                </p:cNvPr>
                <p:cNvSpPr/>
                <p:nvPr/>
              </p:nvSpPr>
              <p:spPr>
                <a:xfrm>
                  <a:off x="6448691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4" name="object 504">
                  <a:extLst>
                    <a:ext uri="{FF2B5EF4-FFF2-40B4-BE49-F238E27FC236}">
                      <a16:creationId xmlns:a16="http://schemas.microsoft.com/office/drawing/2014/main" id="{A7182AE4-C27D-4A66-A6F8-4D2827DB303E}"/>
                    </a:ext>
                  </a:extLst>
                </p:cNvPr>
                <p:cNvSpPr/>
                <p:nvPr/>
              </p:nvSpPr>
              <p:spPr>
                <a:xfrm>
                  <a:off x="655459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5" name="object 505">
                  <a:extLst>
                    <a:ext uri="{FF2B5EF4-FFF2-40B4-BE49-F238E27FC236}">
                      <a16:creationId xmlns:a16="http://schemas.microsoft.com/office/drawing/2014/main" id="{BE9262C5-4122-4AB0-BCD9-54B33844D4D4}"/>
                    </a:ext>
                  </a:extLst>
                </p:cNvPr>
                <p:cNvSpPr/>
                <p:nvPr/>
              </p:nvSpPr>
              <p:spPr>
                <a:xfrm>
                  <a:off x="655459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6" name="object 506">
                  <a:extLst>
                    <a:ext uri="{FF2B5EF4-FFF2-40B4-BE49-F238E27FC236}">
                      <a16:creationId xmlns:a16="http://schemas.microsoft.com/office/drawing/2014/main" id="{2BA42631-6F01-49A7-AFD7-B2C9C356D352}"/>
                    </a:ext>
                  </a:extLst>
                </p:cNvPr>
                <p:cNvSpPr/>
                <p:nvPr/>
              </p:nvSpPr>
              <p:spPr>
                <a:xfrm>
                  <a:off x="665976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7" name="object 507">
                  <a:extLst>
                    <a:ext uri="{FF2B5EF4-FFF2-40B4-BE49-F238E27FC236}">
                      <a16:creationId xmlns:a16="http://schemas.microsoft.com/office/drawing/2014/main" id="{DE046C9B-CA3A-46DE-9D1B-EEFA03D2EF33}"/>
                    </a:ext>
                  </a:extLst>
                </p:cNvPr>
                <p:cNvSpPr/>
                <p:nvPr/>
              </p:nvSpPr>
              <p:spPr>
                <a:xfrm>
                  <a:off x="665976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8" name="object 508">
                  <a:extLst>
                    <a:ext uri="{FF2B5EF4-FFF2-40B4-BE49-F238E27FC236}">
                      <a16:creationId xmlns:a16="http://schemas.microsoft.com/office/drawing/2014/main" id="{D58154F0-3B07-4D71-A893-40FA56DA38E0}"/>
                    </a:ext>
                  </a:extLst>
                </p:cNvPr>
                <p:cNvSpPr/>
                <p:nvPr/>
              </p:nvSpPr>
              <p:spPr>
                <a:xfrm>
                  <a:off x="676492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9" name="object 509">
                  <a:extLst>
                    <a:ext uri="{FF2B5EF4-FFF2-40B4-BE49-F238E27FC236}">
                      <a16:creationId xmlns:a16="http://schemas.microsoft.com/office/drawing/2014/main" id="{156CEAD3-01FC-4FCA-95CF-833776BDC833}"/>
                    </a:ext>
                  </a:extLst>
                </p:cNvPr>
                <p:cNvSpPr/>
                <p:nvPr/>
              </p:nvSpPr>
              <p:spPr>
                <a:xfrm>
                  <a:off x="676492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0" name="object 510">
                  <a:extLst>
                    <a:ext uri="{FF2B5EF4-FFF2-40B4-BE49-F238E27FC236}">
                      <a16:creationId xmlns:a16="http://schemas.microsoft.com/office/drawing/2014/main" id="{07AAE51A-C24D-4150-A520-B96A4602C199}"/>
                    </a:ext>
                  </a:extLst>
                </p:cNvPr>
                <p:cNvSpPr/>
                <p:nvPr/>
              </p:nvSpPr>
              <p:spPr>
                <a:xfrm>
                  <a:off x="687007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1" name="object 511">
                  <a:extLst>
                    <a:ext uri="{FF2B5EF4-FFF2-40B4-BE49-F238E27FC236}">
                      <a16:creationId xmlns:a16="http://schemas.microsoft.com/office/drawing/2014/main" id="{3338AFCA-D2F1-476C-BE98-F7921607510A}"/>
                    </a:ext>
                  </a:extLst>
                </p:cNvPr>
                <p:cNvSpPr/>
                <p:nvPr/>
              </p:nvSpPr>
              <p:spPr>
                <a:xfrm>
                  <a:off x="687007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2" name="object 512">
                  <a:extLst>
                    <a:ext uri="{FF2B5EF4-FFF2-40B4-BE49-F238E27FC236}">
                      <a16:creationId xmlns:a16="http://schemas.microsoft.com/office/drawing/2014/main" id="{1EB46EE1-7B20-476E-9FD0-2C16D2C94C79}"/>
                    </a:ext>
                  </a:extLst>
                </p:cNvPr>
                <p:cNvSpPr/>
                <p:nvPr/>
              </p:nvSpPr>
              <p:spPr>
                <a:xfrm>
                  <a:off x="697522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3" name="object 513">
                  <a:extLst>
                    <a:ext uri="{FF2B5EF4-FFF2-40B4-BE49-F238E27FC236}">
                      <a16:creationId xmlns:a16="http://schemas.microsoft.com/office/drawing/2014/main" id="{D98BA511-B713-4F49-A71C-BB568E2BA6FF}"/>
                    </a:ext>
                  </a:extLst>
                </p:cNvPr>
                <p:cNvSpPr/>
                <p:nvPr/>
              </p:nvSpPr>
              <p:spPr>
                <a:xfrm>
                  <a:off x="697522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4" name="object 514">
                  <a:extLst>
                    <a:ext uri="{FF2B5EF4-FFF2-40B4-BE49-F238E27FC236}">
                      <a16:creationId xmlns:a16="http://schemas.microsoft.com/office/drawing/2014/main" id="{5CF5AF0F-A333-4A6C-A779-F38282CAF31D}"/>
                    </a:ext>
                  </a:extLst>
                </p:cNvPr>
                <p:cNvSpPr/>
                <p:nvPr/>
              </p:nvSpPr>
              <p:spPr>
                <a:xfrm>
                  <a:off x="708037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5" name="object 515">
                  <a:extLst>
                    <a:ext uri="{FF2B5EF4-FFF2-40B4-BE49-F238E27FC236}">
                      <a16:creationId xmlns:a16="http://schemas.microsoft.com/office/drawing/2014/main" id="{499D77A6-7E7C-416A-927A-F91BA0841B4C}"/>
                    </a:ext>
                  </a:extLst>
                </p:cNvPr>
                <p:cNvSpPr/>
                <p:nvPr/>
              </p:nvSpPr>
              <p:spPr>
                <a:xfrm>
                  <a:off x="708037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6" name="object 516">
                  <a:extLst>
                    <a:ext uri="{FF2B5EF4-FFF2-40B4-BE49-F238E27FC236}">
                      <a16:creationId xmlns:a16="http://schemas.microsoft.com/office/drawing/2014/main" id="{6AB8235A-97E9-45AD-B3F7-A580E6ECA3AF}"/>
                    </a:ext>
                  </a:extLst>
                </p:cNvPr>
                <p:cNvSpPr/>
                <p:nvPr/>
              </p:nvSpPr>
              <p:spPr>
                <a:xfrm>
                  <a:off x="7185545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7" name="object 517">
                  <a:extLst>
                    <a:ext uri="{FF2B5EF4-FFF2-40B4-BE49-F238E27FC236}">
                      <a16:creationId xmlns:a16="http://schemas.microsoft.com/office/drawing/2014/main" id="{51112319-34AB-4467-89D8-AA8F0191A025}"/>
                    </a:ext>
                  </a:extLst>
                </p:cNvPr>
                <p:cNvSpPr/>
                <p:nvPr/>
              </p:nvSpPr>
              <p:spPr>
                <a:xfrm>
                  <a:off x="7185545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8" name="object 518">
                  <a:extLst>
                    <a:ext uri="{FF2B5EF4-FFF2-40B4-BE49-F238E27FC236}">
                      <a16:creationId xmlns:a16="http://schemas.microsoft.com/office/drawing/2014/main" id="{39BC23BC-F4CA-42F5-8EAC-978687CD294C}"/>
                    </a:ext>
                  </a:extLst>
                </p:cNvPr>
                <p:cNvSpPr/>
                <p:nvPr/>
              </p:nvSpPr>
              <p:spPr>
                <a:xfrm>
                  <a:off x="7291450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9" name="object 519">
                  <a:extLst>
                    <a:ext uri="{FF2B5EF4-FFF2-40B4-BE49-F238E27FC236}">
                      <a16:creationId xmlns:a16="http://schemas.microsoft.com/office/drawing/2014/main" id="{DE6DEDCB-BA72-4703-9B03-0AA7E99E4972}"/>
                    </a:ext>
                  </a:extLst>
                </p:cNvPr>
                <p:cNvSpPr/>
                <p:nvPr/>
              </p:nvSpPr>
              <p:spPr>
                <a:xfrm>
                  <a:off x="7291450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0" name="object 520">
                  <a:extLst>
                    <a:ext uri="{FF2B5EF4-FFF2-40B4-BE49-F238E27FC236}">
                      <a16:creationId xmlns:a16="http://schemas.microsoft.com/office/drawing/2014/main" id="{3E4DA9EC-0FB5-4710-AEB9-B74D5F684932}"/>
                    </a:ext>
                  </a:extLst>
                </p:cNvPr>
                <p:cNvSpPr/>
                <p:nvPr/>
              </p:nvSpPr>
              <p:spPr>
                <a:xfrm>
                  <a:off x="739661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1" name="object 521">
                  <a:extLst>
                    <a:ext uri="{FF2B5EF4-FFF2-40B4-BE49-F238E27FC236}">
                      <a16:creationId xmlns:a16="http://schemas.microsoft.com/office/drawing/2014/main" id="{D70FC5B6-C29A-4B90-AFC6-0E2B6F425908}"/>
                    </a:ext>
                  </a:extLst>
                </p:cNvPr>
                <p:cNvSpPr/>
                <p:nvPr/>
              </p:nvSpPr>
              <p:spPr>
                <a:xfrm>
                  <a:off x="739661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2" name="object 522">
                  <a:extLst>
                    <a:ext uri="{FF2B5EF4-FFF2-40B4-BE49-F238E27FC236}">
                      <a16:creationId xmlns:a16="http://schemas.microsoft.com/office/drawing/2014/main" id="{6E71B979-B262-4E52-8934-29E6DBECFF34}"/>
                    </a:ext>
                  </a:extLst>
                </p:cNvPr>
                <p:cNvSpPr/>
                <p:nvPr/>
              </p:nvSpPr>
              <p:spPr>
                <a:xfrm>
                  <a:off x="750176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3" name="object 523">
                  <a:extLst>
                    <a:ext uri="{FF2B5EF4-FFF2-40B4-BE49-F238E27FC236}">
                      <a16:creationId xmlns:a16="http://schemas.microsoft.com/office/drawing/2014/main" id="{8977044A-82DC-4210-AB66-C78C17316829}"/>
                    </a:ext>
                  </a:extLst>
                </p:cNvPr>
                <p:cNvSpPr/>
                <p:nvPr/>
              </p:nvSpPr>
              <p:spPr>
                <a:xfrm>
                  <a:off x="750176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4" name="object 524">
                  <a:extLst>
                    <a:ext uri="{FF2B5EF4-FFF2-40B4-BE49-F238E27FC236}">
                      <a16:creationId xmlns:a16="http://schemas.microsoft.com/office/drawing/2014/main" id="{14B74B07-1356-4B0D-852F-AF1F0E114E2B}"/>
                    </a:ext>
                  </a:extLst>
                </p:cNvPr>
                <p:cNvSpPr/>
                <p:nvPr/>
              </p:nvSpPr>
              <p:spPr>
                <a:xfrm>
                  <a:off x="760693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5" name="object 525">
                  <a:extLst>
                    <a:ext uri="{FF2B5EF4-FFF2-40B4-BE49-F238E27FC236}">
                      <a16:creationId xmlns:a16="http://schemas.microsoft.com/office/drawing/2014/main" id="{3F0EF771-37A5-46C5-B916-589E02995C92}"/>
                    </a:ext>
                  </a:extLst>
                </p:cNvPr>
                <p:cNvSpPr/>
                <p:nvPr/>
              </p:nvSpPr>
              <p:spPr>
                <a:xfrm>
                  <a:off x="7606931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6" name="object 526">
                  <a:extLst>
                    <a:ext uri="{FF2B5EF4-FFF2-40B4-BE49-F238E27FC236}">
                      <a16:creationId xmlns:a16="http://schemas.microsoft.com/office/drawing/2014/main" id="{8964BAFA-C98E-45CF-B889-71AA6CE143A6}"/>
                    </a:ext>
                  </a:extLst>
                </p:cNvPr>
                <p:cNvSpPr/>
                <p:nvPr/>
              </p:nvSpPr>
              <p:spPr>
                <a:xfrm>
                  <a:off x="771207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7" name="object 527">
                  <a:extLst>
                    <a:ext uri="{FF2B5EF4-FFF2-40B4-BE49-F238E27FC236}">
                      <a16:creationId xmlns:a16="http://schemas.microsoft.com/office/drawing/2014/main" id="{4A08A647-0D5C-4E28-9D1E-EB6A733E92A6}"/>
                    </a:ext>
                  </a:extLst>
                </p:cNvPr>
                <p:cNvSpPr/>
                <p:nvPr/>
              </p:nvSpPr>
              <p:spPr>
                <a:xfrm>
                  <a:off x="7712075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8" name="object 528">
                  <a:extLst>
                    <a:ext uri="{FF2B5EF4-FFF2-40B4-BE49-F238E27FC236}">
                      <a16:creationId xmlns:a16="http://schemas.microsoft.com/office/drawing/2014/main" id="{D4B454D9-5B41-4F34-9179-E8D144C2975A}"/>
                    </a:ext>
                  </a:extLst>
                </p:cNvPr>
                <p:cNvSpPr/>
                <p:nvPr/>
              </p:nvSpPr>
              <p:spPr>
                <a:xfrm>
                  <a:off x="7817243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9" name="object 529">
                  <a:extLst>
                    <a:ext uri="{FF2B5EF4-FFF2-40B4-BE49-F238E27FC236}">
                      <a16:creationId xmlns:a16="http://schemas.microsoft.com/office/drawing/2014/main" id="{241E6D0E-0FD3-447F-93DE-C03BB7CFA1A1}"/>
                    </a:ext>
                  </a:extLst>
                </p:cNvPr>
                <p:cNvSpPr/>
                <p:nvPr/>
              </p:nvSpPr>
              <p:spPr>
                <a:xfrm>
                  <a:off x="7817243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0" name="object 530">
                  <a:extLst>
                    <a:ext uri="{FF2B5EF4-FFF2-40B4-BE49-F238E27FC236}">
                      <a16:creationId xmlns:a16="http://schemas.microsoft.com/office/drawing/2014/main" id="{E4CC115B-34CA-4F5B-9A38-6040F1D4B8A3}"/>
                    </a:ext>
                  </a:extLst>
                </p:cNvPr>
                <p:cNvSpPr/>
                <p:nvPr/>
              </p:nvSpPr>
              <p:spPr>
                <a:xfrm>
                  <a:off x="7923148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1" name="object 531">
                  <a:extLst>
                    <a:ext uri="{FF2B5EF4-FFF2-40B4-BE49-F238E27FC236}">
                      <a16:creationId xmlns:a16="http://schemas.microsoft.com/office/drawing/2014/main" id="{39DC5837-17FD-4E69-8181-C90200D44196}"/>
                    </a:ext>
                  </a:extLst>
                </p:cNvPr>
                <p:cNvSpPr/>
                <p:nvPr/>
              </p:nvSpPr>
              <p:spPr>
                <a:xfrm>
                  <a:off x="7923148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2" name="object 532">
                  <a:extLst>
                    <a:ext uri="{FF2B5EF4-FFF2-40B4-BE49-F238E27FC236}">
                      <a16:creationId xmlns:a16="http://schemas.microsoft.com/office/drawing/2014/main" id="{80A382CA-E20A-4B55-8961-44F63B55D579}"/>
                    </a:ext>
                  </a:extLst>
                </p:cNvPr>
                <p:cNvSpPr/>
                <p:nvPr/>
              </p:nvSpPr>
              <p:spPr>
                <a:xfrm>
                  <a:off x="802831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3" name="object 533">
                  <a:extLst>
                    <a:ext uri="{FF2B5EF4-FFF2-40B4-BE49-F238E27FC236}">
                      <a16:creationId xmlns:a16="http://schemas.microsoft.com/office/drawing/2014/main" id="{5C60B822-1136-452B-95B6-30F6217E01E4}"/>
                    </a:ext>
                  </a:extLst>
                </p:cNvPr>
                <p:cNvSpPr/>
                <p:nvPr/>
              </p:nvSpPr>
              <p:spPr>
                <a:xfrm>
                  <a:off x="802831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4" name="object 534">
                  <a:extLst>
                    <a:ext uri="{FF2B5EF4-FFF2-40B4-BE49-F238E27FC236}">
                      <a16:creationId xmlns:a16="http://schemas.microsoft.com/office/drawing/2014/main" id="{12D734ED-54B1-4F27-A940-11E4179C402F}"/>
                    </a:ext>
                  </a:extLst>
                </p:cNvPr>
                <p:cNvSpPr/>
                <p:nvPr/>
              </p:nvSpPr>
              <p:spPr>
                <a:xfrm>
                  <a:off x="813347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5" name="object 535">
                  <a:extLst>
                    <a:ext uri="{FF2B5EF4-FFF2-40B4-BE49-F238E27FC236}">
                      <a16:creationId xmlns:a16="http://schemas.microsoft.com/office/drawing/2014/main" id="{3DAB2268-4180-4686-8862-0CBD5383D045}"/>
                    </a:ext>
                  </a:extLst>
                </p:cNvPr>
                <p:cNvSpPr/>
                <p:nvPr/>
              </p:nvSpPr>
              <p:spPr>
                <a:xfrm>
                  <a:off x="813347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6" name="object 536">
                  <a:extLst>
                    <a:ext uri="{FF2B5EF4-FFF2-40B4-BE49-F238E27FC236}">
                      <a16:creationId xmlns:a16="http://schemas.microsoft.com/office/drawing/2014/main" id="{1DD681FD-1902-451F-A8F1-53DB728E5006}"/>
                    </a:ext>
                  </a:extLst>
                </p:cNvPr>
                <p:cNvSpPr/>
                <p:nvPr/>
              </p:nvSpPr>
              <p:spPr>
                <a:xfrm>
                  <a:off x="823862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7" name="object 537">
                  <a:extLst>
                    <a:ext uri="{FF2B5EF4-FFF2-40B4-BE49-F238E27FC236}">
                      <a16:creationId xmlns:a16="http://schemas.microsoft.com/office/drawing/2014/main" id="{6D0266DA-25EE-437A-9D85-9A445DB6C0FD}"/>
                    </a:ext>
                  </a:extLst>
                </p:cNvPr>
                <p:cNvSpPr/>
                <p:nvPr/>
              </p:nvSpPr>
              <p:spPr>
                <a:xfrm>
                  <a:off x="8238629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8" name="object 538">
                  <a:extLst>
                    <a:ext uri="{FF2B5EF4-FFF2-40B4-BE49-F238E27FC236}">
                      <a16:creationId xmlns:a16="http://schemas.microsoft.com/office/drawing/2014/main" id="{BAD0BDB9-1F7C-4D7B-888E-3973E2635037}"/>
                    </a:ext>
                  </a:extLst>
                </p:cNvPr>
                <p:cNvSpPr/>
                <p:nvPr/>
              </p:nvSpPr>
              <p:spPr>
                <a:xfrm>
                  <a:off x="834377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9" name="object 539">
                  <a:extLst>
                    <a:ext uri="{FF2B5EF4-FFF2-40B4-BE49-F238E27FC236}">
                      <a16:creationId xmlns:a16="http://schemas.microsoft.com/office/drawing/2014/main" id="{0E795D90-CF48-4962-8AAC-67F2F90C5497}"/>
                    </a:ext>
                  </a:extLst>
                </p:cNvPr>
                <p:cNvSpPr/>
                <p:nvPr/>
              </p:nvSpPr>
              <p:spPr>
                <a:xfrm>
                  <a:off x="8343773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0" name="object 540">
                  <a:extLst>
                    <a:ext uri="{FF2B5EF4-FFF2-40B4-BE49-F238E27FC236}">
                      <a16:creationId xmlns:a16="http://schemas.microsoft.com/office/drawing/2014/main" id="{08693D37-2131-4AE9-99A4-81C5110D01A2}"/>
                    </a:ext>
                  </a:extLst>
                </p:cNvPr>
                <p:cNvSpPr/>
                <p:nvPr/>
              </p:nvSpPr>
              <p:spPr>
                <a:xfrm>
                  <a:off x="8448941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1" name="object 541">
                  <a:extLst>
                    <a:ext uri="{FF2B5EF4-FFF2-40B4-BE49-F238E27FC236}">
                      <a16:creationId xmlns:a16="http://schemas.microsoft.com/office/drawing/2014/main" id="{C2A3C464-9048-44C1-A849-0A42DFD3FFEC}"/>
                    </a:ext>
                  </a:extLst>
                </p:cNvPr>
                <p:cNvSpPr/>
                <p:nvPr/>
              </p:nvSpPr>
              <p:spPr>
                <a:xfrm>
                  <a:off x="8448941" y="5574791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2" name="object 542">
                  <a:extLst>
                    <a:ext uri="{FF2B5EF4-FFF2-40B4-BE49-F238E27FC236}">
                      <a16:creationId xmlns:a16="http://schemas.microsoft.com/office/drawing/2014/main" id="{E9D8CB99-11AB-449C-ADD1-794E2AC2FE86}"/>
                    </a:ext>
                  </a:extLst>
                </p:cNvPr>
                <p:cNvSpPr/>
                <p:nvPr/>
              </p:nvSpPr>
              <p:spPr>
                <a:xfrm>
                  <a:off x="855484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3" name="object 543">
                  <a:extLst>
                    <a:ext uri="{FF2B5EF4-FFF2-40B4-BE49-F238E27FC236}">
                      <a16:creationId xmlns:a16="http://schemas.microsoft.com/office/drawing/2014/main" id="{5AF08DEE-331C-4AA0-867C-43416CDC4674}"/>
                    </a:ext>
                  </a:extLst>
                </p:cNvPr>
                <p:cNvSpPr/>
                <p:nvPr/>
              </p:nvSpPr>
              <p:spPr>
                <a:xfrm>
                  <a:off x="8554847" y="5574791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4" name="object 544">
                  <a:extLst>
                    <a:ext uri="{FF2B5EF4-FFF2-40B4-BE49-F238E27FC236}">
                      <a16:creationId xmlns:a16="http://schemas.microsoft.com/office/drawing/2014/main" id="{4D3D420B-EF65-472A-B2A7-2B0C0666C20B}"/>
                    </a:ext>
                  </a:extLst>
                </p:cNvPr>
                <p:cNvSpPr/>
                <p:nvPr/>
              </p:nvSpPr>
              <p:spPr>
                <a:xfrm>
                  <a:off x="602806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5" name="object 545">
                  <a:extLst>
                    <a:ext uri="{FF2B5EF4-FFF2-40B4-BE49-F238E27FC236}">
                      <a16:creationId xmlns:a16="http://schemas.microsoft.com/office/drawing/2014/main" id="{884A0ED6-53A7-4B4F-8CE8-DFBB1ACC87CF}"/>
                    </a:ext>
                  </a:extLst>
                </p:cNvPr>
                <p:cNvSpPr/>
                <p:nvPr/>
              </p:nvSpPr>
              <p:spPr>
                <a:xfrm>
                  <a:off x="602806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6" name="object 546">
                  <a:extLst>
                    <a:ext uri="{FF2B5EF4-FFF2-40B4-BE49-F238E27FC236}">
                      <a16:creationId xmlns:a16="http://schemas.microsoft.com/office/drawing/2014/main" id="{1246775D-FF75-47EE-9919-3583C5D888C6}"/>
                    </a:ext>
                  </a:extLst>
                </p:cNvPr>
                <p:cNvSpPr/>
                <p:nvPr/>
              </p:nvSpPr>
              <p:spPr>
                <a:xfrm>
                  <a:off x="613322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7" name="object 547">
                  <a:extLst>
                    <a:ext uri="{FF2B5EF4-FFF2-40B4-BE49-F238E27FC236}">
                      <a16:creationId xmlns:a16="http://schemas.microsoft.com/office/drawing/2014/main" id="{F293C26E-B96D-440F-857F-2499EEE7FE35}"/>
                    </a:ext>
                  </a:extLst>
                </p:cNvPr>
                <p:cNvSpPr/>
                <p:nvPr/>
              </p:nvSpPr>
              <p:spPr>
                <a:xfrm>
                  <a:off x="613322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8" name="object 548">
                  <a:extLst>
                    <a:ext uri="{FF2B5EF4-FFF2-40B4-BE49-F238E27FC236}">
                      <a16:creationId xmlns:a16="http://schemas.microsoft.com/office/drawing/2014/main" id="{435519E7-4A11-477A-A190-01A5E71A47AC}"/>
                    </a:ext>
                  </a:extLst>
                </p:cNvPr>
                <p:cNvSpPr/>
                <p:nvPr/>
              </p:nvSpPr>
              <p:spPr>
                <a:xfrm>
                  <a:off x="623837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9" name="object 549">
                  <a:extLst>
                    <a:ext uri="{FF2B5EF4-FFF2-40B4-BE49-F238E27FC236}">
                      <a16:creationId xmlns:a16="http://schemas.microsoft.com/office/drawing/2014/main" id="{197358BB-51B5-48C7-81B6-0C0B7296A209}"/>
                    </a:ext>
                  </a:extLst>
                </p:cNvPr>
                <p:cNvSpPr/>
                <p:nvPr/>
              </p:nvSpPr>
              <p:spPr>
                <a:xfrm>
                  <a:off x="623837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0" name="object 550">
                  <a:extLst>
                    <a:ext uri="{FF2B5EF4-FFF2-40B4-BE49-F238E27FC236}">
                      <a16:creationId xmlns:a16="http://schemas.microsoft.com/office/drawing/2014/main" id="{D4818EFA-0256-48A6-9518-447AC5262775}"/>
                    </a:ext>
                  </a:extLst>
                </p:cNvPr>
                <p:cNvSpPr/>
                <p:nvPr/>
              </p:nvSpPr>
              <p:spPr>
                <a:xfrm>
                  <a:off x="634353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1" name="object 551">
                  <a:extLst>
                    <a:ext uri="{FF2B5EF4-FFF2-40B4-BE49-F238E27FC236}">
                      <a16:creationId xmlns:a16="http://schemas.microsoft.com/office/drawing/2014/main" id="{25DE3F66-4ABF-4C2E-B6A7-2F1121409733}"/>
                    </a:ext>
                  </a:extLst>
                </p:cNvPr>
                <p:cNvSpPr/>
                <p:nvPr/>
              </p:nvSpPr>
              <p:spPr>
                <a:xfrm>
                  <a:off x="634353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2" name="object 552">
                  <a:extLst>
                    <a:ext uri="{FF2B5EF4-FFF2-40B4-BE49-F238E27FC236}">
                      <a16:creationId xmlns:a16="http://schemas.microsoft.com/office/drawing/2014/main" id="{DFEC52E5-CFA2-4506-85BF-A0AF3A4094D6}"/>
                    </a:ext>
                  </a:extLst>
                </p:cNvPr>
                <p:cNvSpPr/>
                <p:nvPr/>
              </p:nvSpPr>
              <p:spPr>
                <a:xfrm>
                  <a:off x="6448691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3" name="object 553">
                  <a:extLst>
                    <a:ext uri="{FF2B5EF4-FFF2-40B4-BE49-F238E27FC236}">
                      <a16:creationId xmlns:a16="http://schemas.microsoft.com/office/drawing/2014/main" id="{4322E3FC-5FAC-488B-B175-ED8423A17299}"/>
                    </a:ext>
                  </a:extLst>
                </p:cNvPr>
                <p:cNvSpPr/>
                <p:nvPr/>
              </p:nvSpPr>
              <p:spPr>
                <a:xfrm>
                  <a:off x="6448691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4" name="object 554">
                  <a:extLst>
                    <a:ext uri="{FF2B5EF4-FFF2-40B4-BE49-F238E27FC236}">
                      <a16:creationId xmlns:a16="http://schemas.microsoft.com/office/drawing/2014/main" id="{16D434EB-398F-4D3A-A861-8129D2F1FDBF}"/>
                    </a:ext>
                  </a:extLst>
                </p:cNvPr>
                <p:cNvSpPr/>
                <p:nvPr/>
              </p:nvSpPr>
              <p:spPr>
                <a:xfrm>
                  <a:off x="655459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5" name="object 555">
                  <a:extLst>
                    <a:ext uri="{FF2B5EF4-FFF2-40B4-BE49-F238E27FC236}">
                      <a16:creationId xmlns:a16="http://schemas.microsoft.com/office/drawing/2014/main" id="{B352547C-D9DF-407D-B2A1-5A6B925F1FD5}"/>
                    </a:ext>
                  </a:extLst>
                </p:cNvPr>
                <p:cNvSpPr/>
                <p:nvPr/>
              </p:nvSpPr>
              <p:spPr>
                <a:xfrm>
                  <a:off x="655459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6" name="object 556">
                  <a:extLst>
                    <a:ext uri="{FF2B5EF4-FFF2-40B4-BE49-F238E27FC236}">
                      <a16:creationId xmlns:a16="http://schemas.microsoft.com/office/drawing/2014/main" id="{30DA5DC3-4E94-4674-B656-6EB6F1BBCB11}"/>
                    </a:ext>
                  </a:extLst>
                </p:cNvPr>
                <p:cNvSpPr/>
                <p:nvPr/>
              </p:nvSpPr>
              <p:spPr>
                <a:xfrm>
                  <a:off x="665976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7" name="object 557">
                  <a:extLst>
                    <a:ext uri="{FF2B5EF4-FFF2-40B4-BE49-F238E27FC236}">
                      <a16:creationId xmlns:a16="http://schemas.microsoft.com/office/drawing/2014/main" id="{DFDA5561-0C22-4540-8058-457D141D2696}"/>
                    </a:ext>
                  </a:extLst>
                </p:cNvPr>
                <p:cNvSpPr/>
                <p:nvPr/>
              </p:nvSpPr>
              <p:spPr>
                <a:xfrm>
                  <a:off x="665976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8" name="object 558">
                  <a:extLst>
                    <a:ext uri="{FF2B5EF4-FFF2-40B4-BE49-F238E27FC236}">
                      <a16:creationId xmlns:a16="http://schemas.microsoft.com/office/drawing/2014/main" id="{31E0E153-3ECB-4874-B80D-C8AF2EB216FE}"/>
                    </a:ext>
                  </a:extLst>
                </p:cNvPr>
                <p:cNvSpPr/>
                <p:nvPr/>
              </p:nvSpPr>
              <p:spPr>
                <a:xfrm>
                  <a:off x="676492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9" name="object 559">
                  <a:extLst>
                    <a:ext uri="{FF2B5EF4-FFF2-40B4-BE49-F238E27FC236}">
                      <a16:creationId xmlns:a16="http://schemas.microsoft.com/office/drawing/2014/main" id="{D34691E3-02C4-4B54-BCDA-9F36805E3231}"/>
                    </a:ext>
                  </a:extLst>
                </p:cNvPr>
                <p:cNvSpPr/>
                <p:nvPr/>
              </p:nvSpPr>
              <p:spPr>
                <a:xfrm>
                  <a:off x="676492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0" name="object 560">
                  <a:extLst>
                    <a:ext uri="{FF2B5EF4-FFF2-40B4-BE49-F238E27FC236}">
                      <a16:creationId xmlns:a16="http://schemas.microsoft.com/office/drawing/2014/main" id="{59EC9798-549F-4F01-A546-0887CE9520CF}"/>
                    </a:ext>
                  </a:extLst>
                </p:cNvPr>
                <p:cNvSpPr/>
                <p:nvPr/>
              </p:nvSpPr>
              <p:spPr>
                <a:xfrm>
                  <a:off x="687007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1" name="object 561">
                  <a:extLst>
                    <a:ext uri="{FF2B5EF4-FFF2-40B4-BE49-F238E27FC236}">
                      <a16:creationId xmlns:a16="http://schemas.microsoft.com/office/drawing/2014/main" id="{D565A114-256E-457D-A361-E2F6C7B95136}"/>
                    </a:ext>
                  </a:extLst>
                </p:cNvPr>
                <p:cNvSpPr/>
                <p:nvPr/>
              </p:nvSpPr>
              <p:spPr>
                <a:xfrm>
                  <a:off x="687007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2" name="object 562">
                  <a:extLst>
                    <a:ext uri="{FF2B5EF4-FFF2-40B4-BE49-F238E27FC236}">
                      <a16:creationId xmlns:a16="http://schemas.microsoft.com/office/drawing/2014/main" id="{E39C90D7-32C3-4CC0-9BA5-198C156A7A01}"/>
                    </a:ext>
                  </a:extLst>
                </p:cNvPr>
                <p:cNvSpPr/>
                <p:nvPr/>
              </p:nvSpPr>
              <p:spPr>
                <a:xfrm>
                  <a:off x="697522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3" name="object 563">
                  <a:extLst>
                    <a:ext uri="{FF2B5EF4-FFF2-40B4-BE49-F238E27FC236}">
                      <a16:creationId xmlns:a16="http://schemas.microsoft.com/office/drawing/2014/main" id="{16B87204-7A04-454B-A365-86A34B32971E}"/>
                    </a:ext>
                  </a:extLst>
                </p:cNvPr>
                <p:cNvSpPr/>
                <p:nvPr/>
              </p:nvSpPr>
              <p:spPr>
                <a:xfrm>
                  <a:off x="697522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4" name="object 564">
                  <a:extLst>
                    <a:ext uri="{FF2B5EF4-FFF2-40B4-BE49-F238E27FC236}">
                      <a16:creationId xmlns:a16="http://schemas.microsoft.com/office/drawing/2014/main" id="{49E1FDA4-84E5-4C46-ACA3-20524746978C}"/>
                    </a:ext>
                  </a:extLst>
                </p:cNvPr>
                <p:cNvSpPr/>
                <p:nvPr/>
              </p:nvSpPr>
              <p:spPr>
                <a:xfrm>
                  <a:off x="708037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5" name="object 565">
                  <a:extLst>
                    <a:ext uri="{FF2B5EF4-FFF2-40B4-BE49-F238E27FC236}">
                      <a16:creationId xmlns:a16="http://schemas.microsoft.com/office/drawing/2014/main" id="{71E65467-002D-40C2-A78E-B1F3AF37F317}"/>
                    </a:ext>
                  </a:extLst>
                </p:cNvPr>
                <p:cNvSpPr/>
                <p:nvPr/>
              </p:nvSpPr>
              <p:spPr>
                <a:xfrm>
                  <a:off x="708037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6" name="object 566">
                  <a:extLst>
                    <a:ext uri="{FF2B5EF4-FFF2-40B4-BE49-F238E27FC236}">
                      <a16:creationId xmlns:a16="http://schemas.microsoft.com/office/drawing/2014/main" id="{A756605A-2036-4360-9277-09FE4E4433CB}"/>
                    </a:ext>
                  </a:extLst>
                </p:cNvPr>
                <p:cNvSpPr/>
                <p:nvPr/>
              </p:nvSpPr>
              <p:spPr>
                <a:xfrm>
                  <a:off x="7185545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7" name="object 567">
                  <a:extLst>
                    <a:ext uri="{FF2B5EF4-FFF2-40B4-BE49-F238E27FC236}">
                      <a16:creationId xmlns:a16="http://schemas.microsoft.com/office/drawing/2014/main" id="{7C7FDCF4-7DC8-45C1-92A1-BF02214EA1A6}"/>
                    </a:ext>
                  </a:extLst>
                </p:cNvPr>
                <p:cNvSpPr/>
                <p:nvPr/>
              </p:nvSpPr>
              <p:spPr>
                <a:xfrm>
                  <a:off x="7185545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8" name="object 568">
                  <a:extLst>
                    <a:ext uri="{FF2B5EF4-FFF2-40B4-BE49-F238E27FC236}">
                      <a16:creationId xmlns:a16="http://schemas.microsoft.com/office/drawing/2014/main" id="{D9BF5D89-ECFE-409F-AFEB-C9D0AB4C9FE8}"/>
                    </a:ext>
                  </a:extLst>
                </p:cNvPr>
                <p:cNvSpPr/>
                <p:nvPr/>
              </p:nvSpPr>
              <p:spPr>
                <a:xfrm>
                  <a:off x="7291450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9" name="object 569">
                  <a:extLst>
                    <a:ext uri="{FF2B5EF4-FFF2-40B4-BE49-F238E27FC236}">
                      <a16:creationId xmlns:a16="http://schemas.microsoft.com/office/drawing/2014/main" id="{406C93F9-A71B-414A-B912-A9C7D3B5ED4F}"/>
                    </a:ext>
                  </a:extLst>
                </p:cNvPr>
                <p:cNvSpPr/>
                <p:nvPr/>
              </p:nvSpPr>
              <p:spPr>
                <a:xfrm>
                  <a:off x="7291450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0" name="object 570">
                  <a:extLst>
                    <a:ext uri="{FF2B5EF4-FFF2-40B4-BE49-F238E27FC236}">
                      <a16:creationId xmlns:a16="http://schemas.microsoft.com/office/drawing/2014/main" id="{6318DE4E-3188-4B2A-891F-DFFE3E38E056}"/>
                    </a:ext>
                  </a:extLst>
                </p:cNvPr>
                <p:cNvSpPr/>
                <p:nvPr/>
              </p:nvSpPr>
              <p:spPr>
                <a:xfrm>
                  <a:off x="739661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1" name="object 571">
                  <a:extLst>
                    <a:ext uri="{FF2B5EF4-FFF2-40B4-BE49-F238E27FC236}">
                      <a16:creationId xmlns:a16="http://schemas.microsoft.com/office/drawing/2014/main" id="{9500BB2D-84AB-4244-8345-3475AF6C078E}"/>
                    </a:ext>
                  </a:extLst>
                </p:cNvPr>
                <p:cNvSpPr/>
                <p:nvPr/>
              </p:nvSpPr>
              <p:spPr>
                <a:xfrm>
                  <a:off x="739661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2" name="object 572">
                  <a:extLst>
                    <a:ext uri="{FF2B5EF4-FFF2-40B4-BE49-F238E27FC236}">
                      <a16:creationId xmlns:a16="http://schemas.microsoft.com/office/drawing/2014/main" id="{9D9F94D8-8A69-439E-B7C8-B11C7F8FC5B8}"/>
                    </a:ext>
                  </a:extLst>
                </p:cNvPr>
                <p:cNvSpPr/>
                <p:nvPr/>
              </p:nvSpPr>
              <p:spPr>
                <a:xfrm>
                  <a:off x="750176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3" name="object 573">
                  <a:extLst>
                    <a:ext uri="{FF2B5EF4-FFF2-40B4-BE49-F238E27FC236}">
                      <a16:creationId xmlns:a16="http://schemas.microsoft.com/office/drawing/2014/main" id="{E7524795-C90D-46DC-A46D-356E4F496559}"/>
                    </a:ext>
                  </a:extLst>
                </p:cNvPr>
                <p:cNvSpPr/>
                <p:nvPr/>
              </p:nvSpPr>
              <p:spPr>
                <a:xfrm>
                  <a:off x="750176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4" name="object 574">
                  <a:extLst>
                    <a:ext uri="{FF2B5EF4-FFF2-40B4-BE49-F238E27FC236}">
                      <a16:creationId xmlns:a16="http://schemas.microsoft.com/office/drawing/2014/main" id="{D62E5564-9D34-4A35-A9CA-DA67F2686447}"/>
                    </a:ext>
                  </a:extLst>
                </p:cNvPr>
                <p:cNvSpPr/>
                <p:nvPr/>
              </p:nvSpPr>
              <p:spPr>
                <a:xfrm>
                  <a:off x="760693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5" name="object 575">
                  <a:extLst>
                    <a:ext uri="{FF2B5EF4-FFF2-40B4-BE49-F238E27FC236}">
                      <a16:creationId xmlns:a16="http://schemas.microsoft.com/office/drawing/2014/main" id="{DF147B33-65E1-49B7-9E6C-C8BB90781D2D}"/>
                    </a:ext>
                  </a:extLst>
                </p:cNvPr>
                <p:cNvSpPr/>
                <p:nvPr/>
              </p:nvSpPr>
              <p:spPr>
                <a:xfrm>
                  <a:off x="7606931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6" name="object 576">
                  <a:extLst>
                    <a:ext uri="{FF2B5EF4-FFF2-40B4-BE49-F238E27FC236}">
                      <a16:creationId xmlns:a16="http://schemas.microsoft.com/office/drawing/2014/main" id="{E5B191FE-E729-4B27-BCB8-0A025EB9BFA1}"/>
                    </a:ext>
                  </a:extLst>
                </p:cNvPr>
                <p:cNvSpPr/>
                <p:nvPr/>
              </p:nvSpPr>
              <p:spPr>
                <a:xfrm>
                  <a:off x="771207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7" name="object 577">
                  <a:extLst>
                    <a:ext uri="{FF2B5EF4-FFF2-40B4-BE49-F238E27FC236}">
                      <a16:creationId xmlns:a16="http://schemas.microsoft.com/office/drawing/2014/main" id="{5D78EF39-980C-446E-A488-2A566144F917}"/>
                    </a:ext>
                  </a:extLst>
                </p:cNvPr>
                <p:cNvSpPr/>
                <p:nvPr/>
              </p:nvSpPr>
              <p:spPr>
                <a:xfrm>
                  <a:off x="7712075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8" name="object 578">
                  <a:extLst>
                    <a:ext uri="{FF2B5EF4-FFF2-40B4-BE49-F238E27FC236}">
                      <a16:creationId xmlns:a16="http://schemas.microsoft.com/office/drawing/2014/main" id="{77EFA22B-B5F6-48D7-8E4B-635875617009}"/>
                    </a:ext>
                  </a:extLst>
                </p:cNvPr>
                <p:cNvSpPr/>
                <p:nvPr/>
              </p:nvSpPr>
              <p:spPr>
                <a:xfrm>
                  <a:off x="7817243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9" name="object 579">
                  <a:extLst>
                    <a:ext uri="{FF2B5EF4-FFF2-40B4-BE49-F238E27FC236}">
                      <a16:creationId xmlns:a16="http://schemas.microsoft.com/office/drawing/2014/main" id="{084F88A8-C386-4F04-B9D0-B944CEF41069}"/>
                    </a:ext>
                  </a:extLst>
                </p:cNvPr>
                <p:cNvSpPr/>
                <p:nvPr/>
              </p:nvSpPr>
              <p:spPr>
                <a:xfrm>
                  <a:off x="7817243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0" name="object 580">
                  <a:extLst>
                    <a:ext uri="{FF2B5EF4-FFF2-40B4-BE49-F238E27FC236}">
                      <a16:creationId xmlns:a16="http://schemas.microsoft.com/office/drawing/2014/main" id="{B678198D-347F-4586-9C54-BF24FF05A5FF}"/>
                    </a:ext>
                  </a:extLst>
                </p:cNvPr>
                <p:cNvSpPr/>
                <p:nvPr/>
              </p:nvSpPr>
              <p:spPr>
                <a:xfrm>
                  <a:off x="7923148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1" name="object 581">
                  <a:extLst>
                    <a:ext uri="{FF2B5EF4-FFF2-40B4-BE49-F238E27FC236}">
                      <a16:creationId xmlns:a16="http://schemas.microsoft.com/office/drawing/2014/main" id="{50CF37B2-4AF9-4454-9F77-1CFAE02CFF15}"/>
                    </a:ext>
                  </a:extLst>
                </p:cNvPr>
                <p:cNvSpPr/>
                <p:nvPr/>
              </p:nvSpPr>
              <p:spPr>
                <a:xfrm>
                  <a:off x="7923148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2" name="object 582">
                  <a:extLst>
                    <a:ext uri="{FF2B5EF4-FFF2-40B4-BE49-F238E27FC236}">
                      <a16:creationId xmlns:a16="http://schemas.microsoft.com/office/drawing/2014/main" id="{1EAF6312-BBB4-4495-BBA6-DF7BABCA7FDC}"/>
                    </a:ext>
                  </a:extLst>
                </p:cNvPr>
                <p:cNvSpPr/>
                <p:nvPr/>
              </p:nvSpPr>
              <p:spPr>
                <a:xfrm>
                  <a:off x="802831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3" name="object 583">
                  <a:extLst>
                    <a:ext uri="{FF2B5EF4-FFF2-40B4-BE49-F238E27FC236}">
                      <a16:creationId xmlns:a16="http://schemas.microsoft.com/office/drawing/2014/main" id="{921C2BE5-B31F-46F4-8B08-76AA52BA2A6E}"/>
                    </a:ext>
                  </a:extLst>
                </p:cNvPr>
                <p:cNvSpPr/>
                <p:nvPr/>
              </p:nvSpPr>
              <p:spPr>
                <a:xfrm>
                  <a:off x="802831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4" name="object 584">
                  <a:extLst>
                    <a:ext uri="{FF2B5EF4-FFF2-40B4-BE49-F238E27FC236}">
                      <a16:creationId xmlns:a16="http://schemas.microsoft.com/office/drawing/2014/main" id="{BD76ED77-7212-4145-B2BD-4353A4E8E1D5}"/>
                    </a:ext>
                  </a:extLst>
                </p:cNvPr>
                <p:cNvSpPr/>
                <p:nvPr/>
              </p:nvSpPr>
              <p:spPr>
                <a:xfrm>
                  <a:off x="813347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5" name="object 585">
                  <a:extLst>
                    <a:ext uri="{FF2B5EF4-FFF2-40B4-BE49-F238E27FC236}">
                      <a16:creationId xmlns:a16="http://schemas.microsoft.com/office/drawing/2014/main" id="{9D6447BA-B6A7-4A0A-9356-7AE8BC4464B0}"/>
                    </a:ext>
                  </a:extLst>
                </p:cNvPr>
                <p:cNvSpPr/>
                <p:nvPr/>
              </p:nvSpPr>
              <p:spPr>
                <a:xfrm>
                  <a:off x="813347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6" name="object 586">
                  <a:extLst>
                    <a:ext uri="{FF2B5EF4-FFF2-40B4-BE49-F238E27FC236}">
                      <a16:creationId xmlns:a16="http://schemas.microsoft.com/office/drawing/2014/main" id="{EDD2D266-8605-4998-BBB5-0A1C8EE54241}"/>
                    </a:ext>
                  </a:extLst>
                </p:cNvPr>
                <p:cNvSpPr/>
                <p:nvPr/>
              </p:nvSpPr>
              <p:spPr>
                <a:xfrm>
                  <a:off x="823862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7" name="object 587">
                  <a:extLst>
                    <a:ext uri="{FF2B5EF4-FFF2-40B4-BE49-F238E27FC236}">
                      <a16:creationId xmlns:a16="http://schemas.microsoft.com/office/drawing/2014/main" id="{AC47C7A2-2877-4181-AEDF-39A6F0F15C24}"/>
                    </a:ext>
                  </a:extLst>
                </p:cNvPr>
                <p:cNvSpPr/>
                <p:nvPr/>
              </p:nvSpPr>
              <p:spPr>
                <a:xfrm>
                  <a:off x="8238629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8" name="object 588">
                  <a:extLst>
                    <a:ext uri="{FF2B5EF4-FFF2-40B4-BE49-F238E27FC236}">
                      <a16:creationId xmlns:a16="http://schemas.microsoft.com/office/drawing/2014/main" id="{36EFD2A0-46F7-40AB-B33E-F55E1187BCC9}"/>
                    </a:ext>
                  </a:extLst>
                </p:cNvPr>
                <p:cNvSpPr/>
                <p:nvPr/>
              </p:nvSpPr>
              <p:spPr>
                <a:xfrm>
                  <a:off x="834377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9" name="object 589">
                  <a:extLst>
                    <a:ext uri="{FF2B5EF4-FFF2-40B4-BE49-F238E27FC236}">
                      <a16:creationId xmlns:a16="http://schemas.microsoft.com/office/drawing/2014/main" id="{6F64A6FF-D736-4E84-BE95-C8CD37E42CD1}"/>
                    </a:ext>
                  </a:extLst>
                </p:cNvPr>
                <p:cNvSpPr/>
                <p:nvPr/>
              </p:nvSpPr>
              <p:spPr>
                <a:xfrm>
                  <a:off x="8343773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0" name="object 590">
                  <a:extLst>
                    <a:ext uri="{FF2B5EF4-FFF2-40B4-BE49-F238E27FC236}">
                      <a16:creationId xmlns:a16="http://schemas.microsoft.com/office/drawing/2014/main" id="{62453360-1D90-4B94-A19F-1368487C3C93}"/>
                    </a:ext>
                  </a:extLst>
                </p:cNvPr>
                <p:cNvSpPr/>
                <p:nvPr/>
              </p:nvSpPr>
              <p:spPr>
                <a:xfrm>
                  <a:off x="8448941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1" name="object 591">
                  <a:extLst>
                    <a:ext uri="{FF2B5EF4-FFF2-40B4-BE49-F238E27FC236}">
                      <a16:creationId xmlns:a16="http://schemas.microsoft.com/office/drawing/2014/main" id="{054FEAFA-DBD3-4101-A665-252BE237E587}"/>
                    </a:ext>
                  </a:extLst>
                </p:cNvPr>
                <p:cNvSpPr/>
                <p:nvPr/>
              </p:nvSpPr>
              <p:spPr>
                <a:xfrm>
                  <a:off x="8448941" y="5679947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2" name="object 592">
                  <a:extLst>
                    <a:ext uri="{FF2B5EF4-FFF2-40B4-BE49-F238E27FC236}">
                      <a16:creationId xmlns:a16="http://schemas.microsoft.com/office/drawing/2014/main" id="{0590ECF4-EA4A-4A7E-A37E-5713702BAD16}"/>
                    </a:ext>
                  </a:extLst>
                </p:cNvPr>
                <p:cNvSpPr/>
                <p:nvPr/>
              </p:nvSpPr>
              <p:spPr>
                <a:xfrm>
                  <a:off x="855484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3" name="object 593">
                  <a:extLst>
                    <a:ext uri="{FF2B5EF4-FFF2-40B4-BE49-F238E27FC236}">
                      <a16:creationId xmlns:a16="http://schemas.microsoft.com/office/drawing/2014/main" id="{09741139-BF14-4EDB-A056-5841DC14B45A}"/>
                    </a:ext>
                  </a:extLst>
                </p:cNvPr>
                <p:cNvSpPr/>
                <p:nvPr/>
              </p:nvSpPr>
              <p:spPr>
                <a:xfrm>
                  <a:off x="8554847" y="5679947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4" name="object 594">
                  <a:extLst>
                    <a:ext uri="{FF2B5EF4-FFF2-40B4-BE49-F238E27FC236}">
                      <a16:creationId xmlns:a16="http://schemas.microsoft.com/office/drawing/2014/main" id="{C06D4329-8A2D-4197-A5FC-C12EA3EC205B}"/>
                    </a:ext>
                  </a:extLst>
                </p:cNvPr>
                <p:cNvSpPr/>
                <p:nvPr/>
              </p:nvSpPr>
              <p:spPr>
                <a:xfrm>
                  <a:off x="602806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5" name="object 595">
                  <a:extLst>
                    <a:ext uri="{FF2B5EF4-FFF2-40B4-BE49-F238E27FC236}">
                      <a16:creationId xmlns:a16="http://schemas.microsoft.com/office/drawing/2014/main" id="{5CD15C9C-44A3-47FC-A987-B2748AEDD29C}"/>
                    </a:ext>
                  </a:extLst>
                </p:cNvPr>
                <p:cNvSpPr/>
                <p:nvPr/>
              </p:nvSpPr>
              <p:spPr>
                <a:xfrm>
                  <a:off x="602806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6" name="object 596">
                  <a:extLst>
                    <a:ext uri="{FF2B5EF4-FFF2-40B4-BE49-F238E27FC236}">
                      <a16:creationId xmlns:a16="http://schemas.microsoft.com/office/drawing/2014/main" id="{1F680382-CB84-4100-94AC-4BD5E40D3735}"/>
                    </a:ext>
                  </a:extLst>
                </p:cNvPr>
                <p:cNvSpPr/>
                <p:nvPr/>
              </p:nvSpPr>
              <p:spPr>
                <a:xfrm>
                  <a:off x="613322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7" name="object 597">
                  <a:extLst>
                    <a:ext uri="{FF2B5EF4-FFF2-40B4-BE49-F238E27FC236}">
                      <a16:creationId xmlns:a16="http://schemas.microsoft.com/office/drawing/2014/main" id="{CC283928-6961-4201-8F7D-EFF4CC62D0C3}"/>
                    </a:ext>
                  </a:extLst>
                </p:cNvPr>
                <p:cNvSpPr/>
                <p:nvPr/>
              </p:nvSpPr>
              <p:spPr>
                <a:xfrm>
                  <a:off x="613322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8" name="object 598">
                  <a:extLst>
                    <a:ext uri="{FF2B5EF4-FFF2-40B4-BE49-F238E27FC236}">
                      <a16:creationId xmlns:a16="http://schemas.microsoft.com/office/drawing/2014/main" id="{07BC6AAB-06C1-407D-AE9D-69BDAD94AC46}"/>
                    </a:ext>
                  </a:extLst>
                </p:cNvPr>
                <p:cNvSpPr/>
                <p:nvPr/>
              </p:nvSpPr>
              <p:spPr>
                <a:xfrm>
                  <a:off x="623837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9" name="object 599">
                  <a:extLst>
                    <a:ext uri="{FF2B5EF4-FFF2-40B4-BE49-F238E27FC236}">
                      <a16:creationId xmlns:a16="http://schemas.microsoft.com/office/drawing/2014/main" id="{8AA30F6B-293B-4E7B-839C-B65E7B889D2B}"/>
                    </a:ext>
                  </a:extLst>
                </p:cNvPr>
                <p:cNvSpPr/>
                <p:nvPr/>
              </p:nvSpPr>
              <p:spPr>
                <a:xfrm>
                  <a:off x="623837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0" name="object 600">
                  <a:extLst>
                    <a:ext uri="{FF2B5EF4-FFF2-40B4-BE49-F238E27FC236}">
                      <a16:creationId xmlns:a16="http://schemas.microsoft.com/office/drawing/2014/main" id="{6BC122D9-A23D-4003-9214-C96E599A3937}"/>
                    </a:ext>
                  </a:extLst>
                </p:cNvPr>
                <p:cNvSpPr/>
                <p:nvPr/>
              </p:nvSpPr>
              <p:spPr>
                <a:xfrm>
                  <a:off x="634353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1" name="object 601">
                  <a:extLst>
                    <a:ext uri="{FF2B5EF4-FFF2-40B4-BE49-F238E27FC236}">
                      <a16:creationId xmlns:a16="http://schemas.microsoft.com/office/drawing/2014/main" id="{67BC5B87-2DC5-485F-AAFC-006185BF69A5}"/>
                    </a:ext>
                  </a:extLst>
                </p:cNvPr>
                <p:cNvSpPr/>
                <p:nvPr/>
              </p:nvSpPr>
              <p:spPr>
                <a:xfrm>
                  <a:off x="634353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2" name="object 602">
                  <a:extLst>
                    <a:ext uri="{FF2B5EF4-FFF2-40B4-BE49-F238E27FC236}">
                      <a16:creationId xmlns:a16="http://schemas.microsoft.com/office/drawing/2014/main" id="{6D35421E-FF87-4B33-B526-8762B0841EDD}"/>
                    </a:ext>
                  </a:extLst>
                </p:cNvPr>
                <p:cNvSpPr/>
                <p:nvPr/>
              </p:nvSpPr>
              <p:spPr>
                <a:xfrm>
                  <a:off x="6448691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3" name="object 603">
                  <a:extLst>
                    <a:ext uri="{FF2B5EF4-FFF2-40B4-BE49-F238E27FC236}">
                      <a16:creationId xmlns:a16="http://schemas.microsoft.com/office/drawing/2014/main" id="{3EFCA055-223C-4D99-A8CB-E74A852542F5}"/>
                    </a:ext>
                  </a:extLst>
                </p:cNvPr>
                <p:cNvSpPr/>
                <p:nvPr/>
              </p:nvSpPr>
              <p:spPr>
                <a:xfrm>
                  <a:off x="6448691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4" name="object 604">
                  <a:extLst>
                    <a:ext uri="{FF2B5EF4-FFF2-40B4-BE49-F238E27FC236}">
                      <a16:creationId xmlns:a16="http://schemas.microsoft.com/office/drawing/2014/main" id="{C563033B-EE06-45DF-A4D7-5CFF63CFBF76}"/>
                    </a:ext>
                  </a:extLst>
                </p:cNvPr>
                <p:cNvSpPr/>
                <p:nvPr/>
              </p:nvSpPr>
              <p:spPr>
                <a:xfrm>
                  <a:off x="655459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5" name="object 605">
                  <a:extLst>
                    <a:ext uri="{FF2B5EF4-FFF2-40B4-BE49-F238E27FC236}">
                      <a16:creationId xmlns:a16="http://schemas.microsoft.com/office/drawing/2014/main" id="{2B94E404-496E-42DE-ACBB-D556D85936AC}"/>
                    </a:ext>
                  </a:extLst>
                </p:cNvPr>
                <p:cNvSpPr/>
                <p:nvPr/>
              </p:nvSpPr>
              <p:spPr>
                <a:xfrm>
                  <a:off x="655459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6" name="object 606">
                  <a:extLst>
                    <a:ext uri="{FF2B5EF4-FFF2-40B4-BE49-F238E27FC236}">
                      <a16:creationId xmlns:a16="http://schemas.microsoft.com/office/drawing/2014/main" id="{68350085-0043-4C52-B92E-BB4DF0467D9B}"/>
                    </a:ext>
                  </a:extLst>
                </p:cNvPr>
                <p:cNvSpPr/>
                <p:nvPr/>
              </p:nvSpPr>
              <p:spPr>
                <a:xfrm>
                  <a:off x="665976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7" name="object 607">
                  <a:extLst>
                    <a:ext uri="{FF2B5EF4-FFF2-40B4-BE49-F238E27FC236}">
                      <a16:creationId xmlns:a16="http://schemas.microsoft.com/office/drawing/2014/main" id="{5A97BF08-1B21-407E-98F1-790158543117}"/>
                    </a:ext>
                  </a:extLst>
                </p:cNvPr>
                <p:cNvSpPr/>
                <p:nvPr/>
              </p:nvSpPr>
              <p:spPr>
                <a:xfrm>
                  <a:off x="665976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8" name="object 608">
                  <a:extLst>
                    <a:ext uri="{FF2B5EF4-FFF2-40B4-BE49-F238E27FC236}">
                      <a16:creationId xmlns:a16="http://schemas.microsoft.com/office/drawing/2014/main" id="{08D3B9B0-55E8-4901-ABC9-7610AB06853F}"/>
                    </a:ext>
                  </a:extLst>
                </p:cNvPr>
                <p:cNvSpPr/>
                <p:nvPr/>
              </p:nvSpPr>
              <p:spPr>
                <a:xfrm>
                  <a:off x="676492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9" name="object 609">
                  <a:extLst>
                    <a:ext uri="{FF2B5EF4-FFF2-40B4-BE49-F238E27FC236}">
                      <a16:creationId xmlns:a16="http://schemas.microsoft.com/office/drawing/2014/main" id="{F8CA4C17-0A51-4A08-9C59-9DA966654F60}"/>
                    </a:ext>
                  </a:extLst>
                </p:cNvPr>
                <p:cNvSpPr/>
                <p:nvPr/>
              </p:nvSpPr>
              <p:spPr>
                <a:xfrm>
                  <a:off x="676492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0" name="object 610">
                  <a:extLst>
                    <a:ext uri="{FF2B5EF4-FFF2-40B4-BE49-F238E27FC236}">
                      <a16:creationId xmlns:a16="http://schemas.microsoft.com/office/drawing/2014/main" id="{ED57D001-518D-4C62-96A8-C51C0A7CBE3E}"/>
                    </a:ext>
                  </a:extLst>
                </p:cNvPr>
                <p:cNvSpPr/>
                <p:nvPr/>
              </p:nvSpPr>
              <p:spPr>
                <a:xfrm>
                  <a:off x="687007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1" name="object 611">
                  <a:extLst>
                    <a:ext uri="{FF2B5EF4-FFF2-40B4-BE49-F238E27FC236}">
                      <a16:creationId xmlns:a16="http://schemas.microsoft.com/office/drawing/2014/main" id="{5C8E8072-1564-4E86-A4EC-D8080B54720A}"/>
                    </a:ext>
                  </a:extLst>
                </p:cNvPr>
                <p:cNvSpPr/>
                <p:nvPr/>
              </p:nvSpPr>
              <p:spPr>
                <a:xfrm>
                  <a:off x="687007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2" name="object 612">
                  <a:extLst>
                    <a:ext uri="{FF2B5EF4-FFF2-40B4-BE49-F238E27FC236}">
                      <a16:creationId xmlns:a16="http://schemas.microsoft.com/office/drawing/2014/main" id="{2597B55E-9996-4787-9E67-77A27CCE57D2}"/>
                    </a:ext>
                  </a:extLst>
                </p:cNvPr>
                <p:cNvSpPr/>
                <p:nvPr/>
              </p:nvSpPr>
              <p:spPr>
                <a:xfrm>
                  <a:off x="697522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3" name="object 613">
                  <a:extLst>
                    <a:ext uri="{FF2B5EF4-FFF2-40B4-BE49-F238E27FC236}">
                      <a16:creationId xmlns:a16="http://schemas.microsoft.com/office/drawing/2014/main" id="{06722C03-1E2C-444D-A427-457B0986085F}"/>
                    </a:ext>
                  </a:extLst>
                </p:cNvPr>
                <p:cNvSpPr/>
                <p:nvPr/>
              </p:nvSpPr>
              <p:spPr>
                <a:xfrm>
                  <a:off x="697522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4" name="object 614">
                  <a:extLst>
                    <a:ext uri="{FF2B5EF4-FFF2-40B4-BE49-F238E27FC236}">
                      <a16:creationId xmlns:a16="http://schemas.microsoft.com/office/drawing/2014/main" id="{A787351D-6FD5-4B6E-89DC-F806F8BF2DBF}"/>
                    </a:ext>
                  </a:extLst>
                </p:cNvPr>
                <p:cNvSpPr/>
                <p:nvPr/>
              </p:nvSpPr>
              <p:spPr>
                <a:xfrm>
                  <a:off x="708037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5" name="object 615">
                  <a:extLst>
                    <a:ext uri="{FF2B5EF4-FFF2-40B4-BE49-F238E27FC236}">
                      <a16:creationId xmlns:a16="http://schemas.microsoft.com/office/drawing/2014/main" id="{A7A6B107-BF9E-4743-BF94-33061FC4DC19}"/>
                    </a:ext>
                  </a:extLst>
                </p:cNvPr>
                <p:cNvSpPr/>
                <p:nvPr/>
              </p:nvSpPr>
              <p:spPr>
                <a:xfrm>
                  <a:off x="708037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6" name="object 616">
                  <a:extLst>
                    <a:ext uri="{FF2B5EF4-FFF2-40B4-BE49-F238E27FC236}">
                      <a16:creationId xmlns:a16="http://schemas.microsoft.com/office/drawing/2014/main" id="{A35AFAC9-AD28-46F7-82CD-283BF51914DB}"/>
                    </a:ext>
                  </a:extLst>
                </p:cNvPr>
                <p:cNvSpPr/>
                <p:nvPr/>
              </p:nvSpPr>
              <p:spPr>
                <a:xfrm>
                  <a:off x="7185545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7" name="object 617">
                  <a:extLst>
                    <a:ext uri="{FF2B5EF4-FFF2-40B4-BE49-F238E27FC236}">
                      <a16:creationId xmlns:a16="http://schemas.microsoft.com/office/drawing/2014/main" id="{FBD1FE34-01D4-4550-8417-C6D3CE746CC8}"/>
                    </a:ext>
                  </a:extLst>
                </p:cNvPr>
                <p:cNvSpPr/>
                <p:nvPr/>
              </p:nvSpPr>
              <p:spPr>
                <a:xfrm>
                  <a:off x="7185545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8" name="object 618">
                  <a:extLst>
                    <a:ext uri="{FF2B5EF4-FFF2-40B4-BE49-F238E27FC236}">
                      <a16:creationId xmlns:a16="http://schemas.microsoft.com/office/drawing/2014/main" id="{484562BF-CDF4-41EE-9B67-DD34CF690D8F}"/>
                    </a:ext>
                  </a:extLst>
                </p:cNvPr>
                <p:cNvSpPr/>
                <p:nvPr/>
              </p:nvSpPr>
              <p:spPr>
                <a:xfrm>
                  <a:off x="7291450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9" name="object 619">
                  <a:extLst>
                    <a:ext uri="{FF2B5EF4-FFF2-40B4-BE49-F238E27FC236}">
                      <a16:creationId xmlns:a16="http://schemas.microsoft.com/office/drawing/2014/main" id="{48F27B55-D2DA-47ED-AC14-33ED86566F56}"/>
                    </a:ext>
                  </a:extLst>
                </p:cNvPr>
                <p:cNvSpPr/>
                <p:nvPr/>
              </p:nvSpPr>
              <p:spPr>
                <a:xfrm>
                  <a:off x="7291450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0" name="object 620">
                  <a:extLst>
                    <a:ext uri="{FF2B5EF4-FFF2-40B4-BE49-F238E27FC236}">
                      <a16:creationId xmlns:a16="http://schemas.microsoft.com/office/drawing/2014/main" id="{8187BC97-73EF-45F7-B71B-521F78742D89}"/>
                    </a:ext>
                  </a:extLst>
                </p:cNvPr>
                <p:cNvSpPr/>
                <p:nvPr/>
              </p:nvSpPr>
              <p:spPr>
                <a:xfrm>
                  <a:off x="739661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1" name="object 621">
                  <a:extLst>
                    <a:ext uri="{FF2B5EF4-FFF2-40B4-BE49-F238E27FC236}">
                      <a16:creationId xmlns:a16="http://schemas.microsoft.com/office/drawing/2014/main" id="{CE154F35-76BE-4660-BC9E-9C16DFF7E747}"/>
                    </a:ext>
                  </a:extLst>
                </p:cNvPr>
                <p:cNvSpPr/>
                <p:nvPr/>
              </p:nvSpPr>
              <p:spPr>
                <a:xfrm>
                  <a:off x="739661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2" name="object 622">
                  <a:extLst>
                    <a:ext uri="{FF2B5EF4-FFF2-40B4-BE49-F238E27FC236}">
                      <a16:creationId xmlns:a16="http://schemas.microsoft.com/office/drawing/2014/main" id="{5FA29CDB-35AD-460E-96F6-B82106A78A5A}"/>
                    </a:ext>
                  </a:extLst>
                </p:cNvPr>
                <p:cNvSpPr/>
                <p:nvPr/>
              </p:nvSpPr>
              <p:spPr>
                <a:xfrm>
                  <a:off x="750176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3" name="object 623">
                  <a:extLst>
                    <a:ext uri="{FF2B5EF4-FFF2-40B4-BE49-F238E27FC236}">
                      <a16:creationId xmlns:a16="http://schemas.microsoft.com/office/drawing/2014/main" id="{D5AD23FC-D72B-4EE4-B85C-333A8F0114AA}"/>
                    </a:ext>
                  </a:extLst>
                </p:cNvPr>
                <p:cNvSpPr/>
                <p:nvPr/>
              </p:nvSpPr>
              <p:spPr>
                <a:xfrm>
                  <a:off x="750176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4" name="object 624">
                  <a:extLst>
                    <a:ext uri="{FF2B5EF4-FFF2-40B4-BE49-F238E27FC236}">
                      <a16:creationId xmlns:a16="http://schemas.microsoft.com/office/drawing/2014/main" id="{AD5B2D9D-ED43-461F-81FC-8306AAA3BABC}"/>
                    </a:ext>
                  </a:extLst>
                </p:cNvPr>
                <p:cNvSpPr/>
                <p:nvPr/>
              </p:nvSpPr>
              <p:spPr>
                <a:xfrm>
                  <a:off x="760693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5" name="object 625">
                  <a:extLst>
                    <a:ext uri="{FF2B5EF4-FFF2-40B4-BE49-F238E27FC236}">
                      <a16:creationId xmlns:a16="http://schemas.microsoft.com/office/drawing/2014/main" id="{6C94B59A-0350-4384-A535-A0C3CC21F76F}"/>
                    </a:ext>
                  </a:extLst>
                </p:cNvPr>
                <p:cNvSpPr/>
                <p:nvPr/>
              </p:nvSpPr>
              <p:spPr>
                <a:xfrm>
                  <a:off x="7606931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6" name="object 626">
                  <a:extLst>
                    <a:ext uri="{FF2B5EF4-FFF2-40B4-BE49-F238E27FC236}">
                      <a16:creationId xmlns:a16="http://schemas.microsoft.com/office/drawing/2014/main" id="{D094FDDD-57E8-4F11-9E59-EA5D2FCC15BB}"/>
                    </a:ext>
                  </a:extLst>
                </p:cNvPr>
                <p:cNvSpPr/>
                <p:nvPr/>
              </p:nvSpPr>
              <p:spPr>
                <a:xfrm>
                  <a:off x="771207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7" name="object 627">
                  <a:extLst>
                    <a:ext uri="{FF2B5EF4-FFF2-40B4-BE49-F238E27FC236}">
                      <a16:creationId xmlns:a16="http://schemas.microsoft.com/office/drawing/2014/main" id="{8BB8D901-B7CB-4C48-B102-6E88CDFBE8DA}"/>
                    </a:ext>
                  </a:extLst>
                </p:cNvPr>
                <p:cNvSpPr/>
                <p:nvPr/>
              </p:nvSpPr>
              <p:spPr>
                <a:xfrm>
                  <a:off x="7712075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8" name="object 628">
                  <a:extLst>
                    <a:ext uri="{FF2B5EF4-FFF2-40B4-BE49-F238E27FC236}">
                      <a16:creationId xmlns:a16="http://schemas.microsoft.com/office/drawing/2014/main" id="{079F28F0-EECE-4505-B67D-5D0BE674593D}"/>
                    </a:ext>
                  </a:extLst>
                </p:cNvPr>
                <p:cNvSpPr/>
                <p:nvPr/>
              </p:nvSpPr>
              <p:spPr>
                <a:xfrm>
                  <a:off x="7817243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9" name="object 629">
                  <a:extLst>
                    <a:ext uri="{FF2B5EF4-FFF2-40B4-BE49-F238E27FC236}">
                      <a16:creationId xmlns:a16="http://schemas.microsoft.com/office/drawing/2014/main" id="{5D37EDF8-35C6-4965-AD47-4B723D700736}"/>
                    </a:ext>
                  </a:extLst>
                </p:cNvPr>
                <p:cNvSpPr/>
                <p:nvPr/>
              </p:nvSpPr>
              <p:spPr>
                <a:xfrm>
                  <a:off x="7817243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0" name="object 630">
                  <a:extLst>
                    <a:ext uri="{FF2B5EF4-FFF2-40B4-BE49-F238E27FC236}">
                      <a16:creationId xmlns:a16="http://schemas.microsoft.com/office/drawing/2014/main" id="{98EF44F8-374A-4316-9143-EE52F9CC543E}"/>
                    </a:ext>
                  </a:extLst>
                </p:cNvPr>
                <p:cNvSpPr/>
                <p:nvPr/>
              </p:nvSpPr>
              <p:spPr>
                <a:xfrm>
                  <a:off x="7923148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1" name="object 631">
                  <a:extLst>
                    <a:ext uri="{FF2B5EF4-FFF2-40B4-BE49-F238E27FC236}">
                      <a16:creationId xmlns:a16="http://schemas.microsoft.com/office/drawing/2014/main" id="{CE631AD6-AA1E-4BDB-A014-1186C8F6192D}"/>
                    </a:ext>
                  </a:extLst>
                </p:cNvPr>
                <p:cNvSpPr/>
                <p:nvPr/>
              </p:nvSpPr>
              <p:spPr>
                <a:xfrm>
                  <a:off x="7923148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2" name="object 632">
                  <a:extLst>
                    <a:ext uri="{FF2B5EF4-FFF2-40B4-BE49-F238E27FC236}">
                      <a16:creationId xmlns:a16="http://schemas.microsoft.com/office/drawing/2014/main" id="{37416A08-9425-4B64-B4B1-DDC0EF5A2500}"/>
                    </a:ext>
                  </a:extLst>
                </p:cNvPr>
                <p:cNvSpPr/>
                <p:nvPr/>
              </p:nvSpPr>
              <p:spPr>
                <a:xfrm>
                  <a:off x="802831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3" name="object 633">
                  <a:extLst>
                    <a:ext uri="{FF2B5EF4-FFF2-40B4-BE49-F238E27FC236}">
                      <a16:creationId xmlns:a16="http://schemas.microsoft.com/office/drawing/2014/main" id="{C72C69AB-60FD-43AE-B228-043DB8830DA3}"/>
                    </a:ext>
                  </a:extLst>
                </p:cNvPr>
                <p:cNvSpPr/>
                <p:nvPr/>
              </p:nvSpPr>
              <p:spPr>
                <a:xfrm>
                  <a:off x="802831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4" name="object 634">
                  <a:extLst>
                    <a:ext uri="{FF2B5EF4-FFF2-40B4-BE49-F238E27FC236}">
                      <a16:creationId xmlns:a16="http://schemas.microsoft.com/office/drawing/2014/main" id="{B8D25DC5-D690-49E8-BE2A-B62F08A04B03}"/>
                    </a:ext>
                  </a:extLst>
                </p:cNvPr>
                <p:cNvSpPr/>
                <p:nvPr/>
              </p:nvSpPr>
              <p:spPr>
                <a:xfrm>
                  <a:off x="813347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5" name="object 635">
                  <a:extLst>
                    <a:ext uri="{FF2B5EF4-FFF2-40B4-BE49-F238E27FC236}">
                      <a16:creationId xmlns:a16="http://schemas.microsoft.com/office/drawing/2014/main" id="{47D3DAA4-89DF-4E47-B22C-E276FE783C5D}"/>
                    </a:ext>
                  </a:extLst>
                </p:cNvPr>
                <p:cNvSpPr/>
                <p:nvPr/>
              </p:nvSpPr>
              <p:spPr>
                <a:xfrm>
                  <a:off x="813347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6" name="object 636">
                  <a:extLst>
                    <a:ext uri="{FF2B5EF4-FFF2-40B4-BE49-F238E27FC236}">
                      <a16:creationId xmlns:a16="http://schemas.microsoft.com/office/drawing/2014/main" id="{BFC87925-CCB0-486B-B6FB-972F5C945739}"/>
                    </a:ext>
                  </a:extLst>
                </p:cNvPr>
                <p:cNvSpPr/>
                <p:nvPr/>
              </p:nvSpPr>
              <p:spPr>
                <a:xfrm>
                  <a:off x="823862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7" name="object 637">
                  <a:extLst>
                    <a:ext uri="{FF2B5EF4-FFF2-40B4-BE49-F238E27FC236}">
                      <a16:creationId xmlns:a16="http://schemas.microsoft.com/office/drawing/2014/main" id="{E3972FAA-C40A-4B3C-8D4A-A24B20E19CED}"/>
                    </a:ext>
                  </a:extLst>
                </p:cNvPr>
                <p:cNvSpPr/>
                <p:nvPr/>
              </p:nvSpPr>
              <p:spPr>
                <a:xfrm>
                  <a:off x="8238629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8" name="object 638">
                  <a:extLst>
                    <a:ext uri="{FF2B5EF4-FFF2-40B4-BE49-F238E27FC236}">
                      <a16:creationId xmlns:a16="http://schemas.microsoft.com/office/drawing/2014/main" id="{303631B6-D3F9-42C1-8B0D-E1266D142E34}"/>
                    </a:ext>
                  </a:extLst>
                </p:cNvPr>
                <p:cNvSpPr/>
                <p:nvPr/>
              </p:nvSpPr>
              <p:spPr>
                <a:xfrm>
                  <a:off x="834377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9" name="object 639">
                  <a:extLst>
                    <a:ext uri="{FF2B5EF4-FFF2-40B4-BE49-F238E27FC236}">
                      <a16:creationId xmlns:a16="http://schemas.microsoft.com/office/drawing/2014/main" id="{559398D0-C0CD-46D1-8DFF-2BA3006F5818}"/>
                    </a:ext>
                  </a:extLst>
                </p:cNvPr>
                <p:cNvSpPr/>
                <p:nvPr/>
              </p:nvSpPr>
              <p:spPr>
                <a:xfrm>
                  <a:off x="8343773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0" name="object 640">
                  <a:extLst>
                    <a:ext uri="{FF2B5EF4-FFF2-40B4-BE49-F238E27FC236}">
                      <a16:creationId xmlns:a16="http://schemas.microsoft.com/office/drawing/2014/main" id="{6041B280-684B-462D-8B54-2D3B4F4F5317}"/>
                    </a:ext>
                  </a:extLst>
                </p:cNvPr>
                <p:cNvSpPr/>
                <p:nvPr/>
              </p:nvSpPr>
              <p:spPr>
                <a:xfrm>
                  <a:off x="8448941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1" name="object 641">
                  <a:extLst>
                    <a:ext uri="{FF2B5EF4-FFF2-40B4-BE49-F238E27FC236}">
                      <a16:creationId xmlns:a16="http://schemas.microsoft.com/office/drawing/2014/main" id="{F8437DFE-EC8F-4A1E-BB15-6FA07DD1F377}"/>
                    </a:ext>
                  </a:extLst>
                </p:cNvPr>
                <p:cNvSpPr/>
                <p:nvPr/>
              </p:nvSpPr>
              <p:spPr>
                <a:xfrm>
                  <a:off x="8448941" y="578510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2" name="object 642">
                  <a:extLst>
                    <a:ext uri="{FF2B5EF4-FFF2-40B4-BE49-F238E27FC236}">
                      <a16:creationId xmlns:a16="http://schemas.microsoft.com/office/drawing/2014/main" id="{840B883D-1D79-4A4B-92C6-B7D2E28A63DA}"/>
                    </a:ext>
                  </a:extLst>
                </p:cNvPr>
                <p:cNvSpPr/>
                <p:nvPr/>
              </p:nvSpPr>
              <p:spPr>
                <a:xfrm>
                  <a:off x="855484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3" name="object 643">
                  <a:extLst>
                    <a:ext uri="{FF2B5EF4-FFF2-40B4-BE49-F238E27FC236}">
                      <a16:creationId xmlns:a16="http://schemas.microsoft.com/office/drawing/2014/main" id="{463727B9-F24C-43DC-BBB4-7E3CF9BDC68F}"/>
                    </a:ext>
                  </a:extLst>
                </p:cNvPr>
                <p:cNvSpPr/>
                <p:nvPr/>
              </p:nvSpPr>
              <p:spPr>
                <a:xfrm>
                  <a:off x="8554847" y="578510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4" name="object 644">
                  <a:extLst>
                    <a:ext uri="{FF2B5EF4-FFF2-40B4-BE49-F238E27FC236}">
                      <a16:creationId xmlns:a16="http://schemas.microsoft.com/office/drawing/2014/main" id="{1446FBEF-A4B9-4D74-89B8-1602121DD8BD}"/>
                    </a:ext>
                  </a:extLst>
                </p:cNvPr>
                <p:cNvSpPr/>
                <p:nvPr/>
              </p:nvSpPr>
              <p:spPr>
                <a:xfrm>
                  <a:off x="602806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6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6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5" name="object 645">
                  <a:extLst>
                    <a:ext uri="{FF2B5EF4-FFF2-40B4-BE49-F238E27FC236}">
                      <a16:creationId xmlns:a16="http://schemas.microsoft.com/office/drawing/2014/main" id="{91443A59-DD74-4D4E-A5A9-C83515275A7C}"/>
                    </a:ext>
                  </a:extLst>
                </p:cNvPr>
                <p:cNvSpPr/>
                <p:nvPr/>
              </p:nvSpPr>
              <p:spPr>
                <a:xfrm>
                  <a:off x="602806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6" name="object 646">
                  <a:extLst>
                    <a:ext uri="{FF2B5EF4-FFF2-40B4-BE49-F238E27FC236}">
                      <a16:creationId xmlns:a16="http://schemas.microsoft.com/office/drawing/2014/main" id="{65E2B0E1-616F-4D02-AC08-26738E63DFFF}"/>
                    </a:ext>
                  </a:extLst>
                </p:cNvPr>
                <p:cNvSpPr/>
                <p:nvPr/>
              </p:nvSpPr>
              <p:spPr>
                <a:xfrm>
                  <a:off x="613322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6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6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7" name="object 647">
                  <a:extLst>
                    <a:ext uri="{FF2B5EF4-FFF2-40B4-BE49-F238E27FC236}">
                      <a16:creationId xmlns:a16="http://schemas.microsoft.com/office/drawing/2014/main" id="{D028C546-4BF4-4942-9C50-B0137920BD17}"/>
                    </a:ext>
                  </a:extLst>
                </p:cNvPr>
                <p:cNvSpPr/>
                <p:nvPr/>
              </p:nvSpPr>
              <p:spPr>
                <a:xfrm>
                  <a:off x="613322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8" name="object 648">
                  <a:extLst>
                    <a:ext uri="{FF2B5EF4-FFF2-40B4-BE49-F238E27FC236}">
                      <a16:creationId xmlns:a16="http://schemas.microsoft.com/office/drawing/2014/main" id="{DE73BC4A-D5E7-446A-82F3-A7237609E623}"/>
                    </a:ext>
                  </a:extLst>
                </p:cNvPr>
                <p:cNvSpPr/>
                <p:nvPr/>
              </p:nvSpPr>
              <p:spPr>
                <a:xfrm>
                  <a:off x="623837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6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6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9" name="object 649">
                  <a:extLst>
                    <a:ext uri="{FF2B5EF4-FFF2-40B4-BE49-F238E27FC236}">
                      <a16:creationId xmlns:a16="http://schemas.microsoft.com/office/drawing/2014/main" id="{EA63A86F-FC77-435D-9AA5-26DF51C35840}"/>
                    </a:ext>
                  </a:extLst>
                </p:cNvPr>
                <p:cNvSpPr/>
                <p:nvPr/>
              </p:nvSpPr>
              <p:spPr>
                <a:xfrm>
                  <a:off x="623837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0" name="object 650">
                  <a:extLst>
                    <a:ext uri="{FF2B5EF4-FFF2-40B4-BE49-F238E27FC236}">
                      <a16:creationId xmlns:a16="http://schemas.microsoft.com/office/drawing/2014/main" id="{9C61C1F2-D546-4F4A-98DB-88F44070DAE4}"/>
                    </a:ext>
                  </a:extLst>
                </p:cNvPr>
                <p:cNvSpPr/>
                <p:nvPr/>
              </p:nvSpPr>
              <p:spPr>
                <a:xfrm>
                  <a:off x="634353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6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6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1" name="object 651">
                  <a:extLst>
                    <a:ext uri="{FF2B5EF4-FFF2-40B4-BE49-F238E27FC236}">
                      <a16:creationId xmlns:a16="http://schemas.microsoft.com/office/drawing/2014/main" id="{92EBEEDC-2160-4F8E-8EE5-448AF3004DF0}"/>
                    </a:ext>
                  </a:extLst>
                </p:cNvPr>
                <p:cNvSpPr/>
                <p:nvPr/>
              </p:nvSpPr>
              <p:spPr>
                <a:xfrm>
                  <a:off x="634353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2" name="object 652">
                  <a:extLst>
                    <a:ext uri="{FF2B5EF4-FFF2-40B4-BE49-F238E27FC236}">
                      <a16:creationId xmlns:a16="http://schemas.microsoft.com/office/drawing/2014/main" id="{DAE52458-19A6-4E79-8F8C-9FF40A0A8D3C}"/>
                    </a:ext>
                  </a:extLst>
                </p:cNvPr>
                <p:cNvSpPr/>
                <p:nvPr/>
              </p:nvSpPr>
              <p:spPr>
                <a:xfrm>
                  <a:off x="6448691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3" name="object 653">
                  <a:extLst>
                    <a:ext uri="{FF2B5EF4-FFF2-40B4-BE49-F238E27FC236}">
                      <a16:creationId xmlns:a16="http://schemas.microsoft.com/office/drawing/2014/main" id="{50309920-66C2-44CA-978A-F1151890C85F}"/>
                    </a:ext>
                  </a:extLst>
                </p:cNvPr>
                <p:cNvSpPr/>
                <p:nvPr/>
              </p:nvSpPr>
              <p:spPr>
                <a:xfrm>
                  <a:off x="6448691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4" name="object 654">
                  <a:extLst>
                    <a:ext uri="{FF2B5EF4-FFF2-40B4-BE49-F238E27FC236}">
                      <a16:creationId xmlns:a16="http://schemas.microsoft.com/office/drawing/2014/main" id="{D4840DFE-8C7D-4CCD-AE3C-399F4BB477D9}"/>
                    </a:ext>
                  </a:extLst>
                </p:cNvPr>
                <p:cNvSpPr/>
                <p:nvPr/>
              </p:nvSpPr>
              <p:spPr>
                <a:xfrm>
                  <a:off x="655459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5" name="object 655">
                  <a:extLst>
                    <a:ext uri="{FF2B5EF4-FFF2-40B4-BE49-F238E27FC236}">
                      <a16:creationId xmlns:a16="http://schemas.microsoft.com/office/drawing/2014/main" id="{E820E729-33A8-44FE-B9C1-18BBDDD52B7A}"/>
                    </a:ext>
                  </a:extLst>
                </p:cNvPr>
                <p:cNvSpPr/>
                <p:nvPr/>
              </p:nvSpPr>
              <p:spPr>
                <a:xfrm>
                  <a:off x="655459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6" name="object 656">
                  <a:extLst>
                    <a:ext uri="{FF2B5EF4-FFF2-40B4-BE49-F238E27FC236}">
                      <a16:creationId xmlns:a16="http://schemas.microsoft.com/office/drawing/2014/main" id="{66273CD7-78AF-4FFA-AB22-152C8ABA981F}"/>
                    </a:ext>
                  </a:extLst>
                </p:cNvPr>
                <p:cNvSpPr/>
                <p:nvPr/>
              </p:nvSpPr>
              <p:spPr>
                <a:xfrm>
                  <a:off x="665976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7" name="object 657">
                  <a:extLst>
                    <a:ext uri="{FF2B5EF4-FFF2-40B4-BE49-F238E27FC236}">
                      <a16:creationId xmlns:a16="http://schemas.microsoft.com/office/drawing/2014/main" id="{938FA8E3-29B2-4AC1-90CB-5DD0058358EA}"/>
                    </a:ext>
                  </a:extLst>
                </p:cNvPr>
                <p:cNvSpPr/>
                <p:nvPr/>
              </p:nvSpPr>
              <p:spPr>
                <a:xfrm>
                  <a:off x="665976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8" name="object 658">
                  <a:extLst>
                    <a:ext uri="{FF2B5EF4-FFF2-40B4-BE49-F238E27FC236}">
                      <a16:creationId xmlns:a16="http://schemas.microsoft.com/office/drawing/2014/main" id="{D992ABD0-0992-4840-AAE3-52FD9DABF5C4}"/>
                    </a:ext>
                  </a:extLst>
                </p:cNvPr>
                <p:cNvSpPr/>
                <p:nvPr/>
              </p:nvSpPr>
              <p:spPr>
                <a:xfrm>
                  <a:off x="676492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9" name="object 659">
                  <a:extLst>
                    <a:ext uri="{FF2B5EF4-FFF2-40B4-BE49-F238E27FC236}">
                      <a16:creationId xmlns:a16="http://schemas.microsoft.com/office/drawing/2014/main" id="{3CDFA6DA-76FB-481C-A2DE-92EA4CA9F61A}"/>
                    </a:ext>
                  </a:extLst>
                </p:cNvPr>
                <p:cNvSpPr/>
                <p:nvPr/>
              </p:nvSpPr>
              <p:spPr>
                <a:xfrm>
                  <a:off x="676492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0" name="object 660">
                  <a:extLst>
                    <a:ext uri="{FF2B5EF4-FFF2-40B4-BE49-F238E27FC236}">
                      <a16:creationId xmlns:a16="http://schemas.microsoft.com/office/drawing/2014/main" id="{35F5DDD4-229B-453C-8D8B-14FD459D8B75}"/>
                    </a:ext>
                  </a:extLst>
                </p:cNvPr>
                <p:cNvSpPr/>
                <p:nvPr/>
              </p:nvSpPr>
              <p:spPr>
                <a:xfrm>
                  <a:off x="687007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1" name="object 661">
                  <a:extLst>
                    <a:ext uri="{FF2B5EF4-FFF2-40B4-BE49-F238E27FC236}">
                      <a16:creationId xmlns:a16="http://schemas.microsoft.com/office/drawing/2014/main" id="{D47AE22F-7ED6-48DD-9CD1-60C2B400BB99}"/>
                    </a:ext>
                  </a:extLst>
                </p:cNvPr>
                <p:cNvSpPr/>
                <p:nvPr/>
              </p:nvSpPr>
              <p:spPr>
                <a:xfrm>
                  <a:off x="687007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2" name="object 662">
                  <a:extLst>
                    <a:ext uri="{FF2B5EF4-FFF2-40B4-BE49-F238E27FC236}">
                      <a16:creationId xmlns:a16="http://schemas.microsoft.com/office/drawing/2014/main" id="{4947F4D3-19EB-4E27-A201-491745A8D5EB}"/>
                    </a:ext>
                  </a:extLst>
                </p:cNvPr>
                <p:cNvSpPr/>
                <p:nvPr/>
              </p:nvSpPr>
              <p:spPr>
                <a:xfrm>
                  <a:off x="697522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3" name="object 663">
                  <a:extLst>
                    <a:ext uri="{FF2B5EF4-FFF2-40B4-BE49-F238E27FC236}">
                      <a16:creationId xmlns:a16="http://schemas.microsoft.com/office/drawing/2014/main" id="{7ECC41F5-EFFC-4FC3-8DF7-8AD542A8525D}"/>
                    </a:ext>
                  </a:extLst>
                </p:cNvPr>
                <p:cNvSpPr/>
                <p:nvPr/>
              </p:nvSpPr>
              <p:spPr>
                <a:xfrm>
                  <a:off x="697522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4" name="object 664">
                  <a:extLst>
                    <a:ext uri="{FF2B5EF4-FFF2-40B4-BE49-F238E27FC236}">
                      <a16:creationId xmlns:a16="http://schemas.microsoft.com/office/drawing/2014/main" id="{58CF44DC-C90A-4837-9CB3-8A5976672C65}"/>
                    </a:ext>
                  </a:extLst>
                </p:cNvPr>
                <p:cNvSpPr/>
                <p:nvPr/>
              </p:nvSpPr>
              <p:spPr>
                <a:xfrm>
                  <a:off x="708037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5" name="object 665">
                  <a:extLst>
                    <a:ext uri="{FF2B5EF4-FFF2-40B4-BE49-F238E27FC236}">
                      <a16:creationId xmlns:a16="http://schemas.microsoft.com/office/drawing/2014/main" id="{F4C69904-3CDC-4FD1-AFA5-5B96442301CE}"/>
                    </a:ext>
                  </a:extLst>
                </p:cNvPr>
                <p:cNvSpPr/>
                <p:nvPr/>
              </p:nvSpPr>
              <p:spPr>
                <a:xfrm>
                  <a:off x="708037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6" name="object 666">
                  <a:extLst>
                    <a:ext uri="{FF2B5EF4-FFF2-40B4-BE49-F238E27FC236}">
                      <a16:creationId xmlns:a16="http://schemas.microsoft.com/office/drawing/2014/main" id="{80AE2215-A1E1-4302-A4F2-85A68565C674}"/>
                    </a:ext>
                  </a:extLst>
                </p:cNvPr>
                <p:cNvSpPr/>
                <p:nvPr/>
              </p:nvSpPr>
              <p:spPr>
                <a:xfrm>
                  <a:off x="7185545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7" name="object 667">
                  <a:extLst>
                    <a:ext uri="{FF2B5EF4-FFF2-40B4-BE49-F238E27FC236}">
                      <a16:creationId xmlns:a16="http://schemas.microsoft.com/office/drawing/2014/main" id="{2643CF3E-DF19-4906-9FAF-CA6721F19218}"/>
                    </a:ext>
                  </a:extLst>
                </p:cNvPr>
                <p:cNvSpPr/>
                <p:nvPr/>
              </p:nvSpPr>
              <p:spPr>
                <a:xfrm>
                  <a:off x="7185545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8" name="object 668">
                  <a:extLst>
                    <a:ext uri="{FF2B5EF4-FFF2-40B4-BE49-F238E27FC236}">
                      <a16:creationId xmlns:a16="http://schemas.microsoft.com/office/drawing/2014/main" id="{49FA9FD9-0A79-4420-8A7E-9F03352E6277}"/>
                    </a:ext>
                  </a:extLst>
                </p:cNvPr>
                <p:cNvSpPr/>
                <p:nvPr/>
              </p:nvSpPr>
              <p:spPr>
                <a:xfrm>
                  <a:off x="7291450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9" name="object 669">
                  <a:extLst>
                    <a:ext uri="{FF2B5EF4-FFF2-40B4-BE49-F238E27FC236}">
                      <a16:creationId xmlns:a16="http://schemas.microsoft.com/office/drawing/2014/main" id="{D1F93166-3884-4601-B164-356047EB5B14}"/>
                    </a:ext>
                  </a:extLst>
                </p:cNvPr>
                <p:cNvSpPr/>
                <p:nvPr/>
              </p:nvSpPr>
              <p:spPr>
                <a:xfrm>
                  <a:off x="7291450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0" name="object 670">
                  <a:extLst>
                    <a:ext uri="{FF2B5EF4-FFF2-40B4-BE49-F238E27FC236}">
                      <a16:creationId xmlns:a16="http://schemas.microsoft.com/office/drawing/2014/main" id="{D2AD5E10-289E-4476-848D-F6176982D2A2}"/>
                    </a:ext>
                  </a:extLst>
                </p:cNvPr>
                <p:cNvSpPr/>
                <p:nvPr/>
              </p:nvSpPr>
              <p:spPr>
                <a:xfrm>
                  <a:off x="739661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1" name="object 671">
                  <a:extLst>
                    <a:ext uri="{FF2B5EF4-FFF2-40B4-BE49-F238E27FC236}">
                      <a16:creationId xmlns:a16="http://schemas.microsoft.com/office/drawing/2014/main" id="{9B7BC044-8877-4F87-AE14-6607F1CE31BB}"/>
                    </a:ext>
                  </a:extLst>
                </p:cNvPr>
                <p:cNvSpPr/>
                <p:nvPr/>
              </p:nvSpPr>
              <p:spPr>
                <a:xfrm>
                  <a:off x="739661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2" name="object 672">
                  <a:extLst>
                    <a:ext uri="{FF2B5EF4-FFF2-40B4-BE49-F238E27FC236}">
                      <a16:creationId xmlns:a16="http://schemas.microsoft.com/office/drawing/2014/main" id="{91E4C6CB-E7E2-4C3C-B050-5C917AC2C580}"/>
                    </a:ext>
                  </a:extLst>
                </p:cNvPr>
                <p:cNvSpPr/>
                <p:nvPr/>
              </p:nvSpPr>
              <p:spPr>
                <a:xfrm>
                  <a:off x="750176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3" name="object 673">
                  <a:extLst>
                    <a:ext uri="{FF2B5EF4-FFF2-40B4-BE49-F238E27FC236}">
                      <a16:creationId xmlns:a16="http://schemas.microsoft.com/office/drawing/2014/main" id="{C3103B26-89A1-48F1-99B8-4962DF0A0460}"/>
                    </a:ext>
                  </a:extLst>
                </p:cNvPr>
                <p:cNvSpPr/>
                <p:nvPr/>
              </p:nvSpPr>
              <p:spPr>
                <a:xfrm>
                  <a:off x="750176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4" name="object 674">
                  <a:extLst>
                    <a:ext uri="{FF2B5EF4-FFF2-40B4-BE49-F238E27FC236}">
                      <a16:creationId xmlns:a16="http://schemas.microsoft.com/office/drawing/2014/main" id="{E48F0316-39BE-4128-A8DE-428D5A899B22}"/>
                    </a:ext>
                  </a:extLst>
                </p:cNvPr>
                <p:cNvSpPr/>
                <p:nvPr/>
              </p:nvSpPr>
              <p:spPr>
                <a:xfrm>
                  <a:off x="760693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5" name="object 675">
                  <a:extLst>
                    <a:ext uri="{FF2B5EF4-FFF2-40B4-BE49-F238E27FC236}">
                      <a16:creationId xmlns:a16="http://schemas.microsoft.com/office/drawing/2014/main" id="{4212EB96-B91D-46A0-825C-38928AD585B1}"/>
                    </a:ext>
                  </a:extLst>
                </p:cNvPr>
                <p:cNvSpPr/>
                <p:nvPr/>
              </p:nvSpPr>
              <p:spPr>
                <a:xfrm>
                  <a:off x="7606931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6" name="object 676">
                  <a:extLst>
                    <a:ext uri="{FF2B5EF4-FFF2-40B4-BE49-F238E27FC236}">
                      <a16:creationId xmlns:a16="http://schemas.microsoft.com/office/drawing/2014/main" id="{A2772808-64BA-4356-A2AD-E1BDA7EA4C92}"/>
                    </a:ext>
                  </a:extLst>
                </p:cNvPr>
                <p:cNvSpPr/>
                <p:nvPr/>
              </p:nvSpPr>
              <p:spPr>
                <a:xfrm>
                  <a:off x="771207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7" name="object 677">
                  <a:extLst>
                    <a:ext uri="{FF2B5EF4-FFF2-40B4-BE49-F238E27FC236}">
                      <a16:creationId xmlns:a16="http://schemas.microsoft.com/office/drawing/2014/main" id="{7889E781-3115-4805-BEE4-4DCFBE3FBDA9}"/>
                    </a:ext>
                  </a:extLst>
                </p:cNvPr>
                <p:cNvSpPr/>
                <p:nvPr/>
              </p:nvSpPr>
              <p:spPr>
                <a:xfrm>
                  <a:off x="7712075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8" name="object 678">
                  <a:extLst>
                    <a:ext uri="{FF2B5EF4-FFF2-40B4-BE49-F238E27FC236}">
                      <a16:creationId xmlns:a16="http://schemas.microsoft.com/office/drawing/2014/main" id="{607598B9-E411-4C8B-B81F-707D077FF7C5}"/>
                    </a:ext>
                  </a:extLst>
                </p:cNvPr>
                <p:cNvSpPr/>
                <p:nvPr/>
              </p:nvSpPr>
              <p:spPr>
                <a:xfrm>
                  <a:off x="7817243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9" name="object 679">
                  <a:extLst>
                    <a:ext uri="{FF2B5EF4-FFF2-40B4-BE49-F238E27FC236}">
                      <a16:creationId xmlns:a16="http://schemas.microsoft.com/office/drawing/2014/main" id="{11FDD280-5906-4E12-9EA1-FF2C9394D9BD}"/>
                    </a:ext>
                  </a:extLst>
                </p:cNvPr>
                <p:cNvSpPr/>
                <p:nvPr/>
              </p:nvSpPr>
              <p:spPr>
                <a:xfrm>
                  <a:off x="7817243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0" name="object 680">
                  <a:extLst>
                    <a:ext uri="{FF2B5EF4-FFF2-40B4-BE49-F238E27FC236}">
                      <a16:creationId xmlns:a16="http://schemas.microsoft.com/office/drawing/2014/main" id="{8A2974CD-445F-4097-B9C5-6E9370206B45}"/>
                    </a:ext>
                  </a:extLst>
                </p:cNvPr>
                <p:cNvSpPr/>
                <p:nvPr/>
              </p:nvSpPr>
              <p:spPr>
                <a:xfrm>
                  <a:off x="7923148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1" name="object 681">
                  <a:extLst>
                    <a:ext uri="{FF2B5EF4-FFF2-40B4-BE49-F238E27FC236}">
                      <a16:creationId xmlns:a16="http://schemas.microsoft.com/office/drawing/2014/main" id="{2867559B-F5A6-4006-81C4-A744F036C28E}"/>
                    </a:ext>
                  </a:extLst>
                </p:cNvPr>
                <p:cNvSpPr/>
                <p:nvPr/>
              </p:nvSpPr>
              <p:spPr>
                <a:xfrm>
                  <a:off x="7923148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2" name="object 682">
                  <a:extLst>
                    <a:ext uri="{FF2B5EF4-FFF2-40B4-BE49-F238E27FC236}">
                      <a16:creationId xmlns:a16="http://schemas.microsoft.com/office/drawing/2014/main" id="{5CD5274B-2B56-402B-BA90-0FA4788A817F}"/>
                    </a:ext>
                  </a:extLst>
                </p:cNvPr>
                <p:cNvSpPr/>
                <p:nvPr/>
              </p:nvSpPr>
              <p:spPr>
                <a:xfrm>
                  <a:off x="802831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3" name="object 683">
                  <a:extLst>
                    <a:ext uri="{FF2B5EF4-FFF2-40B4-BE49-F238E27FC236}">
                      <a16:creationId xmlns:a16="http://schemas.microsoft.com/office/drawing/2014/main" id="{DA821DB5-4F9D-4471-8314-0D846C6949D0}"/>
                    </a:ext>
                  </a:extLst>
                </p:cNvPr>
                <p:cNvSpPr/>
                <p:nvPr/>
              </p:nvSpPr>
              <p:spPr>
                <a:xfrm>
                  <a:off x="802831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4" name="object 684">
                  <a:extLst>
                    <a:ext uri="{FF2B5EF4-FFF2-40B4-BE49-F238E27FC236}">
                      <a16:creationId xmlns:a16="http://schemas.microsoft.com/office/drawing/2014/main" id="{3F06429B-E9C6-49C2-A06D-E0FA0CEF4206}"/>
                    </a:ext>
                  </a:extLst>
                </p:cNvPr>
                <p:cNvSpPr/>
                <p:nvPr/>
              </p:nvSpPr>
              <p:spPr>
                <a:xfrm>
                  <a:off x="813347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5" name="object 685">
                  <a:extLst>
                    <a:ext uri="{FF2B5EF4-FFF2-40B4-BE49-F238E27FC236}">
                      <a16:creationId xmlns:a16="http://schemas.microsoft.com/office/drawing/2014/main" id="{49C651D7-BC12-4D30-8271-9F3407FCFC90}"/>
                    </a:ext>
                  </a:extLst>
                </p:cNvPr>
                <p:cNvSpPr/>
                <p:nvPr/>
              </p:nvSpPr>
              <p:spPr>
                <a:xfrm>
                  <a:off x="813347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6" name="object 686">
                  <a:extLst>
                    <a:ext uri="{FF2B5EF4-FFF2-40B4-BE49-F238E27FC236}">
                      <a16:creationId xmlns:a16="http://schemas.microsoft.com/office/drawing/2014/main" id="{0A3C0D3E-4979-4052-916E-F24D68F8F8CD}"/>
                    </a:ext>
                  </a:extLst>
                </p:cNvPr>
                <p:cNvSpPr/>
                <p:nvPr/>
              </p:nvSpPr>
              <p:spPr>
                <a:xfrm>
                  <a:off x="823862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7" name="object 687">
                  <a:extLst>
                    <a:ext uri="{FF2B5EF4-FFF2-40B4-BE49-F238E27FC236}">
                      <a16:creationId xmlns:a16="http://schemas.microsoft.com/office/drawing/2014/main" id="{58AFD93C-5BC7-4F7F-A90F-3E5255B22132}"/>
                    </a:ext>
                  </a:extLst>
                </p:cNvPr>
                <p:cNvSpPr/>
                <p:nvPr/>
              </p:nvSpPr>
              <p:spPr>
                <a:xfrm>
                  <a:off x="8238629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8" name="object 688">
                  <a:extLst>
                    <a:ext uri="{FF2B5EF4-FFF2-40B4-BE49-F238E27FC236}">
                      <a16:creationId xmlns:a16="http://schemas.microsoft.com/office/drawing/2014/main" id="{2DA7F78E-2A48-4F9F-BEEF-1FD2F06A0391}"/>
                    </a:ext>
                  </a:extLst>
                </p:cNvPr>
                <p:cNvSpPr/>
                <p:nvPr/>
              </p:nvSpPr>
              <p:spPr>
                <a:xfrm>
                  <a:off x="834377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9" name="object 689">
                  <a:extLst>
                    <a:ext uri="{FF2B5EF4-FFF2-40B4-BE49-F238E27FC236}">
                      <a16:creationId xmlns:a16="http://schemas.microsoft.com/office/drawing/2014/main" id="{8AEA7120-64EE-446B-9F74-6448A8394FAE}"/>
                    </a:ext>
                  </a:extLst>
                </p:cNvPr>
                <p:cNvSpPr/>
                <p:nvPr/>
              </p:nvSpPr>
              <p:spPr>
                <a:xfrm>
                  <a:off x="8343773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0" name="object 690">
                  <a:extLst>
                    <a:ext uri="{FF2B5EF4-FFF2-40B4-BE49-F238E27FC236}">
                      <a16:creationId xmlns:a16="http://schemas.microsoft.com/office/drawing/2014/main" id="{2751CF3C-E6A1-40FA-9BD6-5612C600FDDF}"/>
                    </a:ext>
                  </a:extLst>
                </p:cNvPr>
                <p:cNvSpPr/>
                <p:nvPr/>
              </p:nvSpPr>
              <p:spPr>
                <a:xfrm>
                  <a:off x="8448941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1" name="object 691">
                  <a:extLst>
                    <a:ext uri="{FF2B5EF4-FFF2-40B4-BE49-F238E27FC236}">
                      <a16:creationId xmlns:a16="http://schemas.microsoft.com/office/drawing/2014/main" id="{24A69448-1398-49B5-B5E2-C999423EC39E}"/>
                    </a:ext>
                  </a:extLst>
                </p:cNvPr>
                <p:cNvSpPr/>
                <p:nvPr/>
              </p:nvSpPr>
              <p:spPr>
                <a:xfrm>
                  <a:off x="8448941" y="5890260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2" name="object 692">
                  <a:extLst>
                    <a:ext uri="{FF2B5EF4-FFF2-40B4-BE49-F238E27FC236}">
                      <a16:creationId xmlns:a16="http://schemas.microsoft.com/office/drawing/2014/main" id="{E4100465-D545-4A8B-B3F1-89E6185750F3}"/>
                    </a:ext>
                  </a:extLst>
                </p:cNvPr>
                <p:cNvSpPr/>
                <p:nvPr/>
              </p:nvSpPr>
              <p:spPr>
                <a:xfrm>
                  <a:off x="855484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3" name="object 693">
                  <a:extLst>
                    <a:ext uri="{FF2B5EF4-FFF2-40B4-BE49-F238E27FC236}">
                      <a16:creationId xmlns:a16="http://schemas.microsoft.com/office/drawing/2014/main" id="{B8DB3410-80E7-4912-9E58-5CF5C4C7EE90}"/>
                    </a:ext>
                  </a:extLst>
                </p:cNvPr>
                <p:cNvSpPr/>
                <p:nvPr/>
              </p:nvSpPr>
              <p:spPr>
                <a:xfrm>
                  <a:off x="8554847" y="5890260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4" name="object 694">
                  <a:extLst>
                    <a:ext uri="{FF2B5EF4-FFF2-40B4-BE49-F238E27FC236}">
                      <a16:creationId xmlns:a16="http://schemas.microsoft.com/office/drawing/2014/main" id="{6C9A9D7D-F578-40C4-ACBA-70269CB1BE52}"/>
                    </a:ext>
                  </a:extLst>
                </p:cNvPr>
                <p:cNvSpPr/>
                <p:nvPr/>
              </p:nvSpPr>
              <p:spPr>
                <a:xfrm>
                  <a:off x="602806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5" name="object 695">
                  <a:extLst>
                    <a:ext uri="{FF2B5EF4-FFF2-40B4-BE49-F238E27FC236}">
                      <a16:creationId xmlns:a16="http://schemas.microsoft.com/office/drawing/2014/main" id="{DF1DC74C-B3A2-4867-9637-11A2A145F4B9}"/>
                    </a:ext>
                  </a:extLst>
                </p:cNvPr>
                <p:cNvSpPr/>
                <p:nvPr/>
              </p:nvSpPr>
              <p:spPr>
                <a:xfrm>
                  <a:off x="602806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6" name="object 696">
                  <a:extLst>
                    <a:ext uri="{FF2B5EF4-FFF2-40B4-BE49-F238E27FC236}">
                      <a16:creationId xmlns:a16="http://schemas.microsoft.com/office/drawing/2014/main" id="{EBE41DCF-E39F-442C-985F-CA0038D8A9A6}"/>
                    </a:ext>
                  </a:extLst>
                </p:cNvPr>
                <p:cNvSpPr/>
                <p:nvPr/>
              </p:nvSpPr>
              <p:spPr>
                <a:xfrm>
                  <a:off x="613322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7" name="object 697">
                  <a:extLst>
                    <a:ext uri="{FF2B5EF4-FFF2-40B4-BE49-F238E27FC236}">
                      <a16:creationId xmlns:a16="http://schemas.microsoft.com/office/drawing/2014/main" id="{214FCEC9-B3E8-4CC1-ADE3-8200CE2521DB}"/>
                    </a:ext>
                  </a:extLst>
                </p:cNvPr>
                <p:cNvSpPr/>
                <p:nvPr/>
              </p:nvSpPr>
              <p:spPr>
                <a:xfrm>
                  <a:off x="613322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8" name="object 698">
                  <a:extLst>
                    <a:ext uri="{FF2B5EF4-FFF2-40B4-BE49-F238E27FC236}">
                      <a16:creationId xmlns:a16="http://schemas.microsoft.com/office/drawing/2014/main" id="{E83157B1-2B68-4265-B0B9-6D65E09C8138}"/>
                    </a:ext>
                  </a:extLst>
                </p:cNvPr>
                <p:cNvSpPr/>
                <p:nvPr/>
              </p:nvSpPr>
              <p:spPr>
                <a:xfrm>
                  <a:off x="623837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9" name="object 699">
                  <a:extLst>
                    <a:ext uri="{FF2B5EF4-FFF2-40B4-BE49-F238E27FC236}">
                      <a16:creationId xmlns:a16="http://schemas.microsoft.com/office/drawing/2014/main" id="{4F1A4186-9978-4039-912D-2D551219C683}"/>
                    </a:ext>
                  </a:extLst>
                </p:cNvPr>
                <p:cNvSpPr/>
                <p:nvPr/>
              </p:nvSpPr>
              <p:spPr>
                <a:xfrm>
                  <a:off x="623837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0" name="object 700">
                  <a:extLst>
                    <a:ext uri="{FF2B5EF4-FFF2-40B4-BE49-F238E27FC236}">
                      <a16:creationId xmlns:a16="http://schemas.microsoft.com/office/drawing/2014/main" id="{9143E4D6-D15F-4CC7-B74F-64766C4581B1}"/>
                    </a:ext>
                  </a:extLst>
                </p:cNvPr>
                <p:cNvSpPr/>
                <p:nvPr/>
              </p:nvSpPr>
              <p:spPr>
                <a:xfrm>
                  <a:off x="634353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1" name="object 701">
                  <a:extLst>
                    <a:ext uri="{FF2B5EF4-FFF2-40B4-BE49-F238E27FC236}">
                      <a16:creationId xmlns:a16="http://schemas.microsoft.com/office/drawing/2014/main" id="{AE117A88-32B4-4453-B8E2-51E7D084D3B6}"/>
                    </a:ext>
                  </a:extLst>
                </p:cNvPr>
                <p:cNvSpPr/>
                <p:nvPr/>
              </p:nvSpPr>
              <p:spPr>
                <a:xfrm>
                  <a:off x="634353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2" name="object 702">
                  <a:extLst>
                    <a:ext uri="{FF2B5EF4-FFF2-40B4-BE49-F238E27FC236}">
                      <a16:creationId xmlns:a16="http://schemas.microsoft.com/office/drawing/2014/main" id="{42DC249F-EBCF-4163-A686-B626BDCC41A2}"/>
                    </a:ext>
                  </a:extLst>
                </p:cNvPr>
                <p:cNvSpPr/>
                <p:nvPr/>
              </p:nvSpPr>
              <p:spPr>
                <a:xfrm>
                  <a:off x="6448691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7" y="105917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7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3" name="object 703">
                  <a:extLst>
                    <a:ext uri="{FF2B5EF4-FFF2-40B4-BE49-F238E27FC236}">
                      <a16:creationId xmlns:a16="http://schemas.microsoft.com/office/drawing/2014/main" id="{E43EEEB2-95BD-4396-AE7D-A7D8F11F63A5}"/>
                    </a:ext>
                  </a:extLst>
                </p:cNvPr>
                <p:cNvSpPr/>
                <p:nvPr/>
              </p:nvSpPr>
              <p:spPr>
                <a:xfrm>
                  <a:off x="6448691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4" name="object 704">
                  <a:extLst>
                    <a:ext uri="{FF2B5EF4-FFF2-40B4-BE49-F238E27FC236}">
                      <a16:creationId xmlns:a16="http://schemas.microsoft.com/office/drawing/2014/main" id="{0CB852F9-2675-40C8-8483-160B08FCDE27}"/>
                    </a:ext>
                  </a:extLst>
                </p:cNvPr>
                <p:cNvSpPr/>
                <p:nvPr/>
              </p:nvSpPr>
              <p:spPr>
                <a:xfrm>
                  <a:off x="655459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5" name="object 705">
                  <a:extLst>
                    <a:ext uri="{FF2B5EF4-FFF2-40B4-BE49-F238E27FC236}">
                      <a16:creationId xmlns:a16="http://schemas.microsoft.com/office/drawing/2014/main" id="{BD25E0B9-42E8-46EB-8ABF-12FFE4C0888A}"/>
                    </a:ext>
                  </a:extLst>
                </p:cNvPr>
                <p:cNvSpPr/>
                <p:nvPr/>
              </p:nvSpPr>
              <p:spPr>
                <a:xfrm>
                  <a:off x="655459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6" name="object 706">
                  <a:extLst>
                    <a:ext uri="{FF2B5EF4-FFF2-40B4-BE49-F238E27FC236}">
                      <a16:creationId xmlns:a16="http://schemas.microsoft.com/office/drawing/2014/main" id="{19A5A835-7E35-418A-9402-9138DFFE9CB7}"/>
                    </a:ext>
                  </a:extLst>
                </p:cNvPr>
                <p:cNvSpPr/>
                <p:nvPr/>
              </p:nvSpPr>
              <p:spPr>
                <a:xfrm>
                  <a:off x="665976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7" name="object 707">
                  <a:extLst>
                    <a:ext uri="{FF2B5EF4-FFF2-40B4-BE49-F238E27FC236}">
                      <a16:creationId xmlns:a16="http://schemas.microsoft.com/office/drawing/2014/main" id="{4466DF30-05AE-43A7-9454-B059363B2C8E}"/>
                    </a:ext>
                  </a:extLst>
                </p:cNvPr>
                <p:cNvSpPr/>
                <p:nvPr/>
              </p:nvSpPr>
              <p:spPr>
                <a:xfrm>
                  <a:off x="665976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8" name="object 708">
                  <a:extLst>
                    <a:ext uri="{FF2B5EF4-FFF2-40B4-BE49-F238E27FC236}">
                      <a16:creationId xmlns:a16="http://schemas.microsoft.com/office/drawing/2014/main" id="{A5270CDE-A2B6-4F75-ADEA-70619E3F0E3D}"/>
                    </a:ext>
                  </a:extLst>
                </p:cNvPr>
                <p:cNvSpPr/>
                <p:nvPr/>
              </p:nvSpPr>
              <p:spPr>
                <a:xfrm>
                  <a:off x="676492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9" name="object 709">
                  <a:extLst>
                    <a:ext uri="{FF2B5EF4-FFF2-40B4-BE49-F238E27FC236}">
                      <a16:creationId xmlns:a16="http://schemas.microsoft.com/office/drawing/2014/main" id="{78CF59AB-6BCD-40E4-8A8A-9C741BF5B3DC}"/>
                    </a:ext>
                  </a:extLst>
                </p:cNvPr>
                <p:cNvSpPr/>
                <p:nvPr/>
              </p:nvSpPr>
              <p:spPr>
                <a:xfrm>
                  <a:off x="676492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0" name="object 710">
                  <a:extLst>
                    <a:ext uri="{FF2B5EF4-FFF2-40B4-BE49-F238E27FC236}">
                      <a16:creationId xmlns:a16="http://schemas.microsoft.com/office/drawing/2014/main" id="{63BF89B0-EF85-4110-B4AC-138D33F96EAA}"/>
                    </a:ext>
                  </a:extLst>
                </p:cNvPr>
                <p:cNvSpPr/>
                <p:nvPr/>
              </p:nvSpPr>
              <p:spPr>
                <a:xfrm>
                  <a:off x="687007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1" name="object 711">
                  <a:extLst>
                    <a:ext uri="{FF2B5EF4-FFF2-40B4-BE49-F238E27FC236}">
                      <a16:creationId xmlns:a16="http://schemas.microsoft.com/office/drawing/2014/main" id="{A2D2370B-FB33-4BCB-B453-7E88E69C6C55}"/>
                    </a:ext>
                  </a:extLst>
                </p:cNvPr>
                <p:cNvSpPr/>
                <p:nvPr/>
              </p:nvSpPr>
              <p:spPr>
                <a:xfrm>
                  <a:off x="687007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2" name="object 712">
                  <a:extLst>
                    <a:ext uri="{FF2B5EF4-FFF2-40B4-BE49-F238E27FC236}">
                      <a16:creationId xmlns:a16="http://schemas.microsoft.com/office/drawing/2014/main" id="{45F17EBE-1EA7-4DFD-88DF-3051D5863071}"/>
                    </a:ext>
                  </a:extLst>
                </p:cNvPr>
                <p:cNvSpPr/>
                <p:nvPr/>
              </p:nvSpPr>
              <p:spPr>
                <a:xfrm>
                  <a:off x="697522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3" name="object 713">
                  <a:extLst>
                    <a:ext uri="{FF2B5EF4-FFF2-40B4-BE49-F238E27FC236}">
                      <a16:creationId xmlns:a16="http://schemas.microsoft.com/office/drawing/2014/main" id="{B424939C-863A-4714-96A0-04C242582AE4}"/>
                    </a:ext>
                  </a:extLst>
                </p:cNvPr>
                <p:cNvSpPr/>
                <p:nvPr/>
              </p:nvSpPr>
              <p:spPr>
                <a:xfrm>
                  <a:off x="697522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4" name="object 714">
                  <a:extLst>
                    <a:ext uri="{FF2B5EF4-FFF2-40B4-BE49-F238E27FC236}">
                      <a16:creationId xmlns:a16="http://schemas.microsoft.com/office/drawing/2014/main" id="{F9198EA2-28C6-473B-B403-85CDE925BF5C}"/>
                    </a:ext>
                  </a:extLst>
                </p:cNvPr>
                <p:cNvSpPr/>
                <p:nvPr/>
              </p:nvSpPr>
              <p:spPr>
                <a:xfrm>
                  <a:off x="708037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5" name="object 715">
                  <a:extLst>
                    <a:ext uri="{FF2B5EF4-FFF2-40B4-BE49-F238E27FC236}">
                      <a16:creationId xmlns:a16="http://schemas.microsoft.com/office/drawing/2014/main" id="{C0A5852C-3C0F-4C56-A2B1-C046085BB015}"/>
                    </a:ext>
                  </a:extLst>
                </p:cNvPr>
                <p:cNvSpPr/>
                <p:nvPr/>
              </p:nvSpPr>
              <p:spPr>
                <a:xfrm>
                  <a:off x="708037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6" name="object 716">
                  <a:extLst>
                    <a:ext uri="{FF2B5EF4-FFF2-40B4-BE49-F238E27FC236}">
                      <a16:creationId xmlns:a16="http://schemas.microsoft.com/office/drawing/2014/main" id="{AF1913E0-9620-4768-985E-1985523384FA}"/>
                    </a:ext>
                  </a:extLst>
                </p:cNvPr>
                <p:cNvSpPr/>
                <p:nvPr/>
              </p:nvSpPr>
              <p:spPr>
                <a:xfrm>
                  <a:off x="7185545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7" name="object 717">
                  <a:extLst>
                    <a:ext uri="{FF2B5EF4-FFF2-40B4-BE49-F238E27FC236}">
                      <a16:creationId xmlns:a16="http://schemas.microsoft.com/office/drawing/2014/main" id="{E5E7786B-7481-4CD0-A77B-5C9467C2EA47}"/>
                    </a:ext>
                  </a:extLst>
                </p:cNvPr>
                <p:cNvSpPr/>
                <p:nvPr/>
              </p:nvSpPr>
              <p:spPr>
                <a:xfrm>
                  <a:off x="7185545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8" name="object 718">
                  <a:extLst>
                    <a:ext uri="{FF2B5EF4-FFF2-40B4-BE49-F238E27FC236}">
                      <a16:creationId xmlns:a16="http://schemas.microsoft.com/office/drawing/2014/main" id="{41EA370C-953B-49E0-A12E-88D1E0DAA5F7}"/>
                    </a:ext>
                  </a:extLst>
                </p:cNvPr>
                <p:cNvSpPr/>
                <p:nvPr/>
              </p:nvSpPr>
              <p:spPr>
                <a:xfrm>
                  <a:off x="7291450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9" name="object 719">
                  <a:extLst>
                    <a:ext uri="{FF2B5EF4-FFF2-40B4-BE49-F238E27FC236}">
                      <a16:creationId xmlns:a16="http://schemas.microsoft.com/office/drawing/2014/main" id="{09C0B85C-11AA-4677-94EA-ACEB456C7FD5}"/>
                    </a:ext>
                  </a:extLst>
                </p:cNvPr>
                <p:cNvSpPr/>
                <p:nvPr/>
              </p:nvSpPr>
              <p:spPr>
                <a:xfrm>
                  <a:off x="7291450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0" name="object 720">
                  <a:extLst>
                    <a:ext uri="{FF2B5EF4-FFF2-40B4-BE49-F238E27FC236}">
                      <a16:creationId xmlns:a16="http://schemas.microsoft.com/office/drawing/2014/main" id="{3CF4877A-BC02-46B5-A889-C2779EB4F941}"/>
                    </a:ext>
                  </a:extLst>
                </p:cNvPr>
                <p:cNvSpPr/>
                <p:nvPr/>
              </p:nvSpPr>
              <p:spPr>
                <a:xfrm>
                  <a:off x="739661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1" name="object 721">
                  <a:extLst>
                    <a:ext uri="{FF2B5EF4-FFF2-40B4-BE49-F238E27FC236}">
                      <a16:creationId xmlns:a16="http://schemas.microsoft.com/office/drawing/2014/main" id="{727434BC-639E-47DF-8505-7FBEAC9E1741}"/>
                    </a:ext>
                  </a:extLst>
                </p:cNvPr>
                <p:cNvSpPr/>
                <p:nvPr/>
              </p:nvSpPr>
              <p:spPr>
                <a:xfrm>
                  <a:off x="739661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2" name="object 722">
                  <a:extLst>
                    <a:ext uri="{FF2B5EF4-FFF2-40B4-BE49-F238E27FC236}">
                      <a16:creationId xmlns:a16="http://schemas.microsoft.com/office/drawing/2014/main" id="{27143E4A-BAA3-4CB2-810F-22FD18D3D305}"/>
                    </a:ext>
                  </a:extLst>
                </p:cNvPr>
                <p:cNvSpPr/>
                <p:nvPr/>
              </p:nvSpPr>
              <p:spPr>
                <a:xfrm>
                  <a:off x="750176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3" name="object 723">
                  <a:extLst>
                    <a:ext uri="{FF2B5EF4-FFF2-40B4-BE49-F238E27FC236}">
                      <a16:creationId xmlns:a16="http://schemas.microsoft.com/office/drawing/2014/main" id="{91DEA0D5-8756-4904-9BE7-AE8B1BDB2876}"/>
                    </a:ext>
                  </a:extLst>
                </p:cNvPr>
                <p:cNvSpPr/>
                <p:nvPr/>
              </p:nvSpPr>
              <p:spPr>
                <a:xfrm>
                  <a:off x="750176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4" name="object 724">
                  <a:extLst>
                    <a:ext uri="{FF2B5EF4-FFF2-40B4-BE49-F238E27FC236}">
                      <a16:creationId xmlns:a16="http://schemas.microsoft.com/office/drawing/2014/main" id="{FE498BD4-AFBB-481C-8525-F21DA59D8565}"/>
                    </a:ext>
                  </a:extLst>
                </p:cNvPr>
                <p:cNvSpPr/>
                <p:nvPr/>
              </p:nvSpPr>
              <p:spPr>
                <a:xfrm>
                  <a:off x="760693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5" name="object 725">
                  <a:extLst>
                    <a:ext uri="{FF2B5EF4-FFF2-40B4-BE49-F238E27FC236}">
                      <a16:creationId xmlns:a16="http://schemas.microsoft.com/office/drawing/2014/main" id="{3BBD6B70-EB86-4CBE-8684-FB1CDD08702D}"/>
                    </a:ext>
                  </a:extLst>
                </p:cNvPr>
                <p:cNvSpPr/>
                <p:nvPr/>
              </p:nvSpPr>
              <p:spPr>
                <a:xfrm>
                  <a:off x="7606931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6" name="object 726">
                  <a:extLst>
                    <a:ext uri="{FF2B5EF4-FFF2-40B4-BE49-F238E27FC236}">
                      <a16:creationId xmlns:a16="http://schemas.microsoft.com/office/drawing/2014/main" id="{4256AA1C-DE17-44BC-804A-5F898DF48897}"/>
                    </a:ext>
                  </a:extLst>
                </p:cNvPr>
                <p:cNvSpPr/>
                <p:nvPr/>
              </p:nvSpPr>
              <p:spPr>
                <a:xfrm>
                  <a:off x="771207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7" name="object 727">
                  <a:extLst>
                    <a:ext uri="{FF2B5EF4-FFF2-40B4-BE49-F238E27FC236}">
                      <a16:creationId xmlns:a16="http://schemas.microsoft.com/office/drawing/2014/main" id="{BDB2418F-7E57-43B0-A176-E4416840B73D}"/>
                    </a:ext>
                  </a:extLst>
                </p:cNvPr>
                <p:cNvSpPr/>
                <p:nvPr/>
              </p:nvSpPr>
              <p:spPr>
                <a:xfrm>
                  <a:off x="7712075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8" name="object 728">
                  <a:extLst>
                    <a:ext uri="{FF2B5EF4-FFF2-40B4-BE49-F238E27FC236}">
                      <a16:creationId xmlns:a16="http://schemas.microsoft.com/office/drawing/2014/main" id="{EF637DCF-454D-4ED7-B47D-B8B67091FEDE}"/>
                    </a:ext>
                  </a:extLst>
                </p:cNvPr>
                <p:cNvSpPr/>
                <p:nvPr/>
              </p:nvSpPr>
              <p:spPr>
                <a:xfrm>
                  <a:off x="7817243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9" name="object 729">
                  <a:extLst>
                    <a:ext uri="{FF2B5EF4-FFF2-40B4-BE49-F238E27FC236}">
                      <a16:creationId xmlns:a16="http://schemas.microsoft.com/office/drawing/2014/main" id="{F76632C6-9F08-4D24-902B-0906A595300D}"/>
                    </a:ext>
                  </a:extLst>
                </p:cNvPr>
                <p:cNvSpPr/>
                <p:nvPr/>
              </p:nvSpPr>
              <p:spPr>
                <a:xfrm>
                  <a:off x="7817243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0" name="object 730">
                  <a:extLst>
                    <a:ext uri="{FF2B5EF4-FFF2-40B4-BE49-F238E27FC236}">
                      <a16:creationId xmlns:a16="http://schemas.microsoft.com/office/drawing/2014/main" id="{2E46B83E-1261-45E3-A795-D7DD32BE553B}"/>
                    </a:ext>
                  </a:extLst>
                </p:cNvPr>
                <p:cNvSpPr/>
                <p:nvPr/>
              </p:nvSpPr>
              <p:spPr>
                <a:xfrm>
                  <a:off x="7923148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1" name="object 731">
                  <a:extLst>
                    <a:ext uri="{FF2B5EF4-FFF2-40B4-BE49-F238E27FC236}">
                      <a16:creationId xmlns:a16="http://schemas.microsoft.com/office/drawing/2014/main" id="{208336DD-E6AA-4140-8F02-DF9A369B5FB3}"/>
                    </a:ext>
                  </a:extLst>
                </p:cNvPr>
                <p:cNvSpPr/>
                <p:nvPr/>
              </p:nvSpPr>
              <p:spPr>
                <a:xfrm>
                  <a:off x="7923148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2" name="object 732">
                  <a:extLst>
                    <a:ext uri="{FF2B5EF4-FFF2-40B4-BE49-F238E27FC236}">
                      <a16:creationId xmlns:a16="http://schemas.microsoft.com/office/drawing/2014/main" id="{AF276991-CEB8-4D9D-A18A-F2172D1CE6B5}"/>
                    </a:ext>
                  </a:extLst>
                </p:cNvPr>
                <p:cNvSpPr/>
                <p:nvPr/>
              </p:nvSpPr>
              <p:spPr>
                <a:xfrm>
                  <a:off x="802831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3" name="object 733">
                  <a:extLst>
                    <a:ext uri="{FF2B5EF4-FFF2-40B4-BE49-F238E27FC236}">
                      <a16:creationId xmlns:a16="http://schemas.microsoft.com/office/drawing/2014/main" id="{C0FFA7CA-02BD-41AE-83BB-9D01C429E102}"/>
                    </a:ext>
                  </a:extLst>
                </p:cNvPr>
                <p:cNvSpPr/>
                <p:nvPr/>
              </p:nvSpPr>
              <p:spPr>
                <a:xfrm>
                  <a:off x="802831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4" name="object 734">
                  <a:extLst>
                    <a:ext uri="{FF2B5EF4-FFF2-40B4-BE49-F238E27FC236}">
                      <a16:creationId xmlns:a16="http://schemas.microsoft.com/office/drawing/2014/main" id="{D2A2B6CF-907C-4D65-BFDD-9142F53257CF}"/>
                    </a:ext>
                  </a:extLst>
                </p:cNvPr>
                <p:cNvSpPr/>
                <p:nvPr/>
              </p:nvSpPr>
              <p:spPr>
                <a:xfrm>
                  <a:off x="813347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5" name="object 735">
                  <a:extLst>
                    <a:ext uri="{FF2B5EF4-FFF2-40B4-BE49-F238E27FC236}">
                      <a16:creationId xmlns:a16="http://schemas.microsoft.com/office/drawing/2014/main" id="{623E808C-F91E-4F98-900B-D6062FDC7689}"/>
                    </a:ext>
                  </a:extLst>
                </p:cNvPr>
                <p:cNvSpPr/>
                <p:nvPr/>
              </p:nvSpPr>
              <p:spPr>
                <a:xfrm>
                  <a:off x="813347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6" name="object 736">
                  <a:extLst>
                    <a:ext uri="{FF2B5EF4-FFF2-40B4-BE49-F238E27FC236}">
                      <a16:creationId xmlns:a16="http://schemas.microsoft.com/office/drawing/2014/main" id="{C91C7715-6398-432D-8C22-49B9BDCB65B0}"/>
                    </a:ext>
                  </a:extLst>
                </p:cNvPr>
                <p:cNvSpPr/>
                <p:nvPr/>
              </p:nvSpPr>
              <p:spPr>
                <a:xfrm>
                  <a:off x="823862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7" name="object 737">
                  <a:extLst>
                    <a:ext uri="{FF2B5EF4-FFF2-40B4-BE49-F238E27FC236}">
                      <a16:creationId xmlns:a16="http://schemas.microsoft.com/office/drawing/2014/main" id="{110FCD8B-ECAC-436B-9F55-410305C80076}"/>
                    </a:ext>
                  </a:extLst>
                </p:cNvPr>
                <p:cNvSpPr/>
                <p:nvPr/>
              </p:nvSpPr>
              <p:spPr>
                <a:xfrm>
                  <a:off x="8238629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8" name="object 738">
                  <a:extLst>
                    <a:ext uri="{FF2B5EF4-FFF2-40B4-BE49-F238E27FC236}">
                      <a16:creationId xmlns:a16="http://schemas.microsoft.com/office/drawing/2014/main" id="{9DCDDAAA-FD7D-433E-9CC5-7061C9C40E31}"/>
                    </a:ext>
                  </a:extLst>
                </p:cNvPr>
                <p:cNvSpPr/>
                <p:nvPr/>
              </p:nvSpPr>
              <p:spPr>
                <a:xfrm>
                  <a:off x="834377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9" name="object 739">
                  <a:extLst>
                    <a:ext uri="{FF2B5EF4-FFF2-40B4-BE49-F238E27FC236}">
                      <a16:creationId xmlns:a16="http://schemas.microsoft.com/office/drawing/2014/main" id="{7B3ED127-6854-40C5-B525-B11297D71BDF}"/>
                    </a:ext>
                  </a:extLst>
                </p:cNvPr>
                <p:cNvSpPr/>
                <p:nvPr/>
              </p:nvSpPr>
              <p:spPr>
                <a:xfrm>
                  <a:off x="8343773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0" name="object 740">
                  <a:extLst>
                    <a:ext uri="{FF2B5EF4-FFF2-40B4-BE49-F238E27FC236}">
                      <a16:creationId xmlns:a16="http://schemas.microsoft.com/office/drawing/2014/main" id="{45AFF867-FB32-4032-9D5F-E157C3FED936}"/>
                    </a:ext>
                  </a:extLst>
                </p:cNvPr>
                <p:cNvSpPr/>
                <p:nvPr/>
              </p:nvSpPr>
              <p:spPr>
                <a:xfrm>
                  <a:off x="8448941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105918" y="105917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918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1" name="object 741">
                  <a:extLst>
                    <a:ext uri="{FF2B5EF4-FFF2-40B4-BE49-F238E27FC236}">
                      <a16:creationId xmlns:a16="http://schemas.microsoft.com/office/drawing/2014/main" id="{0DCC51D5-B385-4523-82DF-3542627B8538}"/>
                    </a:ext>
                  </a:extLst>
                </p:cNvPr>
                <p:cNvSpPr/>
                <p:nvPr/>
              </p:nvSpPr>
              <p:spPr>
                <a:xfrm>
                  <a:off x="8448941" y="5995416"/>
                  <a:ext cx="106045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918" y="105918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2" name="object 742">
                  <a:extLst>
                    <a:ext uri="{FF2B5EF4-FFF2-40B4-BE49-F238E27FC236}">
                      <a16:creationId xmlns:a16="http://schemas.microsoft.com/office/drawing/2014/main" id="{C5F4FE0A-52C2-4671-A9CB-0D259E925C65}"/>
                    </a:ext>
                  </a:extLst>
                </p:cNvPr>
                <p:cNvSpPr/>
                <p:nvPr/>
              </p:nvSpPr>
              <p:spPr>
                <a:xfrm>
                  <a:off x="855484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105155" y="105917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917"/>
                      </a:lnTo>
                      <a:lnTo>
                        <a:pt x="105155" y="105917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3" name="object 743">
                  <a:extLst>
                    <a:ext uri="{FF2B5EF4-FFF2-40B4-BE49-F238E27FC236}">
                      <a16:creationId xmlns:a16="http://schemas.microsoft.com/office/drawing/2014/main" id="{678A5630-418C-4160-B558-C05EB19E5817}"/>
                    </a:ext>
                  </a:extLst>
                </p:cNvPr>
                <p:cNvSpPr/>
                <p:nvPr/>
              </p:nvSpPr>
              <p:spPr>
                <a:xfrm>
                  <a:off x="8554847" y="5995416"/>
                  <a:ext cx="105410" cy="10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6045">
                      <a:moveTo>
                        <a:pt x="0" y="0"/>
                      </a:moveTo>
                      <a:lnTo>
                        <a:pt x="0" y="105918"/>
                      </a:lnTo>
                      <a:lnTo>
                        <a:pt x="105155" y="105918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4" name="object 744">
                  <a:extLst>
                    <a:ext uri="{FF2B5EF4-FFF2-40B4-BE49-F238E27FC236}">
                      <a16:creationId xmlns:a16="http://schemas.microsoft.com/office/drawing/2014/main" id="{981A1D46-4A9E-4BEA-A667-FF7F9487224C}"/>
                    </a:ext>
                  </a:extLst>
                </p:cNvPr>
                <p:cNvSpPr/>
                <p:nvPr/>
              </p:nvSpPr>
              <p:spPr>
                <a:xfrm>
                  <a:off x="602806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5" name="object 745">
                  <a:extLst>
                    <a:ext uri="{FF2B5EF4-FFF2-40B4-BE49-F238E27FC236}">
                      <a16:creationId xmlns:a16="http://schemas.microsoft.com/office/drawing/2014/main" id="{AFCAFFA1-C99B-403E-8371-19259C08854B}"/>
                    </a:ext>
                  </a:extLst>
                </p:cNvPr>
                <p:cNvSpPr/>
                <p:nvPr/>
              </p:nvSpPr>
              <p:spPr>
                <a:xfrm>
                  <a:off x="602806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6" name="object 746">
                  <a:extLst>
                    <a:ext uri="{FF2B5EF4-FFF2-40B4-BE49-F238E27FC236}">
                      <a16:creationId xmlns:a16="http://schemas.microsoft.com/office/drawing/2014/main" id="{6BCC6C6D-FC16-4C11-B47D-5AEC03167434}"/>
                    </a:ext>
                  </a:extLst>
                </p:cNvPr>
                <p:cNvSpPr/>
                <p:nvPr/>
              </p:nvSpPr>
              <p:spPr>
                <a:xfrm>
                  <a:off x="613322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7" name="object 747">
                  <a:extLst>
                    <a:ext uri="{FF2B5EF4-FFF2-40B4-BE49-F238E27FC236}">
                      <a16:creationId xmlns:a16="http://schemas.microsoft.com/office/drawing/2014/main" id="{103CECF3-F586-4614-9370-8168D7623B44}"/>
                    </a:ext>
                  </a:extLst>
                </p:cNvPr>
                <p:cNvSpPr/>
                <p:nvPr/>
              </p:nvSpPr>
              <p:spPr>
                <a:xfrm>
                  <a:off x="613322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8" name="object 748">
                  <a:extLst>
                    <a:ext uri="{FF2B5EF4-FFF2-40B4-BE49-F238E27FC236}">
                      <a16:creationId xmlns:a16="http://schemas.microsoft.com/office/drawing/2014/main" id="{F9EF25D5-E438-4F3D-A15E-EC629DB1FFAB}"/>
                    </a:ext>
                  </a:extLst>
                </p:cNvPr>
                <p:cNvSpPr/>
                <p:nvPr/>
              </p:nvSpPr>
              <p:spPr>
                <a:xfrm>
                  <a:off x="623837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9" name="object 749">
                  <a:extLst>
                    <a:ext uri="{FF2B5EF4-FFF2-40B4-BE49-F238E27FC236}">
                      <a16:creationId xmlns:a16="http://schemas.microsoft.com/office/drawing/2014/main" id="{62ED8868-136A-4AB7-91EA-CDFE0EB29937}"/>
                    </a:ext>
                  </a:extLst>
                </p:cNvPr>
                <p:cNvSpPr/>
                <p:nvPr/>
              </p:nvSpPr>
              <p:spPr>
                <a:xfrm>
                  <a:off x="623837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0" name="object 750">
                  <a:extLst>
                    <a:ext uri="{FF2B5EF4-FFF2-40B4-BE49-F238E27FC236}">
                      <a16:creationId xmlns:a16="http://schemas.microsoft.com/office/drawing/2014/main" id="{1DECDC11-F038-42B1-A854-5D166EE2F74D}"/>
                    </a:ext>
                  </a:extLst>
                </p:cNvPr>
                <p:cNvSpPr/>
                <p:nvPr/>
              </p:nvSpPr>
              <p:spPr>
                <a:xfrm>
                  <a:off x="634353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1" name="object 751">
                  <a:extLst>
                    <a:ext uri="{FF2B5EF4-FFF2-40B4-BE49-F238E27FC236}">
                      <a16:creationId xmlns:a16="http://schemas.microsoft.com/office/drawing/2014/main" id="{B5C4E83B-5E26-4EFB-B4F1-360BB995EA03}"/>
                    </a:ext>
                  </a:extLst>
                </p:cNvPr>
                <p:cNvSpPr/>
                <p:nvPr/>
              </p:nvSpPr>
              <p:spPr>
                <a:xfrm>
                  <a:off x="634353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2" name="object 752">
                  <a:extLst>
                    <a:ext uri="{FF2B5EF4-FFF2-40B4-BE49-F238E27FC236}">
                      <a16:creationId xmlns:a16="http://schemas.microsoft.com/office/drawing/2014/main" id="{AF2F67A5-2C11-42FE-8682-5441DD365675}"/>
                    </a:ext>
                  </a:extLst>
                </p:cNvPr>
                <p:cNvSpPr/>
                <p:nvPr/>
              </p:nvSpPr>
              <p:spPr>
                <a:xfrm>
                  <a:off x="6448691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3" name="object 753">
                  <a:extLst>
                    <a:ext uri="{FF2B5EF4-FFF2-40B4-BE49-F238E27FC236}">
                      <a16:creationId xmlns:a16="http://schemas.microsoft.com/office/drawing/2014/main" id="{80B8A479-93AF-4C48-8161-C4CEC6C83AAD}"/>
                    </a:ext>
                  </a:extLst>
                </p:cNvPr>
                <p:cNvSpPr/>
                <p:nvPr/>
              </p:nvSpPr>
              <p:spPr>
                <a:xfrm>
                  <a:off x="6448691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4" name="object 754">
                  <a:extLst>
                    <a:ext uri="{FF2B5EF4-FFF2-40B4-BE49-F238E27FC236}">
                      <a16:creationId xmlns:a16="http://schemas.microsoft.com/office/drawing/2014/main" id="{C45A0BE0-C515-41EA-86E7-3883DE7038DA}"/>
                    </a:ext>
                  </a:extLst>
                </p:cNvPr>
                <p:cNvSpPr/>
                <p:nvPr/>
              </p:nvSpPr>
              <p:spPr>
                <a:xfrm>
                  <a:off x="655459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5" name="object 755">
                  <a:extLst>
                    <a:ext uri="{FF2B5EF4-FFF2-40B4-BE49-F238E27FC236}">
                      <a16:creationId xmlns:a16="http://schemas.microsoft.com/office/drawing/2014/main" id="{98C8F476-7B2E-457C-9623-CB444443D407}"/>
                    </a:ext>
                  </a:extLst>
                </p:cNvPr>
                <p:cNvSpPr/>
                <p:nvPr/>
              </p:nvSpPr>
              <p:spPr>
                <a:xfrm>
                  <a:off x="655459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6" name="object 756">
                  <a:extLst>
                    <a:ext uri="{FF2B5EF4-FFF2-40B4-BE49-F238E27FC236}">
                      <a16:creationId xmlns:a16="http://schemas.microsoft.com/office/drawing/2014/main" id="{ABCD4B59-9A06-4E05-8074-950D378A3FA4}"/>
                    </a:ext>
                  </a:extLst>
                </p:cNvPr>
                <p:cNvSpPr/>
                <p:nvPr/>
              </p:nvSpPr>
              <p:spPr>
                <a:xfrm>
                  <a:off x="665976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7" name="object 757">
                  <a:extLst>
                    <a:ext uri="{FF2B5EF4-FFF2-40B4-BE49-F238E27FC236}">
                      <a16:creationId xmlns:a16="http://schemas.microsoft.com/office/drawing/2014/main" id="{DC5467BE-BA2B-4726-B9CB-39F80B9C2B01}"/>
                    </a:ext>
                  </a:extLst>
                </p:cNvPr>
                <p:cNvSpPr/>
                <p:nvPr/>
              </p:nvSpPr>
              <p:spPr>
                <a:xfrm>
                  <a:off x="665976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8" name="object 758">
                  <a:extLst>
                    <a:ext uri="{FF2B5EF4-FFF2-40B4-BE49-F238E27FC236}">
                      <a16:creationId xmlns:a16="http://schemas.microsoft.com/office/drawing/2014/main" id="{92A403C1-4DB5-47A4-ACEC-D1BC78E129CA}"/>
                    </a:ext>
                  </a:extLst>
                </p:cNvPr>
                <p:cNvSpPr/>
                <p:nvPr/>
              </p:nvSpPr>
              <p:spPr>
                <a:xfrm>
                  <a:off x="676492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9" name="object 759">
                  <a:extLst>
                    <a:ext uri="{FF2B5EF4-FFF2-40B4-BE49-F238E27FC236}">
                      <a16:creationId xmlns:a16="http://schemas.microsoft.com/office/drawing/2014/main" id="{16BAAA2B-BB2B-4675-BE8F-251E2D3DF46A}"/>
                    </a:ext>
                  </a:extLst>
                </p:cNvPr>
                <p:cNvSpPr/>
                <p:nvPr/>
              </p:nvSpPr>
              <p:spPr>
                <a:xfrm>
                  <a:off x="676492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0" name="object 760">
                  <a:extLst>
                    <a:ext uri="{FF2B5EF4-FFF2-40B4-BE49-F238E27FC236}">
                      <a16:creationId xmlns:a16="http://schemas.microsoft.com/office/drawing/2014/main" id="{FFD7802C-68D2-4E3D-B003-84D767E2013F}"/>
                    </a:ext>
                  </a:extLst>
                </p:cNvPr>
                <p:cNvSpPr/>
                <p:nvPr/>
              </p:nvSpPr>
              <p:spPr>
                <a:xfrm>
                  <a:off x="687007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1" name="object 761">
                  <a:extLst>
                    <a:ext uri="{FF2B5EF4-FFF2-40B4-BE49-F238E27FC236}">
                      <a16:creationId xmlns:a16="http://schemas.microsoft.com/office/drawing/2014/main" id="{E9398186-2E6E-4E31-8A37-DF3C9034DD15}"/>
                    </a:ext>
                  </a:extLst>
                </p:cNvPr>
                <p:cNvSpPr/>
                <p:nvPr/>
              </p:nvSpPr>
              <p:spPr>
                <a:xfrm>
                  <a:off x="687007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2" name="object 762">
                  <a:extLst>
                    <a:ext uri="{FF2B5EF4-FFF2-40B4-BE49-F238E27FC236}">
                      <a16:creationId xmlns:a16="http://schemas.microsoft.com/office/drawing/2014/main" id="{8DFC5797-7869-4725-85F2-729AD4C3DF50}"/>
                    </a:ext>
                  </a:extLst>
                </p:cNvPr>
                <p:cNvSpPr/>
                <p:nvPr/>
              </p:nvSpPr>
              <p:spPr>
                <a:xfrm>
                  <a:off x="697522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3" name="object 763">
                  <a:extLst>
                    <a:ext uri="{FF2B5EF4-FFF2-40B4-BE49-F238E27FC236}">
                      <a16:creationId xmlns:a16="http://schemas.microsoft.com/office/drawing/2014/main" id="{D68AC634-705E-423E-B7EE-777D04613A9D}"/>
                    </a:ext>
                  </a:extLst>
                </p:cNvPr>
                <p:cNvSpPr/>
                <p:nvPr/>
              </p:nvSpPr>
              <p:spPr>
                <a:xfrm>
                  <a:off x="697522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4" name="object 764">
                  <a:extLst>
                    <a:ext uri="{FF2B5EF4-FFF2-40B4-BE49-F238E27FC236}">
                      <a16:creationId xmlns:a16="http://schemas.microsoft.com/office/drawing/2014/main" id="{8DE480AE-0126-449B-A401-19481F8ADCF3}"/>
                    </a:ext>
                  </a:extLst>
                </p:cNvPr>
                <p:cNvSpPr/>
                <p:nvPr/>
              </p:nvSpPr>
              <p:spPr>
                <a:xfrm>
                  <a:off x="708037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5" name="object 765">
                  <a:extLst>
                    <a:ext uri="{FF2B5EF4-FFF2-40B4-BE49-F238E27FC236}">
                      <a16:creationId xmlns:a16="http://schemas.microsoft.com/office/drawing/2014/main" id="{C5511E03-837C-40AC-A321-F1804F7ECDB3}"/>
                    </a:ext>
                  </a:extLst>
                </p:cNvPr>
                <p:cNvSpPr/>
                <p:nvPr/>
              </p:nvSpPr>
              <p:spPr>
                <a:xfrm>
                  <a:off x="708037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6" name="object 766">
                  <a:extLst>
                    <a:ext uri="{FF2B5EF4-FFF2-40B4-BE49-F238E27FC236}">
                      <a16:creationId xmlns:a16="http://schemas.microsoft.com/office/drawing/2014/main" id="{992B7FD4-AB2B-4F8E-89AA-86B3EF3C59DD}"/>
                    </a:ext>
                  </a:extLst>
                </p:cNvPr>
                <p:cNvSpPr/>
                <p:nvPr/>
              </p:nvSpPr>
              <p:spPr>
                <a:xfrm>
                  <a:off x="7185545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7" name="object 767">
                  <a:extLst>
                    <a:ext uri="{FF2B5EF4-FFF2-40B4-BE49-F238E27FC236}">
                      <a16:creationId xmlns:a16="http://schemas.microsoft.com/office/drawing/2014/main" id="{517E6CCF-A101-491A-BAA8-B80DF91F2812}"/>
                    </a:ext>
                  </a:extLst>
                </p:cNvPr>
                <p:cNvSpPr/>
                <p:nvPr/>
              </p:nvSpPr>
              <p:spPr>
                <a:xfrm>
                  <a:off x="7185545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8" name="object 768">
                  <a:extLst>
                    <a:ext uri="{FF2B5EF4-FFF2-40B4-BE49-F238E27FC236}">
                      <a16:creationId xmlns:a16="http://schemas.microsoft.com/office/drawing/2014/main" id="{CE732A82-191D-4AB9-99A3-DCA4F23ED4B0}"/>
                    </a:ext>
                  </a:extLst>
                </p:cNvPr>
                <p:cNvSpPr/>
                <p:nvPr/>
              </p:nvSpPr>
              <p:spPr>
                <a:xfrm>
                  <a:off x="7291450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9" name="object 769">
                  <a:extLst>
                    <a:ext uri="{FF2B5EF4-FFF2-40B4-BE49-F238E27FC236}">
                      <a16:creationId xmlns:a16="http://schemas.microsoft.com/office/drawing/2014/main" id="{F0DCF544-408C-43DD-9093-50835300E115}"/>
                    </a:ext>
                  </a:extLst>
                </p:cNvPr>
                <p:cNvSpPr/>
                <p:nvPr/>
              </p:nvSpPr>
              <p:spPr>
                <a:xfrm>
                  <a:off x="7291450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0" name="object 770">
                  <a:extLst>
                    <a:ext uri="{FF2B5EF4-FFF2-40B4-BE49-F238E27FC236}">
                      <a16:creationId xmlns:a16="http://schemas.microsoft.com/office/drawing/2014/main" id="{59AF5169-45E1-41F0-B130-752ABD41D388}"/>
                    </a:ext>
                  </a:extLst>
                </p:cNvPr>
                <p:cNvSpPr/>
                <p:nvPr/>
              </p:nvSpPr>
              <p:spPr>
                <a:xfrm>
                  <a:off x="739661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1" name="object 771">
                  <a:extLst>
                    <a:ext uri="{FF2B5EF4-FFF2-40B4-BE49-F238E27FC236}">
                      <a16:creationId xmlns:a16="http://schemas.microsoft.com/office/drawing/2014/main" id="{2D817B19-A3CA-4F14-98F3-7E5A7375D480}"/>
                    </a:ext>
                  </a:extLst>
                </p:cNvPr>
                <p:cNvSpPr/>
                <p:nvPr/>
              </p:nvSpPr>
              <p:spPr>
                <a:xfrm>
                  <a:off x="739661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2" name="object 772">
                  <a:extLst>
                    <a:ext uri="{FF2B5EF4-FFF2-40B4-BE49-F238E27FC236}">
                      <a16:creationId xmlns:a16="http://schemas.microsoft.com/office/drawing/2014/main" id="{50B1195C-54DE-45AD-B335-E30257A30B49}"/>
                    </a:ext>
                  </a:extLst>
                </p:cNvPr>
                <p:cNvSpPr/>
                <p:nvPr/>
              </p:nvSpPr>
              <p:spPr>
                <a:xfrm>
                  <a:off x="750176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3" name="object 773">
                  <a:extLst>
                    <a:ext uri="{FF2B5EF4-FFF2-40B4-BE49-F238E27FC236}">
                      <a16:creationId xmlns:a16="http://schemas.microsoft.com/office/drawing/2014/main" id="{57C3B8CC-B428-49BC-B942-9C5E0F527284}"/>
                    </a:ext>
                  </a:extLst>
                </p:cNvPr>
                <p:cNvSpPr/>
                <p:nvPr/>
              </p:nvSpPr>
              <p:spPr>
                <a:xfrm>
                  <a:off x="750176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4" name="object 774">
                  <a:extLst>
                    <a:ext uri="{FF2B5EF4-FFF2-40B4-BE49-F238E27FC236}">
                      <a16:creationId xmlns:a16="http://schemas.microsoft.com/office/drawing/2014/main" id="{19E68E6F-DFC2-44D6-AD04-F2FB9C687A5C}"/>
                    </a:ext>
                  </a:extLst>
                </p:cNvPr>
                <p:cNvSpPr/>
                <p:nvPr/>
              </p:nvSpPr>
              <p:spPr>
                <a:xfrm>
                  <a:off x="760693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5" name="object 775">
                  <a:extLst>
                    <a:ext uri="{FF2B5EF4-FFF2-40B4-BE49-F238E27FC236}">
                      <a16:creationId xmlns:a16="http://schemas.microsoft.com/office/drawing/2014/main" id="{AFC0E2D0-97B0-40AF-9A9F-ED0E4C6FF32F}"/>
                    </a:ext>
                  </a:extLst>
                </p:cNvPr>
                <p:cNvSpPr/>
                <p:nvPr/>
              </p:nvSpPr>
              <p:spPr>
                <a:xfrm>
                  <a:off x="7606931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6" name="object 776">
                  <a:extLst>
                    <a:ext uri="{FF2B5EF4-FFF2-40B4-BE49-F238E27FC236}">
                      <a16:creationId xmlns:a16="http://schemas.microsoft.com/office/drawing/2014/main" id="{B0C57FD0-9039-4C8B-AC88-6CDEF6E6F827}"/>
                    </a:ext>
                  </a:extLst>
                </p:cNvPr>
                <p:cNvSpPr/>
                <p:nvPr/>
              </p:nvSpPr>
              <p:spPr>
                <a:xfrm>
                  <a:off x="771207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7" name="object 777">
                  <a:extLst>
                    <a:ext uri="{FF2B5EF4-FFF2-40B4-BE49-F238E27FC236}">
                      <a16:creationId xmlns:a16="http://schemas.microsoft.com/office/drawing/2014/main" id="{5CCFD802-C84B-4B49-86A9-D17FCFFCD80B}"/>
                    </a:ext>
                  </a:extLst>
                </p:cNvPr>
                <p:cNvSpPr/>
                <p:nvPr/>
              </p:nvSpPr>
              <p:spPr>
                <a:xfrm>
                  <a:off x="7712075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8" name="object 778">
                  <a:extLst>
                    <a:ext uri="{FF2B5EF4-FFF2-40B4-BE49-F238E27FC236}">
                      <a16:creationId xmlns:a16="http://schemas.microsoft.com/office/drawing/2014/main" id="{C775F353-21F4-404C-892F-CBE6D76DBA1F}"/>
                    </a:ext>
                  </a:extLst>
                </p:cNvPr>
                <p:cNvSpPr/>
                <p:nvPr/>
              </p:nvSpPr>
              <p:spPr>
                <a:xfrm>
                  <a:off x="7817243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9" name="object 779">
                  <a:extLst>
                    <a:ext uri="{FF2B5EF4-FFF2-40B4-BE49-F238E27FC236}">
                      <a16:creationId xmlns:a16="http://schemas.microsoft.com/office/drawing/2014/main" id="{6006A2D5-C644-4566-BFB6-27017000479E}"/>
                    </a:ext>
                  </a:extLst>
                </p:cNvPr>
                <p:cNvSpPr/>
                <p:nvPr/>
              </p:nvSpPr>
              <p:spPr>
                <a:xfrm>
                  <a:off x="7817243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0" name="object 780">
                  <a:extLst>
                    <a:ext uri="{FF2B5EF4-FFF2-40B4-BE49-F238E27FC236}">
                      <a16:creationId xmlns:a16="http://schemas.microsoft.com/office/drawing/2014/main" id="{C934CA4B-241F-4013-9AA5-A56E59C0AE1F}"/>
                    </a:ext>
                  </a:extLst>
                </p:cNvPr>
                <p:cNvSpPr/>
                <p:nvPr/>
              </p:nvSpPr>
              <p:spPr>
                <a:xfrm>
                  <a:off x="7923148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1" name="object 781">
                  <a:extLst>
                    <a:ext uri="{FF2B5EF4-FFF2-40B4-BE49-F238E27FC236}">
                      <a16:creationId xmlns:a16="http://schemas.microsoft.com/office/drawing/2014/main" id="{1205DC63-8C4D-40A8-B60E-DEBCB557CCC0}"/>
                    </a:ext>
                  </a:extLst>
                </p:cNvPr>
                <p:cNvSpPr/>
                <p:nvPr/>
              </p:nvSpPr>
              <p:spPr>
                <a:xfrm>
                  <a:off x="7923148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2" name="object 782">
                  <a:extLst>
                    <a:ext uri="{FF2B5EF4-FFF2-40B4-BE49-F238E27FC236}">
                      <a16:creationId xmlns:a16="http://schemas.microsoft.com/office/drawing/2014/main" id="{0CB45706-50D1-4B52-AF72-F84861F51205}"/>
                    </a:ext>
                  </a:extLst>
                </p:cNvPr>
                <p:cNvSpPr/>
                <p:nvPr/>
              </p:nvSpPr>
              <p:spPr>
                <a:xfrm>
                  <a:off x="802831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3" name="object 783">
                  <a:extLst>
                    <a:ext uri="{FF2B5EF4-FFF2-40B4-BE49-F238E27FC236}">
                      <a16:creationId xmlns:a16="http://schemas.microsoft.com/office/drawing/2014/main" id="{70D38831-27DB-4F8B-9930-47B48E1D9ACF}"/>
                    </a:ext>
                  </a:extLst>
                </p:cNvPr>
                <p:cNvSpPr/>
                <p:nvPr/>
              </p:nvSpPr>
              <p:spPr>
                <a:xfrm>
                  <a:off x="802831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4" name="object 784">
                  <a:extLst>
                    <a:ext uri="{FF2B5EF4-FFF2-40B4-BE49-F238E27FC236}">
                      <a16:creationId xmlns:a16="http://schemas.microsoft.com/office/drawing/2014/main" id="{8DD82D2E-0DC7-445C-BDE0-A25C5A8C29B7}"/>
                    </a:ext>
                  </a:extLst>
                </p:cNvPr>
                <p:cNvSpPr/>
                <p:nvPr/>
              </p:nvSpPr>
              <p:spPr>
                <a:xfrm>
                  <a:off x="813347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5" name="object 785">
                  <a:extLst>
                    <a:ext uri="{FF2B5EF4-FFF2-40B4-BE49-F238E27FC236}">
                      <a16:creationId xmlns:a16="http://schemas.microsoft.com/office/drawing/2014/main" id="{9A16A538-1930-4698-B979-B5D58C881524}"/>
                    </a:ext>
                  </a:extLst>
                </p:cNvPr>
                <p:cNvSpPr/>
                <p:nvPr/>
              </p:nvSpPr>
              <p:spPr>
                <a:xfrm>
                  <a:off x="813347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6" name="object 786">
                  <a:extLst>
                    <a:ext uri="{FF2B5EF4-FFF2-40B4-BE49-F238E27FC236}">
                      <a16:creationId xmlns:a16="http://schemas.microsoft.com/office/drawing/2014/main" id="{296C3E71-A780-497A-B4CD-F519BA2BD700}"/>
                    </a:ext>
                  </a:extLst>
                </p:cNvPr>
                <p:cNvSpPr/>
                <p:nvPr/>
              </p:nvSpPr>
              <p:spPr>
                <a:xfrm>
                  <a:off x="823862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7" name="object 787">
                  <a:extLst>
                    <a:ext uri="{FF2B5EF4-FFF2-40B4-BE49-F238E27FC236}">
                      <a16:creationId xmlns:a16="http://schemas.microsoft.com/office/drawing/2014/main" id="{8ACD0D1D-0625-45F0-B373-B18CEF0B22E6}"/>
                    </a:ext>
                  </a:extLst>
                </p:cNvPr>
                <p:cNvSpPr/>
                <p:nvPr/>
              </p:nvSpPr>
              <p:spPr>
                <a:xfrm>
                  <a:off x="8238629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8" name="object 788">
                  <a:extLst>
                    <a:ext uri="{FF2B5EF4-FFF2-40B4-BE49-F238E27FC236}">
                      <a16:creationId xmlns:a16="http://schemas.microsoft.com/office/drawing/2014/main" id="{314628D0-37FC-4B0E-8659-5332E1043CFC}"/>
                    </a:ext>
                  </a:extLst>
                </p:cNvPr>
                <p:cNvSpPr/>
                <p:nvPr/>
              </p:nvSpPr>
              <p:spPr>
                <a:xfrm>
                  <a:off x="834377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9" name="object 789">
                  <a:extLst>
                    <a:ext uri="{FF2B5EF4-FFF2-40B4-BE49-F238E27FC236}">
                      <a16:creationId xmlns:a16="http://schemas.microsoft.com/office/drawing/2014/main" id="{CE62830B-708B-45AC-B61F-D14872A38449}"/>
                    </a:ext>
                  </a:extLst>
                </p:cNvPr>
                <p:cNvSpPr/>
                <p:nvPr/>
              </p:nvSpPr>
              <p:spPr>
                <a:xfrm>
                  <a:off x="8343773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0" name="object 790">
                  <a:extLst>
                    <a:ext uri="{FF2B5EF4-FFF2-40B4-BE49-F238E27FC236}">
                      <a16:creationId xmlns:a16="http://schemas.microsoft.com/office/drawing/2014/main" id="{F47DA8DD-22C9-48C2-A374-EDA6CFC835F2}"/>
                    </a:ext>
                  </a:extLst>
                </p:cNvPr>
                <p:cNvSpPr/>
                <p:nvPr/>
              </p:nvSpPr>
              <p:spPr>
                <a:xfrm>
                  <a:off x="8448941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1" name="object 791">
                  <a:extLst>
                    <a:ext uri="{FF2B5EF4-FFF2-40B4-BE49-F238E27FC236}">
                      <a16:creationId xmlns:a16="http://schemas.microsoft.com/office/drawing/2014/main" id="{9FE9D29C-1718-4AAD-B9DE-E8538261E940}"/>
                    </a:ext>
                  </a:extLst>
                </p:cNvPr>
                <p:cNvSpPr/>
                <p:nvPr/>
              </p:nvSpPr>
              <p:spPr>
                <a:xfrm>
                  <a:off x="8448941" y="6101333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918" y="105155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2" name="object 792">
                  <a:extLst>
                    <a:ext uri="{FF2B5EF4-FFF2-40B4-BE49-F238E27FC236}">
                      <a16:creationId xmlns:a16="http://schemas.microsoft.com/office/drawing/2014/main" id="{65C12B60-7A83-4295-945F-5B51C07EEB56}"/>
                    </a:ext>
                  </a:extLst>
                </p:cNvPr>
                <p:cNvSpPr/>
                <p:nvPr/>
              </p:nvSpPr>
              <p:spPr>
                <a:xfrm>
                  <a:off x="855484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3" name="object 793">
                  <a:extLst>
                    <a:ext uri="{FF2B5EF4-FFF2-40B4-BE49-F238E27FC236}">
                      <a16:creationId xmlns:a16="http://schemas.microsoft.com/office/drawing/2014/main" id="{3E51E0C8-F016-4194-A1B5-E56A30C8713A}"/>
                    </a:ext>
                  </a:extLst>
                </p:cNvPr>
                <p:cNvSpPr/>
                <p:nvPr/>
              </p:nvSpPr>
              <p:spPr>
                <a:xfrm>
                  <a:off x="8554847" y="6101333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5"/>
                      </a:lnTo>
                      <a:lnTo>
                        <a:pt x="105155" y="105155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4" name="object 794">
                  <a:extLst>
                    <a:ext uri="{FF2B5EF4-FFF2-40B4-BE49-F238E27FC236}">
                      <a16:creationId xmlns:a16="http://schemas.microsoft.com/office/drawing/2014/main" id="{6D3D22BB-69A3-40A2-94DE-17A53A91B2F4}"/>
                    </a:ext>
                  </a:extLst>
                </p:cNvPr>
                <p:cNvSpPr/>
                <p:nvPr/>
              </p:nvSpPr>
              <p:spPr>
                <a:xfrm>
                  <a:off x="602806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5" name="object 795">
                  <a:extLst>
                    <a:ext uri="{FF2B5EF4-FFF2-40B4-BE49-F238E27FC236}">
                      <a16:creationId xmlns:a16="http://schemas.microsoft.com/office/drawing/2014/main" id="{41DD4891-278F-45D1-B07F-93381FCD69F0}"/>
                    </a:ext>
                  </a:extLst>
                </p:cNvPr>
                <p:cNvSpPr/>
                <p:nvPr/>
              </p:nvSpPr>
              <p:spPr>
                <a:xfrm>
                  <a:off x="602806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6" name="object 796">
                  <a:extLst>
                    <a:ext uri="{FF2B5EF4-FFF2-40B4-BE49-F238E27FC236}">
                      <a16:creationId xmlns:a16="http://schemas.microsoft.com/office/drawing/2014/main" id="{4792DCF7-6886-4003-BF2A-D6B59DC0FD1B}"/>
                    </a:ext>
                  </a:extLst>
                </p:cNvPr>
                <p:cNvSpPr/>
                <p:nvPr/>
              </p:nvSpPr>
              <p:spPr>
                <a:xfrm>
                  <a:off x="613322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7" name="object 797">
                  <a:extLst>
                    <a:ext uri="{FF2B5EF4-FFF2-40B4-BE49-F238E27FC236}">
                      <a16:creationId xmlns:a16="http://schemas.microsoft.com/office/drawing/2014/main" id="{883AA489-0D37-40CB-81A5-5BA6BD917172}"/>
                    </a:ext>
                  </a:extLst>
                </p:cNvPr>
                <p:cNvSpPr/>
                <p:nvPr/>
              </p:nvSpPr>
              <p:spPr>
                <a:xfrm>
                  <a:off x="613322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8" name="object 798">
                  <a:extLst>
                    <a:ext uri="{FF2B5EF4-FFF2-40B4-BE49-F238E27FC236}">
                      <a16:creationId xmlns:a16="http://schemas.microsoft.com/office/drawing/2014/main" id="{E6DFFDE0-6DCD-4F26-8ADE-E3283F22DEF4}"/>
                    </a:ext>
                  </a:extLst>
                </p:cNvPr>
                <p:cNvSpPr/>
                <p:nvPr/>
              </p:nvSpPr>
              <p:spPr>
                <a:xfrm>
                  <a:off x="623837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9" name="object 799">
                  <a:extLst>
                    <a:ext uri="{FF2B5EF4-FFF2-40B4-BE49-F238E27FC236}">
                      <a16:creationId xmlns:a16="http://schemas.microsoft.com/office/drawing/2014/main" id="{FDB607AF-61BB-4AAC-B8AC-6C6807A85990}"/>
                    </a:ext>
                  </a:extLst>
                </p:cNvPr>
                <p:cNvSpPr/>
                <p:nvPr/>
              </p:nvSpPr>
              <p:spPr>
                <a:xfrm>
                  <a:off x="623837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0" name="object 800">
                  <a:extLst>
                    <a:ext uri="{FF2B5EF4-FFF2-40B4-BE49-F238E27FC236}">
                      <a16:creationId xmlns:a16="http://schemas.microsoft.com/office/drawing/2014/main" id="{96406EB5-7965-4782-A527-419997FA6106}"/>
                    </a:ext>
                  </a:extLst>
                </p:cNvPr>
                <p:cNvSpPr/>
                <p:nvPr/>
              </p:nvSpPr>
              <p:spPr>
                <a:xfrm>
                  <a:off x="634353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1" name="object 801">
                  <a:extLst>
                    <a:ext uri="{FF2B5EF4-FFF2-40B4-BE49-F238E27FC236}">
                      <a16:creationId xmlns:a16="http://schemas.microsoft.com/office/drawing/2014/main" id="{36A6784B-A30E-48C7-8AB4-FDB122EFB311}"/>
                    </a:ext>
                  </a:extLst>
                </p:cNvPr>
                <p:cNvSpPr/>
                <p:nvPr/>
              </p:nvSpPr>
              <p:spPr>
                <a:xfrm>
                  <a:off x="634353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2" name="object 802">
                  <a:extLst>
                    <a:ext uri="{FF2B5EF4-FFF2-40B4-BE49-F238E27FC236}">
                      <a16:creationId xmlns:a16="http://schemas.microsoft.com/office/drawing/2014/main" id="{217D63E4-CD84-46B2-84D9-DFC76B559967}"/>
                    </a:ext>
                  </a:extLst>
                </p:cNvPr>
                <p:cNvSpPr/>
                <p:nvPr/>
              </p:nvSpPr>
              <p:spPr>
                <a:xfrm>
                  <a:off x="6448691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3" name="object 803">
                  <a:extLst>
                    <a:ext uri="{FF2B5EF4-FFF2-40B4-BE49-F238E27FC236}">
                      <a16:creationId xmlns:a16="http://schemas.microsoft.com/office/drawing/2014/main" id="{18E10586-C5E3-48B8-884E-EF0B3B6DF32E}"/>
                    </a:ext>
                  </a:extLst>
                </p:cNvPr>
                <p:cNvSpPr/>
                <p:nvPr/>
              </p:nvSpPr>
              <p:spPr>
                <a:xfrm>
                  <a:off x="6448691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4" name="object 804">
                  <a:extLst>
                    <a:ext uri="{FF2B5EF4-FFF2-40B4-BE49-F238E27FC236}">
                      <a16:creationId xmlns:a16="http://schemas.microsoft.com/office/drawing/2014/main" id="{55D828F1-81D1-4D04-8C90-8E3F3574E0D4}"/>
                    </a:ext>
                  </a:extLst>
                </p:cNvPr>
                <p:cNvSpPr/>
                <p:nvPr/>
              </p:nvSpPr>
              <p:spPr>
                <a:xfrm>
                  <a:off x="655459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5" name="object 805">
                  <a:extLst>
                    <a:ext uri="{FF2B5EF4-FFF2-40B4-BE49-F238E27FC236}">
                      <a16:creationId xmlns:a16="http://schemas.microsoft.com/office/drawing/2014/main" id="{3378124A-7417-45FD-983F-3D0750D1E574}"/>
                    </a:ext>
                  </a:extLst>
                </p:cNvPr>
                <p:cNvSpPr/>
                <p:nvPr/>
              </p:nvSpPr>
              <p:spPr>
                <a:xfrm>
                  <a:off x="655459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6" name="object 806">
                  <a:extLst>
                    <a:ext uri="{FF2B5EF4-FFF2-40B4-BE49-F238E27FC236}">
                      <a16:creationId xmlns:a16="http://schemas.microsoft.com/office/drawing/2014/main" id="{6AAF8610-343E-46F0-B5A6-5F8859CF414B}"/>
                    </a:ext>
                  </a:extLst>
                </p:cNvPr>
                <p:cNvSpPr/>
                <p:nvPr/>
              </p:nvSpPr>
              <p:spPr>
                <a:xfrm>
                  <a:off x="665976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7" name="object 807">
                  <a:extLst>
                    <a:ext uri="{FF2B5EF4-FFF2-40B4-BE49-F238E27FC236}">
                      <a16:creationId xmlns:a16="http://schemas.microsoft.com/office/drawing/2014/main" id="{32FB0362-40BE-4981-B492-5CA54C28ACFA}"/>
                    </a:ext>
                  </a:extLst>
                </p:cNvPr>
                <p:cNvSpPr/>
                <p:nvPr/>
              </p:nvSpPr>
              <p:spPr>
                <a:xfrm>
                  <a:off x="665976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8" name="object 808">
                  <a:extLst>
                    <a:ext uri="{FF2B5EF4-FFF2-40B4-BE49-F238E27FC236}">
                      <a16:creationId xmlns:a16="http://schemas.microsoft.com/office/drawing/2014/main" id="{A181D26F-A0D6-4FA2-8046-FB2BAD2504F4}"/>
                    </a:ext>
                  </a:extLst>
                </p:cNvPr>
                <p:cNvSpPr/>
                <p:nvPr/>
              </p:nvSpPr>
              <p:spPr>
                <a:xfrm>
                  <a:off x="676492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9" name="object 809">
                  <a:extLst>
                    <a:ext uri="{FF2B5EF4-FFF2-40B4-BE49-F238E27FC236}">
                      <a16:creationId xmlns:a16="http://schemas.microsoft.com/office/drawing/2014/main" id="{83CCB4C6-B447-4E0D-B215-7AB0BF2A638A}"/>
                    </a:ext>
                  </a:extLst>
                </p:cNvPr>
                <p:cNvSpPr/>
                <p:nvPr/>
              </p:nvSpPr>
              <p:spPr>
                <a:xfrm>
                  <a:off x="676492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0" name="object 810">
                  <a:extLst>
                    <a:ext uri="{FF2B5EF4-FFF2-40B4-BE49-F238E27FC236}">
                      <a16:creationId xmlns:a16="http://schemas.microsoft.com/office/drawing/2014/main" id="{F2462065-862E-43C9-8D57-7E1F256351E3}"/>
                    </a:ext>
                  </a:extLst>
                </p:cNvPr>
                <p:cNvSpPr/>
                <p:nvPr/>
              </p:nvSpPr>
              <p:spPr>
                <a:xfrm>
                  <a:off x="687007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1" name="object 811">
                  <a:extLst>
                    <a:ext uri="{FF2B5EF4-FFF2-40B4-BE49-F238E27FC236}">
                      <a16:creationId xmlns:a16="http://schemas.microsoft.com/office/drawing/2014/main" id="{649913B5-470E-4C06-A76A-E8DB9E889004}"/>
                    </a:ext>
                  </a:extLst>
                </p:cNvPr>
                <p:cNvSpPr/>
                <p:nvPr/>
              </p:nvSpPr>
              <p:spPr>
                <a:xfrm>
                  <a:off x="687007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2" name="object 812">
                  <a:extLst>
                    <a:ext uri="{FF2B5EF4-FFF2-40B4-BE49-F238E27FC236}">
                      <a16:creationId xmlns:a16="http://schemas.microsoft.com/office/drawing/2014/main" id="{B0CE42BD-22F8-4C9A-87F2-9E71A5100424}"/>
                    </a:ext>
                  </a:extLst>
                </p:cNvPr>
                <p:cNvSpPr/>
                <p:nvPr/>
              </p:nvSpPr>
              <p:spPr>
                <a:xfrm>
                  <a:off x="697522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3" name="object 813">
                  <a:extLst>
                    <a:ext uri="{FF2B5EF4-FFF2-40B4-BE49-F238E27FC236}">
                      <a16:creationId xmlns:a16="http://schemas.microsoft.com/office/drawing/2014/main" id="{B06CA450-4E9A-40F6-B1CB-1773E59DC819}"/>
                    </a:ext>
                  </a:extLst>
                </p:cNvPr>
                <p:cNvSpPr/>
                <p:nvPr/>
              </p:nvSpPr>
              <p:spPr>
                <a:xfrm>
                  <a:off x="697522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4" name="object 814">
                  <a:extLst>
                    <a:ext uri="{FF2B5EF4-FFF2-40B4-BE49-F238E27FC236}">
                      <a16:creationId xmlns:a16="http://schemas.microsoft.com/office/drawing/2014/main" id="{FE5A74F4-4A94-4FA8-B5EF-4E440A8EE8C0}"/>
                    </a:ext>
                  </a:extLst>
                </p:cNvPr>
                <p:cNvSpPr/>
                <p:nvPr/>
              </p:nvSpPr>
              <p:spPr>
                <a:xfrm>
                  <a:off x="708037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5" name="object 815">
                  <a:extLst>
                    <a:ext uri="{FF2B5EF4-FFF2-40B4-BE49-F238E27FC236}">
                      <a16:creationId xmlns:a16="http://schemas.microsoft.com/office/drawing/2014/main" id="{155B42E3-4E8A-4E9D-93C9-2B2026BB31B5}"/>
                    </a:ext>
                  </a:extLst>
                </p:cNvPr>
                <p:cNvSpPr/>
                <p:nvPr/>
              </p:nvSpPr>
              <p:spPr>
                <a:xfrm>
                  <a:off x="708037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6" name="object 816">
                  <a:extLst>
                    <a:ext uri="{FF2B5EF4-FFF2-40B4-BE49-F238E27FC236}">
                      <a16:creationId xmlns:a16="http://schemas.microsoft.com/office/drawing/2014/main" id="{D0FC6A9C-CF53-490E-8F2B-C0A2CE704F01}"/>
                    </a:ext>
                  </a:extLst>
                </p:cNvPr>
                <p:cNvSpPr/>
                <p:nvPr/>
              </p:nvSpPr>
              <p:spPr>
                <a:xfrm>
                  <a:off x="7185545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7" name="object 817">
                  <a:extLst>
                    <a:ext uri="{FF2B5EF4-FFF2-40B4-BE49-F238E27FC236}">
                      <a16:creationId xmlns:a16="http://schemas.microsoft.com/office/drawing/2014/main" id="{D99E06D3-A223-4C5C-895A-B694BC291BC5}"/>
                    </a:ext>
                  </a:extLst>
                </p:cNvPr>
                <p:cNvSpPr/>
                <p:nvPr/>
              </p:nvSpPr>
              <p:spPr>
                <a:xfrm>
                  <a:off x="7185545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8" name="object 818">
                  <a:extLst>
                    <a:ext uri="{FF2B5EF4-FFF2-40B4-BE49-F238E27FC236}">
                      <a16:creationId xmlns:a16="http://schemas.microsoft.com/office/drawing/2014/main" id="{503E85FA-D0FA-484C-B0CE-936DFE050D18}"/>
                    </a:ext>
                  </a:extLst>
                </p:cNvPr>
                <p:cNvSpPr/>
                <p:nvPr/>
              </p:nvSpPr>
              <p:spPr>
                <a:xfrm>
                  <a:off x="7291450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9" name="object 819">
                  <a:extLst>
                    <a:ext uri="{FF2B5EF4-FFF2-40B4-BE49-F238E27FC236}">
                      <a16:creationId xmlns:a16="http://schemas.microsoft.com/office/drawing/2014/main" id="{FF4E98ED-777A-45A5-9C9C-8E0CB553501E}"/>
                    </a:ext>
                  </a:extLst>
                </p:cNvPr>
                <p:cNvSpPr/>
                <p:nvPr/>
              </p:nvSpPr>
              <p:spPr>
                <a:xfrm>
                  <a:off x="7291450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0" name="object 820">
                  <a:extLst>
                    <a:ext uri="{FF2B5EF4-FFF2-40B4-BE49-F238E27FC236}">
                      <a16:creationId xmlns:a16="http://schemas.microsoft.com/office/drawing/2014/main" id="{14C528E2-63D8-4C5F-8C45-68F427A8C5B4}"/>
                    </a:ext>
                  </a:extLst>
                </p:cNvPr>
                <p:cNvSpPr/>
                <p:nvPr/>
              </p:nvSpPr>
              <p:spPr>
                <a:xfrm>
                  <a:off x="739661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1" name="object 821">
                  <a:extLst>
                    <a:ext uri="{FF2B5EF4-FFF2-40B4-BE49-F238E27FC236}">
                      <a16:creationId xmlns:a16="http://schemas.microsoft.com/office/drawing/2014/main" id="{48C43D57-6151-4DDC-8988-BCFAB7A97601}"/>
                    </a:ext>
                  </a:extLst>
                </p:cNvPr>
                <p:cNvSpPr/>
                <p:nvPr/>
              </p:nvSpPr>
              <p:spPr>
                <a:xfrm>
                  <a:off x="739661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2" name="object 822">
                  <a:extLst>
                    <a:ext uri="{FF2B5EF4-FFF2-40B4-BE49-F238E27FC236}">
                      <a16:creationId xmlns:a16="http://schemas.microsoft.com/office/drawing/2014/main" id="{E273995F-008F-43AA-877B-8BA95EDEFEF5}"/>
                    </a:ext>
                  </a:extLst>
                </p:cNvPr>
                <p:cNvSpPr/>
                <p:nvPr/>
              </p:nvSpPr>
              <p:spPr>
                <a:xfrm>
                  <a:off x="750176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3" name="object 823">
                  <a:extLst>
                    <a:ext uri="{FF2B5EF4-FFF2-40B4-BE49-F238E27FC236}">
                      <a16:creationId xmlns:a16="http://schemas.microsoft.com/office/drawing/2014/main" id="{A31BC5FF-37DA-4ED3-9980-F7B01BF1DCC1}"/>
                    </a:ext>
                  </a:extLst>
                </p:cNvPr>
                <p:cNvSpPr/>
                <p:nvPr/>
              </p:nvSpPr>
              <p:spPr>
                <a:xfrm>
                  <a:off x="750176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4" name="object 824">
                  <a:extLst>
                    <a:ext uri="{FF2B5EF4-FFF2-40B4-BE49-F238E27FC236}">
                      <a16:creationId xmlns:a16="http://schemas.microsoft.com/office/drawing/2014/main" id="{B40A5EF3-2294-4964-8C7C-3C5054B56EF1}"/>
                    </a:ext>
                  </a:extLst>
                </p:cNvPr>
                <p:cNvSpPr/>
                <p:nvPr/>
              </p:nvSpPr>
              <p:spPr>
                <a:xfrm>
                  <a:off x="760693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5" name="object 825">
                  <a:extLst>
                    <a:ext uri="{FF2B5EF4-FFF2-40B4-BE49-F238E27FC236}">
                      <a16:creationId xmlns:a16="http://schemas.microsoft.com/office/drawing/2014/main" id="{7731AA2C-2F36-4179-A7DC-F06A126EE820}"/>
                    </a:ext>
                  </a:extLst>
                </p:cNvPr>
                <p:cNvSpPr/>
                <p:nvPr/>
              </p:nvSpPr>
              <p:spPr>
                <a:xfrm>
                  <a:off x="7606931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6" name="object 826">
                  <a:extLst>
                    <a:ext uri="{FF2B5EF4-FFF2-40B4-BE49-F238E27FC236}">
                      <a16:creationId xmlns:a16="http://schemas.microsoft.com/office/drawing/2014/main" id="{C418B6C0-182F-4475-BFE0-1017AFFCDBED}"/>
                    </a:ext>
                  </a:extLst>
                </p:cNvPr>
                <p:cNvSpPr/>
                <p:nvPr/>
              </p:nvSpPr>
              <p:spPr>
                <a:xfrm>
                  <a:off x="771207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7" name="object 827">
                  <a:extLst>
                    <a:ext uri="{FF2B5EF4-FFF2-40B4-BE49-F238E27FC236}">
                      <a16:creationId xmlns:a16="http://schemas.microsoft.com/office/drawing/2014/main" id="{05B842DA-8466-411F-BED1-24C2CB913DD5}"/>
                    </a:ext>
                  </a:extLst>
                </p:cNvPr>
                <p:cNvSpPr/>
                <p:nvPr/>
              </p:nvSpPr>
              <p:spPr>
                <a:xfrm>
                  <a:off x="7712075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8" name="object 828">
                  <a:extLst>
                    <a:ext uri="{FF2B5EF4-FFF2-40B4-BE49-F238E27FC236}">
                      <a16:creationId xmlns:a16="http://schemas.microsoft.com/office/drawing/2014/main" id="{FBE518DC-E199-4455-B24E-DDFECBF90093}"/>
                    </a:ext>
                  </a:extLst>
                </p:cNvPr>
                <p:cNvSpPr/>
                <p:nvPr/>
              </p:nvSpPr>
              <p:spPr>
                <a:xfrm>
                  <a:off x="7817243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9" name="object 829">
                  <a:extLst>
                    <a:ext uri="{FF2B5EF4-FFF2-40B4-BE49-F238E27FC236}">
                      <a16:creationId xmlns:a16="http://schemas.microsoft.com/office/drawing/2014/main" id="{9654379C-FB81-43A5-B2FB-A2F3C2674130}"/>
                    </a:ext>
                  </a:extLst>
                </p:cNvPr>
                <p:cNvSpPr/>
                <p:nvPr/>
              </p:nvSpPr>
              <p:spPr>
                <a:xfrm>
                  <a:off x="7817243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0" name="object 830">
                  <a:extLst>
                    <a:ext uri="{FF2B5EF4-FFF2-40B4-BE49-F238E27FC236}">
                      <a16:creationId xmlns:a16="http://schemas.microsoft.com/office/drawing/2014/main" id="{EF330B3F-1AAC-425A-8C5A-38B87D38AAD6}"/>
                    </a:ext>
                  </a:extLst>
                </p:cNvPr>
                <p:cNvSpPr/>
                <p:nvPr/>
              </p:nvSpPr>
              <p:spPr>
                <a:xfrm>
                  <a:off x="7923148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1" name="object 831">
                  <a:extLst>
                    <a:ext uri="{FF2B5EF4-FFF2-40B4-BE49-F238E27FC236}">
                      <a16:creationId xmlns:a16="http://schemas.microsoft.com/office/drawing/2014/main" id="{17161C1D-3666-413B-9A52-F153FD4702EB}"/>
                    </a:ext>
                  </a:extLst>
                </p:cNvPr>
                <p:cNvSpPr/>
                <p:nvPr/>
              </p:nvSpPr>
              <p:spPr>
                <a:xfrm>
                  <a:off x="7923148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2" name="object 832">
                  <a:extLst>
                    <a:ext uri="{FF2B5EF4-FFF2-40B4-BE49-F238E27FC236}">
                      <a16:creationId xmlns:a16="http://schemas.microsoft.com/office/drawing/2014/main" id="{AD39D125-401D-4CE1-865F-8ECFC05B05DE}"/>
                    </a:ext>
                  </a:extLst>
                </p:cNvPr>
                <p:cNvSpPr/>
                <p:nvPr/>
              </p:nvSpPr>
              <p:spPr>
                <a:xfrm>
                  <a:off x="802831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3" name="object 833">
                  <a:extLst>
                    <a:ext uri="{FF2B5EF4-FFF2-40B4-BE49-F238E27FC236}">
                      <a16:creationId xmlns:a16="http://schemas.microsoft.com/office/drawing/2014/main" id="{08C9A08F-4BB2-42EE-BCF4-1E155F790E30}"/>
                    </a:ext>
                  </a:extLst>
                </p:cNvPr>
                <p:cNvSpPr/>
                <p:nvPr/>
              </p:nvSpPr>
              <p:spPr>
                <a:xfrm>
                  <a:off x="802831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4" name="object 834">
                  <a:extLst>
                    <a:ext uri="{FF2B5EF4-FFF2-40B4-BE49-F238E27FC236}">
                      <a16:creationId xmlns:a16="http://schemas.microsoft.com/office/drawing/2014/main" id="{E2EEF7D1-3CF9-4519-9FE4-128A3A114EF8}"/>
                    </a:ext>
                  </a:extLst>
                </p:cNvPr>
                <p:cNvSpPr/>
                <p:nvPr/>
              </p:nvSpPr>
              <p:spPr>
                <a:xfrm>
                  <a:off x="813347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5" name="object 835">
                  <a:extLst>
                    <a:ext uri="{FF2B5EF4-FFF2-40B4-BE49-F238E27FC236}">
                      <a16:creationId xmlns:a16="http://schemas.microsoft.com/office/drawing/2014/main" id="{0DC75E46-8787-4AAB-B8A6-1A5105B5C2E9}"/>
                    </a:ext>
                  </a:extLst>
                </p:cNvPr>
                <p:cNvSpPr/>
                <p:nvPr/>
              </p:nvSpPr>
              <p:spPr>
                <a:xfrm>
                  <a:off x="813347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6" name="object 836">
                  <a:extLst>
                    <a:ext uri="{FF2B5EF4-FFF2-40B4-BE49-F238E27FC236}">
                      <a16:creationId xmlns:a16="http://schemas.microsoft.com/office/drawing/2014/main" id="{270B76DE-3663-4B72-ABFD-7B53DF61CCF3}"/>
                    </a:ext>
                  </a:extLst>
                </p:cNvPr>
                <p:cNvSpPr/>
                <p:nvPr/>
              </p:nvSpPr>
              <p:spPr>
                <a:xfrm>
                  <a:off x="823862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7" name="object 837">
                  <a:extLst>
                    <a:ext uri="{FF2B5EF4-FFF2-40B4-BE49-F238E27FC236}">
                      <a16:creationId xmlns:a16="http://schemas.microsoft.com/office/drawing/2014/main" id="{5A1ECD25-38A5-42C5-8459-B34F59304438}"/>
                    </a:ext>
                  </a:extLst>
                </p:cNvPr>
                <p:cNvSpPr/>
                <p:nvPr/>
              </p:nvSpPr>
              <p:spPr>
                <a:xfrm>
                  <a:off x="8238629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8" name="object 838">
                  <a:extLst>
                    <a:ext uri="{FF2B5EF4-FFF2-40B4-BE49-F238E27FC236}">
                      <a16:creationId xmlns:a16="http://schemas.microsoft.com/office/drawing/2014/main" id="{7B0AFB8C-8216-4720-A8B0-7819D61E19FB}"/>
                    </a:ext>
                  </a:extLst>
                </p:cNvPr>
                <p:cNvSpPr/>
                <p:nvPr/>
              </p:nvSpPr>
              <p:spPr>
                <a:xfrm>
                  <a:off x="834377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9" name="object 839">
                  <a:extLst>
                    <a:ext uri="{FF2B5EF4-FFF2-40B4-BE49-F238E27FC236}">
                      <a16:creationId xmlns:a16="http://schemas.microsoft.com/office/drawing/2014/main" id="{78CC02F8-6144-4959-9D25-09BD08F8E925}"/>
                    </a:ext>
                  </a:extLst>
                </p:cNvPr>
                <p:cNvSpPr/>
                <p:nvPr/>
              </p:nvSpPr>
              <p:spPr>
                <a:xfrm>
                  <a:off x="8343773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0" name="object 840">
                  <a:extLst>
                    <a:ext uri="{FF2B5EF4-FFF2-40B4-BE49-F238E27FC236}">
                      <a16:creationId xmlns:a16="http://schemas.microsoft.com/office/drawing/2014/main" id="{94E8D727-DB62-47BF-ADD8-43CD40F8204A}"/>
                    </a:ext>
                  </a:extLst>
                </p:cNvPr>
                <p:cNvSpPr/>
                <p:nvPr/>
              </p:nvSpPr>
              <p:spPr>
                <a:xfrm>
                  <a:off x="8448941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1" name="object 841">
                  <a:extLst>
                    <a:ext uri="{FF2B5EF4-FFF2-40B4-BE49-F238E27FC236}">
                      <a16:creationId xmlns:a16="http://schemas.microsoft.com/office/drawing/2014/main" id="{C6D86E47-CDF4-4FB0-979F-212C2B6A44CF}"/>
                    </a:ext>
                  </a:extLst>
                </p:cNvPr>
                <p:cNvSpPr/>
                <p:nvPr/>
              </p:nvSpPr>
              <p:spPr>
                <a:xfrm>
                  <a:off x="8448941" y="6206489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2" name="object 842">
                  <a:extLst>
                    <a:ext uri="{FF2B5EF4-FFF2-40B4-BE49-F238E27FC236}">
                      <a16:creationId xmlns:a16="http://schemas.microsoft.com/office/drawing/2014/main" id="{A2D14391-319A-4288-BC80-35F38D5643B2}"/>
                    </a:ext>
                  </a:extLst>
                </p:cNvPr>
                <p:cNvSpPr/>
                <p:nvPr/>
              </p:nvSpPr>
              <p:spPr>
                <a:xfrm>
                  <a:off x="855484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3" name="object 843">
                  <a:extLst>
                    <a:ext uri="{FF2B5EF4-FFF2-40B4-BE49-F238E27FC236}">
                      <a16:creationId xmlns:a16="http://schemas.microsoft.com/office/drawing/2014/main" id="{E8E0838E-05DC-46B5-93F2-F2F70A5BA13F}"/>
                    </a:ext>
                  </a:extLst>
                </p:cNvPr>
                <p:cNvSpPr/>
                <p:nvPr/>
              </p:nvSpPr>
              <p:spPr>
                <a:xfrm>
                  <a:off x="8554847" y="6206489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4" name="object 844">
                  <a:extLst>
                    <a:ext uri="{FF2B5EF4-FFF2-40B4-BE49-F238E27FC236}">
                      <a16:creationId xmlns:a16="http://schemas.microsoft.com/office/drawing/2014/main" id="{CCAC33E7-5CAB-4298-BB09-FDECFC4A7D90}"/>
                    </a:ext>
                  </a:extLst>
                </p:cNvPr>
                <p:cNvSpPr/>
                <p:nvPr/>
              </p:nvSpPr>
              <p:spPr>
                <a:xfrm>
                  <a:off x="602806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5" name="object 845">
                  <a:extLst>
                    <a:ext uri="{FF2B5EF4-FFF2-40B4-BE49-F238E27FC236}">
                      <a16:creationId xmlns:a16="http://schemas.microsoft.com/office/drawing/2014/main" id="{4A04427C-0D68-4810-AB59-607ABAC8DE3D}"/>
                    </a:ext>
                  </a:extLst>
                </p:cNvPr>
                <p:cNvSpPr/>
                <p:nvPr/>
              </p:nvSpPr>
              <p:spPr>
                <a:xfrm>
                  <a:off x="602806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6" name="object 846">
                  <a:extLst>
                    <a:ext uri="{FF2B5EF4-FFF2-40B4-BE49-F238E27FC236}">
                      <a16:creationId xmlns:a16="http://schemas.microsoft.com/office/drawing/2014/main" id="{EB3F0299-98DC-41CC-AF40-A24002595162}"/>
                    </a:ext>
                  </a:extLst>
                </p:cNvPr>
                <p:cNvSpPr/>
                <p:nvPr/>
              </p:nvSpPr>
              <p:spPr>
                <a:xfrm>
                  <a:off x="613322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7" name="object 847">
                  <a:extLst>
                    <a:ext uri="{FF2B5EF4-FFF2-40B4-BE49-F238E27FC236}">
                      <a16:creationId xmlns:a16="http://schemas.microsoft.com/office/drawing/2014/main" id="{5A787064-0394-49E4-8900-14B66D5EDFC1}"/>
                    </a:ext>
                  </a:extLst>
                </p:cNvPr>
                <p:cNvSpPr/>
                <p:nvPr/>
              </p:nvSpPr>
              <p:spPr>
                <a:xfrm>
                  <a:off x="613322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8" name="object 848">
                  <a:extLst>
                    <a:ext uri="{FF2B5EF4-FFF2-40B4-BE49-F238E27FC236}">
                      <a16:creationId xmlns:a16="http://schemas.microsoft.com/office/drawing/2014/main" id="{A0B879CB-7F7D-427E-B195-723CABDE741E}"/>
                    </a:ext>
                  </a:extLst>
                </p:cNvPr>
                <p:cNvSpPr/>
                <p:nvPr/>
              </p:nvSpPr>
              <p:spPr>
                <a:xfrm>
                  <a:off x="6238379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9" name="object 849">
                  <a:extLst>
                    <a:ext uri="{FF2B5EF4-FFF2-40B4-BE49-F238E27FC236}">
                      <a16:creationId xmlns:a16="http://schemas.microsoft.com/office/drawing/2014/main" id="{0A72410E-7E05-4A93-B6E9-2D2D30896A96}"/>
                    </a:ext>
                  </a:extLst>
                </p:cNvPr>
                <p:cNvSpPr/>
                <p:nvPr/>
              </p:nvSpPr>
              <p:spPr>
                <a:xfrm>
                  <a:off x="6238379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0" name="object 850">
                  <a:extLst>
                    <a:ext uri="{FF2B5EF4-FFF2-40B4-BE49-F238E27FC236}">
                      <a16:creationId xmlns:a16="http://schemas.microsoft.com/office/drawing/2014/main" id="{8836806E-85CE-4A61-BD01-37DB317B9545}"/>
                    </a:ext>
                  </a:extLst>
                </p:cNvPr>
                <p:cNvSpPr/>
                <p:nvPr/>
              </p:nvSpPr>
              <p:spPr>
                <a:xfrm>
                  <a:off x="634353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1" name="object 851">
                  <a:extLst>
                    <a:ext uri="{FF2B5EF4-FFF2-40B4-BE49-F238E27FC236}">
                      <a16:creationId xmlns:a16="http://schemas.microsoft.com/office/drawing/2014/main" id="{81C584D0-1FBF-4651-B92C-DEB70800D9B0}"/>
                    </a:ext>
                  </a:extLst>
                </p:cNvPr>
                <p:cNvSpPr/>
                <p:nvPr/>
              </p:nvSpPr>
              <p:spPr>
                <a:xfrm>
                  <a:off x="634353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10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2" name="object 852">
                  <a:extLst>
                    <a:ext uri="{FF2B5EF4-FFF2-40B4-BE49-F238E27FC236}">
                      <a16:creationId xmlns:a16="http://schemas.microsoft.com/office/drawing/2014/main" id="{1ED11EC0-C150-487E-B054-63AC9E2E7184}"/>
                    </a:ext>
                  </a:extLst>
                </p:cNvPr>
                <p:cNvSpPr/>
                <p:nvPr/>
              </p:nvSpPr>
              <p:spPr>
                <a:xfrm>
                  <a:off x="6448691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7" y="105155"/>
                      </a:moveTo>
                      <a:lnTo>
                        <a:pt x="105917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7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3" name="object 853">
                  <a:extLst>
                    <a:ext uri="{FF2B5EF4-FFF2-40B4-BE49-F238E27FC236}">
                      <a16:creationId xmlns:a16="http://schemas.microsoft.com/office/drawing/2014/main" id="{89E20A61-B664-47A7-86CF-9E5AEC83D97E}"/>
                    </a:ext>
                  </a:extLst>
                </p:cNvPr>
                <p:cNvSpPr/>
                <p:nvPr/>
              </p:nvSpPr>
              <p:spPr>
                <a:xfrm>
                  <a:off x="6448691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4" name="object 854">
                  <a:extLst>
                    <a:ext uri="{FF2B5EF4-FFF2-40B4-BE49-F238E27FC236}">
                      <a16:creationId xmlns:a16="http://schemas.microsoft.com/office/drawing/2014/main" id="{23AC5C34-7D24-4FD8-B4E3-2FD37B1CBFB5}"/>
                    </a:ext>
                  </a:extLst>
                </p:cNvPr>
                <p:cNvSpPr/>
                <p:nvPr/>
              </p:nvSpPr>
              <p:spPr>
                <a:xfrm>
                  <a:off x="655459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5" name="object 855">
                  <a:extLst>
                    <a:ext uri="{FF2B5EF4-FFF2-40B4-BE49-F238E27FC236}">
                      <a16:creationId xmlns:a16="http://schemas.microsoft.com/office/drawing/2014/main" id="{4213C15D-543D-4C14-9C73-E23B0070E3B9}"/>
                    </a:ext>
                  </a:extLst>
                </p:cNvPr>
                <p:cNvSpPr/>
                <p:nvPr/>
              </p:nvSpPr>
              <p:spPr>
                <a:xfrm>
                  <a:off x="655459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6" name="object 856">
                  <a:extLst>
                    <a:ext uri="{FF2B5EF4-FFF2-40B4-BE49-F238E27FC236}">
                      <a16:creationId xmlns:a16="http://schemas.microsoft.com/office/drawing/2014/main" id="{AC36CE66-E268-45A1-B2BE-D3048696DDC1}"/>
                    </a:ext>
                  </a:extLst>
                </p:cNvPr>
                <p:cNvSpPr/>
                <p:nvPr/>
              </p:nvSpPr>
              <p:spPr>
                <a:xfrm>
                  <a:off x="665976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7" name="object 857">
                  <a:extLst>
                    <a:ext uri="{FF2B5EF4-FFF2-40B4-BE49-F238E27FC236}">
                      <a16:creationId xmlns:a16="http://schemas.microsoft.com/office/drawing/2014/main" id="{0F29ECEE-87D0-4643-A3E7-9175D48358AA}"/>
                    </a:ext>
                  </a:extLst>
                </p:cNvPr>
                <p:cNvSpPr/>
                <p:nvPr/>
              </p:nvSpPr>
              <p:spPr>
                <a:xfrm>
                  <a:off x="665976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8" name="object 858">
                  <a:extLst>
                    <a:ext uri="{FF2B5EF4-FFF2-40B4-BE49-F238E27FC236}">
                      <a16:creationId xmlns:a16="http://schemas.microsoft.com/office/drawing/2014/main" id="{02271C9B-882A-4197-9936-CD0B8399B8D2}"/>
                    </a:ext>
                  </a:extLst>
                </p:cNvPr>
                <p:cNvSpPr/>
                <p:nvPr/>
              </p:nvSpPr>
              <p:spPr>
                <a:xfrm>
                  <a:off x="676492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9" name="object 859">
                  <a:extLst>
                    <a:ext uri="{FF2B5EF4-FFF2-40B4-BE49-F238E27FC236}">
                      <a16:creationId xmlns:a16="http://schemas.microsoft.com/office/drawing/2014/main" id="{1EE7EABA-6CC2-4B52-B992-63A9FB62B033}"/>
                    </a:ext>
                  </a:extLst>
                </p:cNvPr>
                <p:cNvSpPr/>
                <p:nvPr/>
              </p:nvSpPr>
              <p:spPr>
                <a:xfrm>
                  <a:off x="676492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0" name="object 860">
                  <a:extLst>
                    <a:ext uri="{FF2B5EF4-FFF2-40B4-BE49-F238E27FC236}">
                      <a16:creationId xmlns:a16="http://schemas.microsoft.com/office/drawing/2014/main" id="{15967A39-9F85-419E-8AE1-AF24E3341557}"/>
                    </a:ext>
                  </a:extLst>
                </p:cNvPr>
                <p:cNvSpPr/>
                <p:nvPr/>
              </p:nvSpPr>
              <p:spPr>
                <a:xfrm>
                  <a:off x="687007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1" name="object 861">
                  <a:extLst>
                    <a:ext uri="{FF2B5EF4-FFF2-40B4-BE49-F238E27FC236}">
                      <a16:creationId xmlns:a16="http://schemas.microsoft.com/office/drawing/2014/main" id="{13E107C8-B738-40A4-BE86-6F5040D54419}"/>
                    </a:ext>
                  </a:extLst>
                </p:cNvPr>
                <p:cNvSpPr/>
                <p:nvPr/>
              </p:nvSpPr>
              <p:spPr>
                <a:xfrm>
                  <a:off x="687007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2" name="object 862">
                  <a:extLst>
                    <a:ext uri="{FF2B5EF4-FFF2-40B4-BE49-F238E27FC236}">
                      <a16:creationId xmlns:a16="http://schemas.microsoft.com/office/drawing/2014/main" id="{A69E7EF2-D5A8-42C1-8535-6B066C4D01E2}"/>
                    </a:ext>
                  </a:extLst>
                </p:cNvPr>
                <p:cNvSpPr/>
                <p:nvPr/>
              </p:nvSpPr>
              <p:spPr>
                <a:xfrm>
                  <a:off x="697522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3" name="object 863">
                  <a:extLst>
                    <a:ext uri="{FF2B5EF4-FFF2-40B4-BE49-F238E27FC236}">
                      <a16:creationId xmlns:a16="http://schemas.microsoft.com/office/drawing/2014/main" id="{B561999D-2D99-46E9-81E4-CAD503CA6A87}"/>
                    </a:ext>
                  </a:extLst>
                </p:cNvPr>
                <p:cNvSpPr/>
                <p:nvPr/>
              </p:nvSpPr>
              <p:spPr>
                <a:xfrm>
                  <a:off x="697522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4" name="object 864">
                  <a:extLst>
                    <a:ext uri="{FF2B5EF4-FFF2-40B4-BE49-F238E27FC236}">
                      <a16:creationId xmlns:a16="http://schemas.microsoft.com/office/drawing/2014/main" id="{DA535F31-A22F-4D8B-B702-E81CE0CF806B}"/>
                    </a:ext>
                  </a:extLst>
                </p:cNvPr>
                <p:cNvSpPr/>
                <p:nvPr/>
              </p:nvSpPr>
              <p:spPr>
                <a:xfrm>
                  <a:off x="708037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5" name="object 865">
                  <a:extLst>
                    <a:ext uri="{FF2B5EF4-FFF2-40B4-BE49-F238E27FC236}">
                      <a16:creationId xmlns:a16="http://schemas.microsoft.com/office/drawing/2014/main" id="{50F1D520-E604-423B-AD9C-87070DBD3FE8}"/>
                    </a:ext>
                  </a:extLst>
                </p:cNvPr>
                <p:cNvSpPr/>
                <p:nvPr/>
              </p:nvSpPr>
              <p:spPr>
                <a:xfrm>
                  <a:off x="708037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6" name="object 866">
                  <a:extLst>
                    <a:ext uri="{FF2B5EF4-FFF2-40B4-BE49-F238E27FC236}">
                      <a16:creationId xmlns:a16="http://schemas.microsoft.com/office/drawing/2014/main" id="{B66314C3-F3C8-45E5-9F73-6CD83704833E}"/>
                    </a:ext>
                  </a:extLst>
                </p:cNvPr>
                <p:cNvSpPr/>
                <p:nvPr/>
              </p:nvSpPr>
              <p:spPr>
                <a:xfrm>
                  <a:off x="7185545" y="6311658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0"/>
                      </a:moveTo>
                      <a:lnTo>
                        <a:pt x="0" y="0"/>
                      </a:lnTo>
                      <a:lnTo>
                        <a:pt x="0" y="97536"/>
                      </a:ln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97536"/>
                      </a:lnTo>
                      <a:lnTo>
                        <a:pt x="105918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7" name="object 867">
                  <a:extLst>
                    <a:ext uri="{FF2B5EF4-FFF2-40B4-BE49-F238E27FC236}">
                      <a16:creationId xmlns:a16="http://schemas.microsoft.com/office/drawing/2014/main" id="{95556A9A-D99C-43CE-A395-2B2B4E1FCA08}"/>
                    </a:ext>
                  </a:extLst>
                </p:cNvPr>
                <p:cNvSpPr/>
                <p:nvPr/>
              </p:nvSpPr>
              <p:spPr>
                <a:xfrm>
                  <a:off x="7185545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8" name="object 868">
                  <a:extLst>
                    <a:ext uri="{FF2B5EF4-FFF2-40B4-BE49-F238E27FC236}">
                      <a16:creationId xmlns:a16="http://schemas.microsoft.com/office/drawing/2014/main" id="{39BD7A36-961B-41FB-ACE6-C1E1E5C81880}"/>
                    </a:ext>
                  </a:extLst>
                </p:cNvPr>
                <p:cNvSpPr/>
                <p:nvPr/>
              </p:nvSpPr>
              <p:spPr>
                <a:xfrm>
                  <a:off x="7291450" y="6311645"/>
                  <a:ext cx="105410" cy="97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97789">
                      <a:moveTo>
                        <a:pt x="0" y="97536"/>
                      </a:moveTo>
                      <a:lnTo>
                        <a:pt x="105155" y="9753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9" name="object 869">
                  <a:extLst>
                    <a:ext uri="{FF2B5EF4-FFF2-40B4-BE49-F238E27FC236}">
                      <a16:creationId xmlns:a16="http://schemas.microsoft.com/office/drawing/2014/main" id="{CA67CAA1-3D17-4C9B-BD78-73046ACC307B}"/>
                    </a:ext>
                  </a:extLst>
                </p:cNvPr>
                <p:cNvSpPr/>
                <p:nvPr/>
              </p:nvSpPr>
              <p:spPr>
                <a:xfrm>
                  <a:off x="7291450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0" name="object 870">
                  <a:extLst>
                    <a:ext uri="{FF2B5EF4-FFF2-40B4-BE49-F238E27FC236}">
                      <a16:creationId xmlns:a16="http://schemas.microsoft.com/office/drawing/2014/main" id="{A3C7E55B-774F-4D64-8329-FA6EBA605CE8}"/>
                    </a:ext>
                  </a:extLst>
                </p:cNvPr>
                <p:cNvSpPr/>
                <p:nvPr/>
              </p:nvSpPr>
              <p:spPr>
                <a:xfrm>
                  <a:off x="7396620" y="6311658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43" y="0"/>
                      </a:moveTo>
                      <a:lnTo>
                        <a:pt x="0" y="0"/>
                      </a:lnTo>
                      <a:lnTo>
                        <a:pt x="0" y="97536"/>
                      </a:lnTo>
                      <a:lnTo>
                        <a:pt x="0" y="105156"/>
                      </a:lnTo>
                      <a:lnTo>
                        <a:pt x="105143" y="105156"/>
                      </a:lnTo>
                      <a:lnTo>
                        <a:pt x="105143" y="97536"/>
                      </a:lnTo>
                      <a:lnTo>
                        <a:pt x="105143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1" name="object 871">
                  <a:extLst>
                    <a:ext uri="{FF2B5EF4-FFF2-40B4-BE49-F238E27FC236}">
                      <a16:creationId xmlns:a16="http://schemas.microsoft.com/office/drawing/2014/main" id="{BA158747-120D-4EF1-9A87-687850904C39}"/>
                    </a:ext>
                  </a:extLst>
                </p:cNvPr>
                <p:cNvSpPr/>
                <p:nvPr/>
              </p:nvSpPr>
              <p:spPr>
                <a:xfrm>
                  <a:off x="7396619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2" name="object 872">
                  <a:extLst>
                    <a:ext uri="{FF2B5EF4-FFF2-40B4-BE49-F238E27FC236}">
                      <a16:creationId xmlns:a16="http://schemas.microsoft.com/office/drawing/2014/main" id="{1A5729FA-994C-4F47-8809-A01343EAD930}"/>
                    </a:ext>
                  </a:extLst>
                </p:cNvPr>
                <p:cNvSpPr/>
                <p:nvPr/>
              </p:nvSpPr>
              <p:spPr>
                <a:xfrm>
                  <a:off x="750176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3" name="object 873">
                  <a:extLst>
                    <a:ext uri="{FF2B5EF4-FFF2-40B4-BE49-F238E27FC236}">
                      <a16:creationId xmlns:a16="http://schemas.microsoft.com/office/drawing/2014/main" id="{B19ACA6B-610D-46E6-A663-4EB9AEBFF4F7}"/>
                    </a:ext>
                  </a:extLst>
                </p:cNvPr>
                <p:cNvSpPr/>
                <p:nvPr/>
              </p:nvSpPr>
              <p:spPr>
                <a:xfrm>
                  <a:off x="750176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4" name="object 874">
                  <a:extLst>
                    <a:ext uri="{FF2B5EF4-FFF2-40B4-BE49-F238E27FC236}">
                      <a16:creationId xmlns:a16="http://schemas.microsoft.com/office/drawing/2014/main" id="{5134D7E6-2B52-4786-9D28-AFA5CCD28A9C}"/>
                    </a:ext>
                  </a:extLst>
                </p:cNvPr>
                <p:cNvSpPr/>
                <p:nvPr/>
              </p:nvSpPr>
              <p:spPr>
                <a:xfrm>
                  <a:off x="760693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5" name="object 875">
                  <a:extLst>
                    <a:ext uri="{FF2B5EF4-FFF2-40B4-BE49-F238E27FC236}">
                      <a16:creationId xmlns:a16="http://schemas.microsoft.com/office/drawing/2014/main" id="{9B372786-CB04-4BB4-B715-B363232EFAA2}"/>
                    </a:ext>
                  </a:extLst>
                </p:cNvPr>
                <p:cNvSpPr/>
                <p:nvPr/>
              </p:nvSpPr>
              <p:spPr>
                <a:xfrm>
                  <a:off x="7606931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6" name="object 876">
                  <a:extLst>
                    <a:ext uri="{FF2B5EF4-FFF2-40B4-BE49-F238E27FC236}">
                      <a16:creationId xmlns:a16="http://schemas.microsoft.com/office/drawing/2014/main" id="{2A5838FE-4651-4F6E-8AE4-73E85D38C094}"/>
                    </a:ext>
                  </a:extLst>
                </p:cNvPr>
                <p:cNvSpPr/>
                <p:nvPr/>
              </p:nvSpPr>
              <p:spPr>
                <a:xfrm>
                  <a:off x="771207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7" name="object 877">
                  <a:extLst>
                    <a:ext uri="{FF2B5EF4-FFF2-40B4-BE49-F238E27FC236}">
                      <a16:creationId xmlns:a16="http://schemas.microsoft.com/office/drawing/2014/main" id="{C0441A90-6718-46E6-B7F0-EE12990DE631}"/>
                    </a:ext>
                  </a:extLst>
                </p:cNvPr>
                <p:cNvSpPr/>
                <p:nvPr/>
              </p:nvSpPr>
              <p:spPr>
                <a:xfrm>
                  <a:off x="7712075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8" name="object 878">
                  <a:extLst>
                    <a:ext uri="{FF2B5EF4-FFF2-40B4-BE49-F238E27FC236}">
                      <a16:creationId xmlns:a16="http://schemas.microsoft.com/office/drawing/2014/main" id="{037D436D-0E58-4AA2-8F7A-19B85649763A}"/>
                    </a:ext>
                  </a:extLst>
                </p:cNvPr>
                <p:cNvSpPr/>
                <p:nvPr/>
              </p:nvSpPr>
              <p:spPr>
                <a:xfrm>
                  <a:off x="7817243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9" name="object 879">
                  <a:extLst>
                    <a:ext uri="{FF2B5EF4-FFF2-40B4-BE49-F238E27FC236}">
                      <a16:creationId xmlns:a16="http://schemas.microsoft.com/office/drawing/2014/main" id="{39B89894-B618-4557-8C2A-73929D6F58BD}"/>
                    </a:ext>
                  </a:extLst>
                </p:cNvPr>
                <p:cNvSpPr/>
                <p:nvPr/>
              </p:nvSpPr>
              <p:spPr>
                <a:xfrm>
                  <a:off x="7817243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0" name="object 880">
                  <a:extLst>
                    <a:ext uri="{FF2B5EF4-FFF2-40B4-BE49-F238E27FC236}">
                      <a16:creationId xmlns:a16="http://schemas.microsoft.com/office/drawing/2014/main" id="{9D8B5C0E-920D-4A18-854B-BC19658B9E43}"/>
                    </a:ext>
                  </a:extLst>
                </p:cNvPr>
                <p:cNvSpPr/>
                <p:nvPr/>
              </p:nvSpPr>
              <p:spPr>
                <a:xfrm>
                  <a:off x="7923148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1" name="object 881">
                  <a:extLst>
                    <a:ext uri="{FF2B5EF4-FFF2-40B4-BE49-F238E27FC236}">
                      <a16:creationId xmlns:a16="http://schemas.microsoft.com/office/drawing/2014/main" id="{D823D72B-C949-444B-9851-1DCDE0ADCD04}"/>
                    </a:ext>
                  </a:extLst>
                </p:cNvPr>
                <p:cNvSpPr/>
                <p:nvPr/>
              </p:nvSpPr>
              <p:spPr>
                <a:xfrm>
                  <a:off x="7923148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2" name="object 882">
                  <a:extLst>
                    <a:ext uri="{FF2B5EF4-FFF2-40B4-BE49-F238E27FC236}">
                      <a16:creationId xmlns:a16="http://schemas.microsoft.com/office/drawing/2014/main" id="{AC3BD5C4-DAC7-4DFE-9D81-3BDB5021D30F}"/>
                    </a:ext>
                  </a:extLst>
                </p:cNvPr>
                <p:cNvSpPr/>
                <p:nvPr/>
              </p:nvSpPr>
              <p:spPr>
                <a:xfrm>
                  <a:off x="802831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3" name="object 883">
                  <a:extLst>
                    <a:ext uri="{FF2B5EF4-FFF2-40B4-BE49-F238E27FC236}">
                      <a16:creationId xmlns:a16="http://schemas.microsoft.com/office/drawing/2014/main" id="{7246F93B-C062-4A7F-A190-7B23A42C500C}"/>
                    </a:ext>
                  </a:extLst>
                </p:cNvPr>
                <p:cNvSpPr/>
                <p:nvPr/>
              </p:nvSpPr>
              <p:spPr>
                <a:xfrm>
                  <a:off x="802831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4" name="object 884">
                  <a:extLst>
                    <a:ext uri="{FF2B5EF4-FFF2-40B4-BE49-F238E27FC236}">
                      <a16:creationId xmlns:a16="http://schemas.microsoft.com/office/drawing/2014/main" id="{7C3F041C-D7B5-47FB-B44E-AEC99E22BFFF}"/>
                    </a:ext>
                  </a:extLst>
                </p:cNvPr>
                <p:cNvSpPr/>
                <p:nvPr/>
              </p:nvSpPr>
              <p:spPr>
                <a:xfrm>
                  <a:off x="813347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5" name="object 885">
                  <a:extLst>
                    <a:ext uri="{FF2B5EF4-FFF2-40B4-BE49-F238E27FC236}">
                      <a16:creationId xmlns:a16="http://schemas.microsoft.com/office/drawing/2014/main" id="{4CFC6C1A-6EFC-449B-A01B-AF01FCE88FCF}"/>
                    </a:ext>
                  </a:extLst>
                </p:cNvPr>
                <p:cNvSpPr/>
                <p:nvPr/>
              </p:nvSpPr>
              <p:spPr>
                <a:xfrm>
                  <a:off x="813347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6" name="object 886">
                  <a:extLst>
                    <a:ext uri="{FF2B5EF4-FFF2-40B4-BE49-F238E27FC236}">
                      <a16:creationId xmlns:a16="http://schemas.microsoft.com/office/drawing/2014/main" id="{E43EAB10-60E1-4428-B45F-C75E23B8390E}"/>
                    </a:ext>
                  </a:extLst>
                </p:cNvPr>
                <p:cNvSpPr/>
                <p:nvPr/>
              </p:nvSpPr>
              <p:spPr>
                <a:xfrm>
                  <a:off x="8238629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7" name="object 887">
                  <a:extLst>
                    <a:ext uri="{FF2B5EF4-FFF2-40B4-BE49-F238E27FC236}">
                      <a16:creationId xmlns:a16="http://schemas.microsoft.com/office/drawing/2014/main" id="{938D3F25-A3FC-4C5D-8C65-BDC0A09AA223}"/>
                    </a:ext>
                  </a:extLst>
                </p:cNvPr>
                <p:cNvSpPr/>
                <p:nvPr/>
              </p:nvSpPr>
              <p:spPr>
                <a:xfrm>
                  <a:off x="8238629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8" name="object 888">
                  <a:extLst>
                    <a:ext uri="{FF2B5EF4-FFF2-40B4-BE49-F238E27FC236}">
                      <a16:creationId xmlns:a16="http://schemas.microsoft.com/office/drawing/2014/main" id="{AF036190-62B5-456F-9424-DEACE9B6281C}"/>
                    </a:ext>
                  </a:extLst>
                </p:cNvPr>
                <p:cNvSpPr/>
                <p:nvPr/>
              </p:nvSpPr>
              <p:spPr>
                <a:xfrm>
                  <a:off x="834377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9" name="object 889">
                  <a:extLst>
                    <a:ext uri="{FF2B5EF4-FFF2-40B4-BE49-F238E27FC236}">
                      <a16:creationId xmlns:a16="http://schemas.microsoft.com/office/drawing/2014/main" id="{D526078D-7811-4690-A75A-E91D4F42718D}"/>
                    </a:ext>
                  </a:extLst>
                </p:cNvPr>
                <p:cNvSpPr/>
                <p:nvPr/>
              </p:nvSpPr>
              <p:spPr>
                <a:xfrm>
                  <a:off x="8343773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0" name="object 890">
                  <a:extLst>
                    <a:ext uri="{FF2B5EF4-FFF2-40B4-BE49-F238E27FC236}">
                      <a16:creationId xmlns:a16="http://schemas.microsoft.com/office/drawing/2014/main" id="{66889B2C-F059-4A48-96B5-00CA6D7A8BF5}"/>
                    </a:ext>
                  </a:extLst>
                </p:cNvPr>
                <p:cNvSpPr/>
                <p:nvPr/>
              </p:nvSpPr>
              <p:spPr>
                <a:xfrm>
                  <a:off x="8448941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105918" y="105155"/>
                      </a:moveTo>
                      <a:lnTo>
                        <a:pt x="105918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918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1" name="object 891">
                  <a:extLst>
                    <a:ext uri="{FF2B5EF4-FFF2-40B4-BE49-F238E27FC236}">
                      <a16:creationId xmlns:a16="http://schemas.microsoft.com/office/drawing/2014/main" id="{5D5749B4-78A8-439E-83F6-3083086A31AE}"/>
                    </a:ext>
                  </a:extLst>
                </p:cNvPr>
                <p:cNvSpPr/>
                <p:nvPr/>
              </p:nvSpPr>
              <p:spPr>
                <a:xfrm>
                  <a:off x="8448941" y="6311645"/>
                  <a:ext cx="106045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45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918" y="105156"/>
                      </a:lnTo>
                      <a:lnTo>
                        <a:pt x="1059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2" name="object 892">
                  <a:extLst>
                    <a:ext uri="{FF2B5EF4-FFF2-40B4-BE49-F238E27FC236}">
                      <a16:creationId xmlns:a16="http://schemas.microsoft.com/office/drawing/2014/main" id="{B4373D3E-4377-4BC0-AFB5-316220DD556D}"/>
                    </a:ext>
                  </a:extLst>
                </p:cNvPr>
                <p:cNvSpPr/>
                <p:nvPr/>
              </p:nvSpPr>
              <p:spPr>
                <a:xfrm>
                  <a:off x="855484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105155" y="105155"/>
                      </a:moveTo>
                      <a:lnTo>
                        <a:pt x="105155" y="0"/>
                      </a:lnTo>
                      <a:lnTo>
                        <a:pt x="0" y="0"/>
                      </a:lnTo>
                      <a:lnTo>
                        <a:pt x="0" y="105155"/>
                      </a:lnTo>
                      <a:lnTo>
                        <a:pt x="105155" y="1051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3" name="object 893">
                  <a:extLst>
                    <a:ext uri="{FF2B5EF4-FFF2-40B4-BE49-F238E27FC236}">
                      <a16:creationId xmlns:a16="http://schemas.microsoft.com/office/drawing/2014/main" id="{F19BF450-6132-4F74-AE42-D6A0583749AF}"/>
                    </a:ext>
                  </a:extLst>
                </p:cNvPr>
                <p:cNvSpPr/>
                <p:nvPr/>
              </p:nvSpPr>
              <p:spPr>
                <a:xfrm>
                  <a:off x="8554847" y="6311645"/>
                  <a:ext cx="105410" cy="105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09" h="105410">
                      <a:moveTo>
                        <a:pt x="0" y="0"/>
                      </a:moveTo>
                      <a:lnTo>
                        <a:pt x="0" y="105156"/>
                      </a:lnTo>
                      <a:lnTo>
                        <a:pt x="105155" y="105156"/>
                      </a:lnTo>
                      <a:lnTo>
                        <a:pt x="105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429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4" name="object 894">
                  <a:extLst>
                    <a:ext uri="{FF2B5EF4-FFF2-40B4-BE49-F238E27FC236}">
                      <a16:creationId xmlns:a16="http://schemas.microsoft.com/office/drawing/2014/main" id="{B19CE905-F429-4247-8974-42C68FBB5CBB}"/>
                    </a:ext>
                  </a:extLst>
                </p:cNvPr>
                <p:cNvSpPr/>
                <p:nvPr/>
              </p:nvSpPr>
              <p:spPr>
                <a:xfrm>
                  <a:off x="6521081" y="4125467"/>
                  <a:ext cx="2927985" cy="165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984" h="165735">
                      <a:moveTo>
                        <a:pt x="0" y="149352"/>
                      </a:moveTo>
                      <a:lnTo>
                        <a:pt x="298691" y="0"/>
                      </a:lnTo>
                    </a:path>
                    <a:path w="2927984" h="165735">
                      <a:moveTo>
                        <a:pt x="2599169" y="165354"/>
                      </a:moveTo>
                      <a:lnTo>
                        <a:pt x="2927591" y="762"/>
                      </a:lnTo>
                    </a:path>
                  </a:pathLst>
                </a:custGeom>
                <a:ln w="7429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5" name="object 895">
                  <a:extLst>
                    <a:ext uri="{FF2B5EF4-FFF2-40B4-BE49-F238E27FC236}">
                      <a16:creationId xmlns:a16="http://schemas.microsoft.com/office/drawing/2014/main" id="{29ED045B-1437-4259-9E44-FE82157DEFA9}"/>
                    </a:ext>
                  </a:extLst>
                </p:cNvPr>
                <p:cNvSpPr/>
                <p:nvPr/>
              </p:nvSpPr>
              <p:spPr>
                <a:xfrm>
                  <a:off x="8660015" y="5995416"/>
                  <a:ext cx="842010" cy="421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009" h="421639">
                      <a:moveTo>
                        <a:pt x="0" y="421386"/>
                      </a:moveTo>
                      <a:lnTo>
                        <a:pt x="842010" y="0"/>
                      </a:lnTo>
                    </a:path>
                  </a:pathLst>
                </a:custGeom>
                <a:ln w="11137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6" name="object 896">
                  <a:extLst>
                    <a:ext uri="{FF2B5EF4-FFF2-40B4-BE49-F238E27FC236}">
                      <a16:creationId xmlns:a16="http://schemas.microsoft.com/office/drawing/2014/main" id="{8A6E5846-15EE-47A1-855B-BB603C6A5633}"/>
                    </a:ext>
                  </a:extLst>
                </p:cNvPr>
                <p:cNvSpPr/>
                <p:nvPr/>
              </p:nvSpPr>
              <p:spPr>
                <a:xfrm>
                  <a:off x="8660015" y="6377177"/>
                  <a:ext cx="40005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04" h="53339">
                      <a:moveTo>
                        <a:pt x="12953" y="0"/>
                      </a:moveTo>
                      <a:lnTo>
                        <a:pt x="0" y="39624"/>
                      </a:lnTo>
                      <a:lnTo>
                        <a:pt x="39623" y="53340"/>
                      </a:lnTo>
                    </a:path>
                  </a:pathLst>
                </a:custGeom>
                <a:ln w="11137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7" name="object 897">
                  <a:extLst>
                    <a:ext uri="{FF2B5EF4-FFF2-40B4-BE49-F238E27FC236}">
                      <a16:creationId xmlns:a16="http://schemas.microsoft.com/office/drawing/2014/main" id="{0DA05F0E-137A-490B-B012-DB556C3DAFD1}"/>
                    </a:ext>
                  </a:extLst>
                </p:cNvPr>
                <p:cNvSpPr/>
                <p:nvPr/>
              </p:nvSpPr>
              <p:spPr>
                <a:xfrm>
                  <a:off x="9461627" y="5982461"/>
                  <a:ext cx="40640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40" h="53339">
                      <a:moveTo>
                        <a:pt x="26670" y="53339"/>
                      </a:moveTo>
                      <a:lnTo>
                        <a:pt x="40386" y="12953"/>
                      </a:lnTo>
                      <a:lnTo>
                        <a:pt x="0" y="0"/>
                      </a:lnTo>
                    </a:path>
                  </a:pathLst>
                </a:custGeom>
                <a:ln w="11137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8" name="object 898">
                  <a:extLst>
                    <a:ext uri="{FF2B5EF4-FFF2-40B4-BE49-F238E27FC236}">
                      <a16:creationId xmlns:a16="http://schemas.microsoft.com/office/drawing/2014/main" id="{7C752977-273D-4216-975D-9FE034B0853B}"/>
                    </a:ext>
                  </a:extLst>
                </p:cNvPr>
                <p:cNvSpPr/>
                <p:nvPr/>
              </p:nvSpPr>
              <p:spPr>
                <a:xfrm>
                  <a:off x="8913748" y="6051041"/>
                  <a:ext cx="334645" cy="31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645" h="311150">
                      <a:moveTo>
                        <a:pt x="334518" y="191262"/>
                      </a:moveTo>
                      <a:lnTo>
                        <a:pt x="239267" y="0"/>
                      </a:lnTo>
                      <a:lnTo>
                        <a:pt x="0" y="119634"/>
                      </a:lnTo>
                      <a:lnTo>
                        <a:pt x="95250" y="310896"/>
                      </a:lnTo>
                      <a:lnTo>
                        <a:pt x="334518" y="19126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9" name="object 899">
                  <a:extLst>
                    <a:ext uri="{FF2B5EF4-FFF2-40B4-BE49-F238E27FC236}">
                      <a16:creationId xmlns:a16="http://schemas.microsoft.com/office/drawing/2014/main" id="{F4BD2B1E-09A7-47AA-BF4D-1B4105A8E67E}"/>
                    </a:ext>
                  </a:extLst>
                </p:cNvPr>
                <p:cNvSpPr/>
                <p:nvPr/>
              </p:nvSpPr>
              <p:spPr>
                <a:xfrm>
                  <a:off x="8964053" y="6104191"/>
                  <a:ext cx="246126" cy="203644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0" name="object 900">
                  <a:extLst>
                    <a:ext uri="{FF2B5EF4-FFF2-40B4-BE49-F238E27FC236}">
                      <a16:creationId xmlns:a16="http://schemas.microsoft.com/office/drawing/2014/main" id="{03339B46-10F3-475C-B7BB-C035675783C0}"/>
                    </a:ext>
                  </a:extLst>
                </p:cNvPr>
                <p:cNvSpPr/>
                <p:nvPr/>
              </p:nvSpPr>
              <p:spPr>
                <a:xfrm>
                  <a:off x="5922911" y="4520945"/>
                  <a:ext cx="0" cy="1896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896110">
                      <a:moveTo>
                        <a:pt x="0" y="1037082"/>
                      </a:moveTo>
                      <a:lnTo>
                        <a:pt x="0" y="1895856"/>
                      </a:lnTo>
                    </a:path>
                    <a:path h="1896110">
                      <a:moveTo>
                        <a:pt x="0" y="0"/>
                      </a:moveTo>
                      <a:lnTo>
                        <a:pt x="0" y="858774"/>
                      </a:lnTo>
                    </a:path>
                  </a:pathLst>
                </a:custGeom>
                <a:ln w="1115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1" name="object 901">
                  <a:extLst>
                    <a:ext uri="{FF2B5EF4-FFF2-40B4-BE49-F238E27FC236}">
                      <a16:creationId xmlns:a16="http://schemas.microsoft.com/office/drawing/2014/main" id="{6DF02B40-A74A-4842-B8E8-0D2E6E629F25}"/>
                    </a:ext>
                  </a:extLst>
                </p:cNvPr>
                <p:cNvSpPr/>
                <p:nvPr/>
              </p:nvSpPr>
              <p:spPr>
                <a:xfrm>
                  <a:off x="5892431" y="4520945"/>
                  <a:ext cx="6032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29845">
                      <a:moveTo>
                        <a:pt x="60198" y="29718"/>
                      </a:moveTo>
                      <a:lnTo>
                        <a:pt x="30480" y="0"/>
                      </a:lnTo>
                      <a:lnTo>
                        <a:pt x="0" y="29718"/>
                      </a:lnTo>
                    </a:path>
                  </a:pathLst>
                </a:custGeom>
                <a:ln w="1115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2" name="object 902">
                  <a:extLst>
                    <a:ext uri="{FF2B5EF4-FFF2-40B4-BE49-F238E27FC236}">
                      <a16:creationId xmlns:a16="http://schemas.microsoft.com/office/drawing/2014/main" id="{285DBA96-2C09-448E-8155-277C4A8D7F93}"/>
                    </a:ext>
                  </a:extLst>
                </p:cNvPr>
                <p:cNvSpPr/>
                <p:nvPr/>
              </p:nvSpPr>
              <p:spPr>
                <a:xfrm>
                  <a:off x="5892431" y="6387083"/>
                  <a:ext cx="60325" cy="29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29845">
                      <a:moveTo>
                        <a:pt x="0" y="0"/>
                      </a:moveTo>
                      <a:lnTo>
                        <a:pt x="30480" y="29718"/>
                      </a:lnTo>
                      <a:lnTo>
                        <a:pt x="60198" y="0"/>
                      </a:lnTo>
                    </a:path>
                  </a:pathLst>
                </a:custGeom>
                <a:ln w="1115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" name="object 903">
                <a:extLst>
                  <a:ext uri="{FF2B5EF4-FFF2-40B4-BE49-F238E27FC236}">
                    <a16:creationId xmlns:a16="http://schemas.microsoft.com/office/drawing/2014/main" id="{B8762F94-2EF2-4BD5-BCF6-AF4E201024CD}"/>
                  </a:ext>
                </a:extLst>
              </p:cNvPr>
              <p:cNvSpPr txBox="1"/>
              <p:nvPr/>
            </p:nvSpPr>
            <p:spPr>
              <a:xfrm>
                <a:off x="6334728" y="4651945"/>
                <a:ext cx="205184" cy="203835"/>
              </a:xfrm>
              <a:prstGeom prst="rect">
                <a:avLst/>
              </a:prstGeom>
            </p:spPr>
            <p:txBody>
              <a:bodyPr vert="vert" wrap="square" lIns="0" tIns="0" rIns="0" bIns="0" rtlCol="0">
                <a:spAutoFit/>
              </a:bodyPr>
              <a:lstStyle/>
              <a:p>
                <a:pPr marL="12700">
                  <a:lnSpc>
                    <a:spcPts val="1630"/>
                  </a:lnSpc>
                </a:pPr>
                <a:r>
                  <a:rPr sz="1400" spc="-5" dirty="0">
                    <a:cs typeface="+mn-ea"/>
                    <a:sym typeface="+mn-lt"/>
                  </a:rPr>
                  <a:t>18</a:t>
                </a:r>
                <a:endParaRPr sz="1400">
                  <a:cs typeface="+mn-ea"/>
                  <a:sym typeface="+mn-lt"/>
                </a:endParaRPr>
              </a:p>
            </p:txBody>
          </p:sp>
          <p:grpSp>
            <p:nvGrpSpPr>
              <p:cNvPr id="7" name="object 904">
                <a:extLst>
                  <a:ext uri="{FF2B5EF4-FFF2-40B4-BE49-F238E27FC236}">
                    <a16:creationId xmlns:a16="http://schemas.microsoft.com/office/drawing/2014/main" id="{F0EF5B42-6995-4C44-B25B-7B6E26901E1E}"/>
                  </a:ext>
                </a:extLst>
              </p:cNvPr>
              <p:cNvGrpSpPr/>
              <p:nvPr/>
            </p:nvGrpSpPr>
            <p:grpSpPr>
              <a:xfrm>
                <a:off x="6525649" y="5763068"/>
                <a:ext cx="2637790" cy="71755"/>
                <a:chOff x="6028448" y="6480428"/>
                <a:chExt cx="2637790" cy="71755"/>
              </a:xfrm>
            </p:grpSpPr>
            <p:sp>
              <p:nvSpPr>
                <p:cNvPr id="120" name="object 905">
                  <a:extLst>
                    <a:ext uri="{FF2B5EF4-FFF2-40B4-BE49-F238E27FC236}">
                      <a16:creationId xmlns:a16="http://schemas.microsoft.com/office/drawing/2014/main" id="{684A16C2-1080-4484-AC6C-769C4BCCA541}"/>
                    </a:ext>
                  </a:extLst>
                </p:cNvPr>
                <p:cNvSpPr/>
                <p:nvPr/>
              </p:nvSpPr>
              <p:spPr>
                <a:xfrm>
                  <a:off x="6034163" y="6515861"/>
                  <a:ext cx="262636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359">
                      <a:moveTo>
                        <a:pt x="0" y="0"/>
                      </a:moveTo>
                      <a:lnTo>
                        <a:pt x="1223759" y="0"/>
                      </a:lnTo>
                    </a:path>
                    <a:path w="2626359">
                      <a:moveTo>
                        <a:pt x="1402067" y="0"/>
                      </a:moveTo>
                      <a:lnTo>
                        <a:pt x="2625852" y="0"/>
                      </a:lnTo>
                    </a:path>
                  </a:pathLst>
                </a:custGeom>
                <a:ln w="11137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object 906">
                  <a:extLst>
                    <a:ext uri="{FF2B5EF4-FFF2-40B4-BE49-F238E27FC236}">
                      <a16:creationId xmlns:a16="http://schemas.microsoft.com/office/drawing/2014/main" id="{B7E96918-3AB1-44A9-86D0-FD196A9E736E}"/>
                    </a:ext>
                  </a:extLst>
                </p:cNvPr>
                <p:cNvSpPr/>
                <p:nvPr/>
              </p:nvSpPr>
              <p:spPr>
                <a:xfrm>
                  <a:off x="6034163" y="6486143"/>
                  <a:ext cx="2984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60325">
                      <a:moveTo>
                        <a:pt x="29717" y="0"/>
                      </a:moveTo>
                      <a:lnTo>
                        <a:pt x="0" y="29718"/>
                      </a:lnTo>
                      <a:lnTo>
                        <a:pt x="29717" y="60198"/>
                      </a:lnTo>
                    </a:path>
                  </a:pathLst>
                </a:custGeom>
                <a:ln w="11137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object 907">
                  <a:extLst>
                    <a:ext uri="{FF2B5EF4-FFF2-40B4-BE49-F238E27FC236}">
                      <a16:creationId xmlns:a16="http://schemas.microsoft.com/office/drawing/2014/main" id="{5EBC8E3F-AA95-42A3-B862-E1CE291746B4}"/>
                    </a:ext>
                  </a:extLst>
                </p:cNvPr>
                <p:cNvSpPr/>
                <p:nvPr/>
              </p:nvSpPr>
              <p:spPr>
                <a:xfrm>
                  <a:off x="8630297" y="6486143"/>
                  <a:ext cx="2984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5" h="60325">
                      <a:moveTo>
                        <a:pt x="0" y="60198"/>
                      </a:moveTo>
                      <a:lnTo>
                        <a:pt x="29718" y="29718"/>
                      </a:lnTo>
                      <a:lnTo>
                        <a:pt x="0" y="0"/>
                      </a:lnTo>
                    </a:path>
                  </a:pathLst>
                </a:custGeom>
                <a:ln w="11137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" name="object 908">
                <a:extLst>
                  <a:ext uri="{FF2B5EF4-FFF2-40B4-BE49-F238E27FC236}">
                    <a16:creationId xmlns:a16="http://schemas.microsoft.com/office/drawing/2014/main" id="{CDE58C09-025F-4F2C-9E77-1BCD25B9B73C}"/>
                  </a:ext>
                </a:extLst>
              </p:cNvPr>
              <p:cNvSpPr txBox="1"/>
              <p:nvPr/>
            </p:nvSpPr>
            <p:spPr>
              <a:xfrm>
                <a:off x="7744722" y="5663051"/>
                <a:ext cx="203835" cy="228909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1400" dirty="0">
                    <a:cs typeface="+mn-ea"/>
                    <a:sym typeface="+mn-lt"/>
                  </a:rPr>
                  <a:t>25</a:t>
                </a:r>
              </a:p>
            </p:txBody>
          </p:sp>
          <p:grpSp>
            <p:nvGrpSpPr>
              <p:cNvPr id="9" name="object 909">
                <a:extLst>
                  <a:ext uri="{FF2B5EF4-FFF2-40B4-BE49-F238E27FC236}">
                    <a16:creationId xmlns:a16="http://schemas.microsoft.com/office/drawing/2014/main" id="{DD7B3ACD-893B-4063-911B-01ADB92A1997}"/>
                  </a:ext>
                </a:extLst>
              </p:cNvPr>
              <p:cNvGrpSpPr/>
              <p:nvPr/>
            </p:nvGrpSpPr>
            <p:grpSpPr>
              <a:xfrm>
                <a:off x="7256407" y="4075238"/>
                <a:ext cx="718185" cy="1135380"/>
                <a:chOff x="6759206" y="4792598"/>
                <a:chExt cx="718185" cy="1135380"/>
              </a:xfrm>
            </p:grpSpPr>
            <p:sp>
              <p:nvSpPr>
                <p:cNvPr id="92" name="object 910">
                  <a:extLst>
                    <a:ext uri="{FF2B5EF4-FFF2-40B4-BE49-F238E27FC236}">
                      <a16:creationId xmlns:a16="http://schemas.microsoft.com/office/drawing/2014/main" id="{26A94B2A-AEA6-4106-90E1-FB2E1238F09C}"/>
                    </a:ext>
                  </a:extLst>
                </p:cNvPr>
                <p:cNvSpPr/>
                <p:nvPr/>
              </p:nvSpPr>
              <p:spPr>
                <a:xfrm>
                  <a:off x="6764921" y="4798313"/>
                  <a:ext cx="706755" cy="1122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754" h="1122045">
                      <a:moveTo>
                        <a:pt x="0" y="0"/>
                      </a:moveTo>
                      <a:lnTo>
                        <a:pt x="0" y="1121664"/>
                      </a:lnTo>
                      <a:lnTo>
                        <a:pt x="706374" y="1121664"/>
                      </a:lnTo>
                      <a:lnTo>
                        <a:pt x="70637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1137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object 911">
                  <a:extLst>
                    <a:ext uri="{FF2B5EF4-FFF2-40B4-BE49-F238E27FC236}">
                      <a16:creationId xmlns:a16="http://schemas.microsoft.com/office/drawing/2014/main" id="{F44953A9-950A-4A74-AD4D-5859B2D01B57}"/>
                    </a:ext>
                  </a:extLst>
                </p:cNvPr>
                <p:cNvSpPr/>
                <p:nvPr/>
              </p:nvSpPr>
              <p:spPr>
                <a:xfrm>
                  <a:off x="7001903" y="5537453"/>
                  <a:ext cx="245364" cy="390144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object 912">
                  <a:extLst>
                    <a:ext uri="{FF2B5EF4-FFF2-40B4-BE49-F238E27FC236}">
                      <a16:creationId xmlns:a16="http://schemas.microsoft.com/office/drawing/2014/main" id="{0FDE91EC-2AFA-4920-B95B-06AC983B281A}"/>
                    </a:ext>
                  </a:extLst>
                </p:cNvPr>
                <p:cNvSpPr/>
                <p:nvPr/>
              </p:nvSpPr>
              <p:spPr>
                <a:xfrm>
                  <a:off x="6764921" y="4802885"/>
                  <a:ext cx="706361" cy="372618"/>
                </a:xfrm>
                <a:prstGeom prst="rect">
                  <a:avLst/>
                </a:prstGeom>
                <a:blipFill>
                  <a:blip r:embed="rId1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object 913">
                  <a:extLst>
                    <a:ext uri="{FF2B5EF4-FFF2-40B4-BE49-F238E27FC236}">
                      <a16:creationId xmlns:a16="http://schemas.microsoft.com/office/drawing/2014/main" id="{810413FD-DCCE-4184-94AA-BB97CDAC2B1F}"/>
                    </a:ext>
                  </a:extLst>
                </p:cNvPr>
                <p:cNvSpPr/>
                <p:nvPr/>
              </p:nvSpPr>
              <p:spPr>
                <a:xfrm>
                  <a:off x="6764921" y="5170931"/>
                  <a:ext cx="706361" cy="372617"/>
                </a:xfrm>
                <a:prstGeom prst="rect">
                  <a:avLst/>
                </a:prstGeom>
                <a:blipFill>
                  <a:blip r:embed="rId1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object 914">
                  <a:extLst>
                    <a:ext uri="{FF2B5EF4-FFF2-40B4-BE49-F238E27FC236}">
                      <a16:creationId xmlns:a16="http://schemas.microsoft.com/office/drawing/2014/main" id="{FCD4D2C3-A789-4FF9-87DE-C058E83AF390}"/>
                    </a:ext>
                  </a:extLst>
                </p:cNvPr>
                <p:cNvSpPr/>
                <p:nvPr/>
              </p:nvSpPr>
              <p:spPr>
                <a:xfrm>
                  <a:off x="6764921" y="5539739"/>
                  <a:ext cx="706361" cy="372617"/>
                </a:xfrm>
                <a:prstGeom prst="rect">
                  <a:avLst/>
                </a:prstGeom>
                <a:blipFill>
                  <a:blip r:embed="rId1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bject 915">
                  <a:extLst>
                    <a:ext uri="{FF2B5EF4-FFF2-40B4-BE49-F238E27FC236}">
                      <a16:creationId xmlns:a16="http://schemas.microsoft.com/office/drawing/2014/main" id="{4409FFB5-E7AE-4151-814A-82B00BC10768}"/>
                    </a:ext>
                  </a:extLst>
                </p:cNvPr>
                <p:cNvSpPr/>
                <p:nvPr/>
              </p:nvSpPr>
              <p:spPr>
                <a:xfrm>
                  <a:off x="6803771" y="4988051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84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object 916">
                  <a:extLst>
                    <a:ext uri="{FF2B5EF4-FFF2-40B4-BE49-F238E27FC236}">
                      <a16:creationId xmlns:a16="http://schemas.microsoft.com/office/drawing/2014/main" id="{6F55B59E-4C19-4228-B33F-3907ABE356DD}"/>
                    </a:ext>
                  </a:extLst>
                </p:cNvPr>
                <p:cNvSpPr/>
                <p:nvPr/>
              </p:nvSpPr>
              <p:spPr>
                <a:xfrm>
                  <a:off x="6882269" y="4843271"/>
                  <a:ext cx="0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654">
                      <a:moveTo>
                        <a:pt x="0" y="0"/>
                      </a:moveTo>
                      <a:lnTo>
                        <a:pt x="0" y="287274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object 917">
                  <a:extLst>
                    <a:ext uri="{FF2B5EF4-FFF2-40B4-BE49-F238E27FC236}">
                      <a16:creationId xmlns:a16="http://schemas.microsoft.com/office/drawing/2014/main" id="{CF59A4C2-BAF7-4EF4-8234-A61261805C4B}"/>
                    </a:ext>
                  </a:extLst>
                </p:cNvPr>
                <p:cNvSpPr/>
                <p:nvPr/>
              </p:nvSpPr>
              <p:spPr>
                <a:xfrm>
                  <a:off x="7039241" y="4988051"/>
                  <a:ext cx="15811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15">
                      <a:moveTo>
                        <a:pt x="0" y="0"/>
                      </a:moveTo>
                      <a:lnTo>
                        <a:pt x="157721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object 918">
                  <a:extLst>
                    <a:ext uri="{FF2B5EF4-FFF2-40B4-BE49-F238E27FC236}">
                      <a16:creationId xmlns:a16="http://schemas.microsoft.com/office/drawing/2014/main" id="{C682D0F5-9D0D-4B7D-9803-06C3E2A2EEE7}"/>
                    </a:ext>
                  </a:extLst>
                </p:cNvPr>
                <p:cNvSpPr/>
                <p:nvPr/>
              </p:nvSpPr>
              <p:spPr>
                <a:xfrm>
                  <a:off x="7118477" y="4843271"/>
                  <a:ext cx="0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654">
                      <a:moveTo>
                        <a:pt x="0" y="0"/>
                      </a:moveTo>
                      <a:lnTo>
                        <a:pt x="0" y="287274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object 919">
                  <a:extLst>
                    <a:ext uri="{FF2B5EF4-FFF2-40B4-BE49-F238E27FC236}">
                      <a16:creationId xmlns:a16="http://schemas.microsoft.com/office/drawing/2014/main" id="{05611B50-288A-4284-BB1A-F71887397338}"/>
                    </a:ext>
                  </a:extLst>
                </p:cNvPr>
                <p:cNvSpPr/>
                <p:nvPr/>
              </p:nvSpPr>
              <p:spPr>
                <a:xfrm>
                  <a:off x="7275449" y="4988051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72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object 920">
                  <a:extLst>
                    <a:ext uri="{FF2B5EF4-FFF2-40B4-BE49-F238E27FC236}">
                      <a16:creationId xmlns:a16="http://schemas.microsoft.com/office/drawing/2014/main" id="{00D18088-4D65-4929-AEFC-D7EBAEA138E2}"/>
                    </a:ext>
                  </a:extLst>
                </p:cNvPr>
                <p:cNvSpPr/>
                <p:nvPr/>
              </p:nvSpPr>
              <p:spPr>
                <a:xfrm>
                  <a:off x="7353947" y="4843271"/>
                  <a:ext cx="0" cy="287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654">
                      <a:moveTo>
                        <a:pt x="0" y="0"/>
                      </a:moveTo>
                      <a:lnTo>
                        <a:pt x="0" y="287274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object 921">
                  <a:extLst>
                    <a:ext uri="{FF2B5EF4-FFF2-40B4-BE49-F238E27FC236}">
                      <a16:creationId xmlns:a16="http://schemas.microsoft.com/office/drawing/2014/main" id="{E07BE359-8876-406F-89E9-96318096DDBB}"/>
                    </a:ext>
                  </a:extLst>
                </p:cNvPr>
                <p:cNvSpPr/>
                <p:nvPr/>
              </p:nvSpPr>
              <p:spPr>
                <a:xfrm>
                  <a:off x="6803771" y="5356859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84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object 922">
                  <a:extLst>
                    <a:ext uri="{FF2B5EF4-FFF2-40B4-BE49-F238E27FC236}">
                      <a16:creationId xmlns:a16="http://schemas.microsoft.com/office/drawing/2014/main" id="{9B2EAEC9-E4A4-4536-8F40-1377E2C8EAF5}"/>
                    </a:ext>
                  </a:extLst>
                </p:cNvPr>
                <p:cNvSpPr/>
                <p:nvPr/>
              </p:nvSpPr>
              <p:spPr>
                <a:xfrm>
                  <a:off x="6882269" y="5212079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object 923">
                  <a:extLst>
                    <a:ext uri="{FF2B5EF4-FFF2-40B4-BE49-F238E27FC236}">
                      <a16:creationId xmlns:a16="http://schemas.microsoft.com/office/drawing/2014/main" id="{DA8AF70F-E6A1-4CC1-BF2F-8EE9D69A0C5B}"/>
                    </a:ext>
                  </a:extLst>
                </p:cNvPr>
                <p:cNvSpPr/>
                <p:nvPr/>
              </p:nvSpPr>
              <p:spPr>
                <a:xfrm>
                  <a:off x="7039241" y="5356859"/>
                  <a:ext cx="15811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15">
                      <a:moveTo>
                        <a:pt x="0" y="0"/>
                      </a:moveTo>
                      <a:lnTo>
                        <a:pt x="157721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object 924">
                  <a:extLst>
                    <a:ext uri="{FF2B5EF4-FFF2-40B4-BE49-F238E27FC236}">
                      <a16:creationId xmlns:a16="http://schemas.microsoft.com/office/drawing/2014/main" id="{D7094F0B-8E3B-4A63-A7B1-44931C44C019}"/>
                    </a:ext>
                  </a:extLst>
                </p:cNvPr>
                <p:cNvSpPr/>
                <p:nvPr/>
              </p:nvSpPr>
              <p:spPr>
                <a:xfrm>
                  <a:off x="7118477" y="5212079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object 925">
                  <a:extLst>
                    <a:ext uri="{FF2B5EF4-FFF2-40B4-BE49-F238E27FC236}">
                      <a16:creationId xmlns:a16="http://schemas.microsoft.com/office/drawing/2014/main" id="{B3929195-79EF-4D1F-A465-1D6491ACCA8B}"/>
                    </a:ext>
                  </a:extLst>
                </p:cNvPr>
                <p:cNvSpPr/>
                <p:nvPr/>
              </p:nvSpPr>
              <p:spPr>
                <a:xfrm>
                  <a:off x="7275449" y="5356859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72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object 926">
                  <a:extLst>
                    <a:ext uri="{FF2B5EF4-FFF2-40B4-BE49-F238E27FC236}">
                      <a16:creationId xmlns:a16="http://schemas.microsoft.com/office/drawing/2014/main" id="{3B055E02-7E6C-44D7-823F-4FA8973A1EC1}"/>
                    </a:ext>
                  </a:extLst>
                </p:cNvPr>
                <p:cNvSpPr/>
                <p:nvPr/>
              </p:nvSpPr>
              <p:spPr>
                <a:xfrm>
                  <a:off x="7353947" y="5212079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object 927">
                  <a:extLst>
                    <a:ext uri="{FF2B5EF4-FFF2-40B4-BE49-F238E27FC236}">
                      <a16:creationId xmlns:a16="http://schemas.microsoft.com/office/drawing/2014/main" id="{089EA9B8-B873-4D4F-AD43-D866C42CABE5}"/>
                    </a:ext>
                  </a:extLst>
                </p:cNvPr>
                <p:cNvSpPr/>
                <p:nvPr/>
              </p:nvSpPr>
              <p:spPr>
                <a:xfrm>
                  <a:off x="6803771" y="5725667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84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object 928">
                  <a:extLst>
                    <a:ext uri="{FF2B5EF4-FFF2-40B4-BE49-F238E27FC236}">
                      <a16:creationId xmlns:a16="http://schemas.microsoft.com/office/drawing/2014/main" id="{B0BE7499-A479-4CFD-BC83-9D8334008DA3}"/>
                    </a:ext>
                  </a:extLst>
                </p:cNvPr>
                <p:cNvSpPr/>
                <p:nvPr/>
              </p:nvSpPr>
              <p:spPr>
                <a:xfrm>
                  <a:off x="6882269" y="5580887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object 929">
                  <a:extLst>
                    <a:ext uri="{FF2B5EF4-FFF2-40B4-BE49-F238E27FC236}">
                      <a16:creationId xmlns:a16="http://schemas.microsoft.com/office/drawing/2014/main" id="{4FE55195-4464-4197-8277-0730DBFC5375}"/>
                    </a:ext>
                  </a:extLst>
                </p:cNvPr>
                <p:cNvSpPr/>
                <p:nvPr/>
              </p:nvSpPr>
              <p:spPr>
                <a:xfrm>
                  <a:off x="7039241" y="5725667"/>
                  <a:ext cx="15811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115">
                      <a:moveTo>
                        <a:pt x="0" y="0"/>
                      </a:moveTo>
                      <a:lnTo>
                        <a:pt x="157721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object 930">
                  <a:extLst>
                    <a:ext uri="{FF2B5EF4-FFF2-40B4-BE49-F238E27FC236}">
                      <a16:creationId xmlns:a16="http://schemas.microsoft.com/office/drawing/2014/main" id="{3149C0BD-D1D0-4BA2-91AA-A8F8750C1CA4}"/>
                    </a:ext>
                  </a:extLst>
                </p:cNvPr>
                <p:cNvSpPr/>
                <p:nvPr/>
              </p:nvSpPr>
              <p:spPr>
                <a:xfrm>
                  <a:off x="7118477" y="5580887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object 931">
                  <a:extLst>
                    <a:ext uri="{FF2B5EF4-FFF2-40B4-BE49-F238E27FC236}">
                      <a16:creationId xmlns:a16="http://schemas.microsoft.com/office/drawing/2014/main" id="{CAB2E454-E1F5-4014-8CE4-2AA54B37887B}"/>
                    </a:ext>
                  </a:extLst>
                </p:cNvPr>
                <p:cNvSpPr/>
                <p:nvPr/>
              </p:nvSpPr>
              <p:spPr>
                <a:xfrm>
                  <a:off x="7275449" y="5725667"/>
                  <a:ext cx="1574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479">
                      <a:moveTo>
                        <a:pt x="0" y="0"/>
                      </a:moveTo>
                      <a:lnTo>
                        <a:pt x="156972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object 932">
                  <a:extLst>
                    <a:ext uri="{FF2B5EF4-FFF2-40B4-BE49-F238E27FC236}">
                      <a16:creationId xmlns:a16="http://schemas.microsoft.com/office/drawing/2014/main" id="{D357C986-6720-42DD-ADCE-27CE3D9B9D12}"/>
                    </a:ext>
                  </a:extLst>
                </p:cNvPr>
                <p:cNvSpPr/>
                <p:nvPr/>
              </p:nvSpPr>
              <p:spPr>
                <a:xfrm>
                  <a:off x="7353947" y="5580887"/>
                  <a:ext cx="0" cy="287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287020">
                      <a:moveTo>
                        <a:pt x="0" y="0"/>
                      </a:moveTo>
                      <a:lnTo>
                        <a:pt x="0" y="286512"/>
                      </a:lnTo>
                    </a:path>
                  </a:pathLst>
                </a:custGeom>
                <a:ln w="3721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object 933">
                  <a:extLst>
                    <a:ext uri="{FF2B5EF4-FFF2-40B4-BE49-F238E27FC236}">
                      <a16:creationId xmlns:a16="http://schemas.microsoft.com/office/drawing/2014/main" id="{F9E876C5-3D36-4D2A-A6EB-02A0A3F105B7}"/>
                    </a:ext>
                  </a:extLst>
                </p:cNvPr>
                <p:cNvSpPr/>
                <p:nvPr/>
              </p:nvSpPr>
              <p:spPr>
                <a:xfrm>
                  <a:off x="6803771" y="4869954"/>
                  <a:ext cx="628650" cy="224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224789">
                      <a:moveTo>
                        <a:pt x="39624" y="204216"/>
                      </a:moveTo>
                      <a:lnTo>
                        <a:pt x="38023" y="196176"/>
                      </a:lnTo>
                      <a:lnTo>
                        <a:pt x="33718" y="189636"/>
                      </a:lnTo>
                      <a:lnTo>
                        <a:pt x="27406" y="185242"/>
                      </a:lnTo>
                      <a:lnTo>
                        <a:pt x="19812" y="183642"/>
                      </a:lnTo>
                      <a:lnTo>
                        <a:pt x="12204" y="185242"/>
                      </a:lnTo>
                      <a:lnTo>
                        <a:pt x="5905" y="189636"/>
                      </a:lnTo>
                      <a:lnTo>
                        <a:pt x="1587" y="196176"/>
                      </a:lnTo>
                      <a:lnTo>
                        <a:pt x="0" y="204216"/>
                      </a:lnTo>
                      <a:lnTo>
                        <a:pt x="1587" y="212242"/>
                      </a:lnTo>
                      <a:lnTo>
                        <a:pt x="5905" y="218782"/>
                      </a:lnTo>
                      <a:lnTo>
                        <a:pt x="12204" y="223177"/>
                      </a:lnTo>
                      <a:lnTo>
                        <a:pt x="19812" y="224790"/>
                      </a:lnTo>
                      <a:lnTo>
                        <a:pt x="27406" y="223177"/>
                      </a:lnTo>
                      <a:lnTo>
                        <a:pt x="33718" y="218782"/>
                      </a:lnTo>
                      <a:lnTo>
                        <a:pt x="38023" y="212242"/>
                      </a:lnTo>
                      <a:lnTo>
                        <a:pt x="39624" y="204216"/>
                      </a:lnTo>
                      <a:close/>
                    </a:path>
                    <a:path w="628650" h="224789">
                      <a:moveTo>
                        <a:pt x="39624" y="19812"/>
                      </a:moveTo>
                      <a:lnTo>
                        <a:pt x="38023" y="12204"/>
                      </a:lnTo>
                      <a:lnTo>
                        <a:pt x="33718" y="5905"/>
                      </a:lnTo>
                      <a:lnTo>
                        <a:pt x="27406" y="1587"/>
                      </a:lnTo>
                      <a:lnTo>
                        <a:pt x="19812" y="0"/>
                      </a:lnTo>
                      <a:lnTo>
                        <a:pt x="12204" y="1587"/>
                      </a:lnTo>
                      <a:lnTo>
                        <a:pt x="5905" y="5905"/>
                      </a:lnTo>
                      <a:lnTo>
                        <a:pt x="1587" y="12204"/>
                      </a:lnTo>
                      <a:lnTo>
                        <a:pt x="0" y="19812"/>
                      </a:lnTo>
                      <a:lnTo>
                        <a:pt x="1587" y="27838"/>
                      </a:lnTo>
                      <a:lnTo>
                        <a:pt x="5905" y="34378"/>
                      </a:lnTo>
                      <a:lnTo>
                        <a:pt x="12204" y="38773"/>
                      </a:lnTo>
                      <a:lnTo>
                        <a:pt x="19812" y="40386"/>
                      </a:lnTo>
                      <a:lnTo>
                        <a:pt x="27406" y="38773"/>
                      </a:lnTo>
                      <a:lnTo>
                        <a:pt x="33718" y="34378"/>
                      </a:lnTo>
                      <a:lnTo>
                        <a:pt x="38023" y="27838"/>
                      </a:lnTo>
                      <a:lnTo>
                        <a:pt x="39624" y="19812"/>
                      </a:lnTo>
                      <a:close/>
                    </a:path>
                    <a:path w="628650" h="224789">
                      <a:moveTo>
                        <a:pt x="156984" y="204216"/>
                      </a:moveTo>
                      <a:lnTo>
                        <a:pt x="155498" y="196176"/>
                      </a:lnTo>
                      <a:lnTo>
                        <a:pt x="151460" y="189636"/>
                      </a:lnTo>
                      <a:lnTo>
                        <a:pt x="145402" y="185242"/>
                      </a:lnTo>
                      <a:lnTo>
                        <a:pt x="137934" y="183642"/>
                      </a:lnTo>
                      <a:lnTo>
                        <a:pt x="130009" y="185242"/>
                      </a:lnTo>
                      <a:lnTo>
                        <a:pt x="123736" y="189636"/>
                      </a:lnTo>
                      <a:lnTo>
                        <a:pt x="119608" y="196176"/>
                      </a:lnTo>
                      <a:lnTo>
                        <a:pt x="118122" y="204216"/>
                      </a:lnTo>
                      <a:lnTo>
                        <a:pt x="119608" y="212242"/>
                      </a:lnTo>
                      <a:lnTo>
                        <a:pt x="123736" y="218782"/>
                      </a:lnTo>
                      <a:lnTo>
                        <a:pt x="130009" y="223177"/>
                      </a:lnTo>
                      <a:lnTo>
                        <a:pt x="137934" y="224790"/>
                      </a:lnTo>
                      <a:lnTo>
                        <a:pt x="145402" y="223177"/>
                      </a:lnTo>
                      <a:lnTo>
                        <a:pt x="151460" y="218782"/>
                      </a:lnTo>
                      <a:lnTo>
                        <a:pt x="155498" y="212242"/>
                      </a:lnTo>
                      <a:lnTo>
                        <a:pt x="156984" y="204216"/>
                      </a:lnTo>
                      <a:close/>
                    </a:path>
                    <a:path w="628650" h="224789">
                      <a:moveTo>
                        <a:pt x="156984" y="19812"/>
                      </a:moveTo>
                      <a:lnTo>
                        <a:pt x="155498" y="12204"/>
                      </a:lnTo>
                      <a:lnTo>
                        <a:pt x="151460" y="5905"/>
                      </a:lnTo>
                      <a:lnTo>
                        <a:pt x="145402" y="1587"/>
                      </a:lnTo>
                      <a:lnTo>
                        <a:pt x="137934" y="0"/>
                      </a:lnTo>
                      <a:lnTo>
                        <a:pt x="130009" y="1587"/>
                      </a:lnTo>
                      <a:lnTo>
                        <a:pt x="123736" y="5905"/>
                      </a:lnTo>
                      <a:lnTo>
                        <a:pt x="119608" y="12204"/>
                      </a:lnTo>
                      <a:lnTo>
                        <a:pt x="118122" y="19812"/>
                      </a:lnTo>
                      <a:lnTo>
                        <a:pt x="119608" y="27838"/>
                      </a:lnTo>
                      <a:lnTo>
                        <a:pt x="123736" y="34378"/>
                      </a:lnTo>
                      <a:lnTo>
                        <a:pt x="130009" y="38773"/>
                      </a:lnTo>
                      <a:lnTo>
                        <a:pt x="137934" y="40386"/>
                      </a:lnTo>
                      <a:lnTo>
                        <a:pt x="145402" y="38773"/>
                      </a:lnTo>
                      <a:lnTo>
                        <a:pt x="151460" y="34378"/>
                      </a:lnTo>
                      <a:lnTo>
                        <a:pt x="155498" y="27838"/>
                      </a:lnTo>
                      <a:lnTo>
                        <a:pt x="156984" y="19812"/>
                      </a:lnTo>
                      <a:close/>
                    </a:path>
                    <a:path w="628650" h="224789">
                      <a:moveTo>
                        <a:pt x="275094" y="204216"/>
                      </a:moveTo>
                      <a:lnTo>
                        <a:pt x="273494" y="196176"/>
                      </a:lnTo>
                      <a:lnTo>
                        <a:pt x="269189" y="189636"/>
                      </a:lnTo>
                      <a:lnTo>
                        <a:pt x="262877" y="185242"/>
                      </a:lnTo>
                      <a:lnTo>
                        <a:pt x="255282" y="183642"/>
                      </a:lnTo>
                      <a:lnTo>
                        <a:pt x="247675" y="185242"/>
                      </a:lnTo>
                      <a:lnTo>
                        <a:pt x="241376" y="189636"/>
                      </a:lnTo>
                      <a:lnTo>
                        <a:pt x="237058" y="196176"/>
                      </a:lnTo>
                      <a:lnTo>
                        <a:pt x="235470" y="204216"/>
                      </a:lnTo>
                      <a:lnTo>
                        <a:pt x="237058" y="212242"/>
                      </a:lnTo>
                      <a:lnTo>
                        <a:pt x="241376" y="218782"/>
                      </a:lnTo>
                      <a:lnTo>
                        <a:pt x="247675" y="223177"/>
                      </a:lnTo>
                      <a:lnTo>
                        <a:pt x="255282" y="224790"/>
                      </a:lnTo>
                      <a:lnTo>
                        <a:pt x="262877" y="223177"/>
                      </a:lnTo>
                      <a:lnTo>
                        <a:pt x="269189" y="218782"/>
                      </a:lnTo>
                      <a:lnTo>
                        <a:pt x="273494" y="212242"/>
                      </a:lnTo>
                      <a:lnTo>
                        <a:pt x="275094" y="204216"/>
                      </a:lnTo>
                      <a:close/>
                    </a:path>
                    <a:path w="628650" h="224789">
                      <a:moveTo>
                        <a:pt x="275094" y="19812"/>
                      </a:moveTo>
                      <a:lnTo>
                        <a:pt x="273494" y="12204"/>
                      </a:lnTo>
                      <a:lnTo>
                        <a:pt x="269189" y="5905"/>
                      </a:lnTo>
                      <a:lnTo>
                        <a:pt x="262877" y="1587"/>
                      </a:lnTo>
                      <a:lnTo>
                        <a:pt x="255282" y="0"/>
                      </a:lnTo>
                      <a:lnTo>
                        <a:pt x="247675" y="1587"/>
                      </a:lnTo>
                      <a:lnTo>
                        <a:pt x="241376" y="5905"/>
                      </a:lnTo>
                      <a:lnTo>
                        <a:pt x="237058" y="12204"/>
                      </a:lnTo>
                      <a:lnTo>
                        <a:pt x="235470" y="19812"/>
                      </a:lnTo>
                      <a:lnTo>
                        <a:pt x="237058" y="27838"/>
                      </a:lnTo>
                      <a:lnTo>
                        <a:pt x="241376" y="34378"/>
                      </a:lnTo>
                      <a:lnTo>
                        <a:pt x="247675" y="38773"/>
                      </a:lnTo>
                      <a:lnTo>
                        <a:pt x="255282" y="40386"/>
                      </a:lnTo>
                      <a:lnTo>
                        <a:pt x="262877" y="38773"/>
                      </a:lnTo>
                      <a:lnTo>
                        <a:pt x="269189" y="34378"/>
                      </a:lnTo>
                      <a:lnTo>
                        <a:pt x="273494" y="27838"/>
                      </a:lnTo>
                      <a:lnTo>
                        <a:pt x="275094" y="19812"/>
                      </a:lnTo>
                      <a:close/>
                    </a:path>
                    <a:path w="628650" h="224789">
                      <a:moveTo>
                        <a:pt x="393192" y="204216"/>
                      </a:moveTo>
                      <a:lnTo>
                        <a:pt x="391591" y="196176"/>
                      </a:lnTo>
                      <a:lnTo>
                        <a:pt x="387286" y="189636"/>
                      </a:lnTo>
                      <a:lnTo>
                        <a:pt x="380974" y="185242"/>
                      </a:lnTo>
                      <a:lnTo>
                        <a:pt x="373380" y="183642"/>
                      </a:lnTo>
                      <a:lnTo>
                        <a:pt x="365772" y="185242"/>
                      </a:lnTo>
                      <a:lnTo>
                        <a:pt x="359473" y="189636"/>
                      </a:lnTo>
                      <a:lnTo>
                        <a:pt x="355155" y="196176"/>
                      </a:lnTo>
                      <a:lnTo>
                        <a:pt x="353568" y="204216"/>
                      </a:lnTo>
                      <a:lnTo>
                        <a:pt x="355155" y="212242"/>
                      </a:lnTo>
                      <a:lnTo>
                        <a:pt x="359473" y="218782"/>
                      </a:lnTo>
                      <a:lnTo>
                        <a:pt x="365772" y="223177"/>
                      </a:lnTo>
                      <a:lnTo>
                        <a:pt x="373380" y="224790"/>
                      </a:lnTo>
                      <a:lnTo>
                        <a:pt x="380974" y="223177"/>
                      </a:lnTo>
                      <a:lnTo>
                        <a:pt x="387286" y="218782"/>
                      </a:lnTo>
                      <a:lnTo>
                        <a:pt x="391591" y="212242"/>
                      </a:lnTo>
                      <a:lnTo>
                        <a:pt x="393192" y="204216"/>
                      </a:lnTo>
                      <a:close/>
                    </a:path>
                    <a:path w="628650" h="224789">
                      <a:moveTo>
                        <a:pt x="393192" y="19812"/>
                      </a:moveTo>
                      <a:lnTo>
                        <a:pt x="391591" y="12204"/>
                      </a:lnTo>
                      <a:lnTo>
                        <a:pt x="387286" y="5905"/>
                      </a:lnTo>
                      <a:lnTo>
                        <a:pt x="380974" y="1587"/>
                      </a:lnTo>
                      <a:lnTo>
                        <a:pt x="373380" y="0"/>
                      </a:lnTo>
                      <a:lnTo>
                        <a:pt x="365772" y="1587"/>
                      </a:lnTo>
                      <a:lnTo>
                        <a:pt x="359473" y="5905"/>
                      </a:lnTo>
                      <a:lnTo>
                        <a:pt x="355155" y="12204"/>
                      </a:lnTo>
                      <a:lnTo>
                        <a:pt x="353568" y="19812"/>
                      </a:lnTo>
                      <a:lnTo>
                        <a:pt x="355155" y="27838"/>
                      </a:lnTo>
                      <a:lnTo>
                        <a:pt x="359473" y="34378"/>
                      </a:lnTo>
                      <a:lnTo>
                        <a:pt x="365772" y="38773"/>
                      </a:lnTo>
                      <a:lnTo>
                        <a:pt x="373380" y="40386"/>
                      </a:lnTo>
                      <a:lnTo>
                        <a:pt x="380974" y="38773"/>
                      </a:lnTo>
                      <a:lnTo>
                        <a:pt x="387286" y="34378"/>
                      </a:lnTo>
                      <a:lnTo>
                        <a:pt x="391591" y="27838"/>
                      </a:lnTo>
                      <a:lnTo>
                        <a:pt x="393192" y="19812"/>
                      </a:lnTo>
                      <a:close/>
                    </a:path>
                    <a:path w="628650" h="224789">
                      <a:moveTo>
                        <a:pt x="510540" y="204216"/>
                      </a:moveTo>
                      <a:lnTo>
                        <a:pt x="509041" y="196176"/>
                      </a:lnTo>
                      <a:lnTo>
                        <a:pt x="504913" y="189636"/>
                      </a:lnTo>
                      <a:lnTo>
                        <a:pt x="498640" y="185242"/>
                      </a:lnTo>
                      <a:lnTo>
                        <a:pt x="490728" y="183642"/>
                      </a:lnTo>
                      <a:lnTo>
                        <a:pt x="483247" y="185242"/>
                      </a:lnTo>
                      <a:lnTo>
                        <a:pt x="477202" y="189636"/>
                      </a:lnTo>
                      <a:lnTo>
                        <a:pt x="473151" y="196176"/>
                      </a:lnTo>
                      <a:lnTo>
                        <a:pt x="471678" y="204216"/>
                      </a:lnTo>
                      <a:lnTo>
                        <a:pt x="473151" y="212242"/>
                      </a:lnTo>
                      <a:lnTo>
                        <a:pt x="477202" y="218782"/>
                      </a:lnTo>
                      <a:lnTo>
                        <a:pt x="483247" y="223177"/>
                      </a:lnTo>
                      <a:lnTo>
                        <a:pt x="490728" y="224790"/>
                      </a:lnTo>
                      <a:lnTo>
                        <a:pt x="498640" y="223177"/>
                      </a:lnTo>
                      <a:lnTo>
                        <a:pt x="504913" y="218782"/>
                      </a:lnTo>
                      <a:lnTo>
                        <a:pt x="509041" y="212242"/>
                      </a:lnTo>
                      <a:lnTo>
                        <a:pt x="510540" y="204216"/>
                      </a:lnTo>
                      <a:close/>
                    </a:path>
                    <a:path w="628650" h="224789">
                      <a:moveTo>
                        <a:pt x="510540" y="19812"/>
                      </a:moveTo>
                      <a:lnTo>
                        <a:pt x="509041" y="12204"/>
                      </a:lnTo>
                      <a:lnTo>
                        <a:pt x="504913" y="5905"/>
                      </a:lnTo>
                      <a:lnTo>
                        <a:pt x="498640" y="1587"/>
                      </a:lnTo>
                      <a:lnTo>
                        <a:pt x="490728" y="0"/>
                      </a:lnTo>
                      <a:lnTo>
                        <a:pt x="483247" y="1587"/>
                      </a:lnTo>
                      <a:lnTo>
                        <a:pt x="477202" y="5905"/>
                      </a:lnTo>
                      <a:lnTo>
                        <a:pt x="473151" y="12204"/>
                      </a:lnTo>
                      <a:lnTo>
                        <a:pt x="471678" y="19812"/>
                      </a:lnTo>
                      <a:lnTo>
                        <a:pt x="473151" y="27838"/>
                      </a:lnTo>
                      <a:lnTo>
                        <a:pt x="477202" y="34378"/>
                      </a:lnTo>
                      <a:lnTo>
                        <a:pt x="483247" y="38773"/>
                      </a:lnTo>
                      <a:lnTo>
                        <a:pt x="490728" y="40386"/>
                      </a:lnTo>
                      <a:lnTo>
                        <a:pt x="498640" y="38773"/>
                      </a:lnTo>
                      <a:lnTo>
                        <a:pt x="504913" y="34378"/>
                      </a:lnTo>
                      <a:lnTo>
                        <a:pt x="509041" y="27838"/>
                      </a:lnTo>
                      <a:lnTo>
                        <a:pt x="510540" y="19812"/>
                      </a:lnTo>
                      <a:close/>
                    </a:path>
                    <a:path w="628650" h="224789">
                      <a:moveTo>
                        <a:pt x="628650" y="204216"/>
                      </a:moveTo>
                      <a:lnTo>
                        <a:pt x="627049" y="196176"/>
                      </a:lnTo>
                      <a:lnTo>
                        <a:pt x="622744" y="189636"/>
                      </a:lnTo>
                      <a:lnTo>
                        <a:pt x="616432" y="185242"/>
                      </a:lnTo>
                      <a:lnTo>
                        <a:pt x="608838" y="183642"/>
                      </a:lnTo>
                      <a:lnTo>
                        <a:pt x="601230" y="185242"/>
                      </a:lnTo>
                      <a:lnTo>
                        <a:pt x="594931" y="189636"/>
                      </a:lnTo>
                      <a:lnTo>
                        <a:pt x="590613" y="196176"/>
                      </a:lnTo>
                      <a:lnTo>
                        <a:pt x="589026" y="204216"/>
                      </a:lnTo>
                      <a:lnTo>
                        <a:pt x="590613" y="212242"/>
                      </a:lnTo>
                      <a:lnTo>
                        <a:pt x="594931" y="218782"/>
                      </a:lnTo>
                      <a:lnTo>
                        <a:pt x="601230" y="223177"/>
                      </a:lnTo>
                      <a:lnTo>
                        <a:pt x="608838" y="224790"/>
                      </a:lnTo>
                      <a:lnTo>
                        <a:pt x="616432" y="223177"/>
                      </a:lnTo>
                      <a:lnTo>
                        <a:pt x="622744" y="218782"/>
                      </a:lnTo>
                      <a:lnTo>
                        <a:pt x="627049" y="212242"/>
                      </a:lnTo>
                      <a:lnTo>
                        <a:pt x="628650" y="204216"/>
                      </a:lnTo>
                      <a:close/>
                    </a:path>
                    <a:path w="628650" h="224789">
                      <a:moveTo>
                        <a:pt x="628650" y="19812"/>
                      </a:moveTo>
                      <a:lnTo>
                        <a:pt x="627049" y="12204"/>
                      </a:lnTo>
                      <a:lnTo>
                        <a:pt x="622744" y="5905"/>
                      </a:lnTo>
                      <a:lnTo>
                        <a:pt x="616432" y="1587"/>
                      </a:lnTo>
                      <a:lnTo>
                        <a:pt x="608838" y="0"/>
                      </a:lnTo>
                      <a:lnTo>
                        <a:pt x="601230" y="1587"/>
                      </a:lnTo>
                      <a:lnTo>
                        <a:pt x="594931" y="5905"/>
                      </a:lnTo>
                      <a:lnTo>
                        <a:pt x="590613" y="12204"/>
                      </a:lnTo>
                      <a:lnTo>
                        <a:pt x="589026" y="19812"/>
                      </a:lnTo>
                      <a:lnTo>
                        <a:pt x="590613" y="27838"/>
                      </a:lnTo>
                      <a:lnTo>
                        <a:pt x="594931" y="34378"/>
                      </a:lnTo>
                      <a:lnTo>
                        <a:pt x="601230" y="38773"/>
                      </a:lnTo>
                      <a:lnTo>
                        <a:pt x="608838" y="40386"/>
                      </a:lnTo>
                      <a:lnTo>
                        <a:pt x="616432" y="38773"/>
                      </a:lnTo>
                      <a:lnTo>
                        <a:pt x="622744" y="34378"/>
                      </a:lnTo>
                      <a:lnTo>
                        <a:pt x="627049" y="27838"/>
                      </a:lnTo>
                      <a:lnTo>
                        <a:pt x="628650" y="19812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object 934">
                  <a:extLst>
                    <a:ext uri="{FF2B5EF4-FFF2-40B4-BE49-F238E27FC236}">
                      <a16:creationId xmlns:a16="http://schemas.microsoft.com/office/drawing/2014/main" id="{9F772508-4835-4DAA-81A3-A4DF0B69DF0E}"/>
                    </a:ext>
                  </a:extLst>
                </p:cNvPr>
                <p:cNvSpPr/>
                <p:nvPr/>
              </p:nvSpPr>
              <p:spPr>
                <a:xfrm>
                  <a:off x="6803771" y="5356859"/>
                  <a:ext cx="6286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>
                      <a:moveTo>
                        <a:pt x="0" y="0"/>
                      </a:moveTo>
                      <a:lnTo>
                        <a:pt x="156984" y="0"/>
                      </a:lnTo>
                    </a:path>
                    <a:path w="628650">
                      <a:moveTo>
                        <a:pt x="235470" y="0"/>
                      </a:moveTo>
                      <a:lnTo>
                        <a:pt x="393192" y="0"/>
                      </a:lnTo>
                    </a:path>
                    <a:path w="628650">
                      <a:moveTo>
                        <a:pt x="471677" y="0"/>
                      </a:moveTo>
                      <a:lnTo>
                        <a:pt x="628650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object 935">
                  <a:extLst>
                    <a:ext uri="{FF2B5EF4-FFF2-40B4-BE49-F238E27FC236}">
                      <a16:creationId xmlns:a16="http://schemas.microsoft.com/office/drawing/2014/main" id="{86E44D57-503B-4128-A609-ADD9DD81A128}"/>
                    </a:ext>
                  </a:extLst>
                </p:cNvPr>
                <p:cNvSpPr/>
                <p:nvPr/>
              </p:nvSpPr>
              <p:spPr>
                <a:xfrm>
                  <a:off x="6803771" y="5238000"/>
                  <a:ext cx="628650" cy="22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226060">
                      <a:moveTo>
                        <a:pt x="39624" y="204978"/>
                      </a:moveTo>
                      <a:lnTo>
                        <a:pt x="38023" y="196938"/>
                      </a:lnTo>
                      <a:lnTo>
                        <a:pt x="33718" y="190398"/>
                      </a:lnTo>
                      <a:lnTo>
                        <a:pt x="27406" y="186004"/>
                      </a:lnTo>
                      <a:lnTo>
                        <a:pt x="19812" y="184404"/>
                      </a:lnTo>
                      <a:lnTo>
                        <a:pt x="12204" y="186004"/>
                      </a:lnTo>
                      <a:lnTo>
                        <a:pt x="5905" y="190398"/>
                      </a:lnTo>
                      <a:lnTo>
                        <a:pt x="1587" y="196938"/>
                      </a:lnTo>
                      <a:lnTo>
                        <a:pt x="0" y="204978"/>
                      </a:lnTo>
                      <a:lnTo>
                        <a:pt x="1587" y="213004"/>
                      </a:lnTo>
                      <a:lnTo>
                        <a:pt x="5905" y="219544"/>
                      </a:lnTo>
                      <a:lnTo>
                        <a:pt x="12204" y="223939"/>
                      </a:lnTo>
                      <a:lnTo>
                        <a:pt x="19812" y="225552"/>
                      </a:lnTo>
                      <a:lnTo>
                        <a:pt x="27406" y="223939"/>
                      </a:lnTo>
                      <a:lnTo>
                        <a:pt x="33718" y="219544"/>
                      </a:lnTo>
                      <a:lnTo>
                        <a:pt x="38023" y="213004"/>
                      </a:lnTo>
                      <a:lnTo>
                        <a:pt x="39624" y="204978"/>
                      </a:lnTo>
                      <a:close/>
                    </a:path>
                    <a:path w="628650" h="226060">
                      <a:moveTo>
                        <a:pt x="39624" y="20574"/>
                      </a:moveTo>
                      <a:lnTo>
                        <a:pt x="38023" y="12534"/>
                      </a:lnTo>
                      <a:lnTo>
                        <a:pt x="33718" y="5994"/>
                      </a:lnTo>
                      <a:lnTo>
                        <a:pt x="27406" y="1600"/>
                      </a:lnTo>
                      <a:lnTo>
                        <a:pt x="19812" y="0"/>
                      </a:lnTo>
                      <a:lnTo>
                        <a:pt x="12204" y="1600"/>
                      </a:lnTo>
                      <a:lnTo>
                        <a:pt x="5905" y="5994"/>
                      </a:lnTo>
                      <a:lnTo>
                        <a:pt x="1587" y="12534"/>
                      </a:lnTo>
                      <a:lnTo>
                        <a:pt x="0" y="20574"/>
                      </a:lnTo>
                      <a:lnTo>
                        <a:pt x="1587" y="28600"/>
                      </a:lnTo>
                      <a:lnTo>
                        <a:pt x="5905" y="35140"/>
                      </a:lnTo>
                      <a:lnTo>
                        <a:pt x="12204" y="39535"/>
                      </a:lnTo>
                      <a:lnTo>
                        <a:pt x="19812" y="41148"/>
                      </a:lnTo>
                      <a:lnTo>
                        <a:pt x="27406" y="39535"/>
                      </a:lnTo>
                      <a:lnTo>
                        <a:pt x="33718" y="35140"/>
                      </a:lnTo>
                      <a:lnTo>
                        <a:pt x="38023" y="28600"/>
                      </a:lnTo>
                      <a:lnTo>
                        <a:pt x="39624" y="20574"/>
                      </a:lnTo>
                      <a:close/>
                    </a:path>
                    <a:path w="628650" h="226060">
                      <a:moveTo>
                        <a:pt x="156984" y="204978"/>
                      </a:moveTo>
                      <a:lnTo>
                        <a:pt x="155498" y="196938"/>
                      </a:lnTo>
                      <a:lnTo>
                        <a:pt x="151460" y="190398"/>
                      </a:lnTo>
                      <a:lnTo>
                        <a:pt x="145402" y="186004"/>
                      </a:lnTo>
                      <a:lnTo>
                        <a:pt x="137934" y="184404"/>
                      </a:lnTo>
                      <a:lnTo>
                        <a:pt x="130009" y="186004"/>
                      </a:lnTo>
                      <a:lnTo>
                        <a:pt x="123736" y="190398"/>
                      </a:lnTo>
                      <a:lnTo>
                        <a:pt x="119608" y="196938"/>
                      </a:lnTo>
                      <a:lnTo>
                        <a:pt x="118122" y="204978"/>
                      </a:lnTo>
                      <a:lnTo>
                        <a:pt x="119608" y="213004"/>
                      </a:lnTo>
                      <a:lnTo>
                        <a:pt x="123736" y="219544"/>
                      </a:lnTo>
                      <a:lnTo>
                        <a:pt x="130009" y="223939"/>
                      </a:lnTo>
                      <a:lnTo>
                        <a:pt x="137934" y="225552"/>
                      </a:lnTo>
                      <a:lnTo>
                        <a:pt x="145402" y="223939"/>
                      </a:lnTo>
                      <a:lnTo>
                        <a:pt x="151460" y="219544"/>
                      </a:lnTo>
                      <a:lnTo>
                        <a:pt x="155498" y="213004"/>
                      </a:lnTo>
                      <a:lnTo>
                        <a:pt x="156984" y="204978"/>
                      </a:lnTo>
                      <a:close/>
                    </a:path>
                    <a:path w="628650" h="226060">
                      <a:moveTo>
                        <a:pt x="156984" y="20574"/>
                      </a:moveTo>
                      <a:lnTo>
                        <a:pt x="155498" y="12534"/>
                      </a:lnTo>
                      <a:lnTo>
                        <a:pt x="151460" y="5994"/>
                      </a:lnTo>
                      <a:lnTo>
                        <a:pt x="145402" y="1600"/>
                      </a:lnTo>
                      <a:lnTo>
                        <a:pt x="137934" y="0"/>
                      </a:lnTo>
                      <a:lnTo>
                        <a:pt x="130009" y="1600"/>
                      </a:lnTo>
                      <a:lnTo>
                        <a:pt x="123736" y="5994"/>
                      </a:lnTo>
                      <a:lnTo>
                        <a:pt x="119608" y="12534"/>
                      </a:lnTo>
                      <a:lnTo>
                        <a:pt x="118122" y="20574"/>
                      </a:lnTo>
                      <a:lnTo>
                        <a:pt x="119608" y="28600"/>
                      </a:lnTo>
                      <a:lnTo>
                        <a:pt x="123736" y="35140"/>
                      </a:lnTo>
                      <a:lnTo>
                        <a:pt x="130009" y="39535"/>
                      </a:lnTo>
                      <a:lnTo>
                        <a:pt x="137934" y="41148"/>
                      </a:lnTo>
                      <a:lnTo>
                        <a:pt x="145402" y="39535"/>
                      </a:lnTo>
                      <a:lnTo>
                        <a:pt x="151460" y="35140"/>
                      </a:lnTo>
                      <a:lnTo>
                        <a:pt x="155498" y="28600"/>
                      </a:lnTo>
                      <a:lnTo>
                        <a:pt x="156984" y="20574"/>
                      </a:lnTo>
                      <a:close/>
                    </a:path>
                    <a:path w="628650" h="226060">
                      <a:moveTo>
                        <a:pt x="275094" y="204978"/>
                      </a:moveTo>
                      <a:lnTo>
                        <a:pt x="273494" y="196938"/>
                      </a:lnTo>
                      <a:lnTo>
                        <a:pt x="269189" y="190398"/>
                      </a:lnTo>
                      <a:lnTo>
                        <a:pt x="262877" y="186004"/>
                      </a:lnTo>
                      <a:lnTo>
                        <a:pt x="255282" y="184404"/>
                      </a:lnTo>
                      <a:lnTo>
                        <a:pt x="247675" y="186004"/>
                      </a:lnTo>
                      <a:lnTo>
                        <a:pt x="241376" y="190398"/>
                      </a:lnTo>
                      <a:lnTo>
                        <a:pt x="237058" y="196938"/>
                      </a:lnTo>
                      <a:lnTo>
                        <a:pt x="235470" y="204978"/>
                      </a:lnTo>
                      <a:lnTo>
                        <a:pt x="237058" y="213004"/>
                      </a:lnTo>
                      <a:lnTo>
                        <a:pt x="241376" y="219544"/>
                      </a:lnTo>
                      <a:lnTo>
                        <a:pt x="247675" y="223939"/>
                      </a:lnTo>
                      <a:lnTo>
                        <a:pt x="255282" y="225552"/>
                      </a:lnTo>
                      <a:lnTo>
                        <a:pt x="262877" y="223939"/>
                      </a:lnTo>
                      <a:lnTo>
                        <a:pt x="269189" y="219544"/>
                      </a:lnTo>
                      <a:lnTo>
                        <a:pt x="273494" y="213004"/>
                      </a:lnTo>
                      <a:lnTo>
                        <a:pt x="275094" y="204978"/>
                      </a:lnTo>
                      <a:close/>
                    </a:path>
                    <a:path w="628650" h="226060">
                      <a:moveTo>
                        <a:pt x="275094" y="20574"/>
                      </a:moveTo>
                      <a:lnTo>
                        <a:pt x="273494" y="12534"/>
                      </a:lnTo>
                      <a:lnTo>
                        <a:pt x="269189" y="5994"/>
                      </a:lnTo>
                      <a:lnTo>
                        <a:pt x="262877" y="1600"/>
                      </a:lnTo>
                      <a:lnTo>
                        <a:pt x="255282" y="0"/>
                      </a:lnTo>
                      <a:lnTo>
                        <a:pt x="247675" y="1600"/>
                      </a:lnTo>
                      <a:lnTo>
                        <a:pt x="241376" y="5994"/>
                      </a:lnTo>
                      <a:lnTo>
                        <a:pt x="237058" y="12534"/>
                      </a:lnTo>
                      <a:lnTo>
                        <a:pt x="235470" y="20574"/>
                      </a:lnTo>
                      <a:lnTo>
                        <a:pt x="237058" y="28600"/>
                      </a:lnTo>
                      <a:lnTo>
                        <a:pt x="241376" y="35140"/>
                      </a:lnTo>
                      <a:lnTo>
                        <a:pt x="247675" y="39535"/>
                      </a:lnTo>
                      <a:lnTo>
                        <a:pt x="255282" y="41148"/>
                      </a:lnTo>
                      <a:lnTo>
                        <a:pt x="262877" y="39535"/>
                      </a:lnTo>
                      <a:lnTo>
                        <a:pt x="269189" y="35140"/>
                      </a:lnTo>
                      <a:lnTo>
                        <a:pt x="273494" y="28600"/>
                      </a:lnTo>
                      <a:lnTo>
                        <a:pt x="275094" y="20574"/>
                      </a:lnTo>
                      <a:close/>
                    </a:path>
                    <a:path w="628650" h="226060">
                      <a:moveTo>
                        <a:pt x="393192" y="204978"/>
                      </a:moveTo>
                      <a:lnTo>
                        <a:pt x="391591" y="196938"/>
                      </a:lnTo>
                      <a:lnTo>
                        <a:pt x="387286" y="190398"/>
                      </a:lnTo>
                      <a:lnTo>
                        <a:pt x="380974" y="186004"/>
                      </a:lnTo>
                      <a:lnTo>
                        <a:pt x="373380" y="184404"/>
                      </a:lnTo>
                      <a:lnTo>
                        <a:pt x="365772" y="186004"/>
                      </a:lnTo>
                      <a:lnTo>
                        <a:pt x="359473" y="190398"/>
                      </a:lnTo>
                      <a:lnTo>
                        <a:pt x="355155" y="196938"/>
                      </a:lnTo>
                      <a:lnTo>
                        <a:pt x="353568" y="204978"/>
                      </a:lnTo>
                      <a:lnTo>
                        <a:pt x="355155" y="213004"/>
                      </a:lnTo>
                      <a:lnTo>
                        <a:pt x="359473" y="219544"/>
                      </a:lnTo>
                      <a:lnTo>
                        <a:pt x="365772" y="223939"/>
                      </a:lnTo>
                      <a:lnTo>
                        <a:pt x="373380" y="225552"/>
                      </a:lnTo>
                      <a:lnTo>
                        <a:pt x="380974" y="223939"/>
                      </a:lnTo>
                      <a:lnTo>
                        <a:pt x="387286" y="219544"/>
                      </a:lnTo>
                      <a:lnTo>
                        <a:pt x="391591" y="213004"/>
                      </a:lnTo>
                      <a:lnTo>
                        <a:pt x="393192" y="204978"/>
                      </a:lnTo>
                      <a:close/>
                    </a:path>
                    <a:path w="628650" h="226060">
                      <a:moveTo>
                        <a:pt x="393192" y="20574"/>
                      </a:moveTo>
                      <a:lnTo>
                        <a:pt x="391591" y="12534"/>
                      </a:lnTo>
                      <a:lnTo>
                        <a:pt x="387286" y="5994"/>
                      </a:lnTo>
                      <a:lnTo>
                        <a:pt x="380974" y="1600"/>
                      </a:lnTo>
                      <a:lnTo>
                        <a:pt x="373380" y="0"/>
                      </a:lnTo>
                      <a:lnTo>
                        <a:pt x="365772" y="1600"/>
                      </a:lnTo>
                      <a:lnTo>
                        <a:pt x="359473" y="5994"/>
                      </a:lnTo>
                      <a:lnTo>
                        <a:pt x="355155" y="12534"/>
                      </a:lnTo>
                      <a:lnTo>
                        <a:pt x="353568" y="20574"/>
                      </a:lnTo>
                      <a:lnTo>
                        <a:pt x="355155" y="28600"/>
                      </a:lnTo>
                      <a:lnTo>
                        <a:pt x="359473" y="35140"/>
                      </a:lnTo>
                      <a:lnTo>
                        <a:pt x="365772" y="39535"/>
                      </a:lnTo>
                      <a:lnTo>
                        <a:pt x="373380" y="41148"/>
                      </a:lnTo>
                      <a:lnTo>
                        <a:pt x="380974" y="39535"/>
                      </a:lnTo>
                      <a:lnTo>
                        <a:pt x="387286" y="35140"/>
                      </a:lnTo>
                      <a:lnTo>
                        <a:pt x="391591" y="28600"/>
                      </a:lnTo>
                      <a:lnTo>
                        <a:pt x="393192" y="20574"/>
                      </a:lnTo>
                      <a:close/>
                    </a:path>
                    <a:path w="628650" h="226060">
                      <a:moveTo>
                        <a:pt x="510540" y="204978"/>
                      </a:moveTo>
                      <a:lnTo>
                        <a:pt x="509041" y="196938"/>
                      </a:lnTo>
                      <a:lnTo>
                        <a:pt x="504913" y="190398"/>
                      </a:lnTo>
                      <a:lnTo>
                        <a:pt x="498640" y="186004"/>
                      </a:lnTo>
                      <a:lnTo>
                        <a:pt x="490728" y="184404"/>
                      </a:lnTo>
                      <a:lnTo>
                        <a:pt x="483247" y="186004"/>
                      </a:lnTo>
                      <a:lnTo>
                        <a:pt x="477202" y="190398"/>
                      </a:lnTo>
                      <a:lnTo>
                        <a:pt x="473151" y="196938"/>
                      </a:lnTo>
                      <a:lnTo>
                        <a:pt x="471678" y="204978"/>
                      </a:lnTo>
                      <a:lnTo>
                        <a:pt x="473151" y="213004"/>
                      </a:lnTo>
                      <a:lnTo>
                        <a:pt x="477202" y="219544"/>
                      </a:lnTo>
                      <a:lnTo>
                        <a:pt x="483247" y="223939"/>
                      </a:lnTo>
                      <a:lnTo>
                        <a:pt x="490728" y="225552"/>
                      </a:lnTo>
                      <a:lnTo>
                        <a:pt x="498640" y="223939"/>
                      </a:lnTo>
                      <a:lnTo>
                        <a:pt x="504913" y="219544"/>
                      </a:lnTo>
                      <a:lnTo>
                        <a:pt x="509041" y="213004"/>
                      </a:lnTo>
                      <a:lnTo>
                        <a:pt x="510540" y="204978"/>
                      </a:lnTo>
                      <a:close/>
                    </a:path>
                    <a:path w="628650" h="226060">
                      <a:moveTo>
                        <a:pt x="510540" y="20574"/>
                      </a:moveTo>
                      <a:lnTo>
                        <a:pt x="509041" y="12534"/>
                      </a:lnTo>
                      <a:lnTo>
                        <a:pt x="504913" y="5994"/>
                      </a:lnTo>
                      <a:lnTo>
                        <a:pt x="498640" y="1600"/>
                      </a:lnTo>
                      <a:lnTo>
                        <a:pt x="490728" y="0"/>
                      </a:lnTo>
                      <a:lnTo>
                        <a:pt x="483247" y="1600"/>
                      </a:lnTo>
                      <a:lnTo>
                        <a:pt x="477202" y="5994"/>
                      </a:lnTo>
                      <a:lnTo>
                        <a:pt x="473151" y="12534"/>
                      </a:lnTo>
                      <a:lnTo>
                        <a:pt x="471678" y="20574"/>
                      </a:lnTo>
                      <a:lnTo>
                        <a:pt x="473151" y="28600"/>
                      </a:lnTo>
                      <a:lnTo>
                        <a:pt x="477202" y="35140"/>
                      </a:lnTo>
                      <a:lnTo>
                        <a:pt x="483247" y="39535"/>
                      </a:lnTo>
                      <a:lnTo>
                        <a:pt x="490728" y="41148"/>
                      </a:lnTo>
                      <a:lnTo>
                        <a:pt x="498640" y="39535"/>
                      </a:lnTo>
                      <a:lnTo>
                        <a:pt x="504913" y="35140"/>
                      </a:lnTo>
                      <a:lnTo>
                        <a:pt x="509041" y="28600"/>
                      </a:lnTo>
                      <a:lnTo>
                        <a:pt x="510540" y="20574"/>
                      </a:lnTo>
                      <a:close/>
                    </a:path>
                    <a:path w="628650" h="226060">
                      <a:moveTo>
                        <a:pt x="628650" y="204978"/>
                      </a:moveTo>
                      <a:lnTo>
                        <a:pt x="627049" y="196938"/>
                      </a:lnTo>
                      <a:lnTo>
                        <a:pt x="622744" y="190398"/>
                      </a:lnTo>
                      <a:lnTo>
                        <a:pt x="616432" y="186004"/>
                      </a:lnTo>
                      <a:lnTo>
                        <a:pt x="608838" y="184404"/>
                      </a:lnTo>
                      <a:lnTo>
                        <a:pt x="601230" y="186004"/>
                      </a:lnTo>
                      <a:lnTo>
                        <a:pt x="594931" y="190398"/>
                      </a:lnTo>
                      <a:lnTo>
                        <a:pt x="590613" y="196938"/>
                      </a:lnTo>
                      <a:lnTo>
                        <a:pt x="589026" y="204978"/>
                      </a:lnTo>
                      <a:lnTo>
                        <a:pt x="590613" y="213004"/>
                      </a:lnTo>
                      <a:lnTo>
                        <a:pt x="594931" y="219544"/>
                      </a:lnTo>
                      <a:lnTo>
                        <a:pt x="601230" y="223939"/>
                      </a:lnTo>
                      <a:lnTo>
                        <a:pt x="608838" y="225552"/>
                      </a:lnTo>
                      <a:lnTo>
                        <a:pt x="616432" y="223939"/>
                      </a:lnTo>
                      <a:lnTo>
                        <a:pt x="622744" y="219544"/>
                      </a:lnTo>
                      <a:lnTo>
                        <a:pt x="627049" y="213004"/>
                      </a:lnTo>
                      <a:lnTo>
                        <a:pt x="628650" y="204978"/>
                      </a:lnTo>
                      <a:close/>
                    </a:path>
                    <a:path w="628650" h="226060">
                      <a:moveTo>
                        <a:pt x="628650" y="20574"/>
                      </a:moveTo>
                      <a:lnTo>
                        <a:pt x="627049" y="12534"/>
                      </a:lnTo>
                      <a:lnTo>
                        <a:pt x="622744" y="5994"/>
                      </a:lnTo>
                      <a:lnTo>
                        <a:pt x="616432" y="1600"/>
                      </a:lnTo>
                      <a:lnTo>
                        <a:pt x="608838" y="0"/>
                      </a:lnTo>
                      <a:lnTo>
                        <a:pt x="601230" y="1600"/>
                      </a:lnTo>
                      <a:lnTo>
                        <a:pt x="594931" y="5994"/>
                      </a:lnTo>
                      <a:lnTo>
                        <a:pt x="590613" y="12534"/>
                      </a:lnTo>
                      <a:lnTo>
                        <a:pt x="589026" y="20574"/>
                      </a:lnTo>
                      <a:lnTo>
                        <a:pt x="590613" y="28600"/>
                      </a:lnTo>
                      <a:lnTo>
                        <a:pt x="594931" y="35140"/>
                      </a:lnTo>
                      <a:lnTo>
                        <a:pt x="601230" y="39535"/>
                      </a:lnTo>
                      <a:lnTo>
                        <a:pt x="608838" y="41148"/>
                      </a:lnTo>
                      <a:lnTo>
                        <a:pt x="616432" y="39535"/>
                      </a:lnTo>
                      <a:lnTo>
                        <a:pt x="622744" y="35140"/>
                      </a:lnTo>
                      <a:lnTo>
                        <a:pt x="627049" y="28600"/>
                      </a:lnTo>
                      <a:lnTo>
                        <a:pt x="628650" y="2057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object 936">
                  <a:extLst>
                    <a:ext uri="{FF2B5EF4-FFF2-40B4-BE49-F238E27FC236}">
                      <a16:creationId xmlns:a16="http://schemas.microsoft.com/office/drawing/2014/main" id="{6A681E8B-50DE-4331-AB8B-359887FE332D}"/>
                    </a:ext>
                  </a:extLst>
                </p:cNvPr>
                <p:cNvSpPr/>
                <p:nvPr/>
              </p:nvSpPr>
              <p:spPr>
                <a:xfrm>
                  <a:off x="6803771" y="5725667"/>
                  <a:ext cx="6286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>
                      <a:moveTo>
                        <a:pt x="0" y="0"/>
                      </a:moveTo>
                      <a:lnTo>
                        <a:pt x="156984" y="0"/>
                      </a:lnTo>
                    </a:path>
                    <a:path w="628650">
                      <a:moveTo>
                        <a:pt x="235470" y="0"/>
                      </a:moveTo>
                      <a:lnTo>
                        <a:pt x="393192" y="0"/>
                      </a:lnTo>
                    </a:path>
                    <a:path w="628650">
                      <a:moveTo>
                        <a:pt x="471677" y="0"/>
                      </a:moveTo>
                      <a:lnTo>
                        <a:pt x="628650" y="0"/>
                      </a:lnTo>
                    </a:path>
                  </a:pathLst>
                </a:custGeom>
                <a:ln w="3708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object 937">
                  <a:extLst>
                    <a:ext uri="{FF2B5EF4-FFF2-40B4-BE49-F238E27FC236}">
                      <a16:creationId xmlns:a16="http://schemas.microsoft.com/office/drawing/2014/main" id="{87E8546E-61B3-46E9-8237-68533B673D3B}"/>
                    </a:ext>
                  </a:extLst>
                </p:cNvPr>
                <p:cNvSpPr/>
                <p:nvPr/>
              </p:nvSpPr>
              <p:spPr>
                <a:xfrm>
                  <a:off x="6803771" y="5606808"/>
                  <a:ext cx="628650" cy="226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226060">
                      <a:moveTo>
                        <a:pt x="39624" y="204978"/>
                      </a:moveTo>
                      <a:lnTo>
                        <a:pt x="38023" y="196938"/>
                      </a:lnTo>
                      <a:lnTo>
                        <a:pt x="33718" y="190398"/>
                      </a:lnTo>
                      <a:lnTo>
                        <a:pt x="27406" y="186004"/>
                      </a:lnTo>
                      <a:lnTo>
                        <a:pt x="19812" y="184404"/>
                      </a:lnTo>
                      <a:lnTo>
                        <a:pt x="12204" y="186004"/>
                      </a:lnTo>
                      <a:lnTo>
                        <a:pt x="5905" y="190398"/>
                      </a:lnTo>
                      <a:lnTo>
                        <a:pt x="1587" y="196938"/>
                      </a:lnTo>
                      <a:lnTo>
                        <a:pt x="0" y="204978"/>
                      </a:lnTo>
                      <a:lnTo>
                        <a:pt x="1587" y="213004"/>
                      </a:lnTo>
                      <a:lnTo>
                        <a:pt x="5905" y="219544"/>
                      </a:lnTo>
                      <a:lnTo>
                        <a:pt x="12204" y="223939"/>
                      </a:lnTo>
                      <a:lnTo>
                        <a:pt x="19812" y="225552"/>
                      </a:lnTo>
                      <a:lnTo>
                        <a:pt x="27406" y="223939"/>
                      </a:lnTo>
                      <a:lnTo>
                        <a:pt x="33718" y="219544"/>
                      </a:lnTo>
                      <a:lnTo>
                        <a:pt x="38023" y="213004"/>
                      </a:lnTo>
                      <a:lnTo>
                        <a:pt x="39624" y="204978"/>
                      </a:lnTo>
                      <a:close/>
                    </a:path>
                    <a:path w="628650" h="226060">
                      <a:moveTo>
                        <a:pt x="39624" y="20574"/>
                      </a:moveTo>
                      <a:lnTo>
                        <a:pt x="38023" y="12534"/>
                      </a:lnTo>
                      <a:lnTo>
                        <a:pt x="33718" y="5994"/>
                      </a:lnTo>
                      <a:lnTo>
                        <a:pt x="27406" y="1600"/>
                      </a:lnTo>
                      <a:lnTo>
                        <a:pt x="19812" y="0"/>
                      </a:lnTo>
                      <a:lnTo>
                        <a:pt x="12204" y="1600"/>
                      </a:lnTo>
                      <a:lnTo>
                        <a:pt x="5905" y="5994"/>
                      </a:lnTo>
                      <a:lnTo>
                        <a:pt x="1587" y="12534"/>
                      </a:lnTo>
                      <a:lnTo>
                        <a:pt x="0" y="20574"/>
                      </a:lnTo>
                      <a:lnTo>
                        <a:pt x="1587" y="28600"/>
                      </a:lnTo>
                      <a:lnTo>
                        <a:pt x="5905" y="35140"/>
                      </a:lnTo>
                      <a:lnTo>
                        <a:pt x="12204" y="39535"/>
                      </a:lnTo>
                      <a:lnTo>
                        <a:pt x="19812" y="41148"/>
                      </a:lnTo>
                      <a:lnTo>
                        <a:pt x="27406" y="39535"/>
                      </a:lnTo>
                      <a:lnTo>
                        <a:pt x="33718" y="35140"/>
                      </a:lnTo>
                      <a:lnTo>
                        <a:pt x="38023" y="28600"/>
                      </a:lnTo>
                      <a:lnTo>
                        <a:pt x="39624" y="20574"/>
                      </a:lnTo>
                      <a:close/>
                    </a:path>
                    <a:path w="628650" h="226060">
                      <a:moveTo>
                        <a:pt x="156984" y="204978"/>
                      </a:moveTo>
                      <a:lnTo>
                        <a:pt x="155498" y="196938"/>
                      </a:lnTo>
                      <a:lnTo>
                        <a:pt x="151460" y="190398"/>
                      </a:lnTo>
                      <a:lnTo>
                        <a:pt x="145402" y="186004"/>
                      </a:lnTo>
                      <a:lnTo>
                        <a:pt x="137934" y="184404"/>
                      </a:lnTo>
                      <a:lnTo>
                        <a:pt x="130009" y="186004"/>
                      </a:lnTo>
                      <a:lnTo>
                        <a:pt x="123736" y="190398"/>
                      </a:lnTo>
                      <a:lnTo>
                        <a:pt x="119608" y="196938"/>
                      </a:lnTo>
                      <a:lnTo>
                        <a:pt x="118122" y="204978"/>
                      </a:lnTo>
                      <a:lnTo>
                        <a:pt x="119608" y="213004"/>
                      </a:lnTo>
                      <a:lnTo>
                        <a:pt x="123736" y="219544"/>
                      </a:lnTo>
                      <a:lnTo>
                        <a:pt x="130009" y="223939"/>
                      </a:lnTo>
                      <a:lnTo>
                        <a:pt x="137934" y="225552"/>
                      </a:lnTo>
                      <a:lnTo>
                        <a:pt x="145402" y="223939"/>
                      </a:lnTo>
                      <a:lnTo>
                        <a:pt x="151460" y="219544"/>
                      </a:lnTo>
                      <a:lnTo>
                        <a:pt x="155498" y="213004"/>
                      </a:lnTo>
                      <a:lnTo>
                        <a:pt x="156984" y="204978"/>
                      </a:lnTo>
                      <a:close/>
                    </a:path>
                    <a:path w="628650" h="226060">
                      <a:moveTo>
                        <a:pt x="156984" y="20574"/>
                      </a:moveTo>
                      <a:lnTo>
                        <a:pt x="155498" y="12534"/>
                      </a:lnTo>
                      <a:lnTo>
                        <a:pt x="151460" y="5994"/>
                      </a:lnTo>
                      <a:lnTo>
                        <a:pt x="145402" y="1600"/>
                      </a:lnTo>
                      <a:lnTo>
                        <a:pt x="137934" y="0"/>
                      </a:lnTo>
                      <a:lnTo>
                        <a:pt x="130009" y="1600"/>
                      </a:lnTo>
                      <a:lnTo>
                        <a:pt x="123736" y="5994"/>
                      </a:lnTo>
                      <a:lnTo>
                        <a:pt x="119608" y="12534"/>
                      </a:lnTo>
                      <a:lnTo>
                        <a:pt x="118122" y="20574"/>
                      </a:lnTo>
                      <a:lnTo>
                        <a:pt x="119608" y="28600"/>
                      </a:lnTo>
                      <a:lnTo>
                        <a:pt x="123736" y="35140"/>
                      </a:lnTo>
                      <a:lnTo>
                        <a:pt x="130009" y="39535"/>
                      </a:lnTo>
                      <a:lnTo>
                        <a:pt x="137934" y="41148"/>
                      </a:lnTo>
                      <a:lnTo>
                        <a:pt x="145402" y="39535"/>
                      </a:lnTo>
                      <a:lnTo>
                        <a:pt x="151460" y="35140"/>
                      </a:lnTo>
                      <a:lnTo>
                        <a:pt x="155498" y="28600"/>
                      </a:lnTo>
                      <a:lnTo>
                        <a:pt x="156984" y="20574"/>
                      </a:lnTo>
                      <a:close/>
                    </a:path>
                    <a:path w="628650" h="226060">
                      <a:moveTo>
                        <a:pt x="275094" y="204978"/>
                      </a:moveTo>
                      <a:lnTo>
                        <a:pt x="273494" y="196938"/>
                      </a:lnTo>
                      <a:lnTo>
                        <a:pt x="269189" y="190398"/>
                      </a:lnTo>
                      <a:lnTo>
                        <a:pt x="262877" y="186004"/>
                      </a:lnTo>
                      <a:lnTo>
                        <a:pt x="255282" y="184404"/>
                      </a:lnTo>
                      <a:lnTo>
                        <a:pt x="247675" y="186004"/>
                      </a:lnTo>
                      <a:lnTo>
                        <a:pt x="241376" y="190398"/>
                      </a:lnTo>
                      <a:lnTo>
                        <a:pt x="237058" y="196938"/>
                      </a:lnTo>
                      <a:lnTo>
                        <a:pt x="235470" y="204978"/>
                      </a:lnTo>
                      <a:lnTo>
                        <a:pt x="237058" y="213004"/>
                      </a:lnTo>
                      <a:lnTo>
                        <a:pt x="241376" y="219544"/>
                      </a:lnTo>
                      <a:lnTo>
                        <a:pt x="247675" y="223939"/>
                      </a:lnTo>
                      <a:lnTo>
                        <a:pt x="255282" y="225552"/>
                      </a:lnTo>
                      <a:lnTo>
                        <a:pt x="262877" y="223939"/>
                      </a:lnTo>
                      <a:lnTo>
                        <a:pt x="269189" y="219544"/>
                      </a:lnTo>
                      <a:lnTo>
                        <a:pt x="273494" y="213004"/>
                      </a:lnTo>
                      <a:lnTo>
                        <a:pt x="275094" y="204978"/>
                      </a:lnTo>
                      <a:close/>
                    </a:path>
                    <a:path w="628650" h="226060">
                      <a:moveTo>
                        <a:pt x="275094" y="20574"/>
                      </a:moveTo>
                      <a:lnTo>
                        <a:pt x="273494" y="12534"/>
                      </a:lnTo>
                      <a:lnTo>
                        <a:pt x="269189" y="5994"/>
                      </a:lnTo>
                      <a:lnTo>
                        <a:pt x="262877" y="1600"/>
                      </a:lnTo>
                      <a:lnTo>
                        <a:pt x="255282" y="0"/>
                      </a:lnTo>
                      <a:lnTo>
                        <a:pt x="247675" y="1600"/>
                      </a:lnTo>
                      <a:lnTo>
                        <a:pt x="241376" y="5994"/>
                      </a:lnTo>
                      <a:lnTo>
                        <a:pt x="237058" y="12534"/>
                      </a:lnTo>
                      <a:lnTo>
                        <a:pt x="235470" y="20574"/>
                      </a:lnTo>
                      <a:lnTo>
                        <a:pt x="237058" y="28600"/>
                      </a:lnTo>
                      <a:lnTo>
                        <a:pt x="241376" y="35140"/>
                      </a:lnTo>
                      <a:lnTo>
                        <a:pt x="247675" y="39535"/>
                      </a:lnTo>
                      <a:lnTo>
                        <a:pt x="255282" y="41148"/>
                      </a:lnTo>
                      <a:lnTo>
                        <a:pt x="262877" y="39535"/>
                      </a:lnTo>
                      <a:lnTo>
                        <a:pt x="269189" y="35140"/>
                      </a:lnTo>
                      <a:lnTo>
                        <a:pt x="273494" y="28600"/>
                      </a:lnTo>
                      <a:lnTo>
                        <a:pt x="275094" y="20574"/>
                      </a:lnTo>
                      <a:close/>
                    </a:path>
                    <a:path w="628650" h="226060">
                      <a:moveTo>
                        <a:pt x="393192" y="204978"/>
                      </a:moveTo>
                      <a:lnTo>
                        <a:pt x="391591" y="196938"/>
                      </a:lnTo>
                      <a:lnTo>
                        <a:pt x="387286" y="190398"/>
                      </a:lnTo>
                      <a:lnTo>
                        <a:pt x="380974" y="186004"/>
                      </a:lnTo>
                      <a:lnTo>
                        <a:pt x="373380" y="184404"/>
                      </a:lnTo>
                      <a:lnTo>
                        <a:pt x="365772" y="186004"/>
                      </a:lnTo>
                      <a:lnTo>
                        <a:pt x="359473" y="190398"/>
                      </a:lnTo>
                      <a:lnTo>
                        <a:pt x="355155" y="196938"/>
                      </a:lnTo>
                      <a:lnTo>
                        <a:pt x="353568" y="204978"/>
                      </a:lnTo>
                      <a:lnTo>
                        <a:pt x="355155" y="213004"/>
                      </a:lnTo>
                      <a:lnTo>
                        <a:pt x="359473" y="219544"/>
                      </a:lnTo>
                      <a:lnTo>
                        <a:pt x="365772" y="223939"/>
                      </a:lnTo>
                      <a:lnTo>
                        <a:pt x="373380" y="225552"/>
                      </a:lnTo>
                      <a:lnTo>
                        <a:pt x="380974" y="223939"/>
                      </a:lnTo>
                      <a:lnTo>
                        <a:pt x="387286" y="219544"/>
                      </a:lnTo>
                      <a:lnTo>
                        <a:pt x="391591" y="213004"/>
                      </a:lnTo>
                      <a:lnTo>
                        <a:pt x="393192" y="204978"/>
                      </a:lnTo>
                      <a:close/>
                    </a:path>
                    <a:path w="628650" h="226060">
                      <a:moveTo>
                        <a:pt x="393192" y="20574"/>
                      </a:moveTo>
                      <a:lnTo>
                        <a:pt x="391591" y="12534"/>
                      </a:lnTo>
                      <a:lnTo>
                        <a:pt x="387286" y="5994"/>
                      </a:lnTo>
                      <a:lnTo>
                        <a:pt x="380974" y="1600"/>
                      </a:lnTo>
                      <a:lnTo>
                        <a:pt x="373380" y="0"/>
                      </a:lnTo>
                      <a:lnTo>
                        <a:pt x="365772" y="1600"/>
                      </a:lnTo>
                      <a:lnTo>
                        <a:pt x="359473" y="5994"/>
                      </a:lnTo>
                      <a:lnTo>
                        <a:pt x="355155" y="12534"/>
                      </a:lnTo>
                      <a:lnTo>
                        <a:pt x="353568" y="20574"/>
                      </a:lnTo>
                      <a:lnTo>
                        <a:pt x="355155" y="28600"/>
                      </a:lnTo>
                      <a:lnTo>
                        <a:pt x="359473" y="35140"/>
                      </a:lnTo>
                      <a:lnTo>
                        <a:pt x="365772" y="39535"/>
                      </a:lnTo>
                      <a:lnTo>
                        <a:pt x="373380" y="41148"/>
                      </a:lnTo>
                      <a:lnTo>
                        <a:pt x="380974" y="39535"/>
                      </a:lnTo>
                      <a:lnTo>
                        <a:pt x="387286" y="35140"/>
                      </a:lnTo>
                      <a:lnTo>
                        <a:pt x="391591" y="28600"/>
                      </a:lnTo>
                      <a:lnTo>
                        <a:pt x="393192" y="20574"/>
                      </a:lnTo>
                      <a:close/>
                    </a:path>
                    <a:path w="628650" h="226060">
                      <a:moveTo>
                        <a:pt x="510540" y="204978"/>
                      </a:moveTo>
                      <a:lnTo>
                        <a:pt x="509041" y="196938"/>
                      </a:lnTo>
                      <a:lnTo>
                        <a:pt x="504913" y="190398"/>
                      </a:lnTo>
                      <a:lnTo>
                        <a:pt x="498640" y="186004"/>
                      </a:lnTo>
                      <a:lnTo>
                        <a:pt x="490728" y="184404"/>
                      </a:lnTo>
                      <a:lnTo>
                        <a:pt x="483247" y="186004"/>
                      </a:lnTo>
                      <a:lnTo>
                        <a:pt x="477202" y="190398"/>
                      </a:lnTo>
                      <a:lnTo>
                        <a:pt x="473151" y="196938"/>
                      </a:lnTo>
                      <a:lnTo>
                        <a:pt x="471678" y="204978"/>
                      </a:lnTo>
                      <a:lnTo>
                        <a:pt x="473151" y="213004"/>
                      </a:lnTo>
                      <a:lnTo>
                        <a:pt x="477202" y="219544"/>
                      </a:lnTo>
                      <a:lnTo>
                        <a:pt x="483247" y="223939"/>
                      </a:lnTo>
                      <a:lnTo>
                        <a:pt x="490728" y="225552"/>
                      </a:lnTo>
                      <a:lnTo>
                        <a:pt x="498640" y="223939"/>
                      </a:lnTo>
                      <a:lnTo>
                        <a:pt x="504913" y="219544"/>
                      </a:lnTo>
                      <a:lnTo>
                        <a:pt x="509041" y="213004"/>
                      </a:lnTo>
                      <a:lnTo>
                        <a:pt x="510540" y="204978"/>
                      </a:lnTo>
                      <a:close/>
                    </a:path>
                    <a:path w="628650" h="226060">
                      <a:moveTo>
                        <a:pt x="510540" y="20574"/>
                      </a:moveTo>
                      <a:lnTo>
                        <a:pt x="509041" y="12534"/>
                      </a:lnTo>
                      <a:lnTo>
                        <a:pt x="504913" y="5994"/>
                      </a:lnTo>
                      <a:lnTo>
                        <a:pt x="498640" y="1600"/>
                      </a:lnTo>
                      <a:lnTo>
                        <a:pt x="490728" y="0"/>
                      </a:lnTo>
                      <a:lnTo>
                        <a:pt x="483247" y="1600"/>
                      </a:lnTo>
                      <a:lnTo>
                        <a:pt x="477202" y="5994"/>
                      </a:lnTo>
                      <a:lnTo>
                        <a:pt x="473151" y="12534"/>
                      </a:lnTo>
                      <a:lnTo>
                        <a:pt x="471678" y="20574"/>
                      </a:lnTo>
                      <a:lnTo>
                        <a:pt x="473151" y="28600"/>
                      </a:lnTo>
                      <a:lnTo>
                        <a:pt x="477202" y="35140"/>
                      </a:lnTo>
                      <a:lnTo>
                        <a:pt x="483247" y="39535"/>
                      </a:lnTo>
                      <a:lnTo>
                        <a:pt x="490728" y="41148"/>
                      </a:lnTo>
                      <a:lnTo>
                        <a:pt x="498640" y="39535"/>
                      </a:lnTo>
                      <a:lnTo>
                        <a:pt x="504913" y="35140"/>
                      </a:lnTo>
                      <a:lnTo>
                        <a:pt x="509041" y="28600"/>
                      </a:lnTo>
                      <a:lnTo>
                        <a:pt x="510540" y="20574"/>
                      </a:lnTo>
                      <a:close/>
                    </a:path>
                    <a:path w="628650" h="226060">
                      <a:moveTo>
                        <a:pt x="628650" y="204978"/>
                      </a:moveTo>
                      <a:lnTo>
                        <a:pt x="627049" y="196938"/>
                      </a:lnTo>
                      <a:lnTo>
                        <a:pt x="622744" y="190398"/>
                      </a:lnTo>
                      <a:lnTo>
                        <a:pt x="616432" y="186004"/>
                      </a:lnTo>
                      <a:lnTo>
                        <a:pt x="608838" y="184404"/>
                      </a:lnTo>
                      <a:lnTo>
                        <a:pt x="601230" y="186004"/>
                      </a:lnTo>
                      <a:lnTo>
                        <a:pt x="594931" y="190398"/>
                      </a:lnTo>
                      <a:lnTo>
                        <a:pt x="590613" y="196938"/>
                      </a:lnTo>
                      <a:lnTo>
                        <a:pt x="589026" y="204978"/>
                      </a:lnTo>
                      <a:lnTo>
                        <a:pt x="590613" y="213004"/>
                      </a:lnTo>
                      <a:lnTo>
                        <a:pt x="594931" y="219544"/>
                      </a:lnTo>
                      <a:lnTo>
                        <a:pt x="601230" y="223939"/>
                      </a:lnTo>
                      <a:lnTo>
                        <a:pt x="608838" y="225552"/>
                      </a:lnTo>
                      <a:lnTo>
                        <a:pt x="616432" y="223939"/>
                      </a:lnTo>
                      <a:lnTo>
                        <a:pt x="622744" y="219544"/>
                      </a:lnTo>
                      <a:lnTo>
                        <a:pt x="627049" y="213004"/>
                      </a:lnTo>
                      <a:lnTo>
                        <a:pt x="628650" y="204978"/>
                      </a:lnTo>
                      <a:close/>
                    </a:path>
                    <a:path w="628650" h="226060">
                      <a:moveTo>
                        <a:pt x="628650" y="20574"/>
                      </a:moveTo>
                      <a:lnTo>
                        <a:pt x="627049" y="12534"/>
                      </a:lnTo>
                      <a:lnTo>
                        <a:pt x="622744" y="5994"/>
                      </a:lnTo>
                      <a:lnTo>
                        <a:pt x="616432" y="1600"/>
                      </a:lnTo>
                      <a:lnTo>
                        <a:pt x="608838" y="0"/>
                      </a:lnTo>
                      <a:lnTo>
                        <a:pt x="601230" y="1600"/>
                      </a:lnTo>
                      <a:lnTo>
                        <a:pt x="594931" y="5994"/>
                      </a:lnTo>
                      <a:lnTo>
                        <a:pt x="590613" y="12534"/>
                      </a:lnTo>
                      <a:lnTo>
                        <a:pt x="589026" y="20574"/>
                      </a:lnTo>
                      <a:lnTo>
                        <a:pt x="590613" y="28600"/>
                      </a:lnTo>
                      <a:lnTo>
                        <a:pt x="594931" y="35140"/>
                      </a:lnTo>
                      <a:lnTo>
                        <a:pt x="601230" y="39535"/>
                      </a:lnTo>
                      <a:lnTo>
                        <a:pt x="608838" y="41148"/>
                      </a:lnTo>
                      <a:lnTo>
                        <a:pt x="616432" y="39535"/>
                      </a:lnTo>
                      <a:lnTo>
                        <a:pt x="622744" y="35140"/>
                      </a:lnTo>
                      <a:lnTo>
                        <a:pt x="627049" y="28600"/>
                      </a:lnTo>
                      <a:lnTo>
                        <a:pt x="628650" y="20574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6" name="object 1015">
                <a:extLst>
                  <a:ext uri="{FF2B5EF4-FFF2-40B4-BE49-F238E27FC236}">
                    <a16:creationId xmlns:a16="http://schemas.microsoft.com/office/drawing/2014/main" id="{481B23F3-4414-48D9-8C49-F14DE4E4A752}"/>
                  </a:ext>
                </a:extLst>
              </p:cNvPr>
              <p:cNvGrpSpPr/>
              <p:nvPr/>
            </p:nvGrpSpPr>
            <p:grpSpPr>
              <a:xfrm>
                <a:off x="7364992" y="4095431"/>
                <a:ext cx="2465070" cy="413384"/>
                <a:chOff x="6867791" y="4812791"/>
                <a:chExt cx="2465070" cy="413384"/>
              </a:xfrm>
            </p:grpSpPr>
            <p:sp>
              <p:nvSpPr>
                <p:cNvPr id="21" name="object 1016">
                  <a:extLst>
                    <a:ext uri="{FF2B5EF4-FFF2-40B4-BE49-F238E27FC236}">
                      <a16:creationId xmlns:a16="http://schemas.microsoft.com/office/drawing/2014/main" id="{EEC8D1D0-5275-48AB-B77D-E7FAC828EFDA}"/>
                    </a:ext>
                  </a:extLst>
                </p:cNvPr>
                <p:cNvSpPr/>
                <p:nvPr/>
              </p:nvSpPr>
              <p:spPr>
                <a:xfrm>
                  <a:off x="6867791" y="4812791"/>
                  <a:ext cx="141731" cy="150113"/>
                </a:xfrm>
                <a:prstGeom prst="rect">
                  <a:avLst/>
                </a:prstGeom>
                <a:blipFill>
                  <a:blip r:embed="rId1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1017">
                  <a:extLst>
                    <a:ext uri="{FF2B5EF4-FFF2-40B4-BE49-F238E27FC236}">
                      <a16:creationId xmlns:a16="http://schemas.microsoft.com/office/drawing/2014/main" id="{A923B4CF-0715-40ED-BE5B-F5EBAE469BAE}"/>
                    </a:ext>
                  </a:extLst>
                </p:cNvPr>
                <p:cNvSpPr/>
                <p:nvPr/>
              </p:nvSpPr>
              <p:spPr>
                <a:xfrm>
                  <a:off x="7818005" y="4856225"/>
                  <a:ext cx="1515110" cy="369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109" h="369570">
                      <a:moveTo>
                        <a:pt x="1514855" y="369570"/>
                      </a:moveTo>
                      <a:lnTo>
                        <a:pt x="1514855" y="0"/>
                      </a:lnTo>
                      <a:lnTo>
                        <a:pt x="0" y="0"/>
                      </a:lnTo>
                      <a:lnTo>
                        <a:pt x="0" y="369570"/>
                      </a:lnTo>
                      <a:lnTo>
                        <a:pt x="1514855" y="3695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object 1018">
                    <a:extLst>
                      <a:ext uri="{FF2B5EF4-FFF2-40B4-BE49-F238E27FC236}">
                        <a16:creationId xmlns:a16="http://schemas.microsoft.com/office/drawing/2014/main" id="{8B94BF77-E150-4B43-BEDB-136DA873328F}"/>
                      </a:ext>
                    </a:extLst>
                  </p:cNvPr>
                  <p:cNvSpPr txBox="1"/>
                  <p:nvPr/>
                </p:nvSpPr>
                <p:spPr>
                  <a:xfrm>
                    <a:off x="8426699" y="4158932"/>
                    <a:ext cx="129159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800" i="1" spc="-125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1800" i="1" spc="-125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sz="1800" i="1" spc="-125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8.673,</m:t>
                          </m:r>
                          <m:r>
                            <a:rPr lang="zh-CN" altLang="en-US" sz="1800" i="1" spc="-32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</m:t>
                          </m:r>
                          <m:r>
                            <a:rPr lang="en-US" altLang="zh-CN" sz="1800" i="1" spc="-120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3.675)</m:t>
                          </m:r>
                        </m:oMath>
                      </m:oMathPara>
                    </a14:m>
                    <a:endParaRPr sz="18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7" name="object 1018">
                    <a:extLst>
                      <a:ext uri="{FF2B5EF4-FFF2-40B4-BE49-F238E27FC236}">
                        <a16:creationId xmlns:a16="http://schemas.microsoft.com/office/drawing/2014/main" id="{8B94BF77-E150-4B43-BEDB-136DA87332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6699" y="4158932"/>
                    <a:ext cx="1291590" cy="29972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547" r="-9906" b="-306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object 1020">
                <a:extLst>
                  <a:ext uri="{FF2B5EF4-FFF2-40B4-BE49-F238E27FC236}">
                    <a16:creationId xmlns:a16="http://schemas.microsoft.com/office/drawing/2014/main" id="{8E372059-5762-44AA-A2AD-98108931C09B}"/>
                  </a:ext>
                </a:extLst>
              </p:cNvPr>
              <p:cNvSpPr/>
              <p:nvPr/>
            </p:nvSpPr>
            <p:spPr>
              <a:xfrm>
                <a:off x="7464040" y="3645360"/>
                <a:ext cx="1546225" cy="424180"/>
              </a:xfrm>
              <a:custGeom>
                <a:avLst/>
                <a:gdLst/>
                <a:ahLst/>
                <a:cxnLst/>
                <a:rect l="l" t="t" r="r" b="b"/>
                <a:pathLst>
                  <a:path w="1546225" h="424179">
                    <a:moveTo>
                      <a:pt x="1490376" y="333770"/>
                    </a:moveTo>
                    <a:lnTo>
                      <a:pt x="1454658" y="307576"/>
                    </a:lnTo>
                    <a:lnTo>
                      <a:pt x="1402245" y="269443"/>
                    </a:lnTo>
                    <a:lnTo>
                      <a:pt x="1351673" y="233906"/>
                    </a:lnTo>
                    <a:lnTo>
                      <a:pt x="1302832" y="200948"/>
                    </a:lnTo>
                    <a:lnTo>
                      <a:pt x="1255611" y="170555"/>
                    </a:lnTo>
                    <a:lnTo>
                      <a:pt x="1209901" y="142710"/>
                    </a:lnTo>
                    <a:lnTo>
                      <a:pt x="1165591" y="117396"/>
                    </a:lnTo>
                    <a:lnTo>
                      <a:pt x="1122572" y="94599"/>
                    </a:lnTo>
                    <a:lnTo>
                      <a:pt x="1080734" y="74302"/>
                    </a:lnTo>
                    <a:lnTo>
                      <a:pt x="1039967" y="56488"/>
                    </a:lnTo>
                    <a:lnTo>
                      <a:pt x="1000161" y="41143"/>
                    </a:lnTo>
                    <a:lnTo>
                      <a:pt x="961205" y="28249"/>
                    </a:lnTo>
                    <a:lnTo>
                      <a:pt x="922991" y="17792"/>
                    </a:lnTo>
                    <a:lnTo>
                      <a:pt x="885408" y="9754"/>
                    </a:lnTo>
                    <a:lnTo>
                      <a:pt x="811695" y="874"/>
                    </a:lnTo>
                    <a:lnTo>
                      <a:pt x="775345" y="0"/>
                    </a:lnTo>
                    <a:lnTo>
                      <a:pt x="739187" y="1481"/>
                    </a:lnTo>
                    <a:lnTo>
                      <a:pt x="667005" y="11447"/>
                    </a:lnTo>
                    <a:lnTo>
                      <a:pt x="594269" y="30645"/>
                    </a:lnTo>
                    <a:lnTo>
                      <a:pt x="557418" y="43665"/>
                    </a:lnTo>
                    <a:lnTo>
                      <a:pt x="520100" y="58945"/>
                    </a:lnTo>
                    <a:lnTo>
                      <a:pt x="482202" y="76469"/>
                    </a:lnTo>
                    <a:lnTo>
                      <a:pt x="443617" y="96220"/>
                    </a:lnTo>
                    <a:lnTo>
                      <a:pt x="404234" y="118183"/>
                    </a:lnTo>
                    <a:lnTo>
                      <a:pt x="363943" y="142342"/>
                    </a:lnTo>
                    <a:lnTo>
                      <a:pt x="322633" y="168680"/>
                    </a:lnTo>
                    <a:lnTo>
                      <a:pt x="280196" y="197182"/>
                    </a:lnTo>
                    <a:lnTo>
                      <a:pt x="236521" y="227831"/>
                    </a:lnTo>
                    <a:lnTo>
                      <a:pt x="191498" y="260612"/>
                    </a:lnTo>
                    <a:lnTo>
                      <a:pt x="145018" y="295509"/>
                    </a:lnTo>
                    <a:lnTo>
                      <a:pt x="96969" y="332505"/>
                    </a:lnTo>
                    <a:lnTo>
                      <a:pt x="0" y="408922"/>
                    </a:lnTo>
                    <a:lnTo>
                      <a:pt x="11430" y="424162"/>
                    </a:lnTo>
                    <a:lnTo>
                      <a:pt x="59436" y="386062"/>
                    </a:lnTo>
                    <a:lnTo>
                      <a:pt x="106680" y="349317"/>
                    </a:lnTo>
                    <a:lnTo>
                      <a:pt x="106680" y="348724"/>
                    </a:lnTo>
                    <a:lnTo>
                      <a:pt x="154686" y="312148"/>
                    </a:lnTo>
                    <a:lnTo>
                      <a:pt x="178308" y="293860"/>
                    </a:lnTo>
                    <a:lnTo>
                      <a:pt x="201930" y="276882"/>
                    </a:lnTo>
                    <a:lnTo>
                      <a:pt x="201930" y="276334"/>
                    </a:lnTo>
                    <a:lnTo>
                      <a:pt x="226314" y="258808"/>
                    </a:lnTo>
                    <a:lnTo>
                      <a:pt x="249936" y="241282"/>
                    </a:lnTo>
                    <a:lnTo>
                      <a:pt x="273558" y="224518"/>
                    </a:lnTo>
                    <a:lnTo>
                      <a:pt x="297180" y="208516"/>
                    </a:lnTo>
                    <a:lnTo>
                      <a:pt x="320802" y="193015"/>
                    </a:lnTo>
                    <a:lnTo>
                      <a:pt x="320802" y="192514"/>
                    </a:lnTo>
                    <a:lnTo>
                      <a:pt x="345186" y="176512"/>
                    </a:lnTo>
                    <a:lnTo>
                      <a:pt x="416052" y="133078"/>
                    </a:lnTo>
                    <a:lnTo>
                      <a:pt x="416052" y="133840"/>
                    </a:lnTo>
                    <a:lnTo>
                      <a:pt x="439673" y="120124"/>
                    </a:lnTo>
                    <a:lnTo>
                      <a:pt x="464058" y="107170"/>
                    </a:lnTo>
                    <a:lnTo>
                      <a:pt x="464058" y="107551"/>
                    </a:lnTo>
                    <a:lnTo>
                      <a:pt x="486918" y="96121"/>
                    </a:lnTo>
                    <a:lnTo>
                      <a:pt x="486918" y="95740"/>
                    </a:lnTo>
                    <a:lnTo>
                      <a:pt x="511302" y="84310"/>
                    </a:lnTo>
                    <a:lnTo>
                      <a:pt x="581020" y="55907"/>
                    </a:lnTo>
                    <a:lnTo>
                      <a:pt x="617242" y="43927"/>
                    </a:lnTo>
                    <a:lnTo>
                      <a:pt x="676656" y="28851"/>
                    </a:lnTo>
                    <a:lnTo>
                      <a:pt x="676656" y="28684"/>
                    </a:lnTo>
                    <a:lnTo>
                      <a:pt x="700278" y="24994"/>
                    </a:lnTo>
                    <a:lnTo>
                      <a:pt x="723900" y="21922"/>
                    </a:lnTo>
                    <a:lnTo>
                      <a:pt x="747522" y="19612"/>
                    </a:lnTo>
                    <a:lnTo>
                      <a:pt x="759714" y="18778"/>
                    </a:lnTo>
                    <a:lnTo>
                      <a:pt x="794766" y="18778"/>
                    </a:lnTo>
                    <a:lnTo>
                      <a:pt x="818388" y="19517"/>
                    </a:lnTo>
                    <a:lnTo>
                      <a:pt x="819150" y="19612"/>
                    </a:lnTo>
                    <a:lnTo>
                      <a:pt x="842772" y="21826"/>
                    </a:lnTo>
                    <a:lnTo>
                      <a:pt x="866394" y="25636"/>
                    </a:lnTo>
                    <a:lnTo>
                      <a:pt x="890016" y="29446"/>
                    </a:lnTo>
                    <a:lnTo>
                      <a:pt x="913638" y="34780"/>
                    </a:lnTo>
                    <a:lnTo>
                      <a:pt x="937260" y="40876"/>
                    </a:lnTo>
                    <a:lnTo>
                      <a:pt x="961644" y="47734"/>
                    </a:lnTo>
                    <a:lnTo>
                      <a:pt x="961644" y="47996"/>
                    </a:lnTo>
                    <a:lnTo>
                      <a:pt x="985266" y="56116"/>
                    </a:lnTo>
                    <a:lnTo>
                      <a:pt x="1022193" y="69737"/>
                    </a:lnTo>
                    <a:lnTo>
                      <a:pt x="1058403" y="85134"/>
                    </a:lnTo>
                    <a:lnTo>
                      <a:pt x="1094049" y="101835"/>
                    </a:lnTo>
                    <a:lnTo>
                      <a:pt x="1129284" y="119362"/>
                    </a:lnTo>
                    <a:lnTo>
                      <a:pt x="1153668" y="132316"/>
                    </a:lnTo>
                    <a:lnTo>
                      <a:pt x="1153668" y="132745"/>
                    </a:lnTo>
                    <a:lnTo>
                      <a:pt x="1177290" y="146032"/>
                    </a:lnTo>
                    <a:lnTo>
                      <a:pt x="1201674" y="160510"/>
                    </a:lnTo>
                    <a:lnTo>
                      <a:pt x="1201674" y="159748"/>
                    </a:lnTo>
                    <a:lnTo>
                      <a:pt x="1225296" y="174988"/>
                    </a:lnTo>
                    <a:lnTo>
                      <a:pt x="1249680" y="189466"/>
                    </a:lnTo>
                    <a:lnTo>
                      <a:pt x="1298448" y="221470"/>
                    </a:lnTo>
                    <a:lnTo>
                      <a:pt x="1298448" y="221971"/>
                    </a:lnTo>
                    <a:lnTo>
                      <a:pt x="1322070" y="237472"/>
                    </a:lnTo>
                    <a:lnTo>
                      <a:pt x="1395222" y="287764"/>
                    </a:lnTo>
                    <a:lnTo>
                      <a:pt x="1443228" y="322816"/>
                    </a:lnTo>
                    <a:lnTo>
                      <a:pt x="1479367" y="348884"/>
                    </a:lnTo>
                    <a:lnTo>
                      <a:pt x="1490376" y="333770"/>
                    </a:lnTo>
                    <a:close/>
                  </a:path>
                  <a:path w="1546225" h="424179">
                    <a:moveTo>
                      <a:pt x="107442" y="348724"/>
                    </a:moveTo>
                    <a:lnTo>
                      <a:pt x="106680" y="348724"/>
                    </a:lnTo>
                    <a:lnTo>
                      <a:pt x="106680" y="349317"/>
                    </a:lnTo>
                    <a:lnTo>
                      <a:pt x="107442" y="348724"/>
                    </a:lnTo>
                    <a:close/>
                  </a:path>
                  <a:path w="1546225" h="424179">
                    <a:moveTo>
                      <a:pt x="202692" y="276334"/>
                    </a:moveTo>
                    <a:lnTo>
                      <a:pt x="201930" y="276334"/>
                    </a:lnTo>
                    <a:lnTo>
                      <a:pt x="201930" y="276882"/>
                    </a:lnTo>
                    <a:lnTo>
                      <a:pt x="202692" y="276334"/>
                    </a:lnTo>
                    <a:close/>
                  </a:path>
                  <a:path w="1546225" h="424179">
                    <a:moveTo>
                      <a:pt x="321564" y="192514"/>
                    </a:moveTo>
                    <a:lnTo>
                      <a:pt x="320802" y="192514"/>
                    </a:lnTo>
                    <a:lnTo>
                      <a:pt x="320802" y="193015"/>
                    </a:lnTo>
                    <a:lnTo>
                      <a:pt x="321564" y="192514"/>
                    </a:lnTo>
                    <a:close/>
                  </a:path>
                  <a:path w="1546225" h="424179">
                    <a:moveTo>
                      <a:pt x="464058" y="107551"/>
                    </a:moveTo>
                    <a:lnTo>
                      <a:pt x="464058" y="107170"/>
                    </a:lnTo>
                    <a:lnTo>
                      <a:pt x="463295" y="107932"/>
                    </a:lnTo>
                    <a:lnTo>
                      <a:pt x="464058" y="107551"/>
                    </a:lnTo>
                    <a:close/>
                  </a:path>
                  <a:path w="1546225" h="424179">
                    <a:moveTo>
                      <a:pt x="487680" y="95740"/>
                    </a:moveTo>
                    <a:lnTo>
                      <a:pt x="486918" y="95740"/>
                    </a:lnTo>
                    <a:lnTo>
                      <a:pt x="486918" y="96121"/>
                    </a:lnTo>
                    <a:lnTo>
                      <a:pt x="487680" y="95740"/>
                    </a:lnTo>
                    <a:close/>
                  </a:path>
                  <a:path w="1546225" h="424179">
                    <a:moveTo>
                      <a:pt x="677418" y="28684"/>
                    </a:moveTo>
                    <a:lnTo>
                      <a:pt x="676656" y="28684"/>
                    </a:lnTo>
                    <a:lnTo>
                      <a:pt x="676656" y="28851"/>
                    </a:lnTo>
                    <a:lnTo>
                      <a:pt x="677418" y="28684"/>
                    </a:lnTo>
                    <a:close/>
                  </a:path>
                  <a:path w="1546225" h="424179">
                    <a:moveTo>
                      <a:pt x="701040" y="24874"/>
                    </a:moveTo>
                    <a:lnTo>
                      <a:pt x="700278" y="24874"/>
                    </a:lnTo>
                    <a:lnTo>
                      <a:pt x="701040" y="24874"/>
                    </a:lnTo>
                    <a:close/>
                  </a:path>
                  <a:path w="1546225" h="424179">
                    <a:moveTo>
                      <a:pt x="724662" y="21826"/>
                    </a:moveTo>
                    <a:lnTo>
                      <a:pt x="723900" y="21826"/>
                    </a:lnTo>
                    <a:lnTo>
                      <a:pt x="724662" y="21826"/>
                    </a:lnTo>
                    <a:close/>
                  </a:path>
                  <a:path w="1546225" h="424179">
                    <a:moveTo>
                      <a:pt x="748284" y="19540"/>
                    </a:moveTo>
                    <a:lnTo>
                      <a:pt x="747522" y="19540"/>
                    </a:lnTo>
                    <a:lnTo>
                      <a:pt x="748284" y="19540"/>
                    </a:lnTo>
                    <a:close/>
                  </a:path>
                  <a:path w="1546225" h="424179">
                    <a:moveTo>
                      <a:pt x="819150" y="19612"/>
                    </a:moveTo>
                    <a:lnTo>
                      <a:pt x="818388" y="19540"/>
                    </a:lnTo>
                    <a:lnTo>
                      <a:pt x="819150" y="19612"/>
                    </a:lnTo>
                    <a:close/>
                  </a:path>
                  <a:path w="1546225" h="424179">
                    <a:moveTo>
                      <a:pt x="842772" y="21946"/>
                    </a:moveTo>
                    <a:lnTo>
                      <a:pt x="842010" y="21826"/>
                    </a:lnTo>
                    <a:lnTo>
                      <a:pt x="842772" y="21946"/>
                    </a:lnTo>
                    <a:close/>
                  </a:path>
                  <a:path w="1546225" h="424179">
                    <a:moveTo>
                      <a:pt x="866394" y="25756"/>
                    </a:moveTo>
                    <a:lnTo>
                      <a:pt x="865632" y="25636"/>
                    </a:lnTo>
                    <a:lnTo>
                      <a:pt x="866394" y="25756"/>
                    </a:lnTo>
                    <a:close/>
                  </a:path>
                  <a:path w="1546225" h="424179">
                    <a:moveTo>
                      <a:pt x="961644" y="47996"/>
                    </a:moveTo>
                    <a:lnTo>
                      <a:pt x="961644" y="47734"/>
                    </a:lnTo>
                    <a:lnTo>
                      <a:pt x="960882" y="47734"/>
                    </a:lnTo>
                    <a:lnTo>
                      <a:pt x="961644" y="47996"/>
                    </a:lnTo>
                    <a:close/>
                  </a:path>
                  <a:path w="1546225" h="424179">
                    <a:moveTo>
                      <a:pt x="1153668" y="132745"/>
                    </a:moveTo>
                    <a:lnTo>
                      <a:pt x="1153668" y="132316"/>
                    </a:lnTo>
                    <a:lnTo>
                      <a:pt x="1152906" y="132316"/>
                    </a:lnTo>
                    <a:lnTo>
                      <a:pt x="1153668" y="132745"/>
                    </a:lnTo>
                    <a:close/>
                  </a:path>
                  <a:path w="1546225" h="424179">
                    <a:moveTo>
                      <a:pt x="1298448" y="221971"/>
                    </a:moveTo>
                    <a:lnTo>
                      <a:pt x="1298448" y="221470"/>
                    </a:lnTo>
                    <a:lnTo>
                      <a:pt x="1297686" y="221470"/>
                    </a:lnTo>
                    <a:lnTo>
                      <a:pt x="1298448" y="221971"/>
                    </a:lnTo>
                    <a:close/>
                  </a:path>
                  <a:path w="1546225" h="424179">
                    <a:moveTo>
                      <a:pt x="1500378" y="378927"/>
                    </a:moveTo>
                    <a:lnTo>
                      <a:pt x="1500378" y="341104"/>
                    </a:lnTo>
                    <a:lnTo>
                      <a:pt x="1489710" y="356344"/>
                    </a:lnTo>
                    <a:lnTo>
                      <a:pt x="1479367" y="348884"/>
                    </a:lnTo>
                    <a:lnTo>
                      <a:pt x="1462278" y="372346"/>
                    </a:lnTo>
                    <a:lnTo>
                      <a:pt x="1500378" y="378927"/>
                    </a:lnTo>
                    <a:close/>
                  </a:path>
                  <a:path w="1546225" h="424179">
                    <a:moveTo>
                      <a:pt x="1500378" y="341104"/>
                    </a:moveTo>
                    <a:lnTo>
                      <a:pt x="1490376" y="333770"/>
                    </a:lnTo>
                    <a:lnTo>
                      <a:pt x="1479367" y="348884"/>
                    </a:lnTo>
                    <a:lnTo>
                      <a:pt x="1489710" y="356344"/>
                    </a:lnTo>
                    <a:lnTo>
                      <a:pt x="1500378" y="341104"/>
                    </a:lnTo>
                    <a:close/>
                  </a:path>
                  <a:path w="1546225" h="424179">
                    <a:moveTo>
                      <a:pt x="1546098" y="386824"/>
                    </a:moveTo>
                    <a:lnTo>
                      <a:pt x="1507236" y="310624"/>
                    </a:lnTo>
                    <a:lnTo>
                      <a:pt x="1490376" y="333770"/>
                    </a:lnTo>
                    <a:lnTo>
                      <a:pt x="1500378" y="341104"/>
                    </a:lnTo>
                    <a:lnTo>
                      <a:pt x="1500378" y="378927"/>
                    </a:lnTo>
                    <a:lnTo>
                      <a:pt x="1546098" y="386824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0" name="object 1021">
              <a:extLst>
                <a:ext uri="{FF2B5EF4-FFF2-40B4-BE49-F238E27FC236}">
                  <a16:creationId xmlns:a16="http://schemas.microsoft.com/office/drawing/2014/main" id="{1BEFAA3A-D239-41B8-B6A5-D100C2FB5404}"/>
                </a:ext>
              </a:extLst>
            </p:cNvPr>
            <p:cNvSpPr txBox="1"/>
            <p:nvPr/>
          </p:nvSpPr>
          <p:spPr>
            <a:xfrm>
              <a:off x="2182106" y="5937963"/>
              <a:ext cx="330835" cy="20518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580"/>
                </a:lnSpc>
              </a:pPr>
              <a:r>
                <a:rPr sz="1350" b="1" spc="30" dirty="0">
                  <a:cs typeface="+mn-ea"/>
                  <a:sym typeface="+mn-lt"/>
                </a:rPr>
                <a:t>1</a:t>
              </a:r>
              <a:r>
                <a:rPr sz="1350" b="1" spc="-15" dirty="0">
                  <a:cs typeface="+mn-ea"/>
                  <a:sym typeface="+mn-lt"/>
                </a:rPr>
                <a:t>3</a:t>
              </a:r>
              <a:r>
                <a:rPr sz="1350" b="1" spc="5" dirty="0">
                  <a:cs typeface="+mn-ea"/>
                  <a:sym typeface="+mn-lt"/>
                </a:rPr>
                <a:t>.</a:t>
              </a:r>
              <a:r>
                <a:rPr sz="1350" b="1" dirty="0">
                  <a:cs typeface="+mn-ea"/>
                  <a:sym typeface="+mn-lt"/>
                </a:rPr>
                <a:t>3</a:t>
              </a:r>
              <a:endParaRPr sz="1350"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3" name="Rectangle 1022">
                  <a:extLst>
                    <a:ext uri="{FF2B5EF4-FFF2-40B4-BE49-F238E27FC236}">
                      <a16:creationId xmlns:a16="http://schemas.microsoft.com/office/drawing/2014/main" id="{11E1CB70-B0E5-4905-B90A-5475F5FCF0E1}"/>
                    </a:ext>
                  </a:extLst>
                </p:cNvPr>
                <p:cNvSpPr/>
                <p:nvPr/>
              </p:nvSpPr>
              <p:spPr>
                <a:xfrm>
                  <a:off x="4955777" y="3706349"/>
                  <a:ext cx="1294409" cy="34881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R="396240" algn="ctr">
                    <a:lnSpc>
                      <a:spcPts val="198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pc="-135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(8.673, </m:t>
                        </m:r>
                        <m:r>
                          <a:rPr lang="en-US" altLang="zh-CN" i="1" spc="-12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3.675)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023" name="Rectangle 1022">
                  <a:extLst>
                    <a:ext uri="{FF2B5EF4-FFF2-40B4-BE49-F238E27FC236}">
                      <a16:creationId xmlns:a16="http://schemas.microsoft.com/office/drawing/2014/main" id="{11E1CB70-B0E5-4905-B90A-5475F5FCF0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777" y="3706349"/>
                  <a:ext cx="1294409" cy="348813"/>
                </a:xfrm>
                <a:prstGeom prst="rect">
                  <a:avLst/>
                </a:prstGeom>
                <a:blipFill>
                  <a:blip r:embed="rId21"/>
                  <a:stretch>
                    <a:fillRect l="-21698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34727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1266-A93F-438B-B42E-490DAB83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Align Steps: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max pooling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CA9DE-24CA-41C2-837A-2A80F0C2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23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pc="-5" dirty="0">
                <a:cs typeface="+mn-ea"/>
                <a:sym typeface="+mn-lt"/>
              </a:rPr>
              <a:t>计算每个</a:t>
            </a:r>
            <a:r>
              <a:rPr lang="en-US" altLang="zh-CN" spc="-5" dirty="0">
                <a:cs typeface="+mn-ea"/>
                <a:sym typeface="+mn-lt"/>
              </a:rPr>
              <a:t>grid</a:t>
            </a:r>
            <a:r>
              <a:rPr lang="zh-CN" altLang="en-US" spc="-5" dirty="0">
                <a:cs typeface="+mn-ea"/>
                <a:sym typeface="+mn-lt"/>
              </a:rPr>
              <a:t>中采样点的特征最大值</a:t>
            </a:r>
            <a:endParaRPr lang="en-US" altLang="zh-CN" spc="-5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pc="-5" dirty="0">
                <a:cs typeface="+mn-ea"/>
                <a:sym typeface="+mn-lt"/>
              </a:rPr>
              <a:t>每个通道单独计算</a:t>
            </a:r>
            <a:endParaRPr lang="en-US" altLang="zh-CN" dirty="0">
              <a:cs typeface="+mn-ea"/>
              <a:sym typeface="+mn-lt"/>
            </a:endParaRPr>
          </a:p>
        </p:txBody>
      </p:sp>
      <p:grpSp>
        <p:nvGrpSpPr>
          <p:cNvPr id="2949" name="Group 2948">
            <a:extLst>
              <a:ext uri="{FF2B5EF4-FFF2-40B4-BE49-F238E27FC236}">
                <a16:creationId xmlns:a16="http://schemas.microsoft.com/office/drawing/2014/main" id="{0D4449E1-DD40-48FF-9C28-2AF646DDC71E}"/>
              </a:ext>
            </a:extLst>
          </p:cNvPr>
          <p:cNvGrpSpPr/>
          <p:nvPr/>
        </p:nvGrpSpPr>
        <p:grpSpPr>
          <a:xfrm>
            <a:off x="1828054" y="3429000"/>
            <a:ext cx="3836539" cy="2631417"/>
            <a:chOff x="2094754" y="3429000"/>
            <a:chExt cx="3836539" cy="2631417"/>
          </a:xfrm>
        </p:grpSpPr>
        <p:grpSp>
          <p:nvGrpSpPr>
            <p:cNvPr id="1875" name="object 2">
              <a:extLst>
                <a:ext uri="{FF2B5EF4-FFF2-40B4-BE49-F238E27FC236}">
                  <a16:creationId xmlns:a16="http://schemas.microsoft.com/office/drawing/2014/main" id="{A43768DD-8E7C-44E3-8C62-4DF619D899BC}"/>
                </a:ext>
              </a:extLst>
            </p:cNvPr>
            <p:cNvGrpSpPr/>
            <p:nvPr/>
          </p:nvGrpSpPr>
          <p:grpSpPr>
            <a:xfrm>
              <a:off x="2151773" y="3429000"/>
              <a:ext cx="3779520" cy="2618740"/>
              <a:chOff x="5733173" y="4087367"/>
              <a:chExt cx="3779520" cy="2618740"/>
            </a:xfrm>
          </p:grpSpPr>
          <p:sp>
            <p:nvSpPr>
              <p:cNvPr id="1876" name="object 3">
                <a:extLst>
                  <a:ext uri="{FF2B5EF4-FFF2-40B4-BE49-F238E27FC236}">
                    <a16:creationId xmlns:a16="http://schemas.microsoft.com/office/drawing/2014/main" id="{49C03800-BC7B-4F06-BCB2-2CCB58EABE50}"/>
                  </a:ext>
                </a:extLst>
              </p:cNvPr>
              <p:cNvSpPr/>
              <p:nvPr/>
            </p:nvSpPr>
            <p:spPr>
              <a:xfrm>
                <a:off x="5733173" y="4087367"/>
                <a:ext cx="3779520" cy="261874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618740">
                    <a:moveTo>
                      <a:pt x="3779519" y="2618232"/>
                    </a:moveTo>
                    <a:lnTo>
                      <a:pt x="3779519" y="0"/>
                    </a:lnTo>
                    <a:lnTo>
                      <a:pt x="0" y="0"/>
                    </a:lnTo>
                    <a:lnTo>
                      <a:pt x="0" y="2618232"/>
                    </a:lnTo>
                    <a:lnTo>
                      <a:pt x="3779519" y="26182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877" name="object 4">
                <a:extLst>
                  <a:ext uri="{FF2B5EF4-FFF2-40B4-BE49-F238E27FC236}">
                    <a16:creationId xmlns:a16="http://schemas.microsoft.com/office/drawing/2014/main" id="{CA0B4E27-7C22-47D7-9195-9F765A25C5DD}"/>
                  </a:ext>
                </a:extLst>
              </p:cNvPr>
              <p:cNvSpPr/>
              <p:nvPr/>
            </p:nvSpPr>
            <p:spPr>
              <a:xfrm>
                <a:off x="6870077" y="409955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8" y="1895856"/>
                    </a:moveTo>
                    <a:lnTo>
                      <a:pt x="2631948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8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8" name="object 5">
                <a:extLst>
                  <a:ext uri="{FF2B5EF4-FFF2-40B4-BE49-F238E27FC236}">
                    <a16:creationId xmlns:a16="http://schemas.microsoft.com/office/drawing/2014/main" id="{125D56A7-FC74-42F1-BB48-320A118D7EE7}"/>
                  </a:ext>
                </a:extLst>
              </p:cNvPr>
              <p:cNvSpPr/>
              <p:nvPr/>
            </p:nvSpPr>
            <p:spPr>
              <a:xfrm>
                <a:off x="6870077" y="409955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5"/>
                    </a:lnTo>
                    <a:lnTo>
                      <a:pt x="2631948" y="1895855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9" name="object 6">
                <a:extLst>
                  <a:ext uri="{FF2B5EF4-FFF2-40B4-BE49-F238E27FC236}">
                    <a16:creationId xmlns:a16="http://schemas.microsoft.com/office/drawing/2014/main" id="{F5307D81-6CF0-4BCE-A5D2-05AD81B410F3}"/>
                  </a:ext>
                </a:extLst>
              </p:cNvPr>
              <p:cNvSpPr/>
              <p:nvPr/>
            </p:nvSpPr>
            <p:spPr>
              <a:xfrm>
                <a:off x="6448691" y="4310633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7" y="1895856"/>
                    </a:moveTo>
                    <a:lnTo>
                      <a:pt x="2631947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7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0" name="object 7">
                <a:extLst>
                  <a:ext uri="{FF2B5EF4-FFF2-40B4-BE49-F238E27FC236}">
                    <a16:creationId xmlns:a16="http://schemas.microsoft.com/office/drawing/2014/main" id="{FD9B2379-81D7-4096-BC79-0607B3CE3DB7}"/>
                  </a:ext>
                </a:extLst>
              </p:cNvPr>
              <p:cNvSpPr/>
              <p:nvPr/>
            </p:nvSpPr>
            <p:spPr>
              <a:xfrm>
                <a:off x="6448691" y="4310633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5"/>
                    </a:lnTo>
                    <a:lnTo>
                      <a:pt x="2631948" y="1895855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1" name="object 8">
                <a:extLst>
                  <a:ext uri="{FF2B5EF4-FFF2-40B4-BE49-F238E27FC236}">
                    <a16:creationId xmlns:a16="http://schemas.microsoft.com/office/drawing/2014/main" id="{077544E7-0D18-40D4-A021-EA6976450423}"/>
                  </a:ext>
                </a:extLst>
              </p:cNvPr>
              <p:cNvSpPr/>
              <p:nvPr/>
            </p:nvSpPr>
            <p:spPr>
              <a:xfrm>
                <a:off x="6238379" y="441578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8" y="1895856"/>
                    </a:moveTo>
                    <a:lnTo>
                      <a:pt x="2631948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8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2" name="object 9">
                <a:extLst>
                  <a:ext uri="{FF2B5EF4-FFF2-40B4-BE49-F238E27FC236}">
                    <a16:creationId xmlns:a16="http://schemas.microsoft.com/office/drawing/2014/main" id="{46583630-7E64-4BCC-84E3-F6B7FE9056C2}"/>
                  </a:ext>
                </a:extLst>
              </p:cNvPr>
              <p:cNvSpPr/>
              <p:nvPr/>
            </p:nvSpPr>
            <p:spPr>
              <a:xfrm>
                <a:off x="6238379" y="441578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6"/>
                    </a:lnTo>
                    <a:lnTo>
                      <a:pt x="2631948" y="1895856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3" name="object 10">
                <a:extLst>
                  <a:ext uri="{FF2B5EF4-FFF2-40B4-BE49-F238E27FC236}">
                    <a16:creationId xmlns:a16="http://schemas.microsoft.com/office/drawing/2014/main" id="{5AF56656-DC7D-4FA4-ACA1-BC68AB6036AF}"/>
                  </a:ext>
                </a:extLst>
              </p:cNvPr>
              <p:cNvSpPr/>
              <p:nvPr/>
            </p:nvSpPr>
            <p:spPr>
              <a:xfrm>
                <a:off x="602806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4" name="object 11">
                <a:extLst>
                  <a:ext uri="{FF2B5EF4-FFF2-40B4-BE49-F238E27FC236}">
                    <a16:creationId xmlns:a16="http://schemas.microsoft.com/office/drawing/2014/main" id="{A7E08E13-ADA5-4E60-9751-86FD038099E8}"/>
                  </a:ext>
                </a:extLst>
              </p:cNvPr>
              <p:cNvSpPr/>
              <p:nvPr/>
            </p:nvSpPr>
            <p:spPr>
              <a:xfrm>
                <a:off x="602806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5" name="object 12">
                <a:extLst>
                  <a:ext uri="{FF2B5EF4-FFF2-40B4-BE49-F238E27FC236}">
                    <a16:creationId xmlns:a16="http://schemas.microsoft.com/office/drawing/2014/main" id="{84B4C40A-EEEB-4EDF-95DD-955EBF4C04D3}"/>
                  </a:ext>
                </a:extLst>
              </p:cNvPr>
              <p:cNvSpPr/>
              <p:nvPr/>
            </p:nvSpPr>
            <p:spPr>
              <a:xfrm>
                <a:off x="613322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6" name="object 13">
                <a:extLst>
                  <a:ext uri="{FF2B5EF4-FFF2-40B4-BE49-F238E27FC236}">
                    <a16:creationId xmlns:a16="http://schemas.microsoft.com/office/drawing/2014/main" id="{5C2FCC7E-C3D8-44E8-935A-7A67F76873BD}"/>
                  </a:ext>
                </a:extLst>
              </p:cNvPr>
              <p:cNvSpPr/>
              <p:nvPr/>
            </p:nvSpPr>
            <p:spPr>
              <a:xfrm>
                <a:off x="613322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7" name="object 14">
                <a:extLst>
                  <a:ext uri="{FF2B5EF4-FFF2-40B4-BE49-F238E27FC236}">
                    <a16:creationId xmlns:a16="http://schemas.microsoft.com/office/drawing/2014/main" id="{02FCD1BA-305E-471A-A5C3-180B194CBD0E}"/>
                  </a:ext>
                </a:extLst>
              </p:cNvPr>
              <p:cNvSpPr/>
              <p:nvPr/>
            </p:nvSpPr>
            <p:spPr>
              <a:xfrm>
                <a:off x="623837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8" name="object 15">
                <a:extLst>
                  <a:ext uri="{FF2B5EF4-FFF2-40B4-BE49-F238E27FC236}">
                    <a16:creationId xmlns:a16="http://schemas.microsoft.com/office/drawing/2014/main" id="{9DA6B729-DE4D-4D7D-B1BF-84D683399B03}"/>
                  </a:ext>
                </a:extLst>
              </p:cNvPr>
              <p:cNvSpPr/>
              <p:nvPr/>
            </p:nvSpPr>
            <p:spPr>
              <a:xfrm>
                <a:off x="623837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9" name="object 16">
                <a:extLst>
                  <a:ext uri="{FF2B5EF4-FFF2-40B4-BE49-F238E27FC236}">
                    <a16:creationId xmlns:a16="http://schemas.microsoft.com/office/drawing/2014/main" id="{198916E8-FCD7-4BBF-825D-511D2B56D66D}"/>
                  </a:ext>
                </a:extLst>
              </p:cNvPr>
              <p:cNvSpPr/>
              <p:nvPr/>
            </p:nvSpPr>
            <p:spPr>
              <a:xfrm>
                <a:off x="634353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0" name="object 17">
                <a:extLst>
                  <a:ext uri="{FF2B5EF4-FFF2-40B4-BE49-F238E27FC236}">
                    <a16:creationId xmlns:a16="http://schemas.microsoft.com/office/drawing/2014/main" id="{E24D18EA-B86C-480D-A0EE-88B39532FCD2}"/>
                  </a:ext>
                </a:extLst>
              </p:cNvPr>
              <p:cNvSpPr/>
              <p:nvPr/>
            </p:nvSpPr>
            <p:spPr>
              <a:xfrm>
                <a:off x="634353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1" name="object 18">
                <a:extLst>
                  <a:ext uri="{FF2B5EF4-FFF2-40B4-BE49-F238E27FC236}">
                    <a16:creationId xmlns:a16="http://schemas.microsoft.com/office/drawing/2014/main" id="{DBEF33D8-7F98-458F-8E18-DDE2D43C5731}"/>
                  </a:ext>
                </a:extLst>
              </p:cNvPr>
              <p:cNvSpPr/>
              <p:nvPr/>
            </p:nvSpPr>
            <p:spPr>
              <a:xfrm>
                <a:off x="644869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2" name="object 19">
                <a:extLst>
                  <a:ext uri="{FF2B5EF4-FFF2-40B4-BE49-F238E27FC236}">
                    <a16:creationId xmlns:a16="http://schemas.microsoft.com/office/drawing/2014/main" id="{F499CFEB-E1BA-426A-BB10-7849848DF7F2}"/>
                  </a:ext>
                </a:extLst>
              </p:cNvPr>
              <p:cNvSpPr/>
              <p:nvPr/>
            </p:nvSpPr>
            <p:spPr>
              <a:xfrm>
                <a:off x="644869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3" name="object 20">
                <a:extLst>
                  <a:ext uri="{FF2B5EF4-FFF2-40B4-BE49-F238E27FC236}">
                    <a16:creationId xmlns:a16="http://schemas.microsoft.com/office/drawing/2014/main" id="{DC27D329-ECDC-4F0B-BBC7-519BD4D5751E}"/>
                  </a:ext>
                </a:extLst>
              </p:cNvPr>
              <p:cNvSpPr/>
              <p:nvPr/>
            </p:nvSpPr>
            <p:spPr>
              <a:xfrm>
                <a:off x="655459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4" name="object 21">
                <a:extLst>
                  <a:ext uri="{FF2B5EF4-FFF2-40B4-BE49-F238E27FC236}">
                    <a16:creationId xmlns:a16="http://schemas.microsoft.com/office/drawing/2014/main" id="{978AAC34-ACEC-4F07-8124-3CBB5717DF2F}"/>
                  </a:ext>
                </a:extLst>
              </p:cNvPr>
              <p:cNvSpPr/>
              <p:nvPr/>
            </p:nvSpPr>
            <p:spPr>
              <a:xfrm>
                <a:off x="655459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5" name="object 22">
                <a:extLst>
                  <a:ext uri="{FF2B5EF4-FFF2-40B4-BE49-F238E27FC236}">
                    <a16:creationId xmlns:a16="http://schemas.microsoft.com/office/drawing/2014/main" id="{309F2318-EC23-40A8-8543-1CC9D3C3D678}"/>
                  </a:ext>
                </a:extLst>
              </p:cNvPr>
              <p:cNvSpPr/>
              <p:nvPr/>
            </p:nvSpPr>
            <p:spPr>
              <a:xfrm>
                <a:off x="665976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6" name="object 23">
                <a:extLst>
                  <a:ext uri="{FF2B5EF4-FFF2-40B4-BE49-F238E27FC236}">
                    <a16:creationId xmlns:a16="http://schemas.microsoft.com/office/drawing/2014/main" id="{6C7F300E-00D7-46BF-AD4C-98427A2ACAAA}"/>
                  </a:ext>
                </a:extLst>
              </p:cNvPr>
              <p:cNvSpPr/>
              <p:nvPr/>
            </p:nvSpPr>
            <p:spPr>
              <a:xfrm>
                <a:off x="665976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7" name="object 24">
                <a:extLst>
                  <a:ext uri="{FF2B5EF4-FFF2-40B4-BE49-F238E27FC236}">
                    <a16:creationId xmlns:a16="http://schemas.microsoft.com/office/drawing/2014/main" id="{A1B662D7-6571-4C60-B0C5-95BCD91A8013}"/>
                  </a:ext>
                </a:extLst>
              </p:cNvPr>
              <p:cNvSpPr/>
              <p:nvPr/>
            </p:nvSpPr>
            <p:spPr>
              <a:xfrm>
                <a:off x="67649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8" name="object 25">
                <a:extLst>
                  <a:ext uri="{FF2B5EF4-FFF2-40B4-BE49-F238E27FC236}">
                    <a16:creationId xmlns:a16="http://schemas.microsoft.com/office/drawing/2014/main" id="{420D8921-7997-4C7A-B41B-64A528017FD5}"/>
                  </a:ext>
                </a:extLst>
              </p:cNvPr>
              <p:cNvSpPr/>
              <p:nvPr/>
            </p:nvSpPr>
            <p:spPr>
              <a:xfrm>
                <a:off x="67649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9" name="object 26">
                <a:extLst>
                  <a:ext uri="{FF2B5EF4-FFF2-40B4-BE49-F238E27FC236}">
                    <a16:creationId xmlns:a16="http://schemas.microsoft.com/office/drawing/2014/main" id="{F602AFF1-AE81-41AD-B88C-8AD7CABDEC81}"/>
                  </a:ext>
                </a:extLst>
              </p:cNvPr>
              <p:cNvSpPr/>
              <p:nvPr/>
            </p:nvSpPr>
            <p:spPr>
              <a:xfrm>
                <a:off x="68700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0" name="object 27">
                <a:extLst>
                  <a:ext uri="{FF2B5EF4-FFF2-40B4-BE49-F238E27FC236}">
                    <a16:creationId xmlns:a16="http://schemas.microsoft.com/office/drawing/2014/main" id="{9B73AE8C-7C9E-4D1D-9045-C81F5A76AD7B}"/>
                  </a:ext>
                </a:extLst>
              </p:cNvPr>
              <p:cNvSpPr/>
              <p:nvPr/>
            </p:nvSpPr>
            <p:spPr>
              <a:xfrm>
                <a:off x="68700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1" name="object 28">
                <a:extLst>
                  <a:ext uri="{FF2B5EF4-FFF2-40B4-BE49-F238E27FC236}">
                    <a16:creationId xmlns:a16="http://schemas.microsoft.com/office/drawing/2014/main" id="{50AA491B-5B7B-4766-B37D-711B21B140D8}"/>
                  </a:ext>
                </a:extLst>
              </p:cNvPr>
              <p:cNvSpPr/>
              <p:nvPr/>
            </p:nvSpPr>
            <p:spPr>
              <a:xfrm>
                <a:off x="69752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2" name="object 29">
                <a:extLst>
                  <a:ext uri="{FF2B5EF4-FFF2-40B4-BE49-F238E27FC236}">
                    <a16:creationId xmlns:a16="http://schemas.microsoft.com/office/drawing/2014/main" id="{F90A4013-0EAD-4F6B-9367-AD3C99EAE7E1}"/>
                  </a:ext>
                </a:extLst>
              </p:cNvPr>
              <p:cNvSpPr/>
              <p:nvPr/>
            </p:nvSpPr>
            <p:spPr>
              <a:xfrm>
                <a:off x="69752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3" name="object 30">
                <a:extLst>
                  <a:ext uri="{FF2B5EF4-FFF2-40B4-BE49-F238E27FC236}">
                    <a16:creationId xmlns:a16="http://schemas.microsoft.com/office/drawing/2014/main" id="{DF6F3393-E88F-46B0-A81B-5D63C5017589}"/>
                  </a:ext>
                </a:extLst>
              </p:cNvPr>
              <p:cNvSpPr/>
              <p:nvPr/>
            </p:nvSpPr>
            <p:spPr>
              <a:xfrm>
                <a:off x="70803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4" name="object 31">
                <a:extLst>
                  <a:ext uri="{FF2B5EF4-FFF2-40B4-BE49-F238E27FC236}">
                    <a16:creationId xmlns:a16="http://schemas.microsoft.com/office/drawing/2014/main" id="{58F74168-5058-4BBB-84C9-BC4C177933B2}"/>
                  </a:ext>
                </a:extLst>
              </p:cNvPr>
              <p:cNvSpPr/>
              <p:nvPr/>
            </p:nvSpPr>
            <p:spPr>
              <a:xfrm>
                <a:off x="70803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5" name="object 32">
                <a:extLst>
                  <a:ext uri="{FF2B5EF4-FFF2-40B4-BE49-F238E27FC236}">
                    <a16:creationId xmlns:a16="http://schemas.microsoft.com/office/drawing/2014/main" id="{EA61E8F3-BBAE-4B23-9838-C4AAF56876B6}"/>
                  </a:ext>
                </a:extLst>
              </p:cNvPr>
              <p:cNvSpPr/>
              <p:nvPr/>
            </p:nvSpPr>
            <p:spPr>
              <a:xfrm>
                <a:off x="7185545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6" name="object 33">
                <a:extLst>
                  <a:ext uri="{FF2B5EF4-FFF2-40B4-BE49-F238E27FC236}">
                    <a16:creationId xmlns:a16="http://schemas.microsoft.com/office/drawing/2014/main" id="{E9D20521-E3E4-4990-9814-2A6EB79CD9AC}"/>
                  </a:ext>
                </a:extLst>
              </p:cNvPr>
              <p:cNvSpPr/>
              <p:nvPr/>
            </p:nvSpPr>
            <p:spPr>
              <a:xfrm>
                <a:off x="7185545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7" name="object 34">
                <a:extLst>
                  <a:ext uri="{FF2B5EF4-FFF2-40B4-BE49-F238E27FC236}">
                    <a16:creationId xmlns:a16="http://schemas.microsoft.com/office/drawing/2014/main" id="{2E5B1BD4-B189-4FF2-BDA5-3E7B4DAF3BBF}"/>
                  </a:ext>
                </a:extLst>
              </p:cNvPr>
              <p:cNvSpPr/>
              <p:nvPr/>
            </p:nvSpPr>
            <p:spPr>
              <a:xfrm>
                <a:off x="7291450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8" name="object 35">
                <a:extLst>
                  <a:ext uri="{FF2B5EF4-FFF2-40B4-BE49-F238E27FC236}">
                    <a16:creationId xmlns:a16="http://schemas.microsoft.com/office/drawing/2014/main" id="{2F621894-0C42-44A2-97CE-DBE34FA1BDC5}"/>
                  </a:ext>
                </a:extLst>
              </p:cNvPr>
              <p:cNvSpPr/>
              <p:nvPr/>
            </p:nvSpPr>
            <p:spPr>
              <a:xfrm>
                <a:off x="7291450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9" name="object 36">
                <a:extLst>
                  <a:ext uri="{FF2B5EF4-FFF2-40B4-BE49-F238E27FC236}">
                    <a16:creationId xmlns:a16="http://schemas.microsoft.com/office/drawing/2014/main" id="{62EB030C-E0C5-4F2A-8540-7782B126C092}"/>
                  </a:ext>
                </a:extLst>
              </p:cNvPr>
              <p:cNvSpPr/>
              <p:nvPr/>
            </p:nvSpPr>
            <p:spPr>
              <a:xfrm>
                <a:off x="739661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0" name="object 37">
                <a:extLst>
                  <a:ext uri="{FF2B5EF4-FFF2-40B4-BE49-F238E27FC236}">
                    <a16:creationId xmlns:a16="http://schemas.microsoft.com/office/drawing/2014/main" id="{29BC1E9A-9CAD-4D4D-BFA6-331B66E30C2F}"/>
                  </a:ext>
                </a:extLst>
              </p:cNvPr>
              <p:cNvSpPr/>
              <p:nvPr/>
            </p:nvSpPr>
            <p:spPr>
              <a:xfrm>
                <a:off x="739661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1" name="object 38">
                <a:extLst>
                  <a:ext uri="{FF2B5EF4-FFF2-40B4-BE49-F238E27FC236}">
                    <a16:creationId xmlns:a16="http://schemas.microsoft.com/office/drawing/2014/main" id="{1F351212-7412-4EDE-9410-EA6BD26C7755}"/>
                  </a:ext>
                </a:extLst>
              </p:cNvPr>
              <p:cNvSpPr/>
              <p:nvPr/>
            </p:nvSpPr>
            <p:spPr>
              <a:xfrm>
                <a:off x="750176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2" name="object 39">
                <a:extLst>
                  <a:ext uri="{FF2B5EF4-FFF2-40B4-BE49-F238E27FC236}">
                    <a16:creationId xmlns:a16="http://schemas.microsoft.com/office/drawing/2014/main" id="{ACACFC4D-18E8-4407-B3AF-04873C9E1034}"/>
                  </a:ext>
                </a:extLst>
              </p:cNvPr>
              <p:cNvSpPr/>
              <p:nvPr/>
            </p:nvSpPr>
            <p:spPr>
              <a:xfrm>
                <a:off x="750176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3" name="object 40">
                <a:extLst>
                  <a:ext uri="{FF2B5EF4-FFF2-40B4-BE49-F238E27FC236}">
                    <a16:creationId xmlns:a16="http://schemas.microsoft.com/office/drawing/2014/main" id="{479B6F9F-1FDC-46C0-859E-6211427C269C}"/>
                  </a:ext>
                </a:extLst>
              </p:cNvPr>
              <p:cNvSpPr/>
              <p:nvPr/>
            </p:nvSpPr>
            <p:spPr>
              <a:xfrm>
                <a:off x="760693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4" name="object 41">
                <a:extLst>
                  <a:ext uri="{FF2B5EF4-FFF2-40B4-BE49-F238E27FC236}">
                    <a16:creationId xmlns:a16="http://schemas.microsoft.com/office/drawing/2014/main" id="{0F1F5A4C-DF15-4809-A329-93F393898719}"/>
                  </a:ext>
                </a:extLst>
              </p:cNvPr>
              <p:cNvSpPr/>
              <p:nvPr/>
            </p:nvSpPr>
            <p:spPr>
              <a:xfrm>
                <a:off x="760693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5" name="object 42">
                <a:extLst>
                  <a:ext uri="{FF2B5EF4-FFF2-40B4-BE49-F238E27FC236}">
                    <a16:creationId xmlns:a16="http://schemas.microsoft.com/office/drawing/2014/main" id="{3EE8059B-51EF-4A5F-8142-CF64C280CD8B}"/>
                  </a:ext>
                </a:extLst>
              </p:cNvPr>
              <p:cNvSpPr/>
              <p:nvPr/>
            </p:nvSpPr>
            <p:spPr>
              <a:xfrm>
                <a:off x="771207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6" name="object 43">
                <a:extLst>
                  <a:ext uri="{FF2B5EF4-FFF2-40B4-BE49-F238E27FC236}">
                    <a16:creationId xmlns:a16="http://schemas.microsoft.com/office/drawing/2014/main" id="{650D342E-7452-466F-A38E-78CD6A6AF97A}"/>
                  </a:ext>
                </a:extLst>
              </p:cNvPr>
              <p:cNvSpPr/>
              <p:nvPr/>
            </p:nvSpPr>
            <p:spPr>
              <a:xfrm>
                <a:off x="771207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7" name="object 44">
                <a:extLst>
                  <a:ext uri="{FF2B5EF4-FFF2-40B4-BE49-F238E27FC236}">
                    <a16:creationId xmlns:a16="http://schemas.microsoft.com/office/drawing/2014/main" id="{87277497-5114-4681-92DE-88D16873818C}"/>
                  </a:ext>
                </a:extLst>
              </p:cNvPr>
              <p:cNvSpPr/>
              <p:nvPr/>
            </p:nvSpPr>
            <p:spPr>
              <a:xfrm>
                <a:off x="7817243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8" name="object 45">
                <a:extLst>
                  <a:ext uri="{FF2B5EF4-FFF2-40B4-BE49-F238E27FC236}">
                    <a16:creationId xmlns:a16="http://schemas.microsoft.com/office/drawing/2014/main" id="{1DA45603-B001-472E-8CC8-6AFBC8511A56}"/>
                  </a:ext>
                </a:extLst>
              </p:cNvPr>
              <p:cNvSpPr/>
              <p:nvPr/>
            </p:nvSpPr>
            <p:spPr>
              <a:xfrm>
                <a:off x="7817243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9" name="object 46">
                <a:extLst>
                  <a:ext uri="{FF2B5EF4-FFF2-40B4-BE49-F238E27FC236}">
                    <a16:creationId xmlns:a16="http://schemas.microsoft.com/office/drawing/2014/main" id="{F5147E2E-26F7-44FE-A0E9-E399583D19C3}"/>
                  </a:ext>
                </a:extLst>
              </p:cNvPr>
              <p:cNvSpPr/>
              <p:nvPr/>
            </p:nvSpPr>
            <p:spPr>
              <a:xfrm>
                <a:off x="7923148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0" name="object 47">
                <a:extLst>
                  <a:ext uri="{FF2B5EF4-FFF2-40B4-BE49-F238E27FC236}">
                    <a16:creationId xmlns:a16="http://schemas.microsoft.com/office/drawing/2014/main" id="{47F61A0D-ABFC-4FEA-AE0C-567CFEF1CFD4}"/>
                  </a:ext>
                </a:extLst>
              </p:cNvPr>
              <p:cNvSpPr/>
              <p:nvPr/>
            </p:nvSpPr>
            <p:spPr>
              <a:xfrm>
                <a:off x="7923148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1" name="object 48">
                <a:extLst>
                  <a:ext uri="{FF2B5EF4-FFF2-40B4-BE49-F238E27FC236}">
                    <a16:creationId xmlns:a16="http://schemas.microsoft.com/office/drawing/2014/main" id="{04259E09-E22C-4610-9CA8-6DD99F9501A0}"/>
                  </a:ext>
                </a:extLst>
              </p:cNvPr>
              <p:cNvSpPr/>
              <p:nvPr/>
            </p:nvSpPr>
            <p:spPr>
              <a:xfrm>
                <a:off x="802831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2" name="object 49">
                <a:extLst>
                  <a:ext uri="{FF2B5EF4-FFF2-40B4-BE49-F238E27FC236}">
                    <a16:creationId xmlns:a16="http://schemas.microsoft.com/office/drawing/2014/main" id="{F9A75A10-B1C7-4A02-822C-425B44BB4F17}"/>
                  </a:ext>
                </a:extLst>
              </p:cNvPr>
              <p:cNvSpPr/>
              <p:nvPr/>
            </p:nvSpPr>
            <p:spPr>
              <a:xfrm>
                <a:off x="802831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3" name="object 50">
                <a:extLst>
                  <a:ext uri="{FF2B5EF4-FFF2-40B4-BE49-F238E27FC236}">
                    <a16:creationId xmlns:a16="http://schemas.microsoft.com/office/drawing/2014/main" id="{3FF5E574-208E-47DB-B62C-48524285D9F5}"/>
                  </a:ext>
                </a:extLst>
              </p:cNvPr>
              <p:cNvSpPr/>
              <p:nvPr/>
            </p:nvSpPr>
            <p:spPr>
              <a:xfrm>
                <a:off x="81334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4" name="object 51">
                <a:extLst>
                  <a:ext uri="{FF2B5EF4-FFF2-40B4-BE49-F238E27FC236}">
                    <a16:creationId xmlns:a16="http://schemas.microsoft.com/office/drawing/2014/main" id="{FF853FC1-9F5C-4D41-924D-413B8D059C23}"/>
                  </a:ext>
                </a:extLst>
              </p:cNvPr>
              <p:cNvSpPr/>
              <p:nvPr/>
            </p:nvSpPr>
            <p:spPr>
              <a:xfrm>
                <a:off x="81334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5" name="object 52">
                <a:extLst>
                  <a:ext uri="{FF2B5EF4-FFF2-40B4-BE49-F238E27FC236}">
                    <a16:creationId xmlns:a16="http://schemas.microsoft.com/office/drawing/2014/main" id="{4D0DCD12-BEA7-4978-A596-2B36B7AD9A3E}"/>
                  </a:ext>
                </a:extLst>
              </p:cNvPr>
              <p:cNvSpPr/>
              <p:nvPr/>
            </p:nvSpPr>
            <p:spPr>
              <a:xfrm>
                <a:off x="823862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6" name="object 53">
                <a:extLst>
                  <a:ext uri="{FF2B5EF4-FFF2-40B4-BE49-F238E27FC236}">
                    <a16:creationId xmlns:a16="http://schemas.microsoft.com/office/drawing/2014/main" id="{0C4F95E4-56FD-45FD-B198-CC014C811763}"/>
                  </a:ext>
                </a:extLst>
              </p:cNvPr>
              <p:cNvSpPr/>
              <p:nvPr/>
            </p:nvSpPr>
            <p:spPr>
              <a:xfrm>
                <a:off x="823862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7" name="object 54">
                <a:extLst>
                  <a:ext uri="{FF2B5EF4-FFF2-40B4-BE49-F238E27FC236}">
                    <a16:creationId xmlns:a16="http://schemas.microsoft.com/office/drawing/2014/main" id="{473E9180-83E8-450A-B85F-A24BAF329990}"/>
                  </a:ext>
                </a:extLst>
              </p:cNvPr>
              <p:cNvSpPr/>
              <p:nvPr/>
            </p:nvSpPr>
            <p:spPr>
              <a:xfrm>
                <a:off x="83437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8" name="object 55">
                <a:extLst>
                  <a:ext uri="{FF2B5EF4-FFF2-40B4-BE49-F238E27FC236}">
                    <a16:creationId xmlns:a16="http://schemas.microsoft.com/office/drawing/2014/main" id="{9433CDB2-EF49-4782-B293-2D6284549339}"/>
                  </a:ext>
                </a:extLst>
              </p:cNvPr>
              <p:cNvSpPr/>
              <p:nvPr/>
            </p:nvSpPr>
            <p:spPr>
              <a:xfrm>
                <a:off x="83437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9" name="object 56">
                <a:extLst>
                  <a:ext uri="{FF2B5EF4-FFF2-40B4-BE49-F238E27FC236}">
                    <a16:creationId xmlns:a16="http://schemas.microsoft.com/office/drawing/2014/main" id="{8C1E9A03-6739-4D6C-A444-1181091B972A}"/>
                  </a:ext>
                </a:extLst>
              </p:cNvPr>
              <p:cNvSpPr/>
              <p:nvPr/>
            </p:nvSpPr>
            <p:spPr>
              <a:xfrm>
                <a:off x="844894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0" name="object 57">
                <a:extLst>
                  <a:ext uri="{FF2B5EF4-FFF2-40B4-BE49-F238E27FC236}">
                    <a16:creationId xmlns:a16="http://schemas.microsoft.com/office/drawing/2014/main" id="{BDD960DF-42AE-4BAA-A286-009B8E2CA941}"/>
                  </a:ext>
                </a:extLst>
              </p:cNvPr>
              <p:cNvSpPr/>
              <p:nvPr/>
            </p:nvSpPr>
            <p:spPr>
              <a:xfrm>
                <a:off x="844894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1" name="object 58">
                <a:extLst>
                  <a:ext uri="{FF2B5EF4-FFF2-40B4-BE49-F238E27FC236}">
                    <a16:creationId xmlns:a16="http://schemas.microsoft.com/office/drawing/2014/main" id="{23A736A4-EC91-4F34-A609-057716709D7B}"/>
                  </a:ext>
                </a:extLst>
              </p:cNvPr>
              <p:cNvSpPr/>
              <p:nvPr/>
            </p:nvSpPr>
            <p:spPr>
              <a:xfrm>
                <a:off x="855484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2" name="object 59">
                <a:extLst>
                  <a:ext uri="{FF2B5EF4-FFF2-40B4-BE49-F238E27FC236}">
                    <a16:creationId xmlns:a16="http://schemas.microsoft.com/office/drawing/2014/main" id="{DA90BB1F-00CF-4887-98BA-DFC0707A5124}"/>
                  </a:ext>
                </a:extLst>
              </p:cNvPr>
              <p:cNvSpPr/>
              <p:nvPr/>
            </p:nvSpPr>
            <p:spPr>
              <a:xfrm>
                <a:off x="855484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3" name="object 60">
                <a:extLst>
                  <a:ext uri="{FF2B5EF4-FFF2-40B4-BE49-F238E27FC236}">
                    <a16:creationId xmlns:a16="http://schemas.microsoft.com/office/drawing/2014/main" id="{00C89490-0995-4D03-A6D2-BE31C225E534}"/>
                  </a:ext>
                </a:extLst>
              </p:cNvPr>
              <p:cNvSpPr/>
              <p:nvPr/>
            </p:nvSpPr>
            <p:spPr>
              <a:xfrm>
                <a:off x="602806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4" name="object 61">
                <a:extLst>
                  <a:ext uri="{FF2B5EF4-FFF2-40B4-BE49-F238E27FC236}">
                    <a16:creationId xmlns:a16="http://schemas.microsoft.com/office/drawing/2014/main" id="{2A1A2B52-FDBF-4D4F-8B6C-744A50DB8010}"/>
                  </a:ext>
                </a:extLst>
              </p:cNvPr>
              <p:cNvSpPr/>
              <p:nvPr/>
            </p:nvSpPr>
            <p:spPr>
              <a:xfrm>
                <a:off x="602806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5" name="object 62">
                <a:extLst>
                  <a:ext uri="{FF2B5EF4-FFF2-40B4-BE49-F238E27FC236}">
                    <a16:creationId xmlns:a16="http://schemas.microsoft.com/office/drawing/2014/main" id="{C5355C95-3EC2-46D2-A907-85B11D9228E1}"/>
                  </a:ext>
                </a:extLst>
              </p:cNvPr>
              <p:cNvSpPr/>
              <p:nvPr/>
            </p:nvSpPr>
            <p:spPr>
              <a:xfrm>
                <a:off x="613322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6" name="object 63">
                <a:extLst>
                  <a:ext uri="{FF2B5EF4-FFF2-40B4-BE49-F238E27FC236}">
                    <a16:creationId xmlns:a16="http://schemas.microsoft.com/office/drawing/2014/main" id="{AB8193E1-2F7F-4DDE-8F9F-36D25F13A20A}"/>
                  </a:ext>
                </a:extLst>
              </p:cNvPr>
              <p:cNvSpPr/>
              <p:nvPr/>
            </p:nvSpPr>
            <p:spPr>
              <a:xfrm>
                <a:off x="613322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7" name="object 64">
                <a:extLst>
                  <a:ext uri="{FF2B5EF4-FFF2-40B4-BE49-F238E27FC236}">
                    <a16:creationId xmlns:a16="http://schemas.microsoft.com/office/drawing/2014/main" id="{53CBDDD5-493C-43E1-94F5-1967C40EE1AD}"/>
                  </a:ext>
                </a:extLst>
              </p:cNvPr>
              <p:cNvSpPr/>
              <p:nvPr/>
            </p:nvSpPr>
            <p:spPr>
              <a:xfrm>
                <a:off x="623837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8" name="object 65">
                <a:extLst>
                  <a:ext uri="{FF2B5EF4-FFF2-40B4-BE49-F238E27FC236}">
                    <a16:creationId xmlns:a16="http://schemas.microsoft.com/office/drawing/2014/main" id="{DB450EAD-B863-48CE-873F-15B2176DD5C2}"/>
                  </a:ext>
                </a:extLst>
              </p:cNvPr>
              <p:cNvSpPr/>
              <p:nvPr/>
            </p:nvSpPr>
            <p:spPr>
              <a:xfrm>
                <a:off x="623837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9" name="object 66">
                <a:extLst>
                  <a:ext uri="{FF2B5EF4-FFF2-40B4-BE49-F238E27FC236}">
                    <a16:creationId xmlns:a16="http://schemas.microsoft.com/office/drawing/2014/main" id="{8B2F17D3-00FF-4103-A4A4-CEC5C0372571}"/>
                  </a:ext>
                </a:extLst>
              </p:cNvPr>
              <p:cNvSpPr/>
              <p:nvPr/>
            </p:nvSpPr>
            <p:spPr>
              <a:xfrm>
                <a:off x="634353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0" name="object 67">
                <a:extLst>
                  <a:ext uri="{FF2B5EF4-FFF2-40B4-BE49-F238E27FC236}">
                    <a16:creationId xmlns:a16="http://schemas.microsoft.com/office/drawing/2014/main" id="{A379E326-7453-4310-A3C2-EB3B7630A57A}"/>
                  </a:ext>
                </a:extLst>
              </p:cNvPr>
              <p:cNvSpPr/>
              <p:nvPr/>
            </p:nvSpPr>
            <p:spPr>
              <a:xfrm>
                <a:off x="634353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1" name="object 68">
                <a:extLst>
                  <a:ext uri="{FF2B5EF4-FFF2-40B4-BE49-F238E27FC236}">
                    <a16:creationId xmlns:a16="http://schemas.microsoft.com/office/drawing/2014/main" id="{0C58B0A5-1E8C-4395-BD87-EE00188CCD6C}"/>
                  </a:ext>
                </a:extLst>
              </p:cNvPr>
              <p:cNvSpPr/>
              <p:nvPr/>
            </p:nvSpPr>
            <p:spPr>
              <a:xfrm>
                <a:off x="644869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2" name="object 69">
                <a:extLst>
                  <a:ext uri="{FF2B5EF4-FFF2-40B4-BE49-F238E27FC236}">
                    <a16:creationId xmlns:a16="http://schemas.microsoft.com/office/drawing/2014/main" id="{8A94BA6B-F166-4B42-8BAE-632E511D5210}"/>
                  </a:ext>
                </a:extLst>
              </p:cNvPr>
              <p:cNvSpPr/>
              <p:nvPr/>
            </p:nvSpPr>
            <p:spPr>
              <a:xfrm>
                <a:off x="644869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3" name="object 70">
                <a:extLst>
                  <a:ext uri="{FF2B5EF4-FFF2-40B4-BE49-F238E27FC236}">
                    <a16:creationId xmlns:a16="http://schemas.microsoft.com/office/drawing/2014/main" id="{2123BEA6-A695-4D8F-AA0E-C02CB1F90AD3}"/>
                  </a:ext>
                </a:extLst>
              </p:cNvPr>
              <p:cNvSpPr/>
              <p:nvPr/>
            </p:nvSpPr>
            <p:spPr>
              <a:xfrm>
                <a:off x="655459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4" name="object 71">
                <a:extLst>
                  <a:ext uri="{FF2B5EF4-FFF2-40B4-BE49-F238E27FC236}">
                    <a16:creationId xmlns:a16="http://schemas.microsoft.com/office/drawing/2014/main" id="{F68CB0C2-FA5B-4038-B447-BCCE50B68873}"/>
                  </a:ext>
                </a:extLst>
              </p:cNvPr>
              <p:cNvSpPr/>
              <p:nvPr/>
            </p:nvSpPr>
            <p:spPr>
              <a:xfrm>
                <a:off x="655459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5" name="object 72">
                <a:extLst>
                  <a:ext uri="{FF2B5EF4-FFF2-40B4-BE49-F238E27FC236}">
                    <a16:creationId xmlns:a16="http://schemas.microsoft.com/office/drawing/2014/main" id="{86DA2572-23A1-4922-B1D2-5790690A035E}"/>
                  </a:ext>
                </a:extLst>
              </p:cNvPr>
              <p:cNvSpPr/>
              <p:nvPr/>
            </p:nvSpPr>
            <p:spPr>
              <a:xfrm>
                <a:off x="665976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6" name="object 73">
                <a:extLst>
                  <a:ext uri="{FF2B5EF4-FFF2-40B4-BE49-F238E27FC236}">
                    <a16:creationId xmlns:a16="http://schemas.microsoft.com/office/drawing/2014/main" id="{5E14BF2A-8C62-4214-8B96-DBC08BA118A5}"/>
                  </a:ext>
                </a:extLst>
              </p:cNvPr>
              <p:cNvSpPr/>
              <p:nvPr/>
            </p:nvSpPr>
            <p:spPr>
              <a:xfrm>
                <a:off x="665976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7" name="object 74">
                <a:extLst>
                  <a:ext uri="{FF2B5EF4-FFF2-40B4-BE49-F238E27FC236}">
                    <a16:creationId xmlns:a16="http://schemas.microsoft.com/office/drawing/2014/main" id="{229B2F15-56D4-443C-8523-ACAB58FA3D51}"/>
                  </a:ext>
                </a:extLst>
              </p:cNvPr>
              <p:cNvSpPr/>
              <p:nvPr/>
            </p:nvSpPr>
            <p:spPr>
              <a:xfrm>
                <a:off x="67649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8" name="object 75">
                <a:extLst>
                  <a:ext uri="{FF2B5EF4-FFF2-40B4-BE49-F238E27FC236}">
                    <a16:creationId xmlns:a16="http://schemas.microsoft.com/office/drawing/2014/main" id="{7BA1093A-4E8F-4F97-8924-C848A6D26F18}"/>
                  </a:ext>
                </a:extLst>
              </p:cNvPr>
              <p:cNvSpPr/>
              <p:nvPr/>
            </p:nvSpPr>
            <p:spPr>
              <a:xfrm>
                <a:off x="67649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9" name="object 76">
                <a:extLst>
                  <a:ext uri="{FF2B5EF4-FFF2-40B4-BE49-F238E27FC236}">
                    <a16:creationId xmlns:a16="http://schemas.microsoft.com/office/drawing/2014/main" id="{4C603860-1EC9-4804-BEC9-74948822113D}"/>
                  </a:ext>
                </a:extLst>
              </p:cNvPr>
              <p:cNvSpPr/>
              <p:nvPr/>
            </p:nvSpPr>
            <p:spPr>
              <a:xfrm>
                <a:off x="68700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0" name="object 77">
                <a:extLst>
                  <a:ext uri="{FF2B5EF4-FFF2-40B4-BE49-F238E27FC236}">
                    <a16:creationId xmlns:a16="http://schemas.microsoft.com/office/drawing/2014/main" id="{A443D46A-57E8-463E-B141-B8D02F56B3D1}"/>
                  </a:ext>
                </a:extLst>
              </p:cNvPr>
              <p:cNvSpPr/>
              <p:nvPr/>
            </p:nvSpPr>
            <p:spPr>
              <a:xfrm>
                <a:off x="68700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1" name="object 78">
                <a:extLst>
                  <a:ext uri="{FF2B5EF4-FFF2-40B4-BE49-F238E27FC236}">
                    <a16:creationId xmlns:a16="http://schemas.microsoft.com/office/drawing/2014/main" id="{64780881-FF41-4D6A-86C9-DEA38AA86C0A}"/>
                  </a:ext>
                </a:extLst>
              </p:cNvPr>
              <p:cNvSpPr/>
              <p:nvPr/>
            </p:nvSpPr>
            <p:spPr>
              <a:xfrm>
                <a:off x="69752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2" name="object 79">
                <a:extLst>
                  <a:ext uri="{FF2B5EF4-FFF2-40B4-BE49-F238E27FC236}">
                    <a16:creationId xmlns:a16="http://schemas.microsoft.com/office/drawing/2014/main" id="{B9C18BA0-F37A-4E27-A3C1-D07E8F57E296}"/>
                  </a:ext>
                </a:extLst>
              </p:cNvPr>
              <p:cNvSpPr/>
              <p:nvPr/>
            </p:nvSpPr>
            <p:spPr>
              <a:xfrm>
                <a:off x="69752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3" name="object 80">
                <a:extLst>
                  <a:ext uri="{FF2B5EF4-FFF2-40B4-BE49-F238E27FC236}">
                    <a16:creationId xmlns:a16="http://schemas.microsoft.com/office/drawing/2014/main" id="{61C9AAEF-B220-4E1A-85EA-9946A0681B5E}"/>
                  </a:ext>
                </a:extLst>
              </p:cNvPr>
              <p:cNvSpPr/>
              <p:nvPr/>
            </p:nvSpPr>
            <p:spPr>
              <a:xfrm>
                <a:off x="70803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4" name="object 81">
                <a:extLst>
                  <a:ext uri="{FF2B5EF4-FFF2-40B4-BE49-F238E27FC236}">
                    <a16:creationId xmlns:a16="http://schemas.microsoft.com/office/drawing/2014/main" id="{D537A2AF-BB11-4F93-BFB1-D855B51B43A7}"/>
                  </a:ext>
                </a:extLst>
              </p:cNvPr>
              <p:cNvSpPr/>
              <p:nvPr/>
            </p:nvSpPr>
            <p:spPr>
              <a:xfrm>
                <a:off x="70803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5" name="object 82">
                <a:extLst>
                  <a:ext uri="{FF2B5EF4-FFF2-40B4-BE49-F238E27FC236}">
                    <a16:creationId xmlns:a16="http://schemas.microsoft.com/office/drawing/2014/main" id="{3CAF1D51-C0DD-4D87-95B1-23196933EDC3}"/>
                  </a:ext>
                </a:extLst>
              </p:cNvPr>
              <p:cNvSpPr/>
              <p:nvPr/>
            </p:nvSpPr>
            <p:spPr>
              <a:xfrm>
                <a:off x="7185545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6" name="object 83">
                <a:extLst>
                  <a:ext uri="{FF2B5EF4-FFF2-40B4-BE49-F238E27FC236}">
                    <a16:creationId xmlns:a16="http://schemas.microsoft.com/office/drawing/2014/main" id="{F30FB140-B1C9-48A7-8A4E-B164A8EE63EA}"/>
                  </a:ext>
                </a:extLst>
              </p:cNvPr>
              <p:cNvSpPr/>
              <p:nvPr/>
            </p:nvSpPr>
            <p:spPr>
              <a:xfrm>
                <a:off x="7185545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7" name="object 84">
                <a:extLst>
                  <a:ext uri="{FF2B5EF4-FFF2-40B4-BE49-F238E27FC236}">
                    <a16:creationId xmlns:a16="http://schemas.microsoft.com/office/drawing/2014/main" id="{0144DF19-A963-42C0-A5C3-06CD46DC0634}"/>
                  </a:ext>
                </a:extLst>
              </p:cNvPr>
              <p:cNvSpPr/>
              <p:nvPr/>
            </p:nvSpPr>
            <p:spPr>
              <a:xfrm>
                <a:off x="7291450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8" name="object 85">
                <a:extLst>
                  <a:ext uri="{FF2B5EF4-FFF2-40B4-BE49-F238E27FC236}">
                    <a16:creationId xmlns:a16="http://schemas.microsoft.com/office/drawing/2014/main" id="{20BF6014-D2E5-4675-BF8B-D1A0C575841F}"/>
                  </a:ext>
                </a:extLst>
              </p:cNvPr>
              <p:cNvSpPr/>
              <p:nvPr/>
            </p:nvSpPr>
            <p:spPr>
              <a:xfrm>
                <a:off x="7291450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9" name="object 86">
                <a:extLst>
                  <a:ext uri="{FF2B5EF4-FFF2-40B4-BE49-F238E27FC236}">
                    <a16:creationId xmlns:a16="http://schemas.microsoft.com/office/drawing/2014/main" id="{7CCDF0A4-862C-4F49-9E39-D9608EC11C6A}"/>
                  </a:ext>
                </a:extLst>
              </p:cNvPr>
              <p:cNvSpPr/>
              <p:nvPr/>
            </p:nvSpPr>
            <p:spPr>
              <a:xfrm>
                <a:off x="739661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0" name="object 87">
                <a:extLst>
                  <a:ext uri="{FF2B5EF4-FFF2-40B4-BE49-F238E27FC236}">
                    <a16:creationId xmlns:a16="http://schemas.microsoft.com/office/drawing/2014/main" id="{30BBBD68-2201-4882-B018-8F8A1058F6E5}"/>
                  </a:ext>
                </a:extLst>
              </p:cNvPr>
              <p:cNvSpPr/>
              <p:nvPr/>
            </p:nvSpPr>
            <p:spPr>
              <a:xfrm>
                <a:off x="739661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1" name="object 88">
                <a:extLst>
                  <a:ext uri="{FF2B5EF4-FFF2-40B4-BE49-F238E27FC236}">
                    <a16:creationId xmlns:a16="http://schemas.microsoft.com/office/drawing/2014/main" id="{08EC6BE3-BEFF-4301-9AC3-252C81D285FD}"/>
                  </a:ext>
                </a:extLst>
              </p:cNvPr>
              <p:cNvSpPr/>
              <p:nvPr/>
            </p:nvSpPr>
            <p:spPr>
              <a:xfrm>
                <a:off x="750176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2" name="object 89">
                <a:extLst>
                  <a:ext uri="{FF2B5EF4-FFF2-40B4-BE49-F238E27FC236}">
                    <a16:creationId xmlns:a16="http://schemas.microsoft.com/office/drawing/2014/main" id="{1C0BC360-7984-4D68-94B3-B5405ACA6AF6}"/>
                  </a:ext>
                </a:extLst>
              </p:cNvPr>
              <p:cNvSpPr/>
              <p:nvPr/>
            </p:nvSpPr>
            <p:spPr>
              <a:xfrm>
                <a:off x="750176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3" name="object 90">
                <a:extLst>
                  <a:ext uri="{FF2B5EF4-FFF2-40B4-BE49-F238E27FC236}">
                    <a16:creationId xmlns:a16="http://schemas.microsoft.com/office/drawing/2014/main" id="{F2E6A193-D699-495E-A274-0A53AB9BEDD7}"/>
                  </a:ext>
                </a:extLst>
              </p:cNvPr>
              <p:cNvSpPr/>
              <p:nvPr/>
            </p:nvSpPr>
            <p:spPr>
              <a:xfrm>
                <a:off x="760693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4" name="object 91">
                <a:extLst>
                  <a:ext uri="{FF2B5EF4-FFF2-40B4-BE49-F238E27FC236}">
                    <a16:creationId xmlns:a16="http://schemas.microsoft.com/office/drawing/2014/main" id="{91071535-AF6E-4E5D-B775-E82EE5E5D23F}"/>
                  </a:ext>
                </a:extLst>
              </p:cNvPr>
              <p:cNvSpPr/>
              <p:nvPr/>
            </p:nvSpPr>
            <p:spPr>
              <a:xfrm>
                <a:off x="760693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5" name="object 92">
                <a:extLst>
                  <a:ext uri="{FF2B5EF4-FFF2-40B4-BE49-F238E27FC236}">
                    <a16:creationId xmlns:a16="http://schemas.microsoft.com/office/drawing/2014/main" id="{FC8A73E7-4CF2-49C7-87C2-1D474911739D}"/>
                  </a:ext>
                </a:extLst>
              </p:cNvPr>
              <p:cNvSpPr/>
              <p:nvPr/>
            </p:nvSpPr>
            <p:spPr>
              <a:xfrm>
                <a:off x="771207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6" name="object 93">
                <a:extLst>
                  <a:ext uri="{FF2B5EF4-FFF2-40B4-BE49-F238E27FC236}">
                    <a16:creationId xmlns:a16="http://schemas.microsoft.com/office/drawing/2014/main" id="{4CF69818-97BC-46D0-89F0-38C2A505ED43}"/>
                  </a:ext>
                </a:extLst>
              </p:cNvPr>
              <p:cNvSpPr/>
              <p:nvPr/>
            </p:nvSpPr>
            <p:spPr>
              <a:xfrm>
                <a:off x="771207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7" name="object 94">
                <a:extLst>
                  <a:ext uri="{FF2B5EF4-FFF2-40B4-BE49-F238E27FC236}">
                    <a16:creationId xmlns:a16="http://schemas.microsoft.com/office/drawing/2014/main" id="{006E69D5-6348-48F6-937E-280CFB73A52D}"/>
                  </a:ext>
                </a:extLst>
              </p:cNvPr>
              <p:cNvSpPr/>
              <p:nvPr/>
            </p:nvSpPr>
            <p:spPr>
              <a:xfrm>
                <a:off x="7817243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8" name="object 95">
                <a:extLst>
                  <a:ext uri="{FF2B5EF4-FFF2-40B4-BE49-F238E27FC236}">
                    <a16:creationId xmlns:a16="http://schemas.microsoft.com/office/drawing/2014/main" id="{0F424173-136C-4381-A16D-E19467F94F9E}"/>
                  </a:ext>
                </a:extLst>
              </p:cNvPr>
              <p:cNvSpPr/>
              <p:nvPr/>
            </p:nvSpPr>
            <p:spPr>
              <a:xfrm>
                <a:off x="7817243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9" name="object 96">
                <a:extLst>
                  <a:ext uri="{FF2B5EF4-FFF2-40B4-BE49-F238E27FC236}">
                    <a16:creationId xmlns:a16="http://schemas.microsoft.com/office/drawing/2014/main" id="{3517D290-C05A-4C5D-B47B-14797703939D}"/>
                  </a:ext>
                </a:extLst>
              </p:cNvPr>
              <p:cNvSpPr/>
              <p:nvPr/>
            </p:nvSpPr>
            <p:spPr>
              <a:xfrm>
                <a:off x="7923148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0" name="object 97">
                <a:extLst>
                  <a:ext uri="{FF2B5EF4-FFF2-40B4-BE49-F238E27FC236}">
                    <a16:creationId xmlns:a16="http://schemas.microsoft.com/office/drawing/2014/main" id="{B2FB0CE2-C8B2-4990-B80E-BDAEFA642F0F}"/>
                  </a:ext>
                </a:extLst>
              </p:cNvPr>
              <p:cNvSpPr/>
              <p:nvPr/>
            </p:nvSpPr>
            <p:spPr>
              <a:xfrm>
                <a:off x="7923148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1" name="object 98">
                <a:extLst>
                  <a:ext uri="{FF2B5EF4-FFF2-40B4-BE49-F238E27FC236}">
                    <a16:creationId xmlns:a16="http://schemas.microsoft.com/office/drawing/2014/main" id="{A7483EC1-3D2A-4245-BEB0-A7418AF46DFE}"/>
                  </a:ext>
                </a:extLst>
              </p:cNvPr>
              <p:cNvSpPr/>
              <p:nvPr/>
            </p:nvSpPr>
            <p:spPr>
              <a:xfrm>
                <a:off x="802831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2" name="object 99">
                <a:extLst>
                  <a:ext uri="{FF2B5EF4-FFF2-40B4-BE49-F238E27FC236}">
                    <a16:creationId xmlns:a16="http://schemas.microsoft.com/office/drawing/2014/main" id="{4F4FF3CD-31E0-48A7-A926-A3D979A0F9EB}"/>
                  </a:ext>
                </a:extLst>
              </p:cNvPr>
              <p:cNvSpPr/>
              <p:nvPr/>
            </p:nvSpPr>
            <p:spPr>
              <a:xfrm>
                <a:off x="802831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3" name="object 100">
                <a:extLst>
                  <a:ext uri="{FF2B5EF4-FFF2-40B4-BE49-F238E27FC236}">
                    <a16:creationId xmlns:a16="http://schemas.microsoft.com/office/drawing/2014/main" id="{9C6113C5-6159-4C7E-84F9-74BE6FCCDE6D}"/>
                  </a:ext>
                </a:extLst>
              </p:cNvPr>
              <p:cNvSpPr/>
              <p:nvPr/>
            </p:nvSpPr>
            <p:spPr>
              <a:xfrm>
                <a:off x="81334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4" name="object 101">
                <a:extLst>
                  <a:ext uri="{FF2B5EF4-FFF2-40B4-BE49-F238E27FC236}">
                    <a16:creationId xmlns:a16="http://schemas.microsoft.com/office/drawing/2014/main" id="{611FF69D-F817-40E6-8455-B70FE02FD3EA}"/>
                  </a:ext>
                </a:extLst>
              </p:cNvPr>
              <p:cNvSpPr/>
              <p:nvPr/>
            </p:nvSpPr>
            <p:spPr>
              <a:xfrm>
                <a:off x="81334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5" name="object 102">
                <a:extLst>
                  <a:ext uri="{FF2B5EF4-FFF2-40B4-BE49-F238E27FC236}">
                    <a16:creationId xmlns:a16="http://schemas.microsoft.com/office/drawing/2014/main" id="{A4BE0803-911D-40AB-B1ED-2FC91F7F3C7F}"/>
                  </a:ext>
                </a:extLst>
              </p:cNvPr>
              <p:cNvSpPr/>
              <p:nvPr/>
            </p:nvSpPr>
            <p:spPr>
              <a:xfrm>
                <a:off x="823862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6" name="object 103">
                <a:extLst>
                  <a:ext uri="{FF2B5EF4-FFF2-40B4-BE49-F238E27FC236}">
                    <a16:creationId xmlns:a16="http://schemas.microsoft.com/office/drawing/2014/main" id="{9B80E128-122F-4D78-97DD-C7F34234EB7B}"/>
                  </a:ext>
                </a:extLst>
              </p:cNvPr>
              <p:cNvSpPr/>
              <p:nvPr/>
            </p:nvSpPr>
            <p:spPr>
              <a:xfrm>
                <a:off x="823862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7" name="object 104">
                <a:extLst>
                  <a:ext uri="{FF2B5EF4-FFF2-40B4-BE49-F238E27FC236}">
                    <a16:creationId xmlns:a16="http://schemas.microsoft.com/office/drawing/2014/main" id="{93FD15BB-9E47-4805-9681-499BE8563994}"/>
                  </a:ext>
                </a:extLst>
              </p:cNvPr>
              <p:cNvSpPr/>
              <p:nvPr/>
            </p:nvSpPr>
            <p:spPr>
              <a:xfrm>
                <a:off x="83437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8" name="object 105">
                <a:extLst>
                  <a:ext uri="{FF2B5EF4-FFF2-40B4-BE49-F238E27FC236}">
                    <a16:creationId xmlns:a16="http://schemas.microsoft.com/office/drawing/2014/main" id="{FA37721B-C47B-452C-95E9-F25D3A984A4B}"/>
                  </a:ext>
                </a:extLst>
              </p:cNvPr>
              <p:cNvSpPr/>
              <p:nvPr/>
            </p:nvSpPr>
            <p:spPr>
              <a:xfrm>
                <a:off x="83437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9" name="object 106">
                <a:extLst>
                  <a:ext uri="{FF2B5EF4-FFF2-40B4-BE49-F238E27FC236}">
                    <a16:creationId xmlns:a16="http://schemas.microsoft.com/office/drawing/2014/main" id="{1B9902E9-CB0C-4104-80C3-9FEC459483AC}"/>
                  </a:ext>
                </a:extLst>
              </p:cNvPr>
              <p:cNvSpPr/>
              <p:nvPr/>
            </p:nvSpPr>
            <p:spPr>
              <a:xfrm>
                <a:off x="844894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0" name="object 107">
                <a:extLst>
                  <a:ext uri="{FF2B5EF4-FFF2-40B4-BE49-F238E27FC236}">
                    <a16:creationId xmlns:a16="http://schemas.microsoft.com/office/drawing/2014/main" id="{EF776DA0-D842-46FF-B174-22335629AA9A}"/>
                  </a:ext>
                </a:extLst>
              </p:cNvPr>
              <p:cNvSpPr/>
              <p:nvPr/>
            </p:nvSpPr>
            <p:spPr>
              <a:xfrm>
                <a:off x="844894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1" name="object 108">
                <a:extLst>
                  <a:ext uri="{FF2B5EF4-FFF2-40B4-BE49-F238E27FC236}">
                    <a16:creationId xmlns:a16="http://schemas.microsoft.com/office/drawing/2014/main" id="{E670A2CF-D676-4536-A37B-EB0EEA286296}"/>
                  </a:ext>
                </a:extLst>
              </p:cNvPr>
              <p:cNvSpPr/>
              <p:nvPr/>
            </p:nvSpPr>
            <p:spPr>
              <a:xfrm>
                <a:off x="855484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2" name="object 109">
                <a:extLst>
                  <a:ext uri="{FF2B5EF4-FFF2-40B4-BE49-F238E27FC236}">
                    <a16:creationId xmlns:a16="http://schemas.microsoft.com/office/drawing/2014/main" id="{B24DFCF4-9C90-4F53-BD96-1F0B1980549F}"/>
                  </a:ext>
                </a:extLst>
              </p:cNvPr>
              <p:cNvSpPr/>
              <p:nvPr/>
            </p:nvSpPr>
            <p:spPr>
              <a:xfrm>
                <a:off x="855484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3" name="object 110">
                <a:extLst>
                  <a:ext uri="{FF2B5EF4-FFF2-40B4-BE49-F238E27FC236}">
                    <a16:creationId xmlns:a16="http://schemas.microsoft.com/office/drawing/2014/main" id="{99256101-4BD7-450F-B9F2-AEC4501D3FF0}"/>
                  </a:ext>
                </a:extLst>
              </p:cNvPr>
              <p:cNvSpPr/>
              <p:nvPr/>
            </p:nvSpPr>
            <p:spPr>
              <a:xfrm>
                <a:off x="602806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4" name="object 111">
                <a:extLst>
                  <a:ext uri="{FF2B5EF4-FFF2-40B4-BE49-F238E27FC236}">
                    <a16:creationId xmlns:a16="http://schemas.microsoft.com/office/drawing/2014/main" id="{2E349BEC-59C7-4EA6-881E-3CFAD15B8311}"/>
                  </a:ext>
                </a:extLst>
              </p:cNvPr>
              <p:cNvSpPr/>
              <p:nvPr/>
            </p:nvSpPr>
            <p:spPr>
              <a:xfrm>
                <a:off x="602806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5" name="object 112">
                <a:extLst>
                  <a:ext uri="{FF2B5EF4-FFF2-40B4-BE49-F238E27FC236}">
                    <a16:creationId xmlns:a16="http://schemas.microsoft.com/office/drawing/2014/main" id="{76954169-C2C9-494B-90FA-3D329FF16BE9}"/>
                  </a:ext>
                </a:extLst>
              </p:cNvPr>
              <p:cNvSpPr/>
              <p:nvPr/>
            </p:nvSpPr>
            <p:spPr>
              <a:xfrm>
                <a:off x="613322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6" name="object 113">
                <a:extLst>
                  <a:ext uri="{FF2B5EF4-FFF2-40B4-BE49-F238E27FC236}">
                    <a16:creationId xmlns:a16="http://schemas.microsoft.com/office/drawing/2014/main" id="{114DB42C-A877-4C36-B415-973BDD7D28AC}"/>
                  </a:ext>
                </a:extLst>
              </p:cNvPr>
              <p:cNvSpPr/>
              <p:nvPr/>
            </p:nvSpPr>
            <p:spPr>
              <a:xfrm>
                <a:off x="613322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7" name="object 114">
                <a:extLst>
                  <a:ext uri="{FF2B5EF4-FFF2-40B4-BE49-F238E27FC236}">
                    <a16:creationId xmlns:a16="http://schemas.microsoft.com/office/drawing/2014/main" id="{D52518BA-1703-478C-BA56-B3B95AE5121F}"/>
                  </a:ext>
                </a:extLst>
              </p:cNvPr>
              <p:cNvSpPr/>
              <p:nvPr/>
            </p:nvSpPr>
            <p:spPr>
              <a:xfrm>
                <a:off x="623837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8" name="object 115">
                <a:extLst>
                  <a:ext uri="{FF2B5EF4-FFF2-40B4-BE49-F238E27FC236}">
                    <a16:creationId xmlns:a16="http://schemas.microsoft.com/office/drawing/2014/main" id="{BCCEF87B-E9D9-4FD0-BC9D-DFB6F602F270}"/>
                  </a:ext>
                </a:extLst>
              </p:cNvPr>
              <p:cNvSpPr/>
              <p:nvPr/>
            </p:nvSpPr>
            <p:spPr>
              <a:xfrm>
                <a:off x="623837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9" name="object 116">
                <a:extLst>
                  <a:ext uri="{FF2B5EF4-FFF2-40B4-BE49-F238E27FC236}">
                    <a16:creationId xmlns:a16="http://schemas.microsoft.com/office/drawing/2014/main" id="{085DEDBD-E7AA-48C8-B85E-D7548AF22333}"/>
                  </a:ext>
                </a:extLst>
              </p:cNvPr>
              <p:cNvSpPr/>
              <p:nvPr/>
            </p:nvSpPr>
            <p:spPr>
              <a:xfrm>
                <a:off x="634353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0" name="object 117">
                <a:extLst>
                  <a:ext uri="{FF2B5EF4-FFF2-40B4-BE49-F238E27FC236}">
                    <a16:creationId xmlns:a16="http://schemas.microsoft.com/office/drawing/2014/main" id="{2B4F3596-0319-4E04-BB0F-1FB98C9D84E8}"/>
                  </a:ext>
                </a:extLst>
              </p:cNvPr>
              <p:cNvSpPr/>
              <p:nvPr/>
            </p:nvSpPr>
            <p:spPr>
              <a:xfrm>
                <a:off x="634353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1" name="object 118">
                <a:extLst>
                  <a:ext uri="{FF2B5EF4-FFF2-40B4-BE49-F238E27FC236}">
                    <a16:creationId xmlns:a16="http://schemas.microsoft.com/office/drawing/2014/main" id="{A48148B6-FCD0-4369-A90D-A0370AF7A8A3}"/>
                  </a:ext>
                </a:extLst>
              </p:cNvPr>
              <p:cNvSpPr/>
              <p:nvPr/>
            </p:nvSpPr>
            <p:spPr>
              <a:xfrm>
                <a:off x="644869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2" name="object 119">
                <a:extLst>
                  <a:ext uri="{FF2B5EF4-FFF2-40B4-BE49-F238E27FC236}">
                    <a16:creationId xmlns:a16="http://schemas.microsoft.com/office/drawing/2014/main" id="{9EF0BFBE-4099-4002-9252-063E25F8A93E}"/>
                  </a:ext>
                </a:extLst>
              </p:cNvPr>
              <p:cNvSpPr/>
              <p:nvPr/>
            </p:nvSpPr>
            <p:spPr>
              <a:xfrm>
                <a:off x="644869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3" name="object 120">
                <a:extLst>
                  <a:ext uri="{FF2B5EF4-FFF2-40B4-BE49-F238E27FC236}">
                    <a16:creationId xmlns:a16="http://schemas.microsoft.com/office/drawing/2014/main" id="{714A97FC-8983-4FAA-A32F-778AEA169F36}"/>
                  </a:ext>
                </a:extLst>
              </p:cNvPr>
              <p:cNvSpPr/>
              <p:nvPr/>
            </p:nvSpPr>
            <p:spPr>
              <a:xfrm>
                <a:off x="655459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4" name="object 121">
                <a:extLst>
                  <a:ext uri="{FF2B5EF4-FFF2-40B4-BE49-F238E27FC236}">
                    <a16:creationId xmlns:a16="http://schemas.microsoft.com/office/drawing/2014/main" id="{4651AA56-0D64-4D5C-8357-82C7E5927695}"/>
                  </a:ext>
                </a:extLst>
              </p:cNvPr>
              <p:cNvSpPr/>
              <p:nvPr/>
            </p:nvSpPr>
            <p:spPr>
              <a:xfrm>
                <a:off x="655459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5" name="object 122">
                <a:extLst>
                  <a:ext uri="{FF2B5EF4-FFF2-40B4-BE49-F238E27FC236}">
                    <a16:creationId xmlns:a16="http://schemas.microsoft.com/office/drawing/2014/main" id="{BD6772BA-05B1-4C06-933E-73193C8F2785}"/>
                  </a:ext>
                </a:extLst>
              </p:cNvPr>
              <p:cNvSpPr/>
              <p:nvPr/>
            </p:nvSpPr>
            <p:spPr>
              <a:xfrm>
                <a:off x="665976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6" name="object 123">
                <a:extLst>
                  <a:ext uri="{FF2B5EF4-FFF2-40B4-BE49-F238E27FC236}">
                    <a16:creationId xmlns:a16="http://schemas.microsoft.com/office/drawing/2014/main" id="{53D6064B-6240-4D4E-9476-0DB0D53408B7}"/>
                  </a:ext>
                </a:extLst>
              </p:cNvPr>
              <p:cNvSpPr/>
              <p:nvPr/>
            </p:nvSpPr>
            <p:spPr>
              <a:xfrm>
                <a:off x="665976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7" name="object 124">
                <a:extLst>
                  <a:ext uri="{FF2B5EF4-FFF2-40B4-BE49-F238E27FC236}">
                    <a16:creationId xmlns:a16="http://schemas.microsoft.com/office/drawing/2014/main" id="{FA52F8DC-8A36-4D94-B768-ADC5949AF805}"/>
                  </a:ext>
                </a:extLst>
              </p:cNvPr>
              <p:cNvSpPr/>
              <p:nvPr/>
            </p:nvSpPr>
            <p:spPr>
              <a:xfrm>
                <a:off x="67649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8" name="object 125">
                <a:extLst>
                  <a:ext uri="{FF2B5EF4-FFF2-40B4-BE49-F238E27FC236}">
                    <a16:creationId xmlns:a16="http://schemas.microsoft.com/office/drawing/2014/main" id="{99F72282-5135-40FA-BFC7-C5006265270A}"/>
                  </a:ext>
                </a:extLst>
              </p:cNvPr>
              <p:cNvSpPr/>
              <p:nvPr/>
            </p:nvSpPr>
            <p:spPr>
              <a:xfrm>
                <a:off x="67649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9" name="object 126">
                <a:extLst>
                  <a:ext uri="{FF2B5EF4-FFF2-40B4-BE49-F238E27FC236}">
                    <a16:creationId xmlns:a16="http://schemas.microsoft.com/office/drawing/2014/main" id="{08D8378D-8291-48C2-A7E5-EB025263D202}"/>
                  </a:ext>
                </a:extLst>
              </p:cNvPr>
              <p:cNvSpPr/>
              <p:nvPr/>
            </p:nvSpPr>
            <p:spPr>
              <a:xfrm>
                <a:off x="68700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0" name="object 127">
                <a:extLst>
                  <a:ext uri="{FF2B5EF4-FFF2-40B4-BE49-F238E27FC236}">
                    <a16:creationId xmlns:a16="http://schemas.microsoft.com/office/drawing/2014/main" id="{41F6CD0D-8446-44D6-A7E1-D495E4A808AA}"/>
                  </a:ext>
                </a:extLst>
              </p:cNvPr>
              <p:cNvSpPr/>
              <p:nvPr/>
            </p:nvSpPr>
            <p:spPr>
              <a:xfrm>
                <a:off x="68700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1" name="object 128">
                <a:extLst>
                  <a:ext uri="{FF2B5EF4-FFF2-40B4-BE49-F238E27FC236}">
                    <a16:creationId xmlns:a16="http://schemas.microsoft.com/office/drawing/2014/main" id="{BEFFFB68-0FC4-470B-B340-B2EA61525CEB}"/>
                  </a:ext>
                </a:extLst>
              </p:cNvPr>
              <p:cNvSpPr/>
              <p:nvPr/>
            </p:nvSpPr>
            <p:spPr>
              <a:xfrm>
                <a:off x="69752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2" name="object 129">
                <a:extLst>
                  <a:ext uri="{FF2B5EF4-FFF2-40B4-BE49-F238E27FC236}">
                    <a16:creationId xmlns:a16="http://schemas.microsoft.com/office/drawing/2014/main" id="{D7296432-B7B6-44FC-974F-45BE2104AE16}"/>
                  </a:ext>
                </a:extLst>
              </p:cNvPr>
              <p:cNvSpPr/>
              <p:nvPr/>
            </p:nvSpPr>
            <p:spPr>
              <a:xfrm>
                <a:off x="69752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3" name="object 130">
                <a:extLst>
                  <a:ext uri="{FF2B5EF4-FFF2-40B4-BE49-F238E27FC236}">
                    <a16:creationId xmlns:a16="http://schemas.microsoft.com/office/drawing/2014/main" id="{08291699-FEF6-4EE1-9AD7-59C39DB6F9D0}"/>
                  </a:ext>
                </a:extLst>
              </p:cNvPr>
              <p:cNvSpPr/>
              <p:nvPr/>
            </p:nvSpPr>
            <p:spPr>
              <a:xfrm>
                <a:off x="70803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4" name="object 131">
                <a:extLst>
                  <a:ext uri="{FF2B5EF4-FFF2-40B4-BE49-F238E27FC236}">
                    <a16:creationId xmlns:a16="http://schemas.microsoft.com/office/drawing/2014/main" id="{3467EAD5-1AC0-4C72-9BD4-8EB202E49877}"/>
                  </a:ext>
                </a:extLst>
              </p:cNvPr>
              <p:cNvSpPr/>
              <p:nvPr/>
            </p:nvSpPr>
            <p:spPr>
              <a:xfrm>
                <a:off x="70803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5" name="object 132">
                <a:extLst>
                  <a:ext uri="{FF2B5EF4-FFF2-40B4-BE49-F238E27FC236}">
                    <a16:creationId xmlns:a16="http://schemas.microsoft.com/office/drawing/2014/main" id="{B911D9E2-C426-493E-883C-4EB289B42922}"/>
                  </a:ext>
                </a:extLst>
              </p:cNvPr>
              <p:cNvSpPr/>
              <p:nvPr/>
            </p:nvSpPr>
            <p:spPr>
              <a:xfrm>
                <a:off x="7185545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6" name="object 133">
                <a:extLst>
                  <a:ext uri="{FF2B5EF4-FFF2-40B4-BE49-F238E27FC236}">
                    <a16:creationId xmlns:a16="http://schemas.microsoft.com/office/drawing/2014/main" id="{FFC11F6D-7A5C-4203-BAD2-266060835448}"/>
                  </a:ext>
                </a:extLst>
              </p:cNvPr>
              <p:cNvSpPr/>
              <p:nvPr/>
            </p:nvSpPr>
            <p:spPr>
              <a:xfrm>
                <a:off x="7185545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7" name="object 134">
                <a:extLst>
                  <a:ext uri="{FF2B5EF4-FFF2-40B4-BE49-F238E27FC236}">
                    <a16:creationId xmlns:a16="http://schemas.microsoft.com/office/drawing/2014/main" id="{7B9C1A1C-6B28-4B20-91D7-13BF7CDE8CCF}"/>
                  </a:ext>
                </a:extLst>
              </p:cNvPr>
              <p:cNvSpPr/>
              <p:nvPr/>
            </p:nvSpPr>
            <p:spPr>
              <a:xfrm>
                <a:off x="7291450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8" name="object 135">
                <a:extLst>
                  <a:ext uri="{FF2B5EF4-FFF2-40B4-BE49-F238E27FC236}">
                    <a16:creationId xmlns:a16="http://schemas.microsoft.com/office/drawing/2014/main" id="{B9E05166-AF05-4A4C-9328-748ED8E64A1C}"/>
                  </a:ext>
                </a:extLst>
              </p:cNvPr>
              <p:cNvSpPr/>
              <p:nvPr/>
            </p:nvSpPr>
            <p:spPr>
              <a:xfrm>
                <a:off x="7291450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9" name="object 136">
                <a:extLst>
                  <a:ext uri="{FF2B5EF4-FFF2-40B4-BE49-F238E27FC236}">
                    <a16:creationId xmlns:a16="http://schemas.microsoft.com/office/drawing/2014/main" id="{8DE3DDB3-C40E-4119-A775-B16DD3F5A636}"/>
                  </a:ext>
                </a:extLst>
              </p:cNvPr>
              <p:cNvSpPr/>
              <p:nvPr/>
            </p:nvSpPr>
            <p:spPr>
              <a:xfrm>
                <a:off x="739661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0" name="object 137">
                <a:extLst>
                  <a:ext uri="{FF2B5EF4-FFF2-40B4-BE49-F238E27FC236}">
                    <a16:creationId xmlns:a16="http://schemas.microsoft.com/office/drawing/2014/main" id="{A0BD2E9D-D2ED-4D1B-AC39-C86C5A55C34E}"/>
                  </a:ext>
                </a:extLst>
              </p:cNvPr>
              <p:cNvSpPr/>
              <p:nvPr/>
            </p:nvSpPr>
            <p:spPr>
              <a:xfrm>
                <a:off x="739661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1" name="object 138">
                <a:extLst>
                  <a:ext uri="{FF2B5EF4-FFF2-40B4-BE49-F238E27FC236}">
                    <a16:creationId xmlns:a16="http://schemas.microsoft.com/office/drawing/2014/main" id="{BED1B904-A2FF-4624-B19A-527B16327D01}"/>
                  </a:ext>
                </a:extLst>
              </p:cNvPr>
              <p:cNvSpPr/>
              <p:nvPr/>
            </p:nvSpPr>
            <p:spPr>
              <a:xfrm>
                <a:off x="750176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2" name="object 139">
                <a:extLst>
                  <a:ext uri="{FF2B5EF4-FFF2-40B4-BE49-F238E27FC236}">
                    <a16:creationId xmlns:a16="http://schemas.microsoft.com/office/drawing/2014/main" id="{47D387EE-2BAA-4364-97C9-2325DF650750}"/>
                  </a:ext>
                </a:extLst>
              </p:cNvPr>
              <p:cNvSpPr/>
              <p:nvPr/>
            </p:nvSpPr>
            <p:spPr>
              <a:xfrm>
                <a:off x="750176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3" name="object 140">
                <a:extLst>
                  <a:ext uri="{FF2B5EF4-FFF2-40B4-BE49-F238E27FC236}">
                    <a16:creationId xmlns:a16="http://schemas.microsoft.com/office/drawing/2014/main" id="{4581D9F0-1D4C-45EF-BA99-037E6D4B4E9D}"/>
                  </a:ext>
                </a:extLst>
              </p:cNvPr>
              <p:cNvSpPr/>
              <p:nvPr/>
            </p:nvSpPr>
            <p:spPr>
              <a:xfrm>
                <a:off x="760693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4" name="object 141">
                <a:extLst>
                  <a:ext uri="{FF2B5EF4-FFF2-40B4-BE49-F238E27FC236}">
                    <a16:creationId xmlns:a16="http://schemas.microsoft.com/office/drawing/2014/main" id="{5C178EA2-EC84-4056-9458-BC49534139C5}"/>
                  </a:ext>
                </a:extLst>
              </p:cNvPr>
              <p:cNvSpPr/>
              <p:nvPr/>
            </p:nvSpPr>
            <p:spPr>
              <a:xfrm>
                <a:off x="760693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5" name="object 142">
                <a:extLst>
                  <a:ext uri="{FF2B5EF4-FFF2-40B4-BE49-F238E27FC236}">
                    <a16:creationId xmlns:a16="http://schemas.microsoft.com/office/drawing/2014/main" id="{26302A64-D2C2-4AEE-A3BD-B8097C58F892}"/>
                  </a:ext>
                </a:extLst>
              </p:cNvPr>
              <p:cNvSpPr/>
              <p:nvPr/>
            </p:nvSpPr>
            <p:spPr>
              <a:xfrm>
                <a:off x="771207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6" name="object 143">
                <a:extLst>
                  <a:ext uri="{FF2B5EF4-FFF2-40B4-BE49-F238E27FC236}">
                    <a16:creationId xmlns:a16="http://schemas.microsoft.com/office/drawing/2014/main" id="{2F7A202C-3B86-40F2-8698-BE6FBD2EDD87}"/>
                  </a:ext>
                </a:extLst>
              </p:cNvPr>
              <p:cNvSpPr/>
              <p:nvPr/>
            </p:nvSpPr>
            <p:spPr>
              <a:xfrm>
                <a:off x="771207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7" name="object 144">
                <a:extLst>
                  <a:ext uri="{FF2B5EF4-FFF2-40B4-BE49-F238E27FC236}">
                    <a16:creationId xmlns:a16="http://schemas.microsoft.com/office/drawing/2014/main" id="{04B27ACF-3B7E-476D-97CE-4CAD4CBFC0FD}"/>
                  </a:ext>
                </a:extLst>
              </p:cNvPr>
              <p:cNvSpPr/>
              <p:nvPr/>
            </p:nvSpPr>
            <p:spPr>
              <a:xfrm>
                <a:off x="7817243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8" name="object 145">
                <a:extLst>
                  <a:ext uri="{FF2B5EF4-FFF2-40B4-BE49-F238E27FC236}">
                    <a16:creationId xmlns:a16="http://schemas.microsoft.com/office/drawing/2014/main" id="{2FF2AAF7-9613-445A-BCD0-0B1DF604E41D}"/>
                  </a:ext>
                </a:extLst>
              </p:cNvPr>
              <p:cNvSpPr/>
              <p:nvPr/>
            </p:nvSpPr>
            <p:spPr>
              <a:xfrm>
                <a:off x="7817243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9" name="object 146">
                <a:extLst>
                  <a:ext uri="{FF2B5EF4-FFF2-40B4-BE49-F238E27FC236}">
                    <a16:creationId xmlns:a16="http://schemas.microsoft.com/office/drawing/2014/main" id="{555BB70D-2C48-49C7-93C4-EA194A30C90D}"/>
                  </a:ext>
                </a:extLst>
              </p:cNvPr>
              <p:cNvSpPr/>
              <p:nvPr/>
            </p:nvSpPr>
            <p:spPr>
              <a:xfrm>
                <a:off x="7923148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0" name="object 147">
                <a:extLst>
                  <a:ext uri="{FF2B5EF4-FFF2-40B4-BE49-F238E27FC236}">
                    <a16:creationId xmlns:a16="http://schemas.microsoft.com/office/drawing/2014/main" id="{3ED3CF11-F4C8-47CF-B53E-7189F8983AD9}"/>
                  </a:ext>
                </a:extLst>
              </p:cNvPr>
              <p:cNvSpPr/>
              <p:nvPr/>
            </p:nvSpPr>
            <p:spPr>
              <a:xfrm>
                <a:off x="7923148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1" name="object 148">
                <a:extLst>
                  <a:ext uri="{FF2B5EF4-FFF2-40B4-BE49-F238E27FC236}">
                    <a16:creationId xmlns:a16="http://schemas.microsoft.com/office/drawing/2014/main" id="{4D14C73C-C5EC-4914-B4A8-97BB8A81396E}"/>
                  </a:ext>
                </a:extLst>
              </p:cNvPr>
              <p:cNvSpPr/>
              <p:nvPr/>
            </p:nvSpPr>
            <p:spPr>
              <a:xfrm>
                <a:off x="802831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2" name="object 149">
                <a:extLst>
                  <a:ext uri="{FF2B5EF4-FFF2-40B4-BE49-F238E27FC236}">
                    <a16:creationId xmlns:a16="http://schemas.microsoft.com/office/drawing/2014/main" id="{5CB54C2E-27B5-429B-A138-D039F5E011CA}"/>
                  </a:ext>
                </a:extLst>
              </p:cNvPr>
              <p:cNvSpPr/>
              <p:nvPr/>
            </p:nvSpPr>
            <p:spPr>
              <a:xfrm>
                <a:off x="802831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3" name="object 150">
                <a:extLst>
                  <a:ext uri="{FF2B5EF4-FFF2-40B4-BE49-F238E27FC236}">
                    <a16:creationId xmlns:a16="http://schemas.microsoft.com/office/drawing/2014/main" id="{34B4C3D9-087F-4715-8DA0-CE44E592D7B6}"/>
                  </a:ext>
                </a:extLst>
              </p:cNvPr>
              <p:cNvSpPr/>
              <p:nvPr/>
            </p:nvSpPr>
            <p:spPr>
              <a:xfrm>
                <a:off x="81334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4" name="object 151">
                <a:extLst>
                  <a:ext uri="{FF2B5EF4-FFF2-40B4-BE49-F238E27FC236}">
                    <a16:creationId xmlns:a16="http://schemas.microsoft.com/office/drawing/2014/main" id="{C4878760-642D-4CA7-BF65-76D8B43EEEA3}"/>
                  </a:ext>
                </a:extLst>
              </p:cNvPr>
              <p:cNvSpPr/>
              <p:nvPr/>
            </p:nvSpPr>
            <p:spPr>
              <a:xfrm>
                <a:off x="81334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5" name="object 152">
                <a:extLst>
                  <a:ext uri="{FF2B5EF4-FFF2-40B4-BE49-F238E27FC236}">
                    <a16:creationId xmlns:a16="http://schemas.microsoft.com/office/drawing/2014/main" id="{085D7D00-A355-4596-8F6D-5E85A5518826}"/>
                  </a:ext>
                </a:extLst>
              </p:cNvPr>
              <p:cNvSpPr/>
              <p:nvPr/>
            </p:nvSpPr>
            <p:spPr>
              <a:xfrm>
                <a:off x="823862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6" name="object 153">
                <a:extLst>
                  <a:ext uri="{FF2B5EF4-FFF2-40B4-BE49-F238E27FC236}">
                    <a16:creationId xmlns:a16="http://schemas.microsoft.com/office/drawing/2014/main" id="{BC41B549-21A6-4709-9853-98415DABE4F7}"/>
                  </a:ext>
                </a:extLst>
              </p:cNvPr>
              <p:cNvSpPr/>
              <p:nvPr/>
            </p:nvSpPr>
            <p:spPr>
              <a:xfrm>
                <a:off x="823862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7" name="object 154">
                <a:extLst>
                  <a:ext uri="{FF2B5EF4-FFF2-40B4-BE49-F238E27FC236}">
                    <a16:creationId xmlns:a16="http://schemas.microsoft.com/office/drawing/2014/main" id="{D7019477-910C-4BF0-A549-E9C69988E606}"/>
                  </a:ext>
                </a:extLst>
              </p:cNvPr>
              <p:cNvSpPr/>
              <p:nvPr/>
            </p:nvSpPr>
            <p:spPr>
              <a:xfrm>
                <a:off x="83437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8" name="object 155">
                <a:extLst>
                  <a:ext uri="{FF2B5EF4-FFF2-40B4-BE49-F238E27FC236}">
                    <a16:creationId xmlns:a16="http://schemas.microsoft.com/office/drawing/2014/main" id="{DCF5045C-835A-4F7D-9FEA-B40B4283C2BB}"/>
                  </a:ext>
                </a:extLst>
              </p:cNvPr>
              <p:cNvSpPr/>
              <p:nvPr/>
            </p:nvSpPr>
            <p:spPr>
              <a:xfrm>
                <a:off x="83437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9" name="object 156">
                <a:extLst>
                  <a:ext uri="{FF2B5EF4-FFF2-40B4-BE49-F238E27FC236}">
                    <a16:creationId xmlns:a16="http://schemas.microsoft.com/office/drawing/2014/main" id="{B6955CD4-DD9F-4F81-9964-F405AF597FA6}"/>
                  </a:ext>
                </a:extLst>
              </p:cNvPr>
              <p:cNvSpPr/>
              <p:nvPr/>
            </p:nvSpPr>
            <p:spPr>
              <a:xfrm>
                <a:off x="844894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0" name="object 157">
                <a:extLst>
                  <a:ext uri="{FF2B5EF4-FFF2-40B4-BE49-F238E27FC236}">
                    <a16:creationId xmlns:a16="http://schemas.microsoft.com/office/drawing/2014/main" id="{25D1BA6A-A8C8-402D-BB98-9C4BDE066962}"/>
                  </a:ext>
                </a:extLst>
              </p:cNvPr>
              <p:cNvSpPr/>
              <p:nvPr/>
            </p:nvSpPr>
            <p:spPr>
              <a:xfrm>
                <a:off x="844894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1" name="object 158">
                <a:extLst>
                  <a:ext uri="{FF2B5EF4-FFF2-40B4-BE49-F238E27FC236}">
                    <a16:creationId xmlns:a16="http://schemas.microsoft.com/office/drawing/2014/main" id="{8D2323ED-5237-4C37-9024-E7ECE7A1685B}"/>
                  </a:ext>
                </a:extLst>
              </p:cNvPr>
              <p:cNvSpPr/>
              <p:nvPr/>
            </p:nvSpPr>
            <p:spPr>
              <a:xfrm>
                <a:off x="855484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2" name="object 159">
                <a:extLst>
                  <a:ext uri="{FF2B5EF4-FFF2-40B4-BE49-F238E27FC236}">
                    <a16:creationId xmlns:a16="http://schemas.microsoft.com/office/drawing/2014/main" id="{73E63AB2-CED1-4BA9-AA90-3C03DAAA5D9E}"/>
                  </a:ext>
                </a:extLst>
              </p:cNvPr>
              <p:cNvSpPr/>
              <p:nvPr/>
            </p:nvSpPr>
            <p:spPr>
              <a:xfrm>
                <a:off x="855484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3" name="object 160">
                <a:extLst>
                  <a:ext uri="{FF2B5EF4-FFF2-40B4-BE49-F238E27FC236}">
                    <a16:creationId xmlns:a16="http://schemas.microsoft.com/office/drawing/2014/main" id="{97F425C3-1807-49F8-B604-C48B78FEC126}"/>
                  </a:ext>
                </a:extLst>
              </p:cNvPr>
              <p:cNvSpPr/>
              <p:nvPr/>
            </p:nvSpPr>
            <p:spPr>
              <a:xfrm>
                <a:off x="602806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4" name="object 161">
                <a:extLst>
                  <a:ext uri="{FF2B5EF4-FFF2-40B4-BE49-F238E27FC236}">
                    <a16:creationId xmlns:a16="http://schemas.microsoft.com/office/drawing/2014/main" id="{AD2FE50E-C1D8-4840-9310-C8F1110AA983}"/>
                  </a:ext>
                </a:extLst>
              </p:cNvPr>
              <p:cNvSpPr/>
              <p:nvPr/>
            </p:nvSpPr>
            <p:spPr>
              <a:xfrm>
                <a:off x="602806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5" name="object 162">
                <a:extLst>
                  <a:ext uri="{FF2B5EF4-FFF2-40B4-BE49-F238E27FC236}">
                    <a16:creationId xmlns:a16="http://schemas.microsoft.com/office/drawing/2014/main" id="{B5C12AD6-90E4-45AB-88E7-8E778285DAD8}"/>
                  </a:ext>
                </a:extLst>
              </p:cNvPr>
              <p:cNvSpPr/>
              <p:nvPr/>
            </p:nvSpPr>
            <p:spPr>
              <a:xfrm>
                <a:off x="613322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6" name="object 163">
                <a:extLst>
                  <a:ext uri="{FF2B5EF4-FFF2-40B4-BE49-F238E27FC236}">
                    <a16:creationId xmlns:a16="http://schemas.microsoft.com/office/drawing/2014/main" id="{6336BF38-A011-4BD8-A08C-38259D5A7CC7}"/>
                  </a:ext>
                </a:extLst>
              </p:cNvPr>
              <p:cNvSpPr/>
              <p:nvPr/>
            </p:nvSpPr>
            <p:spPr>
              <a:xfrm>
                <a:off x="613322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7" name="object 164">
                <a:extLst>
                  <a:ext uri="{FF2B5EF4-FFF2-40B4-BE49-F238E27FC236}">
                    <a16:creationId xmlns:a16="http://schemas.microsoft.com/office/drawing/2014/main" id="{6EEB9487-42D7-4E49-B371-0018A313E8BF}"/>
                  </a:ext>
                </a:extLst>
              </p:cNvPr>
              <p:cNvSpPr/>
              <p:nvPr/>
            </p:nvSpPr>
            <p:spPr>
              <a:xfrm>
                <a:off x="623837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8" name="object 165">
                <a:extLst>
                  <a:ext uri="{FF2B5EF4-FFF2-40B4-BE49-F238E27FC236}">
                    <a16:creationId xmlns:a16="http://schemas.microsoft.com/office/drawing/2014/main" id="{C6594AD0-1A9C-4E51-90EC-1AA025C6EC06}"/>
                  </a:ext>
                </a:extLst>
              </p:cNvPr>
              <p:cNvSpPr/>
              <p:nvPr/>
            </p:nvSpPr>
            <p:spPr>
              <a:xfrm>
                <a:off x="623837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9" name="object 166">
                <a:extLst>
                  <a:ext uri="{FF2B5EF4-FFF2-40B4-BE49-F238E27FC236}">
                    <a16:creationId xmlns:a16="http://schemas.microsoft.com/office/drawing/2014/main" id="{F9AAA093-5DFA-42DC-B6D7-A8FA7F132F9D}"/>
                  </a:ext>
                </a:extLst>
              </p:cNvPr>
              <p:cNvSpPr/>
              <p:nvPr/>
            </p:nvSpPr>
            <p:spPr>
              <a:xfrm>
                <a:off x="634353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0" name="object 167">
                <a:extLst>
                  <a:ext uri="{FF2B5EF4-FFF2-40B4-BE49-F238E27FC236}">
                    <a16:creationId xmlns:a16="http://schemas.microsoft.com/office/drawing/2014/main" id="{E3D54E55-4FC0-48EF-99AC-0A1E27B60DB8}"/>
                  </a:ext>
                </a:extLst>
              </p:cNvPr>
              <p:cNvSpPr/>
              <p:nvPr/>
            </p:nvSpPr>
            <p:spPr>
              <a:xfrm>
                <a:off x="634353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1" name="object 168">
                <a:extLst>
                  <a:ext uri="{FF2B5EF4-FFF2-40B4-BE49-F238E27FC236}">
                    <a16:creationId xmlns:a16="http://schemas.microsoft.com/office/drawing/2014/main" id="{162A5D22-1258-4307-80D3-032A15504D60}"/>
                  </a:ext>
                </a:extLst>
              </p:cNvPr>
              <p:cNvSpPr/>
              <p:nvPr/>
            </p:nvSpPr>
            <p:spPr>
              <a:xfrm>
                <a:off x="644869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2" name="object 169">
                <a:extLst>
                  <a:ext uri="{FF2B5EF4-FFF2-40B4-BE49-F238E27FC236}">
                    <a16:creationId xmlns:a16="http://schemas.microsoft.com/office/drawing/2014/main" id="{45D15CED-AB84-4962-871A-16AE6EA0F5A0}"/>
                  </a:ext>
                </a:extLst>
              </p:cNvPr>
              <p:cNvSpPr/>
              <p:nvPr/>
            </p:nvSpPr>
            <p:spPr>
              <a:xfrm>
                <a:off x="644869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3" name="object 170">
                <a:extLst>
                  <a:ext uri="{FF2B5EF4-FFF2-40B4-BE49-F238E27FC236}">
                    <a16:creationId xmlns:a16="http://schemas.microsoft.com/office/drawing/2014/main" id="{941D1BEF-E48B-4575-AE36-EB708BE56B60}"/>
                  </a:ext>
                </a:extLst>
              </p:cNvPr>
              <p:cNvSpPr/>
              <p:nvPr/>
            </p:nvSpPr>
            <p:spPr>
              <a:xfrm>
                <a:off x="655459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4" name="object 171">
                <a:extLst>
                  <a:ext uri="{FF2B5EF4-FFF2-40B4-BE49-F238E27FC236}">
                    <a16:creationId xmlns:a16="http://schemas.microsoft.com/office/drawing/2014/main" id="{79B240FB-88EF-489D-ADBF-2944B06BFE29}"/>
                  </a:ext>
                </a:extLst>
              </p:cNvPr>
              <p:cNvSpPr/>
              <p:nvPr/>
            </p:nvSpPr>
            <p:spPr>
              <a:xfrm>
                <a:off x="655459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5" name="object 172">
                <a:extLst>
                  <a:ext uri="{FF2B5EF4-FFF2-40B4-BE49-F238E27FC236}">
                    <a16:creationId xmlns:a16="http://schemas.microsoft.com/office/drawing/2014/main" id="{413774F8-6707-44F5-A1C6-A28A0F96A9EA}"/>
                  </a:ext>
                </a:extLst>
              </p:cNvPr>
              <p:cNvSpPr/>
              <p:nvPr/>
            </p:nvSpPr>
            <p:spPr>
              <a:xfrm>
                <a:off x="665976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6" name="object 173">
                <a:extLst>
                  <a:ext uri="{FF2B5EF4-FFF2-40B4-BE49-F238E27FC236}">
                    <a16:creationId xmlns:a16="http://schemas.microsoft.com/office/drawing/2014/main" id="{0168E433-BA08-400A-9D5C-0A31EB745E91}"/>
                  </a:ext>
                </a:extLst>
              </p:cNvPr>
              <p:cNvSpPr/>
              <p:nvPr/>
            </p:nvSpPr>
            <p:spPr>
              <a:xfrm>
                <a:off x="665976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7" name="object 174">
                <a:extLst>
                  <a:ext uri="{FF2B5EF4-FFF2-40B4-BE49-F238E27FC236}">
                    <a16:creationId xmlns:a16="http://schemas.microsoft.com/office/drawing/2014/main" id="{62790B86-4045-43C1-97B4-0A0EF50192FD}"/>
                  </a:ext>
                </a:extLst>
              </p:cNvPr>
              <p:cNvSpPr/>
              <p:nvPr/>
            </p:nvSpPr>
            <p:spPr>
              <a:xfrm>
                <a:off x="67649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8" name="object 175">
                <a:extLst>
                  <a:ext uri="{FF2B5EF4-FFF2-40B4-BE49-F238E27FC236}">
                    <a16:creationId xmlns:a16="http://schemas.microsoft.com/office/drawing/2014/main" id="{5C80DFA9-59A5-4D5C-B700-9B49C4A971EC}"/>
                  </a:ext>
                </a:extLst>
              </p:cNvPr>
              <p:cNvSpPr/>
              <p:nvPr/>
            </p:nvSpPr>
            <p:spPr>
              <a:xfrm>
                <a:off x="67649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9" name="object 176">
                <a:extLst>
                  <a:ext uri="{FF2B5EF4-FFF2-40B4-BE49-F238E27FC236}">
                    <a16:creationId xmlns:a16="http://schemas.microsoft.com/office/drawing/2014/main" id="{DBE457B9-97E5-426C-9440-EB28C02496A7}"/>
                  </a:ext>
                </a:extLst>
              </p:cNvPr>
              <p:cNvSpPr/>
              <p:nvPr/>
            </p:nvSpPr>
            <p:spPr>
              <a:xfrm>
                <a:off x="68700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0" name="object 177">
                <a:extLst>
                  <a:ext uri="{FF2B5EF4-FFF2-40B4-BE49-F238E27FC236}">
                    <a16:creationId xmlns:a16="http://schemas.microsoft.com/office/drawing/2014/main" id="{4F9F611D-919D-4E90-96C2-9B7FE013EA5E}"/>
                  </a:ext>
                </a:extLst>
              </p:cNvPr>
              <p:cNvSpPr/>
              <p:nvPr/>
            </p:nvSpPr>
            <p:spPr>
              <a:xfrm>
                <a:off x="68700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1" name="object 178">
                <a:extLst>
                  <a:ext uri="{FF2B5EF4-FFF2-40B4-BE49-F238E27FC236}">
                    <a16:creationId xmlns:a16="http://schemas.microsoft.com/office/drawing/2014/main" id="{1E92F869-D468-455E-AA22-D017F436AA69}"/>
                  </a:ext>
                </a:extLst>
              </p:cNvPr>
              <p:cNvSpPr/>
              <p:nvPr/>
            </p:nvSpPr>
            <p:spPr>
              <a:xfrm>
                <a:off x="69752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2" name="object 179">
                <a:extLst>
                  <a:ext uri="{FF2B5EF4-FFF2-40B4-BE49-F238E27FC236}">
                    <a16:creationId xmlns:a16="http://schemas.microsoft.com/office/drawing/2014/main" id="{647A595B-579D-4A4C-A600-EABB15CAD59D}"/>
                  </a:ext>
                </a:extLst>
              </p:cNvPr>
              <p:cNvSpPr/>
              <p:nvPr/>
            </p:nvSpPr>
            <p:spPr>
              <a:xfrm>
                <a:off x="69752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3" name="object 180">
                <a:extLst>
                  <a:ext uri="{FF2B5EF4-FFF2-40B4-BE49-F238E27FC236}">
                    <a16:creationId xmlns:a16="http://schemas.microsoft.com/office/drawing/2014/main" id="{E87388C2-51FD-4BAC-87AC-0771BBB153DE}"/>
                  </a:ext>
                </a:extLst>
              </p:cNvPr>
              <p:cNvSpPr/>
              <p:nvPr/>
            </p:nvSpPr>
            <p:spPr>
              <a:xfrm>
                <a:off x="70803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4" name="object 181">
                <a:extLst>
                  <a:ext uri="{FF2B5EF4-FFF2-40B4-BE49-F238E27FC236}">
                    <a16:creationId xmlns:a16="http://schemas.microsoft.com/office/drawing/2014/main" id="{694CFD03-81F1-4868-AC12-191DDA6637FA}"/>
                  </a:ext>
                </a:extLst>
              </p:cNvPr>
              <p:cNvSpPr/>
              <p:nvPr/>
            </p:nvSpPr>
            <p:spPr>
              <a:xfrm>
                <a:off x="70803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5" name="object 182">
                <a:extLst>
                  <a:ext uri="{FF2B5EF4-FFF2-40B4-BE49-F238E27FC236}">
                    <a16:creationId xmlns:a16="http://schemas.microsoft.com/office/drawing/2014/main" id="{854B8AA7-BF09-4728-8491-D2CD7E393B3C}"/>
                  </a:ext>
                </a:extLst>
              </p:cNvPr>
              <p:cNvSpPr/>
              <p:nvPr/>
            </p:nvSpPr>
            <p:spPr>
              <a:xfrm>
                <a:off x="7185545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6" name="object 183">
                <a:extLst>
                  <a:ext uri="{FF2B5EF4-FFF2-40B4-BE49-F238E27FC236}">
                    <a16:creationId xmlns:a16="http://schemas.microsoft.com/office/drawing/2014/main" id="{82B7CA75-7006-4222-8826-F799AA9D1CBE}"/>
                  </a:ext>
                </a:extLst>
              </p:cNvPr>
              <p:cNvSpPr/>
              <p:nvPr/>
            </p:nvSpPr>
            <p:spPr>
              <a:xfrm>
                <a:off x="7185545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7" name="object 184">
                <a:extLst>
                  <a:ext uri="{FF2B5EF4-FFF2-40B4-BE49-F238E27FC236}">
                    <a16:creationId xmlns:a16="http://schemas.microsoft.com/office/drawing/2014/main" id="{AEF04C09-130C-4186-BF1E-50533EC8B07C}"/>
                  </a:ext>
                </a:extLst>
              </p:cNvPr>
              <p:cNvSpPr/>
              <p:nvPr/>
            </p:nvSpPr>
            <p:spPr>
              <a:xfrm>
                <a:off x="7291450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8" name="object 185">
                <a:extLst>
                  <a:ext uri="{FF2B5EF4-FFF2-40B4-BE49-F238E27FC236}">
                    <a16:creationId xmlns:a16="http://schemas.microsoft.com/office/drawing/2014/main" id="{4D2539F5-4BEC-4826-8AAA-5E223AAA102F}"/>
                  </a:ext>
                </a:extLst>
              </p:cNvPr>
              <p:cNvSpPr/>
              <p:nvPr/>
            </p:nvSpPr>
            <p:spPr>
              <a:xfrm>
                <a:off x="7291450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9" name="object 186">
                <a:extLst>
                  <a:ext uri="{FF2B5EF4-FFF2-40B4-BE49-F238E27FC236}">
                    <a16:creationId xmlns:a16="http://schemas.microsoft.com/office/drawing/2014/main" id="{A3DBEFE4-9735-40E8-9264-6827BB6C6E66}"/>
                  </a:ext>
                </a:extLst>
              </p:cNvPr>
              <p:cNvSpPr/>
              <p:nvPr/>
            </p:nvSpPr>
            <p:spPr>
              <a:xfrm>
                <a:off x="739661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0" name="object 187">
                <a:extLst>
                  <a:ext uri="{FF2B5EF4-FFF2-40B4-BE49-F238E27FC236}">
                    <a16:creationId xmlns:a16="http://schemas.microsoft.com/office/drawing/2014/main" id="{2CEB051C-3C9B-4CEA-8110-CA490D06E460}"/>
                  </a:ext>
                </a:extLst>
              </p:cNvPr>
              <p:cNvSpPr/>
              <p:nvPr/>
            </p:nvSpPr>
            <p:spPr>
              <a:xfrm>
                <a:off x="739661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1" name="object 188">
                <a:extLst>
                  <a:ext uri="{FF2B5EF4-FFF2-40B4-BE49-F238E27FC236}">
                    <a16:creationId xmlns:a16="http://schemas.microsoft.com/office/drawing/2014/main" id="{40C9B4AB-BA31-466F-85C9-44B5FB386E79}"/>
                  </a:ext>
                </a:extLst>
              </p:cNvPr>
              <p:cNvSpPr/>
              <p:nvPr/>
            </p:nvSpPr>
            <p:spPr>
              <a:xfrm>
                <a:off x="750176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2" name="object 189">
                <a:extLst>
                  <a:ext uri="{FF2B5EF4-FFF2-40B4-BE49-F238E27FC236}">
                    <a16:creationId xmlns:a16="http://schemas.microsoft.com/office/drawing/2014/main" id="{E28273E0-51F6-458B-B3D8-9E72E336974E}"/>
                  </a:ext>
                </a:extLst>
              </p:cNvPr>
              <p:cNvSpPr/>
              <p:nvPr/>
            </p:nvSpPr>
            <p:spPr>
              <a:xfrm>
                <a:off x="750176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3" name="object 190">
                <a:extLst>
                  <a:ext uri="{FF2B5EF4-FFF2-40B4-BE49-F238E27FC236}">
                    <a16:creationId xmlns:a16="http://schemas.microsoft.com/office/drawing/2014/main" id="{ECA20334-CB51-40C2-9AD7-F08FE5378E6C}"/>
                  </a:ext>
                </a:extLst>
              </p:cNvPr>
              <p:cNvSpPr/>
              <p:nvPr/>
            </p:nvSpPr>
            <p:spPr>
              <a:xfrm>
                <a:off x="760693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4" name="object 191">
                <a:extLst>
                  <a:ext uri="{FF2B5EF4-FFF2-40B4-BE49-F238E27FC236}">
                    <a16:creationId xmlns:a16="http://schemas.microsoft.com/office/drawing/2014/main" id="{9E9CDA1A-41FB-4E83-ADC9-3BA72FAA6BBF}"/>
                  </a:ext>
                </a:extLst>
              </p:cNvPr>
              <p:cNvSpPr/>
              <p:nvPr/>
            </p:nvSpPr>
            <p:spPr>
              <a:xfrm>
                <a:off x="760693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5" name="object 192">
                <a:extLst>
                  <a:ext uri="{FF2B5EF4-FFF2-40B4-BE49-F238E27FC236}">
                    <a16:creationId xmlns:a16="http://schemas.microsoft.com/office/drawing/2014/main" id="{E79EF751-84FE-4ABB-9429-FBA41D3498E9}"/>
                  </a:ext>
                </a:extLst>
              </p:cNvPr>
              <p:cNvSpPr/>
              <p:nvPr/>
            </p:nvSpPr>
            <p:spPr>
              <a:xfrm>
                <a:off x="771207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6" name="object 193">
                <a:extLst>
                  <a:ext uri="{FF2B5EF4-FFF2-40B4-BE49-F238E27FC236}">
                    <a16:creationId xmlns:a16="http://schemas.microsoft.com/office/drawing/2014/main" id="{4F724A04-4ACA-4C6F-924D-A6DF967D0520}"/>
                  </a:ext>
                </a:extLst>
              </p:cNvPr>
              <p:cNvSpPr/>
              <p:nvPr/>
            </p:nvSpPr>
            <p:spPr>
              <a:xfrm>
                <a:off x="771207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7" name="object 194">
                <a:extLst>
                  <a:ext uri="{FF2B5EF4-FFF2-40B4-BE49-F238E27FC236}">
                    <a16:creationId xmlns:a16="http://schemas.microsoft.com/office/drawing/2014/main" id="{ED9B25DB-5560-452A-B0BC-41822A3BC499}"/>
                  </a:ext>
                </a:extLst>
              </p:cNvPr>
              <p:cNvSpPr/>
              <p:nvPr/>
            </p:nvSpPr>
            <p:spPr>
              <a:xfrm>
                <a:off x="7817243" y="4837175"/>
                <a:ext cx="10604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9050">
                    <a:moveTo>
                      <a:pt x="0" y="19050"/>
                    </a:moveTo>
                    <a:lnTo>
                      <a:pt x="105918" y="19050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8" name="object 195">
                <a:extLst>
                  <a:ext uri="{FF2B5EF4-FFF2-40B4-BE49-F238E27FC236}">
                    <a16:creationId xmlns:a16="http://schemas.microsoft.com/office/drawing/2014/main" id="{AB6D1AB4-DF18-4536-A6CB-D168B3B2B138}"/>
                  </a:ext>
                </a:extLst>
              </p:cNvPr>
              <p:cNvSpPr/>
              <p:nvPr/>
            </p:nvSpPr>
            <p:spPr>
              <a:xfrm>
                <a:off x="7817243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9" name="object 196">
                <a:extLst>
                  <a:ext uri="{FF2B5EF4-FFF2-40B4-BE49-F238E27FC236}">
                    <a16:creationId xmlns:a16="http://schemas.microsoft.com/office/drawing/2014/main" id="{9E361FFF-AFCC-47F8-BABC-A9CB3421DAA8}"/>
                  </a:ext>
                </a:extLst>
              </p:cNvPr>
              <p:cNvSpPr/>
              <p:nvPr/>
            </p:nvSpPr>
            <p:spPr>
              <a:xfrm>
                <a:off x="7923148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0" name="object 197">
                <a:extLst>
                  <a:ext uri="{FF2B5EF4-FFF2-40B4-BE49-F238E27FC236}">
                    <a16:creationId xmlns:a16="http://schemas.microsoft.com/office/drawing/2014/main" id="{16EA6D17-09CA-4A70-8FEF-17EF6A5D2FA4}"/>
                  </a:ext>
                </a:extLst>
              </p:cNvPr>
              <p:cNvSpPr/>
              <p:nvPr/>
            </p:nvSpPr>
            <p:spPr>
              <a:xfrm>
                <a:off x="7923148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1" name="object 198">
                <a:extLst>
                  <a:ext uri="{FF2B5EF4-FFF2-40B4-BE49-F238E27FC236}">
                    <a16:creationId xmlns:a16="http://schemas.microsoft.com/office/drawing/2014/main" id="{C7C40B91-C4E9-4F21-ACB3-589175515107}"/>
                  </a:ext>
                </a:extLst>
              </p:cNvPr>
              <p:cNvSpPr/>
              <p:nvPr/>
            </p:nvSpPr>
            <p:spPr>
              <a:xfrm>
                <a:off x="8028317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2" name="object 199">
                <a:extLst>
                  <a:ext uri="{FF2B5EF4-FFF2-40B4-BE49-F238E27FC236}">
                    <a16:creationId xmlns:a16="http://schemas.microsoft.com/office/drawing/2014/main" id="{CF91604B-1BD9-48DD-B5A5-201DC5251D8B}"/>
                  </a:ext>
                </a:extLst>
              </p:cNvPr>
              <p:cNvSpPr/>
              <p:nvPr/>
            </p:nvSpPr>
            <p:spPr>
              <a:xfrm>
                <a:off x="802831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3" name="object 200">
                <a:extLst>
                  <a:ext uri="{FF2B5EF4-FFF2-40B4-BE49-F238E27FC236}">
                    <a16:creationId xmlns:a16="http://schemas.microsoft.com/office/drawing/2014/main" id="{8F666EBC-AEAE-4894-91F0-9948FC748DA8}"/>
                  </a:ext>
                </a:extLst>
              </p:cNvPr>
              <p:cNvSpPr/>
              <p:nvPr/>
            </p:nvSpPr>
            <p:spPr>
              <a:xfrm>
                <a:off x="8133473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4" name="object 201">
                <a:extLst>
                  <a:ext uri="{FF2B5EF4-FFF2-40B4-BE49-F238E27FC236}">
                    <a16:creationId xmlns:a16="http://schemas.microsoft.com/office/drawing/2014/main" id="{6427593A-D893-47D0-9E50-501C79CD2ACA}"/>
                  </a:ext>
                </a:extLst>
              </p:cNvPr>
              <p:cNvSpPr/>
              <p:nvPr/>
            </p:nvSpPr>
            <p:spPr>
              <a:xfrm>
                <a:off x="813347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5" name="object 202">
                <a:extLst>
                  <a:ext uri="{FF2B5EF4-FFF2-40B4-BE49-F238E27FC236}">
                    <a16:creationId xmlns:a16="http://schemas.microsoft.com/office/drawing/2014/main" id="{DE6EB3F0-9A91-4C81-979B-8486299EB9F8}"/>
                  </a:ext>
                </a:extLst>
              </p:cNvPr>
              <p:cNvSpPr/>
              <p:nvPr/>
            </p:nvSpPr>
            <p:spPr>
              <a:xfrm>
                <a:off x="8238629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6" name="object 203">
                <a:extLst>
                  <a:ext uri="{FF2B5EF4-FFF2-40B4-BE49-F238E27FC236}">
                    <a16:creationId xmlns:a16="http://schemas.microsoft.com/office/drawing/2014/main" id="{74FECA14-C3B9-4645-9777-4045B4A26F72}"/>
                  </a:ext>
                </a:extLst>
              </p:cNvPr>
              <p:cNvSpPr/>
              <p:nvPr/>
            </p:nvSpPr>
            <p:spPr>
              <a:xfrm>
                <a:off x="823862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7" name="object 204">
                <a:extLst>
                  <a:ext uri="{FF2B5EF4-FFF2-40B4-BE49-F238E27FC236}">
                    <a16:creationId xmlns:a16="http://schemas.microsoft.com/office/drawing/2014/main" id="{67EAA9BD-EA63-4782-9730-C76DBBA22D9C}"/>
                  </a:ext>
                </a:extLst>
              </p:cNvPr>
              <p:cNvSpPr/>
              <p:nvPr/>
            </p:nvSpPr>
            <p:spPr>
              <a:xfrm>
                <a:off x="8343773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8" name="object 205">
                <a:extLst>
                  <a:ext uri="{FF2B5EF4-FFF2-40B4-BE49-F238E27FC236}">
                    <a16:creationId xmlns:a16="http://schemas.microsoft.com/office/drawing/2014/main" id="{05A837CB-F279-4F33-A71D-B8316097291F}"/>
                  </a:ext>
                </a:extLst>
              </p:cNvPr>
              <p:cNvSpPr/>
              <p:nvPr/>
            </p:nvSpPr>
            <p:spPr>
              <a:xfrm>
                <a:off x="834377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9" name="object 206">
                <a:extLst>
                  <a:ext uri="{FF2B5EF4-FFF2-40B4-BE49-F238E27FC236}">
                    <a16:creationId xmlns:a16="http://schemas.microsoft.com/office/drawing/2014/main" id="{0D7EF2B5-7A3A-4872-8133-BF546E587B99}"/>
                  </a:ext>
                </a:extLst>
              </p:cNvPr>
              <p:cNvSpPr/>
              <p:nvPr/>
            </p:nvSpPr>
            <p:spPr>
              <a:xfrm>
                <a:off x="8448941" y="4837175"/>
                <a:ext cx="10604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9050">
                    <a:moveTo>
                      <a:pt x="0" y="19050"/>
                    </a:moveTo>
                    <a:lnTo>
                      <a:pt x="105918" y="19050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0" name="object 207">
                <a:extLst>
                  <a:ext uri="{FF2B5EF4-FFF2-40B4-BE49-F238E27FC236}">
                    <a16:creationId xmlns:a16="http://schemas.microsoft.com/office/drawing/2014/main" id="{C349D7D1-8CFB-4413-921C-5C5492B39D40}"/>
                  </a:ext>
                </a:extLst>
              </p:cNvPr>
              <p:cNvSpPr/>
              <p:nvPr/>
            </p:nvSpPr>
            <p:spPr>
              <a:xfrm>
                <a:off x="844894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1" name="object 208">
                <a:extLst>
                  <a:ext uri="{FF2B5EF4-FFF2-40B4-BE49-F238E27FC236}">
                    <a16:creationId xmlns:a16="http://schemas.microsoft.com/office/drawing/2014/main" id="{BE62BDD6-3005-484C-8F29-6282CE3838CA}"/>
                  </a:ext>
                </a:extLst>
              </p:cNvPr>
              <p:cNvSpPr/>
              <p:nvPr/>
            </p:nvSpPr>
            <p:spPr>
              <a:xfrm>
                <a:off x="8554847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2" name="object 209">
                <a:extLst>
                  <a:ext uri="{FF2B5EF4-FFF2-40B4-BE49-F238E27FC236}">
                    <a16:creationId xmlns:a16="http://schemas.microsoft.com/office/drawing/2014/main" id="{2AEC7600-8D66-46D8-8D4B-589B0431BA6D}"/>
                  </a:ext>
                </a:extLst>
              </p:cNvPr>
              <p:cNvSpPr/>
              <p:nvPr/>
            </p:nvSpPr>
            <p:spPr>
              <a:xfrm>
                <a:off x="855484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3" name="object 210">
                <a:extLst>
                  <a:ext uri="{FF2B5EF4-FFF2-40B4-BE49-F238E27FC236}">
                    <a16:creationId xmlns:a16="http://schemas.microsoft.com/office/drawing/2014/main" id="{5D6A7CF9-C68D-49EF-8063-CC720556812D}"/>
                  </a:ext>
                </a:extLst>
              </p:cNvPr>
              <p:cNvSpPr/>
              <p:nvPr/>
            </p:nvSpPr>
            <p:spPr>
              <a:xfrm>
                <a:off x="602806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4" name="object 211">
                <a:extLst>
                  <a:ext uri="{FF2B5EF4-FFF2-40B4-BE49-F238E27FC236}">
                    <a16:creationId xmlns:a16="http://schemas.microsoft.com/office/drawing/2014/main" id="{1838B73F-72D3-4BCB-9196-763039951255}"/>
                  </a:ext>
                </a:extLst>
              </p:cNvPr>
              <p:cNvSpPr/>
              <p:nvPr/>
            </p:nvSpPr>
            <p:spPr>
              <a:xfrm>
                <a:off x="602806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5" name="object 212">
                <a:extLst>
                  <a:ext uri="{FF2B5EF4-FFF2-40B4-BE49-F238E27FC236}">
                    <a16:creationId xmlns:a16="http://schemas.microsoft.com/office/drawing/2014/main" id="{253AF9EF-1C8A-4C30-B21E-7A3534E109EF}"/>
                  </a:ext>
                </a:extLst>
              </p:cNvPr>
              <p:cNvSpPr/>
              <p:nvPr/>
            </p:nvSpPr>
            <p:spPr>
              <a:xfrm>
                <a:off x="613322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6" name="object 213">
                <a:extLst>
                  <a:ext uri="{FF2B5EF4-FFF2-40B4-BE49-F238E27FC236}">
                    <a16:creationId xmlns:a16="http://schemas.microsoft.com/office/drawing/2014/main" id="{451BF285-845B-4FA5-9565-381CD364F575}"/>
                  </a:ext>
                </a:extLst>
              </p:cNvPr>
              <p:cNvSpPr/>
              <p:nvPr/>
            </p:nvSpPr>
            <p:spPr>
              <a:xfrm>
                <a:off x="613322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7" name="object 214">
                <a:extLst>
                  <a:ext uri="{FF2B5EF4-FFF2-40B4-BE49-F238E27FC236}">
                    <a16:creationId xmlns:a16="http://schemas.microsoft.com/office/drawing/2014/main" id="{0746576C-39B9-4851-BABF-B247CE5C5359}"/>
                  </a:ext>
                </a:extLst>
              </p:cNvPr>
              <p:cNvSpPr/>
              <p:nvPr/>
            </p:nvSpPr>
            <p:spPr>
              <a:xfrm>
                <a:off x="623837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8" name="object 215">
                <a:extLst>
                  <a:ext uri="{FF2B5EF4-FFF2-40B4-BE49-F238E27FC236}">
                    <a16:creationId xmlns:a16="http://schemas.microsoft.com/office/drawing/2014/main" id="{91EA79D3-07D2-4653-9DEC-5EAE05DF9854}"/>
                  </a:ext>
                </a:extLst>
              </p:cNvPr>
              <p:cNvSpPr/>
              <p:nvPr/>
            </p:nvSpPr>
            <p:spPr>
              <a:xfrm>
                <a:off x="623837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9" name="object 216">
                <a:extLst>
                  <a:ext uri="{FF2B5EF4-FFF2-40B4-BE49-F238E27FC236}">
                    <a16:creationId xmlns:a16="http://schemas.microsoft.com/office/drawing/2014/main" id="{46664DDC-8776-4309-A5CE-34B5D464CED7}"/>
                  </a:ext>
                </a:extLst>
              </p:cNvPr>
              <p:cNvSpPr/>
              <p:nvPr/>
            </p:nvSpPr>
            <p:spPr>
              <a:xfrm>
                <a:off x="634353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0" name="object 217">
                <a:extLst>
                  <a:ext uri="{FF2B5EF4-FFF2-40B4-BE49-F238E27FC236}">
                    <a16:creationId xmlns:a16="http://schemas.microsoft.com/office/drawing/2014/main" id="{DB07C5D6-EEC9-448E-A10F-8EF7987933C8}"/>
                  </a:ext>
                </a:extLst>
              </p:cNvPr>
              <p:cNvSpPr/>
              <p:nvPr/>
            </p:nvSpPr>
            <p:spPr>
              <a:xfrm>
                <a:off x="634353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1" name="object 218">
                <a:extLst>
                  <a:ext uri="{FF2B5EF4-FFF2-40B4-BE49-F238E27FC236}">
                    <a16:creationId xmlns:a16="http://schemas.microsoft.com/office/drawing/2014/main" id="{D5D6C005-9DBB-4361-B861-6FEB04275E5E}"/>
                  </a:ext>
                </a:extLst>
              </p:cNvPr>
              <p:cNvSpPr/>
              <p:nvPr/>
            </p:nvSpPr>
            <p:spPr>
              <a:xfrm>
                <a:off x="644869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2" name="object 219">
                <a:extLst>
                  <a:ext uri="{FF2B5EF4-FFF2-40B4-BE49-F238E27FC236}">
                    <a16:creationId xmlns:a16="http://schemas.microsoft.com/office/drawing/2014/main" id="{C6C0A07A-5E30-4821-AEC0-D29C7E38307D}"/>
                  </a:ext>
                </a:extLst>
              </p:cNvPr>
              <p:cNvSpPr/>
              <p:nvPr/>
            </p:nvSpPr>
            <p:spPr>
              <a:xfrm>
                <a:off x="644869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3" name="object 220">
                <a:extLst>
                  <a:ext uri="{FF2B5EF4-FFF2-40B4-BE49-F238E27FC236}">
                    <a16:creationId xmlns:a16="http://schemas.microsoft.com/office/drawing/2014/main" id="{20D0EC6C-5207-41F0-967A-FDD1C22CC63C}"/>
                  </a:ext>
                </a:extLst>
              </p:cNvPr>
              <p:cNvSpPr/>
              <p:nvPr/>
            </p:nvSpPr>
            <p:spPr>
              <a:xfrm>
                <a:off x="655459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4" name="object 221">
                <a:extLst>
                  <a:ext uri="{FF2B5EF4-FFF2-40B4-BE49-F238E27FC236}">
                    <a16:creationId xmlns:a16="http://schemas.microsoft.com/office/drawing/2014/main" id="{7D254F2B-754F-4325-9246-FFA9D604F249}"/>
                  </a:ext>
                </a:extLst>
              </p:cNvPr>
              <p:cNvSpPr/>
              <p:nvPr/>
            </p:nvSpPr>
            <p:spPr>
              <a:xfrm>
                <a:off x="655459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5" name="object 222">
                <a:extLst>
                  <a:ext uri="{FF2B5EF4-FFF2-40B4-BE49-F238E27FC236}">
                    <a16:creationId xmlns:a16="http://schemas.microsoft.com/office/drawing/2014/main" id="{F58E87A6-789D-4D86-B263-79CC9BA8FCFF}"/>
                  </a:ext>
                </a:extLst>
              </p:cNvPr>
              <p:cNvSpPr/>
              <p:nvPr/>
            </p:nvSpPr>
            <p:spPr>
              <a:xfrm>
                <a:off x="665976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6" name="object 223">
                <a:extLst>
                  <a:ext uri="{FF2B5EF4-FFF2-40B4-BE49-F238E27FC236}">
                    <a16:creationId xmlns:a16="http://schemas.microsoft.com/office/drawing/2014/main" id="{936FDA44-5090-4C0A-8315-15DC968CFFBA}"/>
                  </a:ext>
                </a:extLst>
              </p:cNvPr>
              <p:cNvSpPr/>
              <p:nvPr/>
            </p:nvSpPr>
            <p:spPr>
              <a:xfrm>
                <a:off x="665976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7" name="object 224">
                <a:extLst>
                  <a:ext uri="{FF2B5EF4-FFF2-40B4-BE49-F238E27FC236}">
                    <a16:creationId xmlns:a16="http://schemas.microsoft.com/office/drawing/2014/main" id="{F16E56BB-808F-47B3-98BE-BCCEC2FCC35A}"/>
                  </a:ext>
                </a:extLst>
              </p:cNvPr>
              <p:cNvSpPr/>
              <p:nvPr/>
            </p:nvSpPr>
            <p:spPr>
              <a:xfrm>
                <a:off x="67649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8" name="object 225">
                <a:extLst>
                  <a:ext uri="{FF2B5EF4-FFF2-40B4-BE49-F238E27FC236}">
                    <a16:creationId xmlns:a16="http://schemas.microsoft.com/office/drawing/2014/main" id="{C7BD0BD1-7D63-48B7-9C13-1083CC8457DE}"/>
                  </a:ext>
                </a:extLst>
              </p:cNvPr>
              <p:cNvSpPr/>
              <p:nvPr/>
            </p:nvSpPr>
            <p:spPr>
              <a:xfrm>
                <a:off x="67649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9" name="object 226">
                <a:extLst>
                  <a:ext uri="{FF2B5EF4-FFF2-40B4-BE49-F238E27FC236}">
                    <a16:creationId xmlns:a16="http://schemas.microsoft.com/office/drawing/2014/main" id="{08C9BB98-2045-478E-A92C-2C86962825C0}"/>
                  </a:ext>
                </a:extLst>
              </p:cNvPr>
              <p:cNvSpPr/>
              <p:nvPr/>
            </p:nvSpPr>
            <p:spPr>
              <a:xfrm>
                <a:off x="68700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0" name="object 227">
                <a:extLst>
                  <a:ext uri="{FF2B5EF4-FFF2-40B4-BE49-F238E27FC236}">
                    <a16:creationId xmlns:a16="http://schemas.microsoft.com/office/drawing/2014/main" id="{15E74469-5E9A-4EC0-B6FC-81EAE563F2A6}"/>
                  </a:ext>
                </a:extLst>
              </p:cNvPr>
              <p:cNvSpPr/>
              <p:nvPr/>
            </p:nvSpPr>
            <p:spPr>
              <a:xfrm>
                <a:off x="68700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1" name="object 228">
                <a:extLst>
                  <a:ext uri="{FF2B5EF4-FFF2-40B4-BE49-F238E27FC236}">
                    <a16:creationId xmlns:a16="http://schemas.microsoft.com/office/drawing/2014/main" id="{21EA9869-EFBD-4C60-90DE-0DBDF89E5CF8}"/>
                  </a:ext>
                </a:extLst>
              </p:cNvPr>
              <p:cNvSpPr/>
              <p:nvPr/>
            </p:nvSpPr>
            <p:spPr>
              <a:xfrm>
                <a:off x="69752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2" name="object 229">
                <a:extLst>
                  <a:ext uri="{FF2B5EF4-FFF2-40B4-BE49-F238E27FC236}">
                    <a16:creationId xmlns:a16="http://schemas.microsoft.com/office/drawing/2014/main" id="{62CBA424-775B-4826-8B85-1759A4AF7808}"/>
                  </a:ext>
                </a:extLst>
              </p:cNvPr>
              <p:cNvSpPr/>
              <p:nvPr/>
            </p:nvSpPr>
            <p:spPr>
              <a:xfrm>
                <a:off x="69752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3" name="object 230">
                <a:extLst>
                  <a:ext uri="{FF2B5EF4-FFF2-40B4-BE49-F238E27FC236}">
                    <a16:creationId xmlns:a16="http://schemas.microsoft.com/office/drawing/2014/main" id="{712DB32E-19D5-4B9E-BA2A-2D4014B20834}"/>
                  </a:ext>
                </a:extLst>
              </p:cNvPr>
              <p:cNvSpPr/>
              <p:nvPr/>
            </p:nvSpPr>
            <p:spPr>
              <a:xfrm>
                <a:off x="70803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4" name="object 231">
                <a:extLst>
                  <a:ext uri="{FF2B5EF4-FFF2-40B4-BE49-F238E27FC236}">
                    <a16:creationId xmlns:a16="http://schemas.microsoft.com/office/drawing/2014/main" id="{A5B941B3-577B-41F3-8777-A7CCD54B83E5}"/>
                  </a:ext>
                </a:extLst>
              </p:cNvPr>
              <p:cNvSpPr/>
              <p:nvPr/>
            </p:nvSpPr>
            <p:spPr>
              <a:xfrm>
                <a:off x="70803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5" name="object 232">
                <a:extLst>
                  <a:ext uri="{FF2B5EF4-FFF2-40B4-BE49-F238E27FC236}">
                    <a16:creationId xmlns:a16="http://schemas.microsoft.com/office/drawing/2014/main" id="{79545975-482E-426E-8700-DFEE9C7FDA6F}"/>
                  </a:ext>
                </a:extLst>
              </p:cNvPr>
              <p:cNvSpPr/>
              <p:nvPr/>
            </p:nvSpPr>
            <p:spPr>
              <a:xfrm>
                <a:off x="7185545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6" name="object 233">
                <a:extLst>
                  <a:ext uri="{FF2B5EF4-FFF2-40B4-BE49-F238E27FC236}">
                    <a16:creationId xmlns:a16="http://schemas.microsoft.com/office/drawing/2014/main" id="{26A65907-F722-4D7C-9E63-3583B350F624}"/>
                  </a:ext>
                </a:extLst>
              </p:cNvPr>
              <p:cNvSpPr/>
              <p:nvPr/>
            </p:nvSpPr>
            <p:spPr>
              <a:xfrm>
                <a:off x="7185545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7" name="object 234">
                <a:extLst>
                  <a:ext uri="{FF2B5EF4-FFF2-40B4-BE49-F238E27FC236}">
                    <a16:creationId xmlns:a16="http://schemas.microsoft.com/office/drawing/2014/main" id="{41EC4FBE-D901-4A8A-A71A-2D96BEF408F8}"/>
                  </a:ext>
                </a:extLst>
              </p:cNvPr>
              <p:cNvSpPr/>
              <p:nvPr/>
            </p:nvSpPr>
            <p:spPr>
              <a:xfrm>
                <a:off x="7291450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8" name="object 235">
                <a:extLst>
                  <a:ext uri="{FF2B5EF4-FFF2-40B4-BE49-F238E27FC236}">
                    <a16:creationId xmlns:a16="http://schemas.microsoft.com/office/drawing/2014/main" id="{394BD4B4-B297-4A63-A353-6AA2A66F743E}"/>
                  </a:ext>
                </a:extLst>
              </p:cNvPr>
              <p:cNvSpPr/>
              <p:nvPr/>
            </p:nvSpPr>
            <p:spPr>
              <a:xfrm>
                <a:off x="7291450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9" name="object 236">
                <a:extLst>
                  <a:ext uri="{FF2B5EF4-FFF2-40B4-BE49-F238E27FC236}">
                    <a16:creationId xmlns:a16="http://schemas.microsoft.com/office/drawing/2014/main" id="{FC9F5919-ADFF-4952-8EE9-CC06E83A222E}"/>
                  </a:ext>
                </a:extLst>
              </p:cNvPr>
              <p:cNvSpPr/>
              <p:nvPr/>
            </p:nvSpPr>
            <p:spPr>
              <a:xfrm>
                <a:off x="739661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0" name="object 237">
                <a:extLst>
                  <a:ext uri="{FF2B5EF4-FFF2-40B4-BE49-F238E27FC236}">
                    <a16:creationId xmlns:a16="http://schemas.microsoft.com/office/drawing/2014/main" id="{55620EBA-A9C0-4C30-9585-A3632EB7DA1A}"/>
                  </a:ext>
                </a:extLst>
              </p:cNvPr>
              <p:cNvSpPr/>
              <p:nvPr/>
            </p:nvSpPr>
            <p:spPr>
              <a:xfrm>
                <a:off x="739661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1" name="object 238">
                <a:extLst>
                  <a:ext uri="{FF2B5EF4-FFF2-40B4-BE49-F238E27FC236}">
                    <a16:creationId xmlns:a16="http://schemas.microsoft.com/office/drawing/2014/main" id="{42EF0BF1-3126-440A-93A3-F8AFCF69A672}"/>
                  </a:ext>
                </a:extLst>
              </p:cNvPr>
              <p:cNvSpPr/>
              <p:nvPr/>
            </p:nvSpPr>
            <p:spPr>
              <a:xfrm>
                <a:off x="750176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2" name="object 239">
                <a:extLst>
                  <a:ext uri="{FF2B5EF4-FFF2-40B4-BE49-F238E27FC236}">
                    <a16:creationId xmlns:a16="http://schemas.microsoft.com/office/drawing/2014/main" id="{5DE43C52-F289-4B1E-A9C7-4CA802C2417D}"/>
                  </a:ext>
                </a:extLst>
              </p:cNvPr>
              <p:cNvSpPr/>
              <p:nvPr/>
            </p:nvSpPr>
            <p:spPr>
              <a:xfrm>
                <a:off x="750176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3" name="object 240">
                <a:extLst>
                  <a:ext uri="{FF2B5EF4-FFF2-40B4-BE49-F238E27FC236}">
                    <a16:creationId xmlns:a16="http://schemas.microsoft.com/office/drawing/2014/main" id="{AC3482E0-7DB4-4045-9436-64F2B760BC7A}"/>
                  </a:ext>
                </a:extLst>
              </p:cNvPr>
              <p:cNvSpPr/>
              <p:nvPr/>
            </p:nvSpPr>
            <p:spPr>
              <a:xfrm>
                <a:off x="760693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4" name="object 241">
                <a:extLst>
                  <a:ext uri="{FF2B5EF4-FFF2-40B4-BE49-F238E27FC236}">
                    <a16:creationId xmlns:a16="http://schemas.microsoft.com/office/drawing/2014/main" id="{023AEA3F-90A4-491F-817B-9A5B22C144AE}"/>
                  </a:ext>
                </a:extLst>
              </p:cNvPr>
              <p:cNvSpPr/>
              <p:nvPr/>
            </p:nvSpPr>
            <p:spPr>
              <a:xfrm>
                <a:off x="760693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5" name="object 242">
                <a:extLst>
                  <a:ext uri="{FF2B5EF4-FFF2-40B4-BE49-F238E27FC236}">
                    <a16:creationId xmlns:a16="http://schemas.microsoft.com/office/drawing/2014/main" id="{CFC37BA7-C6E8-4BD3-8BF5-8482015A3D75}"/>
                  </a:ext>
                </a:extLst>
              </p:cNvPr>
              <p:cNvSpPr/>
              <p:nvPr/>
            </p:nvSpPr>
            <p:spPr>
              <a:xfrm>
                <a:off x="771207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6" name="object 243">
                <a:extLst>
                  <a:ext uri="{FF2B5EF4-FFF2-40B4-BE49-F238E27FC236}">
                    <a16:creationId xmlns:a16="http://schemas.microsoft.com/office/drawing/2014/main" id="{23BEB9D6-02AC-4BE0-8128-CEE4085D8E6A}"/>
                  </a:ext>
                </a:extLst>
              </p:cNvPr>
              <p:cNvSpPr/>
              <p:nvPr/>
            </p:nvSpPr>
            <p:spPr>
              <a:xfrm>
                <a:off x="771207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7" name="object 244">
                <a:extLst>
                  <a:ext uri="{FF2B5EF4-FFF2-40B4-BE49-F238E27FC236}">
                    <a16:creationId xmlns:a16="http://schemas.microsoft.com/office/drawing/2014/main" id="{E35B5B04-7ABB-400E-AE24-B9CEDB90175A}"/>
                  </a:ext>
                </a:extLst>
              </p:cNvPr>
              <p:cNvSpPr/>
              <p:nvPr/>
            </p:nvSpPr>
            <p:spPr>
              <a:xfrm>
                <a:off x="7817243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8" name="object 245">
                <a:extLst>
                  <a:ext uri="{FF2B5EF4-FFF2-40B4-BE49-F238E27FC236}">
                    <a16:creationId xmlns:a16="http://schemas.microsoft.com/office/drawing/2014/main" id="{C4B0749F-2905-426F-815A-1A451F7A78B8}"/>
                  </a:ext>
                </a:extLst>
              </p:cNvPr>
              <p:cNvSpPr/>
              <p:nvPr/>
            </p:nvSpPr>
            <p:spPr>
              <a:xfrm>
                <a:off x="7923148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9" name="object 246">
                <a:extLst>
                  <a:ext uri="{FF2B5EF4-FFF2-40B4-BE49-F238E27FC236}">
                    <a16:creationId xmlns:a16="http://schemas.microsoft.com/office/drawing/2014/main" id="{6A40EB28-9FB8-479F-92E3-DB28BD69C844}"/>
                  </a:ext>
                </a:extLst>
              </p:cNvPr>
              <p:cNvSpPr/>
              <p:nvPr/>
            </p:nvSpPr>
            <p:spPr>
              <a:xfrm>
                <a:off x="802831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0" name="object 247">
                <a:extLst>
                  <a:ext uri="{FF2B5EF4-FFF2-40B4-BE49-F238E27FC236}">
                    <a16:creationId xmlns:a16="http://schemas.microsoft.com/office/drawing/2014/main" id="{4E700EB3-9F7D-4CAD-B0AC-E2FBA13D70DD}"/>
                  </a:ext>
                </a:extLst>
              </p:cNvPr>
              <p:cNvSpPr/>
              <p:nvPr/>
            </p:nvSpPr>
            <p:spPr>
              <a:xfrm>
                <a:off x="813347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1" name="object 248">
                <a:extLst>
                  <a:ext uri="{FF2B5EF4-FFF2-40B4-BE49-F238E27FC236}">
                    <a16:creationId xmlns:a16="http://schemas.microsoft.com/office/drawing/2014/main" id="{4E15A634-3CE7-487C-8CEB-DFDAA35D09CE}"/>
                  </a:ext>
                </a:extLst>
              </p:cNvPr>
              <p:cNvSpPr/>
              <p:nvPr/>
            </p:nvSpPr>
            <p:spPr>
              <a:xfrm>
                <a:off x="823862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2" name="object 249">
                <a:extLst>
                  <a:ext uri="{FF2B5EF4-FFF2-40B4-BE49-F238E27FC236}">
                    <a16:creationId xmlns:a16="http://schemas.microsoft.com/office/drawing/2014/main" id="{4A2A823A-11EF-46ED-BDED-C4A7B994E024}"/>
                  </a:ext>
                </a:extLst>
              </p:cNvPr>
              <p:cNvSpPr/>
              <p:nvPr/>
            </p:nvSpPr>
            <p:spPr>
              <a:xfrm>
                <a:off x="834377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3" name="object 250">
                <a:extLst>
                  <a:ext uri="{FF2B5EF4-FFF2-40B4-BE49-F238E27FC236}">
                    <a16:creationId xmlns:a16="http://schemas.microsoft.com/office/drawing/2014/main" id="{34EC4FC3-501D-4511-985B-D2D0B2CF496A}"/>
                  </a:ext>
                </a:extLst>
              </p:cNvPr>
              <p:cNvSpPr/>
              <p:nvPr/>
            </p:nvSpPr>
            <p:spPr>
              <a:xfrm>
                <a:off x="844894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4" name="object 251">
                <a:extLst>
                  <a:ext uri="{FF2B5EF4-FFF2-40B4-BE49-F238E27FC236}">
                    <a16:creationId xmlns:a16="http://schemas.microsoft.com/office/drawing/2014/main" id="{9BDAD478-A572-458A-83A8-774AE6E11CC3}"/>
                  </a:ext>
                </a:extLst>
              </p:cNvPr>
              <p:cNvSpPr/>
              <p:nvPr/>
            </p:nvSpPr>
            <p:spPr>
              <a:xfrm>
                <a:off x="855484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5" name="object 252">
                <a:extLst>
                  <a:ext uri="{FF2B5EF4-FFF2-40B4-BE49-F238E27FC236}">
                    <a16:creationId xmlns:a16="http://schemas.microsoft.com/office/drawing/2014/main" id="{3BF22A55-0003-4A86-AADB-B27E6296F437}"/>
                  </a:ext>
                </a:extLst>
              </p:cNvPr>
              <p:cNvSpPr/>
              <p:nvPr/>
            </p:nvSpPr>
            <p:spPr>
              <a:xfrm>
                <a:off x="602806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6" name="object 253">
                <a:extLst>
                  <a:ext uri="{FF2B5EF4-FFF2-40B4-BE49-F238E27FC236}">
                    <a16:creationId xmlns:a16="http://schemas.microsoft.com/office/drawing/2014/main" id="{46DC11EB-04FE-4399-889B-7AB72CDE277E}"/>
                  </a:ext>
                </a:extLst>
              </p:cNvPr>
              <p:cNvSpPr/>
              <p:nvPr/>
            </p:nvSpPr>
            <p:spPr>
              <a:xfrm>
                <a:off x="602806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7" name="object 254">
                <a:extLst>
                  <a:ext uri="{FF2B5EF4-FFF2-40B4-BE49-F238E27FC236}">
                    <a16:creationId xmlns:a16="http://schemas.microsoft.com/office/drawing/2014/main" id="{E5EE69E4-60AD-4DC4-B7DD-D49295CE9DC6}"/>
                  </a:ext>
                </a:extLst>
              </p:cNvPr>
              <p:cNvSpPr/>
              <p:nvPr/>
            </p:nvSpPr>
            <p:spPr>
              <a:xfrm>
                <a:off x="613322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8" name="object 255">
                <a:extLst>
                  <a:ext uri="{FF2B5EF4-FFF2-40B4-BE49-F238E27FC236}">
                    <a16:creationId xmlns:a16="http://schemas.microsoft.com/office/drawing/2014/main" id="{527F8DF8-0635-494E-8153-23539002F3D3}"/>
                  </a:ext>
                </a:extLst>
              </p:cNvPr>
              <p:cNvSpPr/>
              <p:nvPr/>
            </p:nvSpPr>
            <p:spPr>
              <a:xfrm>
                <a:off x="613322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9" name="object 256">
                <a:extLst>
                  <a:ext uri="{FF2B5EF4-FFF2-40B4-BE49-F238E27FC236}">
                    <a16:creationId xmlns:a16="http://schemas.microsoft.com/office/drawing/2014/main" id="{B3EE6E0B-8EDA-4DCD-A796-5334A0918B8F}"/>
                  </a:ext>
                </a:extLst>
              </p:cNvPr>
              <p:cNvSpPr/>
              <p:nvPr/>
            </p:nvSpPr>
            <p:spPr>
              <a:xfrm>
                <a:off x="623837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0" name="object 257">
                <a:extLst>
                  <a:ext uri="{FF2B5EF4-FFF2-40B4-BE49-F238E27FC236}">
                    <a16:creationId xmlns:a16="http://schemas.microsoft.com/office/drawing/2014/main" id="{DA47C9B9-ECF3-402E-9150-74C72F932CE1}"/>
                  </a:ext>
                </a:extLst>
              </p:cNvPr>
              <p:cNvSpPr/>
              <p:nvPr/>
            </p:nvSpPr>
            <p:spPr>
              <a:xfrm>
                <a:off x="623837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1" name="object 258">
                <a:extLst>
                  <a:ext uri="{FF2B5EF4-FFF2-40B4-BE49-F238E27FC236}">
                    <a16:creationId xmlns:a16="http://schemas.microsoft.com/office/drawing/2014/main" id="{655EC899-F4F0-4D41-A04D-B4443CF708FF}"/>
                  </a:ext>
                </a:extLst>
              </p:cNvPr>
              <p:cNvSpPr/>
              <p:nvPr/>
            </p:nvSpPr>
            <p:spPr>
              <a:xfrm>
                <a:off x="634353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2" name="object 259">
                <a:extLst>
                  <a:ext uri="{FF2B5EF4-FFF2-40B4-BE49-F238E27FC236}">
                    <a16:creationId xmlns:a16="http://schemas.microsoft.com/office/drawing/2014/main" id="{D67A75CE-EEE0-44E1-91F3-BECA57AF6B02}"/>
                  </a:ext>
                </a:extLst>
              </p:cNvPr>
              <p:cNvSpPr/>
              <p:nvPr/>
            </p:nvSpPr>
            <p:spPr>
              <a:xfrm>
                <a:off x="634353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3" name="object 260">
                <a:extLst>
                  <a:ext uri="{FF2B5EF4-FFF2-40B4-BE49-F238E27FC236}">
                    <a16:creationId xmlns:a16="http://schemas.microsoft.com/office/drawing/2014/main" id="{F7D6E61A-9116-4027-AE04-BAB70683DB42}"/>
                  </a:ext>
                </a:extLst>
              </p:cNvPr>
              <p:cNvSpPr/>
              <p:nvPr/>
            </p:nvSpPr>
            <p:spPr>
              <a:xfrm>
                <a:off x="644869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4" name="object 261">
                <a:extLst>
                  <a:ext uri="{FF2B5EF4-FFF2-40B4-BE49-F238E27FC236}">
                    <a16:creationId xmlns:a16="http://schemas.microsoft.com/office/drawing/2014/main" id="{C4F62F44-0714-49EB-BA59-2771E558919A}"/>
                  </a:ext>
                </a:extLst>
              </p:cNvPr>
              <p:cNvSpPr/>
              <p:nvPr/>
            </p:nvSpPr>
            <p:spPr>
              <a:xfrm>
                <a:off x="644869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5" name="object 262">
                <a:extLst>
                  <a:ext uri="{FF2B5EF4-FFF2-40B4-BE49-F238E27FC236}">
                    <a16:creationId xmlns:a16="http://schemas.microsoft.com/office/drawing/2014/main" id="{54F44544-EAEE-4D0B-B0A6-4E07E972C299}"/>
                  </a:ext>
                </a:extLst>
              </p:cNvPr>
              <p:cNvSpPr/>
              <p:nvPr/>
            </p:nvSpPr>
            <p:spPr>
              <a:xfrm>
                <a:off x="655459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6" name="object 263">
                <a:extLst>
                  <a:ext uri="{FF2B5EF4-FFF2-40B4-BE49-F238E27FC236}">
                    <a16:creationId xmlns:a16="http://schemas.microsoft.com/office/drawing/2014/main" id="{27B2EAF7-9D9E-4BD4-862D-FA4C5532F045}"/>
                  </a:ext>
                </a:extLst>
              </p:cNvPr>
              <p:cNvSpPr/>
              <p:nvPr/>
            </p:nvSpPr>
            <p:spPr>
              <a:xfrm>
                <a:off x="655459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7" name="object 264">
                <a:extLst>
                  <a:ext uri="{FF2B5EF4-FFF2-40B4-BE49-F238E27FC236}">
                    <a16:creationId xmlns:a16="http://schemas.microsoft.com/office/drawing/2014/main" id="{55D65E1C-6AC2-445B-9321-E5E4AF5FCC95}"/>
                  </a:ext>
                </a:extLst>
              </p:cNvPr>
              <p:cNvSpPr/>
              <p:nvPr/>
            </p:nvSpPr>
            <p:spPr>
              <a:xfrm>
                <a:off x="665976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8" name="object 265">
                <a:extLst>
                  <a:ext uri="{FF2B5EF4-FFF2-40B4-BE49-F238E27FC236}">
                    <a16:creationId xmlns:a16="http://schemas.microsoft.com/office/drawing/2014/main" id="{32FAB2EA-6F18-40FD-88AC-30E3254BF1C3}"/>
                  </a:ext>
                </a:extLst>
              </p:cNvPr>
              <p:cNvSpPr/>
              <p:nvPr/>
            </p:nvSpPr>
            <p:spPr>
              <a:xfrm>
                <a:off x="665976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9" name="object 266">
                <a:extLst>
                  <a:ext uri="{FF2B5EF4-FFF2-40B4-BE49-F238E27FC236}">
                    <a16:creationId xmlns:a16="http://schemas.microsoft.com/office/drawing/2014/main" id="{DBF68817-F640-4B34-8CCA-624A10CEA1EA}"/>
                  </a:ext>
                </a:extLst>
              </p:cNvPr>
              <p:cNvSpPr/>
              <p:nvPr/>
            </p:nvSpPr>
            <p:spPr>
              <a:xfrm>
                <a:off x="67649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0" name="object 267">
                <a:extLst>
                  <a:ext uri="{FF2B5EF4-FFF2-40B4-BE49-F238E27FC236}">
                    <a16:creationId xmlns:a16="http://schemas.microsoft.com/office/drawing/2014/main" id="{CDF74DC3-8696-4FD1-AA43-078902FC8442}"/>
                  </a:ext>
                </a:extLst>
              </p:cNvPr>
              <p:cNvSpPr/>
              <p:nvPr/>
            </p:nvSpPr>
            <p:spPr>
              <a:xfrm>
                <a:off x="67649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1" name="object 268">
                <a:extLst>
                  <a:ext uri="{FF2B5EF4-FFF2-40B4-BE49-F238E27FC236}">
                    <a16:creationId xmlns:a16="http://schemas.microsoft.com/office/drawing/2014/main" id="{B3B39ABE-84DF-48E3-BAA0-1F37A92EFB0F}"/>
                  </a:ext>
                </a:extLst>
              </p:cNvPr>
              <p:cNvSpPr/>
              <p:nvPr/>
            </p:nvSpPr>
            <p:spPr>
              <a:xfrm>
                <a:off x="68700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2" name="object 269">
                <a:extLst>
                  <a:ext uri="{FF2B5EF4-FFF2-40B4-BE49-F238E27FC236}">
                    <a16:creationId xmlns:a16="http://schemas.microsoft.com/office/drawing/2014/main" id="{2776D971-A6D0-48E1-A7FC-2F52673B3618}"/>
                  </a:ext>
                </a:extLst>
              </p:cNvPr>
              <p:cNvSpPr/>
              <p:nvPr/>
            </p:nvSpPr>
            <p:spPr>
              <a:xfrm>
                <a:off x="68700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3" name="object 270">
                <a:extLst>
                  <a:ext uri="{FF2B5EF4-FFF2-40B4-BE49-F238E27FC236}">
                    <a16:creationId xmlns:a16="http://schemas.microsoft.com/office/drawing/2014/main" id="{1D193543-92A4-4F87-993F-EBFB38D2DE1B}"/>
                  </a:ext>
                </a:extLst>
              </p:cNvPr>
              <p:cNvSpPr/>
              <p:nvPr/>
            </p:nvSpPr>
            <p:spPr>
              <a:xfrm>
                <a:off x="69752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4" name="object 271">
                <a:extLst>
                  <a:ext uri="{FF2B5EF4-FFF2-40B4-BE49-F238E27FC236}">
                    <a16:creationId xmlns:a16="http://schemas.microsoft.com/office/drawing/2014/main" id="{CBEA9ADF-2F01-413C-AACE-CE014DDBC789}"/>
                  </a:ext>
                </a:extLst>
              </p:cNvPr>
              <p:cNvSpPr/>
              <p:nvPr/>
            </p:nvSpPr>
            <p:spPr>
              <a:xfrm>
                <a:off x="69752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5" name="object 272">
                <a:extLst>
                  <a:ext uri="{FF2B5EF4-FFF2-40B4-BE49-F238E27FC236}">
                    <a16:creationId xmlns:a16="http://schemas.microsoft.com/office/drawing/2014/main" id="{E6B63551-899F-4530-9E55-D149C28BA973}"/>
                  </a:ext>
                </a:extLst>
              </p:cNvPr>
              <p:cNvSpPr/>
              <p:nvPr/>
            </p:nvSpPr>
            <p:spPr>
              <a:xfrm>
                <a:off x="70803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6" name="object 273">
                <a:extLst>
                  <a:ext uri="{FF2B5EF4-FFF2-40B4-BE49-F238E27FC236}">
                    <a16:creationId xmlns:a16="http://schemas.microsoft.com/office/drawing/2014/main" id="{4AA9D9C3-27DA-4CCC-8CCD-21842EFCC053}"/>
                  </a:ext>
                </a:extLst>
              </p:cNvPr>
              <p:cNvSpPr/>
              <p:nvPr/>
            </p:nvSpPr>
            <p:spPr>
              <a:xfrm>
                <a:off x="70803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7" name="object 274">
                <a:extLst>
                  <a:ext uri="{FF2B5EF4-FFF2-40B4-BE49-F238E27FC236}">
                    <a16:creationId xmlns:a16="http://schemas.microsoft.com/office/drawing/2014/main" id="{8ECCB019-5996-4C15-9085-32BA67C094F3}"/>
                  </a:ext>
                </a:extLst>
              </p:cNvPr>
              <p:cNvSpPr/>
              <p:nvPr/>
            </p:nvSpPr>
            <p:spPr>
              <a:xfrm>
                <a:off x="7185545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8" name="object 275">
                <a:extLst>
                  <a:ext uri="{FF2B5EF4-FFF2-40B4-BE49-F238E27FC236}">
                    <a16:creationId xmlns:a16="http://schemas.microsoft.com/office/drawing/2014/main" id="{3D613B5F-83BE-4403-85CF-C8ECA2A96AC9}"/>
                  </a:ext>
                </a:extLst>
              </p:cNvPr>
              <p:cNvSpPr/>
              <p:nvPr/>
            </p:nvSpPr>
            <p:spPr>
              <a:xfrm>
                <a:off x="7185545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9" name="object 276">
                <a:extLst>
                  <a:ext uri="{FF2B5EF4-FFF2-40B4-BE49-F238E27FC236}">
                    <a16:creationId xmlns:a16="http://schemas.microsoft.com/office/drawing/2014/main" id="{F9158BA8-3E71-4830-9E3A-B68CDC856D86}"/>
                  </a:ext>
                </a:extLst>
              </p:cNvPr>
              <p:cNvSpPr/>
              <p:nvPr/>
            </p:nvSpPr>
            <p:spPr>
              <a:xfrm>
                <a:off x="7291450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0" name="object 277">
                <a:extLst>
                  <a:ext uri="{FF2B5EF4-FFF2-40B4-BE49-F238E27FC236}">
                    <a16:creationId xmlns:a16="http://schemas.microsoft.com/office/drawing/2014/main" id="{F46BE773-A09B-407A-B430-25350898259F}"/>
                  </a:ext>
                </a:extLst>
              </p:cNvPr>
              <p:cNvSpPr/>
              <p:nvPr/>
            </p:nvSpPr>
            <p:spPr>
              <a:xfrm>
                <a:off x="7291450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1" name="object 278">
                <a:extLst>
                  <a:ext uri="{FF2B5EF4-FFF2-40B4-BE49-F238E27FC236}">
                    <a16:creationId xmlns:a16="http://schemas.microsoft.com/office/drawing/2014/main" id="{CDE1B8F1-34C4-4950-A024-46A1EB5D8A39}"/>
                  </a:ext>
                </a:extLst>
              </p:cNvPr>
              <p:cNvSpPr/>
              <p:nvPr/>
            </p:nvSpPr>
            <p:spPr>
              <a:xfrm>
                <a:off x="739661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2" name="object 279">
                <a:extLst>
                  <a:ext uri="{FF2B5EF4-FFF2-40B4-BE49-F238E27FC236}">
                    <a16:creationId xmlns:a16="http://schemas.microsoft.com/office/drawing/2014/main" id="{BFBEFCAF-E718-4858-8BA0-1E65408F70CD}"/>
                  </a:ext>
                </a:extLst>
              </p:cNvPr>
              <p:cNvSpPr/>
              <p:nvPr/>
            </p:nvSpPr>
            <p:spPr>
              <a:xfrm>
                <a:off x="739661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3" name="object 280">
                <a:extLst>
                  <a:ext uri="{FF2B5EF4-FFF2-40B4-BE49-F238E27FC236}">
                    <a16:creationId xmlns:a16="http://schemas.microsoft.com/office/drawing/2014/main" id="{85841F8C-6466-499C-A986-696F7F8AA2BD}"/>
                  </a:ext>
                </a:extLst>
              </p:cNvPr>
              <p:cNvSpPr/>
              <p:nvPr/>
            </p:nvSpPr>
            <p:spPr>
              <a:xfrm>
                <a:off x="750176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4" name="object 281">
                <a:extLst>
                  <a:ext uri="{FF2B5EF4-FFF2-40B4-BE49-F238E27FC236}">
                    <a16:creationId xmlns:a16="http://schemas.microsoft.com/office/drawing/2014/main" id="{CB159032-6F75-476D-AEB2-753B0ABE2EC3}"/>
                  </a:ext>
                </a:extLst>
              </p:cNvPr>
              <p:cNvSpPr/>
              <p:nvPr/>
            </p:nvSpPr>
            <p:spPr>
              <a:xfrm>
                <a:off x="750176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5" name="object 282">
                <a:extLst>
                  <a:ext uri="{FF2B5EF4-FFF2-40B4-BE49-F238E27FC236}">
                    <a16:creationId xmlns:a16="http://schemas.microsoft.com/office/drawing/2014/main" id="{B37B4F0F-0854-46F7-B5BC-42562783908A}"/>
                  </a:ext>
                </a:extLst>
              </p:cNvPr>
              <p:cNvSpPr/>
              <p:nvPr/>
            </p:nvSpPr>
            <p:spPr>
              <a:xfrm>
                <a:off x="760693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6" name="object 283">
                <a:extLst>
                  <a:ext uri="{FF2B5EF4-FFF2-40B4-BE49-F238E27FC236}">
                    <a16:creationId xmlns:a16="http://schemas.microsoft.com/office/drawing/2014/main" id="{F0FFB7DD-A792-4D64-82A4-482C680A61E9}"/>
                  </a:ext>
                </a:extLst>
              </p:cNvPr>
              <p:cNvSpPr/>
              <p:nvPr/>
            </p:nvSpPr>
            <p:spPr>
              <a:xfrm>
                <a:off x="760693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7" name="object 284">
                <a:extLst>
                  <a:ext uri="{FF2B5EF4-FFF2-40B4-BE49-F238E27FC236}">
                    <a16:creationId xmlns:a16="http://schemas.microsoft.com/office/drawing/2014/main" id="{0B22BF87-7A18-4B2D-8D77-2FEF03D7D766}"/>
                  </a:ext>
                </a:extLst>
              </p:cNvPr>
              <p:cNvSpPr/>
              <p:nvPr/>
            </p:nvSpPr>
            <p:spPr>
              <a:xfrm>
                <a:off x="771207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8" name="object 285">
                <a:extLst>
                  <a:ext uri="{FF2B5EF4-FFF2-40B4-BE49-F238E27FC236}">
                    <a16:creationId xmlns:a16="http://schemas.microsoft.com/office/drawing/2014/main" id="{4435A215-EF17-43CE-9BE9-27A737F1D7D2}"/>
                  </a:ext>
                </a:extLst>
              </p:cNvPr>
              <p:cNvSpPr/>
              <p:nvPr/>
            </p:nvSpPr>
            <p:spPr>
              <a:xfrm>
                <a:off x="771207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9" name="object 286">
                <a:extLst>
                  <a:ext uri="{FF2B5EF4-FFF2-40B4-BE49-F238E27FC236}">
                    <a16:creationId xmlns:a16="http://schemas.microsoft.com/office/drawing/2014/main" id="{A91077DE-9663-4FDF-A55B-1514620DBF61}"/>
                  </a:ext>
                </a:extLst>
              </p:cNvPr>
              <p:cNvSpPr/>
              <p:nvPr/>
            </p:nvSpPr>
            <p:spPr>
              <a:xfrm>
                <a:off x="7817243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0" name="object 287">
                <a:extLst>
                  <a:ext uri="{FF2B5EF4-FFF2-40B4-BE49-F238E27FC236}">
                    <a16:creationId xmlns:a16="http://schemas.microsoft.com/office/drawing/2014/main" id="{18F08DB9-A95E-4859-92BC-1F4E77F1E9DF}"/>
                  </a:ext>
                </a:extLst>
              </p:cNvPr>
              <p:cNvSpPr/>
              <p:nvPr/>
            </p:nvSpPr>
            <p:spPr>
              <a:xfrm>
                <a:off x="7923148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1" name="object 288">
                <a:extLst>
                  <a:ext uri="{FF2B5EF4-FFF2-40B4-BE49-F238E27FC236}">
                    <a16:creationId xmlns:a16="http://schemas.microsoft.com/office/drawing/2014/main" id="{681C4AB5-CBD4-4B3D-A50E-CA4CB102F71D}"/>
                  </a:ext>
                </a:extLst>
              </p:cNvPr>
              <p:cNvSpPr/>
              <p:nvPr/>
            </p:nvSpPr>
            <p:spPr>
              <a:xfrm>
                <a:off x="802831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2" name="object 289">
                <a:extLst>
                  <a:ext uri="{FF2B5EF4-FFF2-40B4-BE49-F238E27FC236}">
                    <a16:creationId xmlns:a16="http://schemas.microsoft.com/office/drawing/2014/main" id="{B1FCDABB-FFF5-4AA5-9DB6-83DDC3ACF832}"/>
                  </a:ext>
                </a:extLst>
              </p:cNvPr>
              <p:cNvSpPr/>
              <p:nvPr/>
            </p:nvSpPr>
            <p:spPr>
              <a:xfrm>
                <a:off x="813347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3" name="object 290">
                <a:extLst>
                  <a:ext uri="{FF2B5EF4-FFF2-40B4-BE49-F238E27FC236}">
                    <a16:creationId xmlns:a16="http://schemas.microsoft.com/office/drawing/2014/main" id="{7DBB8029-8135-4FAE-9719-FACAD1270615}"/>
                  </a:ext>
                </a:extLst>
              </p:cNvPr>
              <p:cNvSpPr/>
              <p:nvPr/>
            </p:nvSpPr>
            <p:spPr>
              <a:xfrm>
                <a:off x="823862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4" name="object 291">
                <a:extLst>
                  <a:ext uri="{FF2B5EF4-FFF2-40B4-BE49-F238E27FC236}">
                    <a16:creationId xmlns:a16="http://schemas.microsoft.com/office/drawing/2014/main" id="{FC9DF65F-25E5-414C-AA1F-BFB0FFB106E5}"/>
                  </a:ext>
                </a:extLst>
              </p:cNvPr>
              <p:cNvSpPr/>
              <p:nvPr/>
            </p:nvSpPr>
            <p:spPr>
              <a:xfrm>
                <a:off x="834377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5" name="object 292">
                <a:extLst>
                  <a:ext uri="{FF2B5EF4-FFF2-40B4-BE49-F238E27FC236}">
                    <a16:creationId xmlns:a16="http://schemas.microsoft.com/office/drawing/2014/main" id="{8E5DD079-540C-4BB3-B8C3-6054899135DE}"/>
                  </a:ext>
                </a:extLst>
              </p:cNvPr>
              <p:cNvSpPr/>
              <p:nvPr/>
            </p:nvSpPr>
            <p:spPr>
              <a:xfrm>
                <a:off x="844894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6" name="object 293">
                <a:extLst>
                  <a:ext uri="{FF2B5EF4-FFF2-40B4-BE49-F238E27FC236}">
                    <a16:creationId xmlns:a16="http://schemas.microsoft.com/office/drawing/2014/main" id="{545A3E28-4FD0-4E2C-9BDB-682D8DFB9660}"/>
                  </a:ext>
                </a:extLst>
              </p:cNvPr>
              <p:cNvSpPr/>
              <p:nvPr/>
            </p:nvSpPr>
            <p:spPr>
              <a:xfrm>
                <a:off x="855484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7" name="object 294">
                <a:extLst>
                  <a:ext uri="{FF2B5EF4-FFF2-40B4-BE49-F238E27FC236}">
                    <a16:creationId xmlns:a16="http://schemas.microsoft.com/office/drawing/2014/main" id="{863B0BB7-2B6F-4B4A-B53F-7105B080C031}"/>
                  </a:ext>
                </a:extLst>
              </p:cNvPr>
              <p:cNvSpPr/>
              <p:nvPr/>
            </p:nvSpPr>
            <p:spPr>
              <a:xfrm>
                <a:off x="602806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8" name="object 295">
                <a:extLst>
                  <a:ext uri="{FF2B5EF4-FFF2-40B4-BE49-F238E27FC236}">
                    <a16:creationId xmlns:a16="http://schemas.microsoft.com/office/drawing/2014/main" id="{9742C8D3-2224-46FA-8C72-24944A40B63C}"/>
                  </a:ext>
                </a:extLst>
              </p:cNvPr>
              <p:cNvSpPr/>
              <p:nvPr/>
            </p:nvSpPr>
            <p:spPr>
              <a:xfrm>
                <a:off x="602806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9" name="object 296">
                <a:extLst>
                  <a:ext uri="{FF2B5EF4-FFF2-40B4-BE49-F238E27FC236}">
                    <a16:creationId xmlns:a16="http://schemas.microsoft.com/office/drawing/2014/main" id="{2F09F8F0-E47F-46B0-A402-A48287A41137}"/>
                  </a:ext>
                </a:extLst>
              </p:cNvPr>
              <p:cNvSpPr/>
              <p:nvPr/>
            </p:nvSpPr>
            <p:spPr>
              <a:xfrm>
                <a:off x="613322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0" name="object 297">
                <a:extLst>
                  <a:ext uri="{FF2B5EF4-FFF2-40B4-BE49-F238E27FC236}">
                    <a16:creationId xmlns:a16="http://schemas.microsoft.com/office/drawing/2014/main" id="{97047F23-540E-4B08-A737-B3300752268C}"/>
                  </a:ext>
                </a:extLst>
              </p:cNvPr>
              <p:cNvSpPr/>
              <p:nvPr/>
            </p:nvSpPr>
            <p:spPr>
              <a:xfrm>
                <a:off x="613322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1" name="object 298">
                <a:extLst>
                  <a:ext uri="{FF2B5EF4-FFF2-40B4-BE49-F238E27FC236}">
                    <a16:creationId xmlns:a16="http://schemas.microsoft.com/office/drawing/2014/main" id="{A5194A27-FD29-4797-9513-6FA82578BF58}"/>
                  </a:ext>
                </a:extLst>
              </p:cNvPr>
              <p:cNvSpPr/>
              <p:nvPr/>
            </p:nvSpPr>
            <p:spPr>
              <a:xfrm>
                <a:off x="623837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2" name="object 299">
                <a:extLst>
                  <a:ext uri="{FF2B5EF4-FFF2-40B4-BE49-F238E27FC236}">
                    <a16:creationId xmlns:a16="http://schemas.microsoft.com/office/drawing/2014/main" id="{DFF19BB4-5E0E-4B23-9395-90449BD51F10}"/>
                  </a:ext>
                </a:extLst>
              </p:cNvPr>
              <p:cNvSpPr/>
              <p:nvPr/>
            </p:nvSpPr>
            <p:spPr>
              <a:xfrm>
                <a:off x="623837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3" name="object 300">
                <a:extLst>
                  <a:ext uri="{FF2B5EF4-FFF2-40B4-BE49-F238E27FC236}">
                    <a16:creationId xmlns:a16="http://schemas.microsoft.com/office/drawing/2014/main" id="{72767680-C6D9-4201-BF50-788254C8F1FD}"/>
                  </a:ext>
                </a:extLst>
              </p:cNvPr>
              <p:cNvSpPr/>
              <p:nvPr/>
            </p:nvSpPr>
            <p:spPr>
              <a:xfrm>
                <a:off x="634353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4" name="object 301">
                <a:extLst>
                  <a:ext uri="{FF2B5EF4-FFF2-40B4-BE49-F238E27FC236}">
                    <a16:creationId xmlns:a16="http://schemas.microsoft.com/office/drawing/2014/main" id="{E118B393-47F6-4318-91F1-8A7864574C73}"/>
                  </a:ext>
                </a:extLst>
              </p:cNvPr>
              <p:cNvSpPr/>
              <p:nvPr/>
            </p:nvSpPr>
            <p:spPr>
              <a:xfrm>
                <a:off x="634353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5" name="object 302">
                <a:extLst>
                  <a:ext uri="{FF2B5EF4-FFF2-40B4-BE49-F238E27FC236}">
                    <a16:creationId xmlns:a16="http://schemas.microsoft.com/office/drawing/2014/main" id="{4BB3CC4B-6D00-494A-959E-94DF8FD041E8}"/>
                  </a:ext>
                </a:extLst>
              </p:cNvPr>
              <p:cNvSpPr/>
              <p:nvPr/>
            </p:nvSpPr>
            <p:spPr>
              <a:xfrm>
                <a:off x="644869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6" name="object 303">
                <a:extLst>
                  <a:ext uri="{FF2B5EF4-FFF2-40B4-BE49-F238E27FC236}">
                    <a16:creationId xmlns:a16="http://schemas.microsoft.com/office/drawing/2014/main" id="{36981725-1312-4F90-87C2-6FA0162DA98B}"/>
                  </a:ext>
                </a:extLst>
              </p:cNvPr>
              <p:cNvSpPr/>
              <p:nvPr/>
            </p:nvSpPr>
            <p:spPr>
              <a:xfrm>
                <a:off x="644869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7" name="object 304">
                <a:extLst>
                  <a:ext uri="{FF2B5EF4-FFF2-40B4-BE49-F238E27FC236}">
                    <a16:creationId xmlns:a16="http://schemas.microsoft.com/office/drawing/2014/main" id="{CB5AECCD-BDCE-46C5-B74A-293B9920D11F}"/>
                  </a:ext>
                </a:extLst>
              </p:cNvPr>
              <p:cNvSpPr/>
              <p:nvPr/>
            </p:nvSpPr>
            <p:spPr>
              <a:xfrm>
                <a:off x="655459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8" name="object 305">
                <a:extLst>
                  <a:ext uri="{FF2B5EF4-FFF2-40B4-BE49-F238E27FC236}">
                    <a16:creationId xmlns:a16="http://schemas.microsoft.com/office/drawing/2014/main" id="{DBD0AFE9-DC2D-4BBE-83C0-041A69A30A69}"/>
                  </a:ext>
                </a:extLst>
              </p:cNvPr>
              <p:cNvSpPr/>
              <p:nvPr/>
            </p:nvSpPr>
            <p:spPr>
              <a:xfrm>
                <a:off x="655459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9" name="object 306">
                <a:extLst>
                  <a:ext uri="{FF2B5EF4-FFF2-40B4-BE49-F238E27FC236}">
                    <a16:creationId xmlns:a16="http://schemas.microsoft.com/office/drawing/2014/main" id="{6A8D7D5F-7BFC-4493-9F7F-442794AF156C}"/>
                  </a:ext>
                </a:extLst>
              </p:cNvPr>
              <p:cNvSpPr/>
              <p:nvPr/>
            </p:nvSpPr>
            <p:spPr>
              <a:xfrm>
                <a:off x="665976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0" name="object 307">
                <a:extLst>
                  <a:ext uri="{FF2B5EF4-FFF2-40B4-BE49-F238E27FC236}">
                    <a16:creationId xmlns:a16="http://schemas.microsoft.com/office/drawing/2014/main" id="{49D289A1-95B8-427B-ACEA-C5A54925EF56}"/>
                  </a:ext>
                </a:extLst>
              </p:cNvPr>
              <p:cNvSpPr/>
              <p:nvPr/>
            </p:nvSpPr>
            <p:spPr>
              <a:xfrm>
                <a:off x="665976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1" name="object 308">
                <a:extLst>
                  <a:ext uri="{FF2B5EF4-FFF2-40B4-BE49-F238E27FC236}">
                    <a16:creationId xmlns:a16="http://schemas.microsoft.com/office/drawing/2014/main" id="{FC008D7F-5D61-4AAB-9AB2-D9E938E09287}"/>
                  </a:ext>
                </a:extLst>
              </p:cNvPr>
              <p:cNvSpPr/>
              <p:nvPr/>
            </p:nvSpPr>
            <p:spPr>
              <a:xfrm>
                <a:off x="67649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2" name="object 309">
                <a:extLst>
                  <a:ext uri="{FF2B5EF4-FFF2-40B4-BE49-F238E27FC236}">
                    <a16:creationId xmlns:a16="http://schemas.microsoft.com/office/drawing/2014/main" id="{80E388EE-970E-4212-B850-CAAC9B479C80}"/>
                  </a:ext>
                </a:extLst>
              </p:cNvPr>
              <p:cNvSpPr/>
              <p:nvPr/>
            </p:nvSpPr>
            <p:spPr>
              <a:xfrm>
                <a:off x="67649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3" name="object 310">
                <a:extLst>
                  <a:ext uri="{FF2B5EF4-FFF2-40B4-BE49-F238E27FC236}">
                    <a16:creationId xmlns:a16="http://schemas.microsoft.com/office/drawing/2014/main" id="{2195EBA6-979B-428F-8C25-116627530FBF}"/>
                  </a:ext>
                </a:extLst>
              </p:cNvPr>
              <p:cNvSpPr/>
              <p:nvPr/>
            </p:nvSpPr>
            <p:spPr>
              <a:xfrm>
                <a:off x="68700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4" name="object 311">
                <a:extLst>
                  <a:ext uri="{FF2B5EF4-FFF2-40B4-BE49-F238E27FC236}">
                    <a16:creationId xmlns:a16="http://schemas.microsoft.com/office/drawing/2014/main" id="{761D91A3-3787-45B2-9FDD-73D5423CAF7D}"/>
                  </a:ext>
                </a:extLst>
              </p:cNvPr>
              <p:cNvSpPr/>
              <p:nvPr/>
            </p:nvSpPr>
            <p:spPr>
              <a:xfrm>
                <a:off x="68700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5" name="object 312">
                <a:extLst>
                  <a:ext uri="{FF2B5EF4-FFF2-40B4-BE49-F238E27FC236}">
                    <a16:creationId xmlns:a16="http://schemas.microsoft.com/office/drawing/2014/main" id="{B1D780BE-4504-4A75-BA9D-ECF096D59504}"/>
                  </a:ext>
                </a:extLst>
              </p:cNvPr>
              <p:cNvSpPr/>
              <p:nvPr/>
            </p:nvSpPr>
            <p:spPr>
              <a:xfrm>
                <a:off x="69752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6" name="object 313">
                <a:extLst>
                  <a:ext uri="{FF2B5EF4-FFF2-40B4-BE49-F238E27FC236}">
                    <a16:creationId xmlns:a16="http://schemas.microsoft.com/office/drawing/2014/main" id="{8B5941F9-53B9-4522-B361-6F7A8BA9E5F0}"/>
                  </a:ext>
                </a:extLst>
              </p:cNvPr>
              <p:cNvSpPr/>
              <p:nvPr/>
            </p:nvSpPr>
            <p:spPr>
              <a:xfrm>
                <a:off x="69752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7" name="object 314">
                <a:extLst>
                  <a:ext uri="{FF2B5EF4-FFF2-40B4-BE49-F238E27FC236}">
                    <a16:creationId xmlns:a16="http://schemas.microsoft.com/office/drawing/2014/main" id="{06468303-62BC-4762-B932-9B44FA5B2998}"/>
                  </a:ext>
                </a:extLst>
              </p:cNvPr>
              <p:cNvSpPr/>
              <p:nvPr/>
            </p:nvSpPr>
            <p:spPr>
              <a:xfrm>
                <a:off x="70803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8" name="object 315">
                <a:extLst>
                  <a:ext uri="{FF2B5EF4-FFF2-40B4-BE49-F238E27FC236}">
                    <a16:creationId xmlns:a16="http://schemas.microsoft.com/office/drawing/2014/main" id="{A6951262-1FA6-450D-945E-F260CB61FA7C}"/>
                  </a:ext>
                </a:extLst>
              </p:cNvPr>
              <p:cNvSpPr/>
              <p:nvPr/>
            </p:nvSpPr>
            <p:spPr>
              <a:xfrm>
                <a:off x="70803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9" name="object 316">
                <a:extLst>
                  <a:ext uri="{FF2B5EF4-FFF2-40B4-BE49-F238E27FC236}">
                    <a16:creationId xmlns:a16="http://schemas.microsoft.com/office/drawing/2014/main" id="{629E6C87-92C9-483C-A4E4-7BAE3BFE5206}"/>
                  </a:ext>
                </a:extLst>
              </p:cNvPr>
              <p:cNvSpPr/>
              <p:nvPr/>
            </p:nvSpPr>
            <p:spPr>
              <a:xfrm>
                <a:off x="7185545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0" name="object 317">
                <a:extLst>
                  <a:ext uri="{FF2B5EF4-FFF2-40B4-BE49-F238E27FC236}">
                    <a16:creationId xmlns:a16="http://schemas.microsoft.com/office/drawing/2014/main" id="{7E6E0D9C-586F-4A1B-9507-64FF7627C4A7}"/>
                  </a:ext>
                </a:extLst>
              </p:cNvPr>
              <p:cNvSpPr/>
              <p:nvPr/>
            </p:nvSpPr>
            <p:spPr>
              <a:xfrm>
                <a:off x="7185545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1" name="object 318">
                <a:extLst>
                  <a:ext uri="{FF2B5EF4-FFF2-40B4-BE49-F238E27FC236}">
                    <a16:creationId xmlns:a16="http://schemas.microsoft.com/office/drawing/2014/main" id="{48664FA9-1884-4F56-970C-4AEB341E1243}"/>
                  </a:ext>
                </a:extLst>
              </p:cNvPr>
              <p:cNvSpPr/>
              <p:nvPr/>
            </p:nvSpPr>
            <p:spPr>
              <a:xfrm>
                <a:off x="7291450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2" name="object 319">
                <a:extLst>
                  <a:ext uri="{FF2B5EF4-FFF2-40B4-BE49-F238E27FC236}">
                    <a16:creationId xmlns:a16="http://schemas.microsoft.com/office/drawing/2014/main" id="{40531C60-7026-416B-B5D6-DF8D647BBAAE}"/>
                  </a:ext>
                </a:extLst>
              </p:cNvPr>
              <p:cNvSpPr/>
              <p:nvPr/>
            </p:nvSpPr>
            <p:spPr>
              <a:xfrm>
                <a:off x="7291450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3" name="object 320">
                <a:extLst>
                  <a:ext uri="{FF2B5EF4-FFF2-40B4-BE49-F238E27FC236}">
                    <a16:creationId xmlns:a16="http://schemas.microsoft.com/office/drawing/2014/main" id="{BC1E07EC-F765-4A1A-829E-92F28D993ACB}"/>
                  </a:ext>
                </a:extLst>
              </p:cNvPr>
              <p:cNvSpPr/>
              <p:nvPr/>
            </p:nvSpPr>
            <p:spPr>
              <a:xfrm>
                <a:off x="739661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4" name="object 321">
                <a:extLst>
                  <a:ext uri="{FF2B5EF4-FFF2-40B4-BE49-F238E27FC236}">
                    <a16:creationId xmlns:a16="http://schemas.microsoft.com/office/drawing/2014/main" id="{7E6F618C-7993-4D14-870C-504084CC2C24}"/>
                  </a:ext>
                </a:extLst>
              </p:cNvPr>
              <p:cNvSpPr/>
              <p:nvPr/>
            </p:nvSpPr>
            <p:spPr>
              <a:xfrm>
                <a:off x="739661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5" name="object 322">
                <a:extLst>
                  <a:ext uri="{FF2B5EF4-FFF2-40B4-BE49-F238E27FC236}">
                    <a16:creationId xmlns:a16="http://schemas.microsoft.com/office/drawing/2014/main" id="{59BC06BD-48CF-48DE-9FBE-8CEC35B3F228}"/>
                  </a:ext>
                </a:extLst>
              </p:cNvPr>
              <p:cNvSpPr/>
              <p:nvPr/>
            </p:nvSpPr>
            <p:spPr>
              <a:xfrm>
                <a:off x="750176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6" name="object 323">
                <a:extLst>
                  <a:ext uri="{FF2B5EF4-FFF2-40B4-BE49-F238E27FC236}">
                    <a16:creationId xmlns:a16="http://schemas.microsoft.com/office/drawing/2014/main" id="{6B211E39-409D-4857-BA65-17176713AE8B}"/>
                  </a:ext>
                </a:extLst>
              </p:cNvPr>
              <p:cNvSpPr/>
              <p:nvPr/>
            </p:nvSpPr>
            <p:spPr>
              <a:xfrm>
                <a:off x="750176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7" name="object 324">
                <a:extLst>
                  <a:ext uri="{FF2B5EF4-FFF2-40B4-BE49-F238E27FC236}">
                    <a16:creationId xmlns:a16="http://schemas.microsoft.com/office/drawing/2014/main" id="{102B9B78-F5B8-4F9F-83E1-8B43507BA9BF}"/>
                  </a:ext>
                </a:extLst>
              </p:cNvPr>
              <p:cNvSpPr/>
              <p:nvPr/>
            </p:nvSpPr>
            <p:spPr>
              <a:xfrm>
                <a:off x="760693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8" name="object 325">
                <a:extLst>
                  <a:ext uri="{FF2B5EF4-FFF2-40B4-BE49-F238E27FC236}">
                    <a16:creationId xmlns:a16="http://schemas.microsoft.com/office/drawing/2014/main" id="{58895306-0F1B-4C03-8950-F0EFDF66663B}"/>
                  </a:ext>
                </a:extLst>
              </p:cNvPr>
              <p:cNvSpPr/>
              <p:nvPr/>
            </p:nvSpPr>
            <p:spPr>
              <a:xfrm>
                <a:off x="760693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9" name="object 326">
                <a:extLst>
                  <a:ext uri="{FF2B5EF4-FFF2-40B4-BE49-F238E27FC236}">
                    <a16:creationId xmlns:a16="http://schemas.microsoft.com/office/drawing/2014/main" id="{48013C57-6210-4752-AB98-FE3A0C792DB6}"/>
                  </a:ext>
                </a:extLst>
              </p:cNvPr>
              <p:cNvSpPr/>
              <p:nvPr/>
            </p:nvSpPr>
            <p:spPr>
              <a:xfrm>
                <a:off x="771207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0" name="object 327">
                <a:extLst>
                  <a:ext uri="{FF2B5EF4-FFF2-40B4-BE49-F238E27FC236}">
                    <a16:creationId xmlns:a16="http://schemas.microsoft.com/office/drawing/2014/main" id="{B65230EA-EB1E-44B4-AF53-74CEA3588D00}"/>
                  </a:ext>
                </a:extLst>
              </p:cNvPr>
              <p:cNvSpPr/>
              <p:nvPr/>
            </p:nvSpPr>
            <p:spPr>
              <a:xfrm>
                <a:off x="771207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1" name="object 328">
                <a:extLst>
                  <a:ext uri="{FF2B5EF4-FFF2-40B4-BE49-F238E27FC236}">
                    <a16:creationId xmlns:a16="http://schemas.microsoft.com/office/drawing/2014/main" id="{AE590588-0CCB-4D41-BA2E-3492DCED592B}"/>
                  </a:ext>
                </a:extLst>
              </p:cNvPr>
              <p:cNvSpPr/>
              <p:nvPr/>
            </p:nvSpPr>
            <p:spPr>
              <a:xfrm>
                <a:off x="7817243" y="5225795"/>
                <a:ext cx="106045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33020">
                    <a:moveTo>
                      <a:pt x="0" y="32765"/>
                    </a:moveTo>
                    <a:lnTo>
                      <a:pt x="105918" y="32765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2" name="object 329">
                <a:extLst>
                  <a:ext uri="{FF2B5EF4-FFF2-40B4-BE49-F238E27FC236}">
                    <a16:creationId xmlns:a16="http://schemas.microsoft.com/office/drawing/2014/main" id="{334AF459-3BCA-4E13-AC29-2D2B3F20B3A7}"/>
                  </a:ext>
                </a:extLst>
              </p:cNvPr>
              <p:cNvSpPr/>
              <p:nvPr/>
            </p:nvSpPr>
            <p:spPr>
              <a:xfrm>
                <a:off x="7817243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3" name="object 330">
                <a:extLst>
                  <a:ext uri="{FF2B5EF4-FFF2-40B4-BE49-F238E27FC236}">
                    <a16:creationId xmlns:a16="http://schemas.microsoft.com/office/drawing/2014/main" id="{86541841-53BF-4182-B1D7-2C44AD3A828A}"/>
                  </a:ext>
                </a:extLst>
              </p:cNvPr>
              <p:cNvSpPr/>
              <p:nvPr/>
            </p:nvSpPr>
            <p:spPr>
              <a:xfrm>
                <a:off x="7923148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4" name="object 331">
                <a:extLst>
                  <a:ext uri="{FF2B5EF4-FFF2-40B4-BE49-F238E27FC236}">
                    <a16:creationId xmlns:a16="http://schemas.microsoft.com/office/drawing/2014/main" id="{2CBF2AF0-5329-4368-ADEE-CDC960937D37}"/>
                  </a:ext>
                </a:extLst>
              </p:cNvPr>
              <p:cNvSpPr/>
              <p:nvPr/>
            </p:nvSpPr>
            <p:spPr>
              <a:xfrm>
                <a:off x="7923148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5" name="object 332">
                <a:extLst>
                  <a:ext uri="{FF2B5EF4-FFF2-40B4-BE49-F238E27FC236}">
                    <a16:creationId xmlns:a16="http://schemas.microsoft.com/office/drawing/2014/main" id="{AC6A3653-A6D7-4D5D-A1F9-1EF3996FA01D}"/>
                  </a:ext>
                </a:extLst>
              </p:cNvPr>
              <p:cNvSpPr/>
              <p:nvPr/>
            </p:nvSpPr>
            <p:spPr>
              <a:xfrm>
                <a:off x="8028317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6" name="object 333">
                <a:extLst>
                  <a:ext uri="{FF2B5EF4-FFF2-40B4-BE49-F238E27FC236}">
                    <a16:creationId xmlns:a16="http://schemas.microsoft.com/office/drawing/2014/main" id="{A98D42DE-0F9C-478C-AABF-95B7166313C5}"/>
                  </a:ext>
                </a:extLst>
              </p:cNvPr>
              <p:cNvSpPr/>
              <p:nvPr/>
            </p:nvSpPr>
            <p:spPr>
              <a:xfrm>
                <a:off x="802831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7" name="object 334">
                <a:extLst>
                  <a:ext uri="{FF2B5EF4-FFF2-40B4-BE49-F238E27FC236}">
                    <a16:creationId xmlns:a16="http://schemas.microsoft.com/office/drawing/2014/main" id="{0565F864-5B18-4D9F-927D-46A3DC2D9A9C}"/>
                  </a:ext>
                </a:extLst>
              </p:cNvPr>
              <p:cNvSpPr/>
              <p:nvPr/>
            </p:nvSpPr>
            <p:spPr>
              <a:xfrm>
                <a:off x="8133473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8" name="object 335">
                <a:extLst>
                  <a:ext uri="{FF2B5EF4-FFF2-40B4-BE49-F238E27FC236}">
                    <a16:creationId xmlns:a16="http://schemas.microsoft.com/office/drawing/2014/main" id="{8E5FF74F-E27C-4AE4-BFF3-B6120B4A2905}"/>
                  </a:ext>
                </a:extLst>
              </p:cNvPr>
              <p:cNvSpPr/>
              <p:nvPr/>
            </p:nvSpPr>
            <p:spPr>
              <a:xfrm>
                <a:off x="813347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9" name="object 336">
                <a:extLst>
                  <a:ext uri="{FF2B5EF4-FFF2-40B4-BE49-F238E27FC236}">
                    <a16:creationId xmlns:a16="http://schemas.microsoft.com/office/drawing/2014/main" id="{CFB8CD25-99AA-4D6B-9597-E439AA779CF2}"/>
                  </a:ext>
                </a:extLst>
              </p:cNvPr>
              <p:cNvSpPr/>
              <p:nvPr/>
            </p:nvSpPr>
            <p:spPr>
              <a:xfrm>
                <a:off x="8238629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0" name="object 337">
                <a:extLst>
                  <a:ext uri="{FF2B5EF4-FFF2-40B4-BE49-F238E27FC236}">
                    <a16:creationId xmlns:a16="http://schemas.microsoft.com/office/drawing/2014/main" id="{51C66278-EE52-41FC-BF61-D811667AB31F}"/>
                  </a:ext>
                </a:extLst>
              </p:cNvPr>
              <p:cNvSpPr/>
              <p:nvPr/>
            </p:nvSpPr>
            <p:spPr>
              <a:xfrm>
                <a:off x="823862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1" name="object 338">
                <a:extLst>
                  <a:ext uri="{FF2B5EF4-FFF2-40B4-BE49-F238E27FC236}">
                    <a16:creationId xmlns:a16="http://schemas.microsoft.com/office/drawing/2014/main" id="{480E2C72-7FE4-4DEC-A0A8-9B1C03575487}"/>
                  </a:ext>
                </a:extLst>
              </p:cNvPr>
              <p:cNvSpPr/>
              <p:nvPr/>
            </p:nvSpPr>
            <p:spPr>
              <a:xfrm>
                <a:off x="8343773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2" name="object 339">
                <a:extLst>
                  <a:ext uri="{FF2B5EF4-FFF2-40B4-BE49-F238E27FC236}">
                    <a16:creationId xmlns:a16="http://schemas.microsoft.com/office/drawing/2014/main" id="{D054DBFA-8AB1-46C8-AADF-E79510FDA039}"/>
                  </a:ext>
                </a:extLst>
              </p:cNvPr>
              <p:cNvSpPr/>
              <p:nvPr/>
            </p:nvSpPr>
            <p:spPr>
              <a:xfrm>
                <a:off x="834377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3" name="object 340">
                <a:extLst>
                  <a:ext uri="{FF2B5EF4-FFF2-40B4-BE49-F238E27FC236}">
                    <a16:creationId xmlns:a16="http://schemas.microsoft.com/office/drawing/2014/main" id="{A5DA62F8-1BD3-4E5E-AEAC-ADC5A0B7A974}"/>
                  </a:ext>
                </a:extLst>
              </p:cNvPr>
              <p:cNvSpPr/>
              <p:nvPr/>
            </p:nvSpPr>
            <p:spPr>
              <a:xfrm>
                <a:off x="8448941" y="5225795"/>
                <a:ext cx="106045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33020">
                    <a:moveTo>
                      <a:pt x="0" y="32765"/>
                    </a:moveTo>
                    <a:lnTo>
                      <a:pt x="105918" y="32765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4" name="object 341">
                <a:extLst>
                  <a:ext uri="{FF2B5EF4-FFF2-40B4-BE49-F238E27FC236}">
                    <a16:creationId xmlns:a16="http://schemas.microsoft.com/office/drawing/2014/main" id="{3EDB0F33-C79E-4815-A003-2595F39A0898}"/>
                  </a:ext>
                </a:extLst>
              </p:cNvPr>
              <p:cNvSpPr/>
              <p:nvPr/>
            </p:nvSpPr>
            <p:spPr>
              <a:xfrm>
                <a:off x="844894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5" name="object 342">
                <a:extLst>
                  <a:ext uri="{FF2B5EF4-FFF2-40B4-BE49-F238E27FC236}">
                    <a16:creationId xmlns:a16="http://schemas.microsoft.com/office/drawing/2014/main" id="{3D9BA4F7-09C4-421F-B3A0-CE66BCC5900B}"/>
                  </a:ext>
                </a:extLst>
              </p:cNvPr>
              <p:cNvSpPr/>
              <p:nvPr/>
            </p:nvSpPr>
            <p:spPr>
              <a:xfrm>
                <a:off x="8554847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6" name="object 343">
                <a:extLst>
                  <a:ext uri="{FF2B5EF4-FFF2-40B4-BE49-F238E27FC236}">
                    <a16:creationId xmlns:a16="http://schemas.microsoft.com/office/drawing/2014/main" id="{EBA2B82A-AA2C-4FB4-A1C8-B59AD07AF952}"/>
                  </a:ext>
                </a:extLst>
              </p:cNvPr>
              <p:cNvSpPr/>
              <p:nvPr/>
            </p:nvSpPr>
            <p:spPr>
              <a:xfrm>
                <a:off x="855484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7" name="object 344">
                <a:extLst>
                  <a:ext uri="{FF2B5EF4-FFF2-40B4-BE49-F238E27FC236}">
                    <a16:creationId xmlns:a16="http://schemas.microsoft.com/office/drawing/2014/main" id="{A79A5FC9-97DC-4D92-8415-51D61D2D7CA9}"/>
                  </a:ext>
                </a:extLst>
              </p:cNvPr>
              <p:cNvSpPr/>
              <p:nvPr/>
            </p:nvSpPr>
            <p:spPr>
              <a:xfrm>
                <a:off x="602806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8" name="object 345">
                <a:extLst>
                  <a:ext uri="{FF2B5EF4-FFF2-40B4-BE49-F238E27FC236}">
                    <a16:creationId xmlns:a16="http://schemas.microsoft.com/office/drawing/2014/main" id="{AD852F6F-0E86-45F2-9D9A-107434A8B1C3}"/>
                  </a:ext>
                </a:extLst>
              </p:cNvPr>
              <p:cNvSpPr/>
              <p:nvPr/>
            </p:nvSpPr>
            <p:spPr>
              <a:xfrm>
                <a:off x="602806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9" name="object 346">
                <a:extLst>
                  <a:ext uri="{FF2B5EF4-FFF2-40B4-BE49-F238E27FC236}">
                    <a16:creationId xmlns:a16="http://schemas.microsoft.com/office/drawing/2014/main" id="{4EB605D8-1026-4314-9EEF-942E530F34A7}"/>
                  </a:ext>
                </a:extLst>
              </p:cNvPr>
              <p:cNvSpPr/>
              <p:nvPr/>
            </p:nvSpPr>
            <p:spPr>
              <a:xfrm>
                <a:off x="613322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0" name="object 347">
                <a:extLst>
                  <a:ext uri="{FF2B5EF4-FFF2-40B4-BE49-F238E27FC236}">
                    <a16:creationId xmlns:a16="http://schemas.microsoft.com/office/drawing/2014/main" id="{14F57AD0-DF26-4C79-BE74-A8439B6A9614}"/>
                  </a:ext>
                </a:extLst>
              </p:cNvPr>
              <p:cNvSpPr/>
              <p:nvPr/>
            </p:nvSpPr>
            <p:spPr>
              <a:xfrm>
                <a:off x="613322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1" name="object 348">
                <a:extLst>
                  <a:ext uri="{FF2B5EF4-FFF2-40B4-BE49-F238E27FC236}">
                    <a16:creationId xmlns:a16="http://schemas.microsoft.com/office/drawing/2014/main" id="{F89D250D-C0D7-4BC4-B756-C9F8EEE159BD}"/>
                  </a:ext>
                </a:extLst>
              </p:cNvPr>
              <p:cNvSpPr/>
              <p:nvPr/>
            </p:nvSpPr>
            <p:spPr>
              <a:xfrm>
                <a:off x="623837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2" name="object 349">
                <a:extLst>
                  <a:ext uri="{FF2B5EF4-FFF2-40B4-BE49-F238E27FC236}">
                    <a16:creationId xmlns:a16="http://schemas.microsoft.com/office/drawing/2014/main" id="{F20641C1-8462-4C23-B2EC-7E71DBC2C48B}"/>
                  </a:ext>
                </a:extLst>
              </p:cNvPr>
              <p:cNvSpPr/>
              <p:nvPr/>
            </p:nvSpPr>
            <p:spPr>
              <a:xfrm>
                <a:off x="623837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3" name="object 350">
                <a:extLst>
                  <a:ext uri="{FF2B5EF4-FFF2-40B4-BE49-F238E27FC236}">
                    <a16:creationId xmlns:a16="http://schemas.microsoft.com/office/drawing/2014/main" id="{2ABA533A-4D2A-415A-B3CC-959BE21D45EF}"/>
                  </a:ext>
                </a:extLst>
              </p:cNvPr>
              <p:cNvSpPr/>
              <p:nvPr/>
            </p:nvSpPr>
            <p:spPr>
              <a:xfrm>
                <a:off x="634353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4" name="object 351">
                <a:extLst>
                  <a:ext uri="{FF2B5EF4-FFF2-40B4-BE49-F238E27FC236}">
                    <a16:creationId xmlns:a16="http://schemas.microsoft.com/office/drawing/2014/main" id="{D01FA7B3-89B0-4244-94C5-A31982492C70}"/>
                  </a:ext>
                </a:extLst>
              </p:cNvPr>
              <p:cNvSpPr/>
              <p:nvPr/>
            </p:nvSpPr>
            <p:spPr>
              <a:xfrm>
                <a:off x="634353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5" name="object 352">
                <a:extLst>
                  <a:ext uri="{FF2B5EF4-FFF2-40B4-BE49-F238E27FC236}">
                    <a16:creationId xmlns:a16="http://schemas.microsoft.com/office/drawing/2014/main" id="{D89A0D5A-2084-43CB-B2DF-E6DBA778E1A9}"/>
                  </a:ext>
                </a:extLst>
              </p:cNvPr>
              <p:cNvSpPr/>
              <p:nvPr/>
            </p:nvSpPr>
            <p:spPr>
              <a:xfrm>
                <a:off x="644869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6" name="object 353">
                <a:extLst>
                  <a:ext uri="{FF2B5EF4-FFF2-40B4-BE49-F238E27FC236}">
                    <a16:creationId xmlns:a16="http://schemas.microsoft.com/office/drawing/2014/main" id="{1F13F566-6189-45B6-A8D7-876CCCA690B8}"/>
                  </a:ext>
                </a:extLst>
              </p:cNvPr>
              <p:cNvSpPr/>
              <p:nvPr/>
            </p:nvSpPr>
            <p:spPr>
              <a:xfrm>
                <a:off x="644869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7" name="object 354">
                <a:extLst>
                  <a:ext uri="{FF2B5EF4-FFF2-40B4-BE49-F238E27FC236}">
                    <a16:creationId xmlns:a16="http://schemas.microsoft.com/office/drawing/2014/main" id="{C1644D30-9AAC-49C5-AFF6-C795AD5FB613}"/>
                  </a:ext>
                </a:extLst>
              </p:cNvPr>
              <p:cNvSpPr/>
              <p:nvPr/>
            </p:nvSpPr>
            <p:spPr>
              <a:xfrm>
                <a:off x="655459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8" name="object 355">
                <a:extLst>
                  <a:ext uri="{FF2B5EF4-FFF2-40B4-BE49-F238E27FC236}">
                    <a16:creationId xmlns:a16="http://schemas.microsoft.com/office/drawing/2014/main" id="{454A495E-E8EF-41D1-BC10-7DD3AA926E03}"/>
                  </a:ext>
                </a:extLst>
              </p:cNvPr>
              <p:cNvSpPr/>
              <p:nvPr/>
            </p:nvSpPr>
            <p:spPr>
              <a:xfrm>
                <a:off x="655459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9" name="object 356">
                <a:extLst>
                  <a:ext uri="{FF2B5EF4-FFF2-40B4-BE49-F238E27FC236}">
                    <a16:creationId xmlns:a16="http://schemas.microsoft.com/office/drawing/2014/main" id="{A5B88DA1-25BE-4565-A738-6ABE32D745A2}"/>
                  </a:ext>
                </a:extLst>
              </p:cNvPr>
              <p:cNvSpPr/>
              <p:nvPr/>
            </p:nvSpPr>
            <p:spPr>
              <a:xfrm>
                <a:off x="665976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0" name="object 357">
                <a:extLst>
                  <a:ext uri="{FF2B5EF4-FFF2-40B4-BE49-F238E27FC236}">
                    <a16:creationId xmlns:a16="http://schemas.microsoft.com/office/drawing/2014/main" id="{15AD34B2-3D94-44C0-8BD4-FB73D0736A6A}"/>
                  </a:ext>
                </a:extLst>
              </p:cNvPr>
              <p:cNvSpPr/>
              <p:nvPr/>
            </p:nvSpPr>
            <p:spPr>
              <a:xfrm>
                <a:off x="665976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1" name="object 358">
                <a:extLst>
                  <a:ext uri="{FF2B5EF4-FFF2-40B4-BE49-F238E27FC236}">
                    <a16:creationId xmlns:a16="http://schemas.microsoft.com/office/drawing/2014/main" id="{A5E33BE4-0AEA-42B6-A74F-095BD62B301B}"/>
                  </a:ext>
                </a:extLst>
              </p:cNvPr>
              <p:cNvSpPr/>
              <p:nvPr/>
            </p:nvSpPr>
            <p:spPr>
              <a:xfrm>
                <a:off x="67649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2" name="object 359">
                <a:extLst>
                  <a:ext uri="{FF2B5EF4-FFF2-40B4-BE49-F238E27FC236}">
                    <a16:creationId xmlns:a16="http://schemas.microsoft.com/office/drawing/2014/main" id="{12AE8F54-13C3-4161-B040-55553B1A0B92}"/>
                  </a:ext>
                </a:extLst>
              </p:cNvPr>
              <p:cNvSpPr/>
              <p:nvPr/>
            </p:nvSpPr>
            <p:spPr>
              <a:xfrm>
                <a:off x="67649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3" name="object 360">
                <a:extLst>
                  <a:ext uri="{FF2B5EF4-FFF2-40B4-BE49-F238E27FC236}">
                    <a16:creationId xmlns:a16="http://schemas.microsoft.com/office/drawing/2014/main" id="{410CEB37-5DDA-453C-BB7A-9A5DB8EE3F7C}"/>
                  </a:ext>
                </a:extLst>
              </p:cNvPr>
              <p:cNvSpPr/>
              <p:nvPr/>
            </p:nvSpPr>
            <p:spPr>
              <a:xfrm>
                <a:off x="68700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4" name="object 361">
                <a:extLst>
                  <a:ext uri="{FF2B5EF4-FFF2-40B4-BE49-F238E27FC236}">
                    <a16:creationId xmlns:a16="http://schemas.microsoft.com/office/drawing/2014/main" id="{6D819848-97BE-4B76-9ABE-C1C24E136CA1}"/>
                  </a:ext>
                </a:extLst>
              </p:cNvPr>
              <p:cNvSpPr/>
              <p:nvPr/>
            </p:nvSpPr>
            <p:spPr>
              <a:xfrm>
                <a:off x="68700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5" name="object 362">
                <a:extLst>
                  <a:ext uri="{FF2B5EF4-FFF2-40B4-BE49-F238E27FC236}">
                    <a16:creationId xmlns:a16="http://schemas.microsoft.com/office/drawing/2014/main" id="{442E5BEE-C0B1-4604-99C4-D94A00C603DD}"/>
                  </a:ext>
                </a:extLst>
              </p:cNvPr>
              <p:cNvSpPr/>
              <p:nvPr/>
            </p:nvSpPr>
            <p:spPr>
              <a:xfrm>
                <a:off x="69752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6" name="object 363">
                <a:extLst>
                  <a:ext uri="{FF2B5EF4-FFF2-40B4-BE49-F238E27FC236}">
                    <a16:creationId xmlns:a16="http://schemas.microsoft.com/office/drawing/2014/main" id="{304B733D-283D-46AC-BF07-95C97DE98B86}"/>
                  </a:ext>
                </a:extLst>
              </p:cNvPr>
              <p:cNvSpPr/>
              <p:nvPr/>
            </p:nvSpPr>
            <p:spPr>
              <a:xfrm>
                <a:off x="69752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7" name="object 364">
                <a:extLst>
                  <a:ext uri="{FF2B5EF4-FFF2-40B4-BE49-F238E27FC236}">
                    <a16:creationId xmlns:a16="http://schemas.microsoft.com/office/drawing/2014/main" id="{69472B10-A3E8-41C7-BBF1-BD42DCF7CCEC}"/>
                  </a:ext>
                </a:extLst>
              </p:cNvPr>
              <p:cNvSpPr/>
              <p:nvPr/>
            </p:nvSpPr>
            <p:spPr>
              <a:xfrm>
                <a:off x="70803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8" name="object 365">
                <a:extLst>
                  <a:ext uri="{FF2B5EF4-FFF2-40B4-BE49-F238E27FC236}">
                    <a16:creationId xmlns:a16="http://schemas.microsoft.com/office/drawing/2014/main" id="{888747A3-A86D-44CC-9C21-663FACFB135A}"/>
                  </a:ext>
                </a:extLst>
              </p:cNvPr>
              <p:cNvSpPr/>
              <p:nvPr/>
            </p:nvSpPr>
            <p:spPr>
              <a:xfrm>
                <a:off x="70803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9" name="object 366">
                <a:extLst>
                  <a:ext uri="{FF2B5EF4-FFF2-40B4-BE49-F238E27FC236}">
                    <a16:creationId xmlns:a16="http://schemas.microsoft.com/office/drawing/2014/main" id="{EC440FB7-9DA3-4C15-B475-8527077F3DD6}"/>
                  </a:ext>
                </a:extLst>
              </p:cNvPr>
              <p:cNvSpPr/>
              <p:nvPr/>
            </p:nvSpPr>
            <p:spPr>
              <a:xfrm>
                <a:off x="7185545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0" name="object 367">
                <a:extLst>
                  <a:ext uri="{FF2B5EF4-FFF2-40B4-BE49-F238E27FC236}">
                    <a16:creationId xmlns:a16="http://schemas.microsoft.com/office/drawing/2014/main" id="{817D2ECE-86F5-4FFE-B85A-596BFB658038}"/>
                  </a:ext>
                </a:extLst>
              </p:cNvPr>
              <p:cNvSpPr/>
              <p:nvPr/>
            </p:nvSpPr>
            <p:spPr>
              <a:xfrm>
                <a:off x="7185545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1" name="object 368">
                <a:extLst>
                  <a:ext uri="{FF2B5EF4-FFF2-40B4-BE49-F238E27FC236}">
                    <a16:creationId xmlns:a16="http://schemas.microsoft.com/office/drawing/2014/main" id="{64A2BBE3-B647-42F0-9D37-4F7D528EC5C1}"/>
                  </a:ext>
                </a:extLst>
              </p:cNvPr>
              <p:cNvSpPr/>
              <p:nvPr/>
            </p:nvSpPr>
            <p:spPr>
              <a:xfrm>
                <a:off x="7291450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2" name="object 369">
                <a:extLst>
                  <a:ext uri="{FF2B5EF4-FFF2-40B4-BE49-F238E27FC236}">
                    <a16:creationId xmlns:a16="http://schemas.microsoft.com/office/drawing/2014/main" id="{6E9E4FB7-9576-4414-A4D2-5B7CDD9398E8}"/>
                  </a:ext>
                </a:extLst>
              </p:cNvPr>
              <p:cNvSpPr/>
              <p:nvPr/>
            </p:nvSpPr>
            <p:spPr>
              <a:xfrm>
                <a:off x="7291450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3" name="object 370">
                <a:extLst>
                  <a:ext uri="{FF2B5EF4-FFF2-40B4-BE49-F238E27FC236}">
                    <a16:creationId xmlns:a16="http://schemas.microsoft.com/office/drawing/2014/main" id="{5F09207C-88AC-4390-8CF9-2336A905DEFB}"/>
                  </a:ext>
                </a:extLst>
              </p:cNvPr>
              <p:cNvSpPr/>
              <p:nvPr/>
            </p:nvSpPr>
            <p:spPr>
              <a:xfrm>
                <a:off x="739661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4" name="object 371">
                <a:extLst>
                  <a:ext uri="{FF2B5EF4-FFF2-40B4-BE49-F238E27FC236}">
                    <a16:creationId xmlns:a16="http://schemas.microsoft.com/office/drawing/2014/main" id="{8C61ADE3-F25D-41DA-8E79-0095C864422E}"/>
                  </a:ext>
                </a:extLst>
              </p:cNvPr>
              <p:cNvSpPr/>
              <p:nvPr/>
            </p:nvSpPr>
            <p:spPr>
              <a:xfrm>
                <a:off x="739661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5" name="object 372">
                <a:extLst>
                  <a:ext uri="{FF2B5EF4-FFF2-40B4-BE49-F238E27FC236}">
                    <a16:creationId xmlns:a16="http://schemas.microsoft.com/office/drawing/2014/main" id="{5C783985-497B-4D9E-8D68-B728EB23FF61}"/>
                  </a:ext>
                </a:extLst>
              </p:cNvPr>
              <p:cNvSpPr/>
              <p:nvPr/>
            </p:nvSpPr>
            <p:spPr>
              <a:xfrm>
                <a:off x="750176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6" name="object 373">
                <a:extLst>
                  <a:ext uri="{FF2B5EF4-FFF2-40B4-BE49-F238E27FC236}">
                    <a16:creationId xmlns:a16="http://schemas.microsoft.com/office/drawing/2014/main" id="{DB41AA7A-E964-43A1-A4CD-8227B43C0C21}"/>
                  </a:ext>
                </a:extLst>
              </p:cNvPr>
              <p:cNvSpPr/>
              <p:nvPr/>
            </p:nvSpPr>
            <p:spPr>
              <a:xfrm>
                <a:off x="750176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7" name="object 374">
                <a:extLst>
                  <a:ext uri="{FF2B5EF4-FFF2-40B4-BE49-F238E27FC236}">
                    <a16:creationId xmlns:a16="http://schemas.microsoft.com/office/drawing/2014/main" id="{D17BC5AB-52A3-4BD1-ABCD-001480185FBC}"/>
                  </a:ext>
                </a:extLst>
              </p:cNvPr>
              <p:cNvSpPr/>
              <p:nvPr/>
            </p:nvSpPr>
            <p:spPr>
              <a:xfrm>
                <a:off x="760693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8" name="object 375">
                <a:extLst>
                  <a:ext uri="{FF2B5EF4-FFF2-40B4-BE49-F238E27FC236}">
                    <a16:creationId xmlns:a16="http://schemas.microsoft.com/office/drawing/2014/main" id="{51811FFD-F686-49B8-A109-D8F9B3BD0C0A}"/>
                  </a:ext>
                </a:extLst>
              </p:cNvPr>
              <p:cNvSpPr/>
              <p:nvPr/>
            </p:nvSpPr>
            <p:spPr>
              <a:xfrm>
                <a:off x="760693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9" name="object 376">
                <a:extLst>
                  <a:ext uri="{FF2B5EF4-FFF2-40B4-BE49-F238E27FC236}">
                    <a16:creationId xmlns:a16="http://schemas.microsoft.com/office/drawing/2014/main" id="{0E05D603-0AE9-494C-ABF1-64101992DE95}"/>
                  </a:ext>
                </a:extLst>
              </p:cNvPr>
              <p:cNvSpPr/>
              <p:nvPr/>
            </p:nvSpPr>
            <p:spPr>
              <a:xfrm>
                <a:off x="771207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0" name="object 377">
                <a:extLst>
                  <a:ext uri="{FF2B5EF4-FFF2-40B4-BE49-F238E27FC236}">
                    <a16:creationId xmlns:a16="http://schemas.microsoft.com/office/drawing/2014/main" id="{A77C7C86-32C9-42CF-80F2-E5AB2C3A3FC9}"/>
                  </a:ext>
                </a:extLst>
              </p:cNvPr>
              <p:cNvSpPr/>
              <p:nvPr/>
            </p:nvSpPr>
            <p:spPr>
              <a:xfrm>
                <a:off x="771207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1" name="object 378">
                <a:extLst>
                  <a:ext uri="{FF2B5EF4-FFF2-40B4-BE49-F238E27FC236}">
                    <a16:creationId xmlns:a16="http://schemas.microsoft.com/office/drawing/2014/main" id="{727CC075-D35E-4AF7-92FB-956301A8D688}"/>
                  </a:ext>
                </a:extLst>
              </p:cNvPr>
              <p:cNvSpPr/>
              <p:nvPr/>
            </p:nvSpPr>
            <p:spPr>
              <a:xfrm>
                <a:off x="7817243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2" name="object 379">
                <a:extLst>
                  <a:ext uri="{FF2B5EF4-FFF2-40B4-BE49-F238E27FC236}">
                    <a16:creationId xmlns:a16="http://schemas.microsoft.com/office/drawing/2014/main" id="{C475FF34-42C1-4553-83FE-43B6B20CCA84}"/>
                  </a:ext>
                </a:extLst>
              </p:cNvPr>
              <p:cNvSpPr/>
              <p:nvPr/>
            </p:nvSpPr>
            <p:spPr>
              <a:xfrm>
                <a:off x="7817243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3" name="object 380">
                <a:extLst>
                  <a:ext uri="{FF2B5EF4-FFF2-40B4-BE49-F238E27FC236}">
                    <a16:creationId xmlns:a16="http://schemas.microsoft.com/office/drawing/2014/main" id="{6E173652-A063-4999-A753-7B8E83759060}"/>
                  </a:ext>
                </a:extLst>
              </p:cNvPr>
              <p:cNvSpPr/>
              <p:nvPr/>
            </p:nvSpPr>
            <p:spPr>
              <a:xfrm>
                <a:off x="7923148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4" name="object 381">
                <a:extLst>
                  <a:ext uri="{FF2B5EF4-FFF2-40B4-BE49-F238E27FC236}">
                    <a16:creationId xmlns:a16="http://schemas.microsoft.com/office/drawing/2014/main" id="{086C333C-B9D4-496F-AC09-063F207C4B68}"/>
                  </a:ext>
                </a:extLst>
              </p:cNvPr>
              <p:cNvSpPr/>
              <p:nvPr/>
            </p:nvSpPr>
            <p:spPr>
              <a:xfrm>
                <a:off x="7923148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5" name="object 382">
                <a:extLst>
                  <a:ext uri="{FF2B5EF4-FFF2-40B4-BE49-F238E27FC236}">
                    <a16:creationId xmlns:a16="http://schemas.microsoft.com/office/drawing/2014/main" id="{348313BD-F861-4BF2-8A70-AF5145A3BCBB}"/>
                  </a:ext>
                </a:extLst>
              </p:cNvPr>
              <p:cNvSpPr/>
              <p:nvPr/>
            </p:nvSpPr>
            <p:spPr>
              <a:xfrm>
                <a:off x="802831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6" name="object 383">
                <a:extLst>
                  <a:ext uri="{FF2B5EF4-FFF2-40B4-BE49-F238E27FC236}">
                    <a16:creationId xmlns:a16="http://schemas.microsoft.com/office/drawing/2014/main" id="{F208055E-036B-492A-8574-1E89330B5AFB}"/>
                  </a:ext>
                </a:extLst>
              </p:cNvPr>
              <p:cNvSpPr/>
              <p:nvPr/>
            </p:nvSpPr>
            <p:spPr>
              <a:xfrm>
                <a:off x="802831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7" name="object 384">
                <a:extLst>
                  <a:ext uri="{FF2B5EF4-FFF2-40B4-BE49-F238E27FC236}">
                    <a16:creationId xmlns:a16="http://schemas.microsoft.com/office/drawing/2014/main" id="{D8C48258-0A89-4180-8C12-069AD57F4676}"/>
                  </a:ext>
                </a:extLst>
              </p:cNvPr>
              <p:cNvSpPr/>
              <p:nvPr/>
            </p:nvSpPr>
            <p:spPr>
              <a:xfrm>
                <a:off x="81334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8" name="object 385">
                <a:extLst>
                  <a:ext uri="{FF2B5EF4-FFF2-40B4-BE49-F238E27FC236}">
                    <a16:creationId xmlns:a16="http://schemas.microsoft.com/office/drawing/2014/main" id="{2BC74D91-FB71-4540-970B-24C347A6B329}"/>
                  </a:ext>
                </a:extLst>
              </p:cNvPr>
              <p:cNvSpPr/>
              <p:nvPr/>
            </p:nvSpPr>
            <p:spPr>
              <a:xfrm>
                <a:off x="81334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9" name="object 386">
                <a:extLst>
                  <a:ext uri="{FF2B5EF4-FFF2-40B4-BE49-F238E27FC236}">
                    <a16:creationId xmlns:a16="http://schemas.microsoft.com/office/drawing/2014/main" id="{D474C672-B7B1-4D6F-BD68-D4A3914B1321}"/>
                  </a:ext>
                </a:extLst>
              </p:cNvPr>
              <p:cNvSpPr/>
              <p:nvPr/>
            </p:nvSpPr>
            <p:spPr>
              <a:xfrm>
                <a:off x="823862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0" name="object 387">
                <a:extLst>
                  <a:ext uri="{FF2B5EF4-FFF2-40B4-BE49-F238E27FC236}">
                    <a16:creationId xmlns:a16="http://schemas.microsoft.com/office/drawing/2014/main" id="{05D6BAF9-B24E-473A-84BC-FB3422E9AF6E}"/>
                  </a:ext>
                </a:extLst>
              </p:cNvPr>
              <p:cNvSpPr/>
              <p:nvPr/>
            </p:nvSpPr>
            <p:spPr>
              <a:xfrm>
                <a:off x="823862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1" name="object 388">
                <a:extLst>
                  <a:ext uri="{FF2B5EF4-FFF2-40B4-BE49-F238E27FC236}">
                    <a16:creationId xmlns:a16="http://schemas.microsoft.com/office/drawing/2014/main" id="{9800BAA0-91D7-4699-AD5C-414FAFBB8A1D}"/>
                  </a:ext>
                </a:extLst>
              </p:cNvPr>
              <p:cNvSpPr/>
              <p:nvPr/>
            </p:nvSpPr>
            <p:spPr>
              <a:xfrm>
                <a:off x="83437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2" name="object 389">
                <a:extLst>
                  <a:ext uri="{FF2B5EF4-FFF2-40B4-BE49-F238E27FC236}">
                    <a16:creationId xmlns:a16="http://schemas.microsoft.com/office/drawing/2014/main" id="{966A0442-FADF-434E-88BD-B87C62DD7AAB}"/>
                  </a:ext>
                </a:extLst>
              </p:cNvPr>
              <p:cNvSpPr/>
              <p:nvPr/>
            </p:nvSpPr>
            <p:spPr>
              <a:xfrm>
                <a:off x="83437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3" name="object 390">
                <a:extLst>
                  <a:ext uri="{FF2B5EF4-FFF2-40B4-BE49-F238E27FC236}">
                    <a16:creationId xmlns:a16="http://schemas.microsoft.com/office/drawing/2014/main" id="{D99CD368-7829-49E1-8577-8C781E8AF4C6}"/>
                  </a:ext>
                </a:extLst>
              </p:cNvPr>
              <p:cNvSpPr/>
              <p:nvPr/>
            </p:nvSpPr>
            <p:spPr>
              <a:xfrm>
                <a:off x="844894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4" name="object 391">
                <a:extLst>
                  <a:ext uri="{FF2B5EF4-FFF2-40B4-BE49-F238E27FC236}">
                    <a16:creationId xmlns:a16="http://schemas.microsoft.com/office/drawing/2014/main" id="{336E9EE7-9FD7-42B8-8A38-FC8252330EA9}"/>
                  </a:ext>
                </a:extLst>
              </p:cNvPr>
              <p:cNvSpPr/>
              <p:nvPr/>
            </p:nvSpPr>
            <p:spPr>
              <a:xfrm>
                <a:off x="844894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5" name="object 392">
                <a:extLst>
                  <a:ext uri="{FF2B5EF4-FFF2-40B4-BE49-F238E27FC236}">
                    <a16:creationId xmlns:a16="http://schemas.microsoft.com/office/drawing/2014/main" id="{9AF60013-424C-4DF4-853A-C0546367B84E}"/>
                  </a:ext>
                </a:extLst>
              </p:cNvPr>
              <p:cNvSpPr/>
              <p:nvPr/>
            </p:nvSpPr>
            <p:spPr>
              <a:xfrm>
                <a:off x="855484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6" name="object 393">
                <a:extLst>
                  <a:ext uri="{FF2B5EF4-FFF2-40B4-BE49-F238E27FC236}">
                    <a16:creationId xmlns:a16="http://schemas.microsoft.com/office/drawing/2014/main" id="{27EEA872-07A9-4CF3-A27D-B85CB93DD7DA}"/>
                  </a:ext>
                </a:extLst>
              </p:cNvPr>
              <p:cNvSpPr/>
              <p:nvPr/>
            </p:nvSpPr>
            <p:spPr>
              <a:xfrm>
                <a:off x="855484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7" name="object 394">
                <a:extLst>
                  <a:ext uri="{FF2B5EF4-FFF2-40B4-BE49-F238E27FC236}">
                    <a16:creationId xmlns:a16="http://schemas.microsoft.com/office/drawing/2014/main" id="{3B959C26-84D1-4882-BD00-FE1B038133F9}"/>
                  </a:ext>
                </a:extLst>
              </p:cNvPr>
              <p:cNvSpPr/>
              <p:nvPr/>
            </p:nvSpPr>
            <p:spPr>
              <a:xfrm>
                <a:off x="6028067" y="536373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0"/>
                    </a:moveTo>
                    <a:lnTo>
                      <a:pt x="0" y="0"/>
                    </a:lnTo>
                    <a:lnTo>
                      <a:pt x="0" y="16002"/>
                    </a:lnTo>
                    <a:lnTo>
                      <a:pt x="0" y="105156"/>
                    </a:lnTo>
                    <a:lnTo>
                      <a:pt x="105156" y="105156"/>
                    </a:lnTo>
                    <a:lnTo>
                      <a:pt x="105156" y="16002"/>
                    </a:lnTo>
                    <a:lnTo>
                      <a:pt x="10515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8" name="object 395">
                <a:extLst>
                  <a:ext uri="{FF2B5EF4-FFF2-40B4-BE49-F238E27FC236}">
                    <a16:creationId xmlns:a16="http://schemas.microsoft.com/office/drawing/2014/main" id="{A1B0E7A6-9F6E-4B3D-9443-52C18A145E11}"/>
                  </a:ext>
                </a:extLst>
              </p:cNvPr>
              <p:cNvSpPr/>
              <p:nvPr/>
            </p:nvSpPr>
            <p:spPr>
              <a:xfrm>
                <a:off x="602806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9" name="object 396">
                <a:extLst>
                  <a:ext uri="{FF2B5EF4-FFF2-40B4-BE49-F238E27FC236}">
                    <a16:creationId xmlns:a16="http://schemas.microsoft.com/office/drawing/2014/main" id="{30BCDBD6-BA05-418E-9B60-34ECA23E3D2F}"/>
                  </a:ext>
                </a:extLst>
              </p:cNvPr>
              <p:cNvSpPr/>
              <p:nvPr/>
            </p:nvSpPr>
            <p:spPr>
              <a:xfrm>
                <a:off x="613322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0" name="object 397">
                <a:extLst>
                  <a:ext uri="{FF2B5EF4-FFF2-40B4-BE49-F238E27FC236}">
                    <a16:creationId xmlns:a16="http://schemas.microsoft.com/office/drawing/2014/main" id="{C2840441-FA1D-4DA1-86F6-30817F28D00E}"/>
                  </a:ext>
                </a:extLst>
              </p:cNvPr>
              <p:cNvSpPr/>
              <p:nvPr/>
            </p:nvSpPr>
            <p:spPr>
              <a:xfrm>
                <a:off x="613322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1" name="object 398">
                <a:extLst>
                  <a:ext uri="{FF2B5EF4-FFF2-40B4-BE49-F238E27FC236}">
                    <a16:creationId xmlns:a16="http://schemas.microsoft.com/office/drawing/2014/main" id="{59D31B0E-FD11-4942-B225-12EB4D665901}"/>
                  </a:ext>
                </a:extLst>
              </p:cNvPr>
              <p:cNvSpPr/>
              <p:nvPr/>
            </p:nvSpPr>
            <p:spPr>
              <a:xfrm>
                <a:off x="623837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2" name="object 399">
                <a:extLst>
                  <a:ext uri="{FF2B5EF4-FFF2-40B4-BE49-F238E27FC236}">
                    <a16:creationId xmlns:a16="http://schemas.microsoft.com/office/drawing/2014/main" id="{3B89CD30-9559-4874-8ED0-9033252C5C61}"/>
                  </a:ext>
                </a:extLst>
              </p:cNvPr>
              <p:cNvSpPr/>
              <p:nvPr/>
            </p:nvSpPr>
            <p:spPr>
              <a:xfrm>
                <a:off x="623837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3" name="object 400">
                <a:extLst>
                  <a:ext uri="{FF2B5EF4-FFF2-40B4-BE49-F238E27FC236}">
                    <a16:creationId xmlns:a16="http://schemas.microsoft.com/office/drawing/2014/main" id="{72F34550-2851-4FFC-9A8B-A1E9B387FF16}"/>
                  </a:ext>
                </a:extLst>
              </p:cNvPr>
              <p:cNvSpPr/>
              <p:nvPr/>
            </p:nvSpPr>
            <p:spPr>
              <a:xfrm>
                <a:off x="634353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4" name="object 401">
                <a:extLst>
                  <a:ext uri="{FF2B5EF4-FFF2-40B4-BE49-F238E27FC236}">
                    <a16:creationId xmlns:a16="http://schemas.microsoft.com/office/drawing/2014/main" id="{BC39B965-FDB0-41D3-A173-CE0D87634F4D}"/>
                  </a:ext>
                </a:extLst>
              </p:cNvPr>
              <p:cNvSpPr/>
              <p:nvPr/>
            </p:nvSpPr>
            <p:spPr>
              <a:xfrm>
                <a:off x="634353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5" name="object 402">
                <a:extLst>
                  <a:ext uri="{FF2B5EF4-FFF2-40B4-BE49-F238E27FC236}">
                    <a16:creationId xmlns:a16="http://schemas.microsoft.com/office/drawing/2014/main" id="{BC8ABBBE-99A1-4A7C-8390-B33AA512D827}"/>
                  </a:ext>
                </a:extLst>
              </p:cNvPr>
              <p:cNvSpPr/>
              <p:nvPr/>
            </p:nvSpPr>
            <p:spPr>
              <a:xfrm>
                <a:off x="644869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6" name="object 403">
                <a:extLst>
                  <a:ext uri="{FF2B5EF4-FFF2-40B4-BE49-F238E27FC236}">
                    <a16:creationId xmlns:a16="http://schemas.microsoft.com/office/drawing/2014/main" id="{14933D4B-D9C0-4E32-B208-DB0B447C6B5E}"/>
                  </a:ext>
                </a:extLst>
              </p:cNvPr>
              <p:cNvSpPr/>
              <p:nvPr/>
            </p:nvSpPr>
            <p:spPr>
              <a:xfrm>
                <a:off x="644869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7" name="object 404">
                <a:extLst>
                  <a:ext uri="{FF2B5EF4-FFF2-40B4-BE49-F238E27FC236}">
                    <a16:creationId xmlns:a16="http://schemas.microsoft.com/office/drawing/2014/main" id="{959EDBA1-5562-4183-B8CB-ED8DCE9BAE8F}"/>
                  </a:ext>
                </a:extLst>
              </p:cNvPr>
              <p:cNvSpPr/>
              <p:nvPr/>
            </p:nvSpPr>
            <p:spPr>
              <a:xfrm>
                <a:off x="655459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8" name="object 405">
                <a:extLst>
                  <a:ext uri="{FF2B5EF4-FFF2-40B4-BE49-F238E27FC236}">
                    <a16:creationId xmlns:a16="http://schemas.microsoft.com/office/drawing/2014/main" id="{6736D5B9-76EF-47A9-8E0C-38EDD8EBDA4B}"/>
                  </a:ext>
                </a:extLst>
              </p:cNvPr>
              <p:cNvSpPr/>
              <p:nvPr/>
            </p:nvSpPr>
            <p:spPr>
              <a:xfrm>
                <a:off x="655459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9" name="object 406">
                <a:extLst>
                  <a:ext uri="{FF2B5EF4-FFF2-40B4-BE49-F238E27FC236}">
                    <a16:creationId xmlns:a16="http://schemas.microsoft.com/office/drawing/2014/main" id="{80601217-FD81-44D3-882D-AD462F49692B}"/>
                  </a:ext>
                </a:extLst>
              </p:cNvPr>
              <p:cNvSpPr/>
              <p:nvPr/>
            </p:nvSpPr>
            <p:spPr>
              <a:xfrm>
                <a:off x="665976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0" name="object 407">
                <a:extLst>
                  <a:ext uri="{FF2B5EF4-FFF2-40B4-BE49-F238E27FC236}">
                    <a16:creationId xmlns:a16="http://schemas.microsoft.com/office/drawing/2014/main" id="{980E2902-60E1-4630-93DB-383FC52111A0}"/>
                  </a:ext>
                </a:extLst>
              </p:cNvPr>
              <p:cNvSpPr/>
              <p:nvPr/>
            </p:nvSpPr>
            <p:spPr>
              <a:xfrm>
                <a:off x="665976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1" name="object 408">
                <a:extLst>
                  <a:ext uri="{FF2B5EF4-FFF2-40B4-BE49-F238E27FC236}">
                    <a16:creationId xmlns:a16="http://schemas.microsoft.com/office/drawing/2014/main" id="{4C5FE2BA-FF4C-4AB0-B16B-200C00FA493F}"/>
                  </a:ext>
                </a:extLst>
              </p:cNvPr>
              <p:cNvSpPr/>
              <p:nvPr/>
            </p:nvSpPr>
            <p:spPr>
              <a:xfrm>
                <a:off x="67649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2" name="object 409">
                <a:extLst>
                  <a:ext uri="{FF2B5EF4-FFF2-40B4-BE49-F238E27FC236}">
                    <a16:creationId xmlns:a16="http://schemas.microsoft.com/office/drawing/2014/main" id="{6DA3118F-2881-4883-BF35-6CB3790C75A8}"/>
                  </a:ext>
                </a:extLst>
              </p:cNvPr>
              <p:cNvSpPr/>
              <p:nvPr/>
            </p:nvSpPr>
            <p:spPr>
              <a:xfrm>
                <a:off x="67649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3" name="object 410">
                <a:extLst>
                  <a:ext uri="{FF2B5EF4-FFF2-40B4-BE49-F238E27FC236}">
                    <a16:creationId xmlns:a16="http://schemas.microsoft.com/office/drawing/2014/main" id="{C9D13795-A135-4251-9845-C2958B447212}"/>
                  </a:ext>
                </a:extLst>
              </p:cNvPr>
              <p:cNvSpPr/>
              <p:nvPr/>
            </p:nvSpPr>
            <p:spPr>
              <a:xfrm>
                <a:off x="68700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4" name="object 411">
                <a:extLst>
                  <a:ext uri="{FF2B5EF4-FFF2-40B4-BE49-F238E27FC236}">
                    <a16:creationId xmlns:a16="http://schemas.microsoft.com/office/drawing/2014/main" id="{67834B07-D966-4F52-977D-E29905BF251E}"/>
                  </a:ext>
                </a:extLst>
              </p:cNvPr>
              <p:cNvSpPr/>
              <p:nvPr/>
            </p:nvSpPr>
            <p:spPr>
              <a:xfrm>
                <a:off x="68700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5" name="object 412">
                <a:extLst>
                  <a:ext uri="{FF2B5EF4-FFF2-40B4-BE49-F238E27FC236}">
                    <a16:creationId xmlns:a16="http://schemas.microsoft.com/office/drawing/2014/main" id="{B1FF2222-231A-4DCB-98ED-F78E3136C9C0}"/>
                  </a:ext>
                </a:extLst>
              </p:cNvPr>
              <p:cNvSpPr/>
              <p:nvPr/>
            </p:nvSpPr>
            <p:spPr>
              <a:xfrm>
                <a:off x="69752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6" name="object 413">
                <a:extLst>
                  <a:ext uri="{FF2B5EF4-FFF2-40B4-BE49-F238E27FC236}">
                    <a16:creationId xmlns:a16="http://schemas.microsoft.com/office/drawing/2014/main" id="{A97DBD9C-0A6F-43AB-956C-0B552C4DD5D2}"/>
                  </a:ext>
                </a:extLst>
              </p:cNvPr>
              <p:cNvSpPr/>
              <p:nvPr/>
            </p:nvSpPr>
            <p:spPr>
              <a:xfrm>
                <a:off x="69752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7" name="object 414">
                <a:extLst>
                  <a:ext uri="{FF2B5EF4-FFF2-40B4-BE49-F238E27FC236}">
                    <a16:creationId xmlns:a16="http://schemas.microsoft.com/office/drawing/2014/main" id="{D7963906-B1E1-4911-AAA2-68927163772E}"/>
                  </a:ext>
                </a:extLst>
              </p:cNvPr>
              <p:cNvSpPr/>
              <p:nvPr/>
            </p:nvSpPr>
            <p:spPr>
              <a:xfrm>
                <a:off x="70803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8" name="object 415">
                <a:extLst>
                  <a:ext uri="{FF2B5EF4-FFF2-40B4-BE49-F238E27FC236}">
                    <a16:creationId xmlns:a16="http://schemas.microsoft.com/office/drawing/2014/main" id="{E7584DE2-995A-4854-9AC5-77A36B8A558F}"/>
                  </a:ext>
                </a:extLst>
              </p:cNvPr>
              <p:cNvSpPr/>
              <p:nvPr/>
            </p:nvSpPr>
            <p:spPr>
              <a:xfrm>
                <a:off x="70803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9" name="object 416">
                <a:extLst>
                  <a:ext uri="{FF2B5EF4-FFF2-40B4-BE49-F238E27FC236}">
                    <a16:creationId xmlns:a16="http://schemas.microsoft.com/office/drawing/2014/main" id="{4277EA28-5797-4ADE-9FF5-2C2C6BB6050A}"/>
                  </a:ext>
                </a:extLst>
              </p:cNvPr>
              <p:cNvSpPr/>
              <p:nvPr/>
            </p:nvSpPr>
            <p:spPr>
              <a:xfrm>
                <a:off x="7185545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0" name="object 417">
                <a:extLst>
                  <a:ext uri="{FF2B5EF4-FFF2-40B4-BE49-F238E27FC236}">
                    <a16:creationId xmlns:a16="http://schemas.microsoft.com/office/drawing/2014/main" id="{BC735ED4-E4C8-48D2-B09F-8CF325360247}"/>
                  </a:ext>
                </a:extLst>
              </p:cNvPr>
              <p:cNvSpPr/>
              <p:nvPr/>
            </p:nvSpPr>
            <p:spPr>
              <a:xfrm>
                <a:off x="7185545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1" name="object 418">
                <a:extLst>
                  <a:ext uri="{FF2B5EF4-FFF2-40B4-BE49-F238E27FC236}">
                    <a16:creationId xmlns:a16="http://schemas.microsoft.com/office/drawing/2014/main" id="{7674DEE7-1714-48C6-986E-1C72DCD074BC}"/>
                  </a:ext>
                </a:extLst>
              </p:cNvPr>
              <p:cNvSpPr/>
              <p:nvPr/>
            </p:nvSpPr>
            <p:spPr>
              <a:xfrm>
                <a:off x="7291450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2" name="object 419">
                <a:extLst>
                  <a:ext uri="{FF2B5EF4-FFF2-40B4-BE49-F238E27FC236}">
                    <a16:creationId xmlns:a16="http://schemas.microsoft.com/office/drawing/2014/main" id="{DA5CE9F3-8027-46B6-84B3-9C618F86A2D7}"/>
                  </a:ext>
                </a:extLst>
              </p:cNvPr>
              <p:cNvSpPr/>
              <p:nvPr/>
            </p:nvSpPr>
            <p:spPr>
              <a:xfrm>
                <a:off x="7291450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3" name="object 420">
                <a:extLst>
                  <a:ext uri="{FF2B5EF4-FFF2-40B4-BE49-F238E27FC236}">
                    <a16:creationId xmlns:a16="http://schemas.microsoft.com/office/drawing/2014/main" id="{B57D7ECC-6347-4645-B997-6A45F01C2DE8}"/>
                  </a:ext>
                </a:extLst>
              </p:cNvPr>
              <p:cNvSpPr/>
              <p:nvPr/>
            </p:nvSpPr>
            <p:spPr>
              <a:xfrm>
                <a:off x="739661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4" name="object 421">
                <a:extLst>
                  <a:ext uri="{FF2B5EF4-FFF2-40B4-BE49-F238E27FC236}">
                    <a16:creationId xmlns:a16="http://schemas.microsoft.com/office/drawing/2014/main" id="{B6BEEAFE-F3E5-4C99-B13D-CAD4127497BC}"/>
                  </a:ext>
                </a:extLst>
              </p:cNvPr>
              <p:cNvSpPr/>
              <p:nvPr/>
            </p:nvSpPr>
            <p:spPr>
              <a:xfrm>
                <a:off x="739661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5" name="object 422">
                <a:extLst>
                  <a:ext uri="{FF2B5EF4-FFF2-40B4-BE49-F238E27FC236}">
                    <a16:creationId xmlns:a16="http://schemas.microsoft.com/office/drawing/2014/main" id="{B9E22D78-BCB3-4F9E-AC20-600B9102C04D}"/>
                  </a:ext>
                </a:extLst>
              </p:cNvPr>
              <p:cNvSpPr/>
              <p:nvPr/>
            </p:nvSpPr>
            <p:spPr>
              <a:xfrm>
                <a:off x="750176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6" name="object 423">
                <a:extLst>
                  <a:ext uri="{FF2B5EF4-FFF2-40B4-BE49-F238E27FC236}">
                    <a16:creationId xmlns:a16="http://schemas.microsoft.com/office/drawing/2014/main" id="{3F2717AF-E119-4E12-BD79-880908361309}"/>
                  </a:ext>
                </a:extLst>
              </p:cNvPr>
              <p:cNvSpPr/>
              <p:nvPr/>
            </p:nvSpPr>
            <p:spPr>
              <a:xfrm>
                <a:off x="750176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7" name="object 424">
                <a:extLst>
                  <a:ext uri="{FF2B5EF4-FFF2-40B4-BE49-F238E27FC236}">
                    <a16:creationId xmlns:a16="http://schemas.microsoft.com/office/drawing/2014/main" id="{53EB6CA8-E59F-4AB2-9112-407AE146DDC2}"/>
                  </a:ext>
                </a:extLst>
              </p:cNvPr>
              <p:cNvSpPr/>
              <p:nvPr/>
            </p:nvSpPr>
            <p:spPr>
              <a:xfrm>
                <a:off x="760693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8" name="object 425">
                <a:extLst>
                  <a:ext uri="{FF2B5EF4-FFF2-40B4-BE49-F238E27FC236}">
                    <a16:creationId xmlns:a16="http://schemas.microsoft.com/office/drawing/2014/main" id="{7BA79957-0612-4608-89E9-085EFEC71C3A}"/>
                  </a:ext>
                </a:extLst>
              </p:cNvPr>
              <p:cNvSpPr/>
              <p:nvPr/>
            </p:nvSpPr>
            <p:spPr>
              <a:xfrm>
                <a:off x="760693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9" name="object 426">
                <a:extLst>
                  <a:ext uri="{FF2B5EF4-FFF2-40B4-BE49-F238E27FC236}">
                    <a16:creationId xmlns:a16="http://schemas.microsoft.com/office/drawing/2014/main" id="{DAC13BD7-6DB5-4413-BB2F-51DEAA6AEE57}"/>
                  </a:ext>
                </a:extLst>
              </p:cNvPr>
              <p:cNvSpPr/>
              <p:nvPr/>
            </p:nvSpPr>
            <p:spPr>
              <a:xfrm>
                <a:off x="771207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0" name="object 427">
                <a:extLst>
                  <a:ext uri="{FF2B5EF4-FFF2-40B4-BE49-F238E27FC236}">
                    <a16:creationId xmlns:a16="http://schemas.microsoft.com/office/drawing/2014/main" id="{9302DE10-B497-4CC4-9E7E-F7E327627AE8}"/>
                  </a:ext>
                </a:extLst>
              </p:cNvPr>
              <p:cNvSpPr/>
              <p:nvPr/>
            </p:nvSpPr>
            <p:spPr>
              <a:xfrm>
                <a:off x="771207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1" name="object 428">
                <a:extLst>
                  <a:ext uri="{FF2B5EF4-FFF2-40B4-BE49-F238E27FC236}">
                    <a16:creationId xmlns:a16="http://schemas.microsoft.com/office/drawing/2014/main" id="{1D397F7E-46EF-49B2-955F-8E234424C9B2}"/>
                  </a:ext>
                </a:extLst>
              </p:cNvPr>
              <p:cNvSpPr/>
              <p:nvPr/>
            </p:nvSpPr>
            <p:spPr>
              <a:xfrm>
                <a:off x="7817243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2" name="object 429">
                <a:extLst>
                  <a:ext uri="{FF2B5EF4-FFF2-40B4-BE49-F238E27FC236}">
                    <a16:creationId xmlns:a16="http://schemas.microsoft.com/office/drawing/2014/main" id="{11566043-E6B0-49F0-A5C5-500C68753048}"/>
                  </a:ext>
                </a:extLst>
              </p:cNvPr>
              <p:cNvSpPr/>
              <p:nvPr/>
            </p:nvSpPr>
            <p:spPr>
              <a:xfrm>
                <a:off x="7817243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3" name="object 430">
                <a:extLst>
                  <a:ext uri="{FF2B5EF4-FFF2-40B4-BE49-F238E27FC236}">
                    <a16:creationId xmlns:a16="http://schemas.microsoft.com/office/drawing/2014/main" id="{FE88C104-111A-400F-9BBD-8B0A46E9B05E}"/>
                  </a:ext>
                </a:extLst>
              </p:cNvPr>
              <p:cNvSpPr/>
              <p:nvPr/>
            </p:nvSpPr>
            <p:spPr>
              <a:xfrm>
                <a:off x="7923148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4" name="object 431">
                <a:extLst>
                  <a:ext uri="{FF2B5EF4-FFF2-40B4-BE49-F238E27FC236}">
                    <a16:creationId xmlns:a16="http://schemas.microsoft.com/office/drawing/2014/main" id="{C829FB44-05E2-49E7-A04A-931E39A5A197}"/>
                  </a:ext>
                </a:extLst>
              </p:cNvPr>
              <p:cNvSpPr/>
              <p:nvPr/>
            </p:nvSpPr>
            <p:spPr>
              <a:xfrm>
                <a:off x="7923148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5" name="object 432">
                <a:extLst>
                  <a:ext uri="{FF2B5EF4-FFF2-40B4-BE49-F238E27FC236}">
                    <a16:creationId xmlns:a16="http://schemas.microsoft.com/office/drawing/2014/main" id="{E30D6ED6-F781-4C6C-9AE1-0F5AA98F9430}"/>
                  </a:ext>
                </a:extLst>
              </p:cNvPr>
              <p:cNvSpPr/>
              <p:nvPr/>
            </p:nvSpPr>
            <p:spPr>
              <a:xfrm>
                <a:off x="802831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6" name="object 433">
                <a:extLst>
                  <a:ext uri="{FF2B5EF4-FFF2-40B4-BE49-F238E27FC236}">
                    <a16:creationId xmlns:a16="http://schemas.microsoft.com/office/drawing/2014/main" id="{4072534F-8EAF-4315-A4BB-A85399E2D46A}"/>
                  </a:ext>
                </a:extLst>
              </p:cNvPr>
              <p:cNvSpPr/>
              <p:nvPr/>
            </p:nvSpPr>
            <p:spPr>
              <a:xfrm>
                <a:off x="802831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7" name="object 434">
                <a:extLst>
                  <a:ext uri="{FF2B5EF4-FFF2-40B4-BE49-F238E27FC236}">
                    <a16:creationId xmlns:a16="http://schemas.microsoft.com/office/drawing/2014/main" id="{AFCDC60B-B849-4A1F-BF31-2C60362F6DAA}"/>
                  </a:ext>
                </a:extLst>
              </p:cNvPr>
              <p:cNvSpPr/>
              <p:nvPr/>
            </p:nvSpPr>
            <p:spPr>
              <a:xfrm>
                <a:off x="81334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8" name="object 435">
                <a:extLst>
                  <a:ext uri="{FF2B5EF4-FFF2-40B4-BE49-F238E27FC236}">
                    <a16:creationId xmlns:a16="http://schemas.microsoft.com/office/drawing/2014/main" id="{F0672DE9-EB05-45F1-B6D9-895198521933}"/>
                  </a:ext>
                </a:extLst>
              </p:cNvPr>
              <p:cNvSpPr/>
              <p:nvPr/>
            </p:nvSpPr>
            <p:spPr>
              <a:xfrm>
                <a:off x="81334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9" name="object 436">
                <a:extLst>
                  <a:ext uri="{FF2B5EF4-FFF2-40B4-BE49-F238E27FC236}">
                    <a16:creationId xmlns:a16="http://schemas.microsoft.com/office/drawing/2014/main" id="{11B5509D-810E-478D-BBE3-F9201BCD0095}"/>
                  </a:ext>
                </a:extLst>
              </p:cNvPr>
              <p:cNvSpPr/>
              <p:nvPr/>
            </p:nvSpPr>
            <p:spPr>
              <a:xfrm>
                <a:off x="823862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0" name="object 437">
                <a:extLst>
                  <a:ext uri="{FF2B5EF4-FFF2-40B4-BE49-F238E27FC236}">
                    <a16:creationId xmlns:a16="http://schemas.microsoft.com/office/drawing/2014/main" id="{5D1AADA5-0D11-4DA9-93CC-29903266DD49}"/>
                  </a:ext>
                </a:extLst>
              </p:cNvPr>
              <p:cNvSpPr/>
              <p:nvPr/>
            </p:nvSpPr>
            <p:spPr>
              <a:xfrm>
                <a:off x="823862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1" name="object 438">
                <a:extLst>
                  <a:ext uri="{FF2B5EF4-FFF2-40B4-BE49-F238E27FC236}">
                    <a16:creationId xmlns:a16="http://schemas.microsoft.com/office/drawing/2014/main" id="{0FE9061F-DF28-44CE-AD6B-749E5DA46B65}"/>
                  </a:ext>
                </a:extLst>
              </p:cNvPr>
              <p:cNvSpPr/>
              <p:nvPr/>
            </p:nvSpPr>
            <p:spPr>
              <a:xfrm>
                <a:off x="83437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2" name="object 439">
                <a:extLst>
                  <a:ext uri="{FF2B5EF4-FFF2-40B4-BE49-F238E27FC236}">
                    <a16:creationId xmlns:a16="http://schemas.microsoft.com/office/drawing/2014/main" id="{A0415573-53BC-4FCE-A5F4-06ACAE263ADE}"/>
                  </a:ext>
                </a:extLst>
              </p:cNvPr>
              <p:cNvSpPr/>
              <p:nvPr/>
            </p:nvSpPr>
            <p:spPr>
              <a:xfrm>
                <a:off x="83437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3" name="object 440">
                <a:extLst>
                  <a:ext uri="{FF2B5EF4-FFF2-40B4-BE49-F238E27FC236}">
                    <a16:creationId xmlns:a16="http://schemas.microsoft.com/office/drawing/2014/main" id="{FCBBE253-644A-4CE0-8166-AC1DE4D30FF9}"/>
                  </a:ext>
                </a:extLst>
              </p:cNvPr>
              <p:cNvSpPr/>
              <p:nvPr/>
            </p:nvSpPr>
            <p:spPr>
              <a:xfrm>
                <a:off x="844894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4" name="object 441">
                <a:extLst>
                  <a:ext uri="{FF2B5EF4-FFF2-40B4-BE49-F238E27FC236}">
                    <a16:creationId xmlns:a16="http://schemas.microsoft.com/office/drawing/2014/main" id="{E98C1CF3-7BFE-4C78-9766-32A86B1A6C69}"/>
                  </a:ext>
                </a:extLst>
              </p:cNvPr>
              <p:cNvSpPr/>
              <p:nvPr/>
            </p:nvSpPr>
            <p:spPr>
              <a:xfrm>
                <a:off x="844894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5" name="object 442">
                <a:extLst>
                  <a:ext uri="{FF2B5EF4-FFF2-40B4-BE49-F238E27FC236}">
                    <a16:creationId xmlns:a16="http://schemas.microsoft.com/office/drawing/2014/main" id="{4DBB03CC-C46B-4C3E-BAEB-C9801EB30242}"/>
                  </a:ext>
                </a:extLst>
              </p:cNvPr>
              <p:cNvSpPr/>
              <p:nvPr/>
            </p:nvSpPr>
            <p:spPr>
              <a:xfrm>
                <a:off x="855484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6" name="object 443">
                <a:extLst>
                  <a:ext uri="{FF2B5EF4-FFF2-40B4-BE49-F238E27FC236}">
                    <a16:creationId xmlns:a16="http://schemas.microsoft.com/office/drawing/2014/main" id="{8A21D397-9321-4FDC-92A5-0132B14CC115}"/>
                  </a:ext>
                </a:extLst>
              </p:cNvPr>
              <p:cNvSpPr/>
              <p:nvPr/>
            </p:nvSpPr>
            <p:spPr>
              <a:xfrm>
                <a:off x="855484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7" name="object 444">
                <a:extLst>
                  <a:ext uri="{FF2B5EF4-FFF2-40B4-BE49-F238E27FC236}">
                    <a16:creationId xmlns:a16="http://schemas.microsoft.com/office/drawing/2014/main" id="{75024BBF-535E-44DF-B1D5-A3AE8B64597C}"/>
                  </a:ext>
                </a:extLst>
              </p:cNvPr>
              <p:cNvSpPr/>
              <p:nvPr/>
            </p:nvSpPr>
            <p:spPr>
              <a:xfrm>
                <a:off x="6028067" y="546888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6" y="0"/>
                    </a:moveTo>
                    <a:lnTo>
                      <a:pt x="0" y="0"/>
                    </a:lnTo>
                    <a:lnTo>
                      <a:pt x="0" y="89154"/>
                    </a:lnTo>
                    <a:lnTo>
                      <a:pt x="0" y="105918"/>
                    </a:lnTo>
                    <a:lnTo>
                      <a:pt x="105156" y="105918"/>
                    </a:lnTo>
                    <a:lnTo>
                      <a:pt x="105156" y="89154"/>
                    </a:lnTo>
                    <a:lnTo>
                      <a:pt x="10515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8" name="object 445">
                <a:extLst>
                  <a:ext uri="{FF2B5EF4-FFF2-40B4-BE49-F238E27FC236}">
                    <a16:creationId xmlns:a16="http://schemas.microsoft.com/office/drawing/2014/main" id="{7C361413-BF2E-42D7-A35A-ED3F9F9F845D}"/>
                  </a:ext>
                </a:extLst>
              </p:cNvPr>
              <p:cNvSpPr/>
              <p:nvPr/>
            </p:nvSpPr>
            <p:spPr>
              <a:xfrm>
                <a:off x="602806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9" name="object 446">
                <a:extLst>
                  <a:ext uri="{FF2B5EF4-FFF2-40B4-BE49-F238E27FC236}">
                    <a16:creationId xmlns:a16="http://schemas.microsoft.com/office/drawing/2014/main" id="{01E9ED1C-7CEF-4C9A-8742-ECAC84DFCCB2}"/>
                  </a:ext>
                </a:extLst>
              </p:cNvPr>
              <p:cNvSpPr/>
              <p:nvPr/>
            </p:nvSpPr>
            <p:spPr>
              <a:xfrm>
                <a:off x="613322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0" name="object 447">
                <a:extLst>
                  <a:ext uri="{FF2B5EF4-FFF2-40B4-BE49-F238E27FC236}">
                    <a16:creationId xmlns:a16="http://schemas.microsoft.com/office/drawing/2014/main" id="{D0148103-2417-424A-93B8-B596363B9D3A}"/>
                  </a:ext>
                </a:extLst>
              </p:cNvPr>
              <p:cNvSpPr/>
              <p:nvPr/>
            </p:nvSpPr>
            <p:spPr>
              <a:xfrm>
                <a:off x="613322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1" name="object 448">
                <a:extLst>
                  <a:ext uri="{FF2B5EF4-FFF2-40B4-BE49-F238E27FC236}">
                    <a16:creationId xmlns:a16="http://schemas.microsoft.com/office/drawing/2014/main" id="{F7DE6162-1AFC-420B-A88C-5B50BA236CA2}"/>
                  </a:ext>
                </a:extLst>
              </p:cNvPr>
              <p:cNvSpPr/>
              <p:nvPr/>
            </p:nvSpPr>
            <p:spPr>
              <a:xfrm>
                <a:off x="623837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2" name="object 449">
                <a:extLst>
                  <a:ext uri="{FF2B5EF4-FFF2-40B4-BE49-F238E27FC236}">
                    <a16:creationId xmlns:a16="http://schemas.microsoft.com/office/drawing/2014/main" id="{1D91400C-5C0E-42DB-A6CF-875A7EB82919}"/>
                  </a:ext>
                </a:extLst>
              </p:cNvPr>
              <p:cNvSpPr/>
              <p:nvPr/>
            </p:nvSpPr>
            <p:spPr>
              <a:xfrm>
                <a:off x="623837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3" name="object 450">
                <a:extLst>
                  <a:ext uri="{FF2B5EF4-FFF2-40B4-BE49-F238E27FC236}">
                    <a16:creationId xmlns:a16="http://schemas.microsoft.com/office/drawing/2014/main" id="{14FE5B79-B398-4CD1-B1B3-0F083EBAFAEF}"/>
                  </a:ext>
                </a:extLst>
              </p:cNvPr>
              <p:cNvSpPr/>
              <p:nvPr/>
            </p:nvSpPr>
            <p:spPr>
              <a:xfrm>
                <a:off x="634353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4" name="object 451">
                <a:extLst>
                  <a:ext uri="{FF2B5EF4-FFF2-40B4-BE49-F238E27FC236}">
                    <a16:creationId xmlns:a16="http://schemas.microsoft.com/office/drawing/2014/main" id="{DCDB7F71-DB12-4B01-AC72-150DB687E36B}"/>
                  </a:ext>
                </a:extLst>
              </p:cNvPr>
              <p:cNvSpPr/>
              <p:nvPr/>
            </p:nvSpPr>
            <p:spPr>
              <a:xfrm>
                <a:off x="634353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5" name="object 452">
                <a:extLst>
                  <a:ext uri="{FF2B5EF4-FFF2-40B4-BE49-F238E27FC236}">
                    <a16:creationId xmlns:a16="http://schemas.microsoft.com/office/drawing/2014/main" id="{D6A0D61A-4E4D-4780-ABDD-E6FC48F10D0C}"/>
                  </a:ext>
                </a:extLst>
              </p:cNvPr>
              <p:cNvSpPr/>
              <p:nvPr/>
            </p:nvSpPr>
            <p:spPr>
              <a:xfrm>
                <a:off x="644869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6" name="object 453">
                <a:extLst>
                  <a:ext uri="{FF2B5EF4-FFF2-40B4-BE49-F238E27FC236}">
                    <a16:creationId xmlns:a16="http://schemas.microsoft.com/office/drawing/2014/main" id="{CB8277E0-F64F-4852-8D24-F8522419FB26}"/>
                  </a:ext>
                </a:extLst>
              </p:cNvPr>
              <p:cNvSpPr/>
              <p:nvPr/>
            </p:nvSpPr>
            <p:spPr>
              <a:xfrm>
                <a:off x="644869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7" name="object 454">
                <a:extLst>
                  <a:ext uri="{FF2B5EF4-FFF2-40B4-BE49-F238E27FC236}">
                    <a16:creationId xmlns:a16="http://schemas.microsoft.com/office/drawing/2014/main" id="{1F35FC65-8636-46FE-A875-6179DE055A46}"/>
                  </a:ext>
                </a:extLst>
              </p:cNvPr>
              <p:cNvSpPr/>
              <p:nvPr/>
            </p:nvSpPr>
            <p:spPr>
              <a:xfrm>
                <a:off x="655459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8" name="object 455">
                <a:extLst>
                  <a:ext uri="{FF2B5EF4-FFF2-40B4-BE49-F238E27FC236}">
                    <a16:creationId xmlns:a16="http://schemas.microsoft.com/office/drawing/2014/main" id="{D485B373-5D54-4032-B96C-88FAB1BF9DC4}"/>
                  </a:ext>
                </a:extLst>
              </p:cNvPr>
              <p:cNvSpPr/>
              <p:nvPr/>
            </p:nvSpPr>
            <p:spPr>
              <a:xfrm>
                <a:off x="655459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9" name="object 456">
                <a:extLst>
                  <a:ext uri="{FF2B5EF4-FFF2-40B4-BE49-F238E27FC236}">
                    <a16:creationId xmlns:a16="http://schemas.microsoft.com/office/drawing/2014/main" id="{DF370D17-CE80-47BB-88B4-9FE83A101457}"/>
                  </a:ext>
                </a:extLst>
              </p:cNvPr>
              <p:cNvSpPr/>
              <p:nvPr/>
            </p:nvSpPr>
            <p:spPr>
              <a:xfrm>
                <a:off x="665976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0" name="object 457">
                <a:extLst>
                  <a:ext uri="{FF2B5EF4-FFF2-40B4-BE49-F238E27FC236}">
                    <a16:creationId xmlns:a16="http://schemas.microsoft.com/office/drawing/2014/main" id="{5C028F3C-092F-4FD8-AD00-77C8C1897BCA}"/>
                  </a:ext>
                </a:extLst>
              </p:cNvPr>
              <p:cNvSpPr/>
              <p:nvPr/>
            </p:nvSpPr>
            <p:spPr>
              <a:xfrm>
                <a:off x="665976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1" name="object 458">
                <a:extLst>
                  <a:ext uri="{FF2B5EF4-FFF2-40B4-BE49-F238E27FC236}">
                    <a16:creationId xmlns:a16="http://schemas.microsoft.com/office/drawing/2014/main" id="{26EE7625-93C6-42FD-ADBA-D2C84CD645B3}"/>
                  </a:ext>
                </a:extLst>
              </p:cNvPr>
              <p:cNvSpPr/>
              <p:nvPr/>
            </p:nvSpPr>
            <p:spPr>
              <a:xfrm>
                <a:off x="67649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2" name="object 459">
                <a:extLst>
                  <a:ext uri="{FF2B5EF4-FFF2-40B4-BE49-F238E27FC236}">
                    <a16:creationId xmlns:a16="http://schemas.microsoft.com/office/drawing/2014/main" id="{C37C49AE-C14D-46AC-9B89-A505163F7B00}"/>
                  </a:ext>
                </a:extLst>
              </p:cNvPr>
              <p:cNvSpPr/>
              <p:nvPr/>
            </p:nvSpPr>
            <p:spPr>
              <a:xfrm>
                <a:off x="67649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3" name="object 460">
                <a:extLst>
                  <a:ext uri="{FF2B5EF4-FFF2-40B4-BE49-F238E27FC236}">
                    <a16:creationId xmlns:a16="http://schemas.microsoft.com/office/drawing/2014/main" id="{72B788ED-A4F2-4AAA-B40A-EAB651E65F4A}"/>
                  </a:ext>
                </a:extLst>
              </p:cNvPr>
              <p:cNvSpPr/>
              <p:nvPr/>
            </p:nvSpPr>
            <p:spPr>
              <a:xfrm>
                <a:off x="68700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4" name="object 461">
                <a:extLst>
                  <a:ext uri="{FF2B5EF4-FFF2-40B4-BE49-F238E27FC236}">
                    <a16:creationId xmlns:a16="http://schemas.microsoft.com/office/drawing/2014/main" id="{6393ED6A-1C48-44CC-AC8B-7496CA47B155}"/>
                  </a:ext>
                </a:extLst>
              </p:cNvPr>
              <p:cNvSpPr/>
              <p:nvPr/>
            </p:nvSpPr>
            <p:spPr>
              <a:xfrm>
                <a:off x="68700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5" name="object 462">
                <a:extLst>
                  <a:ext uri="{FF2B5EF4-FFF2-40B4-BE49-F238E27FC236}">
                    <a16:creationId xmlns:a16="http://schemas.microsoft.com/office/drawing/2014/main" id="{231EDA8A-13E3-4846-8AE9-384AD47FE8ED}"/>
                  </a:ext>
                </a:extLst>
              </p:cNvPr>
              <p:cNvSpPr/>
              <p:nvPr/>
            </p:nvSpPr>
            <p:spPr>
              <a:xfrm>
                <a:off x="69752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6" name="object 463">
                <a:extLst>
                  <a:ext uri="{FF2B5EF4-FFF2-40B4-BE49-F238E27FC236}">
                    <a16:creationId xmlns:a16="http://schemas.microsoft.com/office/drawing/2014/main" id="{71B931B7-1382-42FE-BF4C-54A0DB2F4FE3}"/>
                  </a:ext>
                </a:extLst>
              </p:cNvPr>
              <p:cNvSpPr/>
              <p:nvPr/>
            </p:nvSpPr>
            <p:spPr>
              <a:xfrm>
                <a:off x="69752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7" name="object 464">
                <a:extLst>
                  <a:ext uri="{FF2B5EF4-FFF2-40B4-BE49-F238E27FC236}">
                    <a16:creationId xmlns:a16="http://schemas.microsoft.com/office/drawing/2014/main" id="{98892735-51A4-4CD2-88BB-C840B1F3EBEF}"/>
                  </a:ext>
                </a:extLst>
              </p:cNvPr>
              <p:cNvSpPr/>
              <p:nvPr/>
            </p:nvSpPr>
            <p:spPr>
              <a:xfrm>
                <a:off x="70803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8" name="object 465">
                <a:extLst>
                  <a:ext uri="{FF2B5EF4-FFF2-40B4-BE49-F238E27FC236}">
                    <a16:creationId xmlns:a16="http://schemas.microsoft.com/office/drawing/2014/main" id="{966D9A9F-BB18-417A-99F9-BCC0BAB27B81}"/>
                  </a:ext>
                </a:extLst>
              </p:cNvPr>
              <p:cNvSpPr/>
              <p:nvPr/>
            </p:nvSpPr>
            <p:spPr>
              <a:xfrm>
                <a:off x="70803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9" name="object 466">
                <a:extLst>
                  <a:ext uri="{FF2B5EF4-FFF2-40B4-BE49-F238E27FC236}">
                    <a16:creationId xmlns:a16="http://schemas.microsoft.com/office/drawing/2014/main" id="{87E09A1F-27DB-4C69-9194-66476A5143E3}"/>
                  </a:ext>
                </a:extLst>
              </p:cNvPr>
              <p:cNvSpPr/>
              <p:nvPr/>
            </p:nvSpPr>
            <p:spPr>
              <a:xfrm>
                <a:off x="7185545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0" name="object 467">
                <a:extLst>
                  <a:ext uri="{FF2B5EF4-FFF2-40B4-BE49-F238E27FC236}">
                    <a16:creationId xmlns:a16="http://schemas.microsoft.com/office/drawing/2014/main" id="{3A11BD8A-96BB-4717-AB78-08E92969FF10}"/>
                  </a:ext>
                </a:extLst>
              </p:cNvPr>
              <p:cNvSpPr/>
              <p:nvPr/>
            </p:nvSpPr>
            <p:spPr>
              <a:xfrm>
                <a:off x="7185545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1" name="object 468">
                <a:extLst>
                  <a:ext uri="{FF2B5EF4-FFF2-40B4-BE49-F238E27FC236}">
                    <a16:creationId xmlns:a16="http://schemas.microsoft.com/office/drawing/2014/main" id="{BDA8BBC3-0BF4-43DA-A5B9-1E943A10AF12}"/>
                  </a:ext>
                </a:extLst>
              </p:cNvPr>
              <p:cNvSpPr/>
              <p:nvPr/>
            </p:nvSpPr>
            <p:spPr>
              <a:xfrm>
                <a:off x="7291450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2" name="object 469">
                <a:extLst>
                  <a:ext uri="{FF2B5EF4-FFF2-40B4-BE49-F238E27FC236}">
                    <a16:creationId xmlns:a16="http://schemas.microsoft.com/office/drawing/2014/main" id="{BF01ACFE-04F9-420D-BCDF-BBA679EBEA0B}"/>
                  </a:ext>
                </a:extLst>
              </p:cNvPr>
              <p:cNvSpPr/>
              <p:nvPr/>
            </p:nvSpPr>
            <p:spPr>
              <a:xfrm>
                <a:off x="7291450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3" name="object 470">
                <a:extLst>
                  <a:ext uri="{FF2B5EF4-FFF2-40B4-BE49-F238E27FC236}">
                    <a16:creationId xmlns:a16="http://schemas.microsoft.com/office/drawing/2014/main" id="{1C9B68BF-AF2A-42AD-8DCC-85569B29F115}"/>
                  </a:ext>
                </a:extLst>
              </p:cNvPr>
              <p:cNvSpPr/>
              <p:nvPr/>
            </p:nvSpPr>
            <p:spPr>
              <a:xfrm>
                <a:off x="739661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4" name="object 471">
                <a:extLst>
                  <a:ext uri="{FF2B5EF4-FFF2-40B4-BE49-F238E27FC236}">
                    <a16:creationId xmlns:a16="http://schemas.microsoft.com/office/drawing/2014/main" id="{A11BBAFB-F81C-458D-BE21-3C499B1744A2}"/>
                  </a:ext>
                </a:extLst>
              </p:cNvPr>
              <p:cNvSpPr/>
              <p:nvPr/>
            </p:nvSpPr>
            <p:spPr>
              <a:xfrm>
                <a:off x="739661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5" name="object 472">
                <a:extLst>
                  <a:ext uri="{FF2B5EF4-FFF2-40B4-BE49-F238E27FC236}">
                    <a16:creationId xmlns:a16="http://schemas.microsoft.com/office/drawing/2014/main" id="{FC4A7A31-B794-4EF6-A214-AB5B0BAEBAFE}"/>
                  </a:ext>
                </a:extLst>
              </p:cNvPr>
              <p:cNvSpPr/>
              <p:nvPr/>
            </p:nvSpPr>
            <p:spPr>
              <a:xfrm>
                <a:off x="750176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6" name="object 473">
                <a:extLst>
                  <a:ext uri="{FF2B5EF4-FFF2-40B4-BE49-F238E27FC236}">
                    <a16:creationId xmlns:a16="http://schemas.microsoft.com/office/drawing/2014/main" id="{A51AA0B3-1529-422A-BB81-B65CA77B0F19}"/>
                  </a:ext>
                </a:extLst>
              </p:cNvPr>
              <p:cNvSpPr/>
              <p:nvPr/>
            </p:nvSpPr>
            <p:spPr>
              <a:xfrm>
                <a:off x="750176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7" name="object 474">
                <a:extLst>
                  <a:ext uri="{FF2B5EF4-FFF2-40B4-BE49-F238E27FC236}">
                    <a16:creationId xmlns:a16="http://schemas.microsoft.com/office/drawing/2014/main" id="{98097E63-C2DB-4679-8D34-B32672219040}"/>
                  </a:ext>
                </a:extLst>
              </p:cNvPr>
              <p:cNvSpPr/>
              <p:nvPr/>
            </p:nvSpPr>
            <p:spPr>
              <a:xfrm>
                <a:off x="760693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8" name="object 475">
                <a:extLst>
                  <a:ext uri="{FF2B5EF4-FFF2-40B4-BE49-F238E27FC236}">
                    <a16:creationId xmlns:a16="http://schemas.microsoft.com/office/drawing/2014/main" id="{2FFAC352-4719-4346-82B5-9800A32D7749}"/>
                  </a:ext>
                </a:extLst>
              </p:cNvPr>
              <p:cNvSpPr/>
              <p:nvPr/>
            </p:nvSpPr>
            <p:spPr>
              <a:xfrm>
                <a:off x="760693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9" name="object 476">
                <a:extLst>
                  <a:ext uri="{FF2B5EF4-FFF2-40B4-BE49-F238E27FC236}">
                    <a16:creationId xmlns:a16="http://schemas.microsoft.com/office/drawing/2014/main" id="{8F50EFFA-3688-4D16-9466-96528725DD38}"/>
                  </a:ext>
                </a:extLst>
              </p:cNvPr>
              <p:cNvSpPr/>
              <p:nvPr/>
            </p:nvSpPr>
            <p:spPr>
              <a:xfrm>
                <a:off x="771207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0" name="object 477">
                <a:extLst>
                  <a:ext uri="{FF2B5EF4-FFF2-40B4-BE49-F238E27FC236}">
                    <a16:creationId xmlns:a16="http://schemas.microsoft.com/office/drawing/2014/main" id="{5293EBC7-582B-4A9C-BD20-A04CF5388E55}"/>
                  </a:ext>
                </a:extLst>
              </p:cNvPr>
              <p:cNvSpPr/>
              <p:nvPr/>
            </p:nvSpPr>
            <p:spPr>
              <a:xfrm>
                <a:off x="771207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1" name="object 478">
                <a:extLst>
                  <a:ext uri="{FF2B5EF4-FFF2-40B4-BE49-F238E27FC236}">
                    <a16:creationId xmlns:a16="http://schemas.microsoft.com/office/drawing/2014/main" id="{FBF9FF42-AEFB-4C1E-A176-5F83BB68BA93}"/>
                  </a:ext>
                </a:extLst>
              </p:cNvPr>
              <p:cNvSpPr/>
              <p:nvPr/>
            </p:nvSpPr>
            <p:spPr>
              <a:xfrm>
                <a:off x="7817243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2" name="object 479">
                <a:extLst>
                  <a:ext uri="{FF2B5EF4-FFF2-40B4-BE49-F238E27FC236}">
                    <a16:creationId xmlns:a16="http://schemas.microsoft.com/office/drawing/2014/main" id="{6254AE4E-618D-4460-A301-E352E9FBDBE8}"/>
                  </a:ext>
                </a:extLst>
              </p:cNvPr>
              <p:cNvSpPr/>
              <p:nvPr/>
            </p:nvSpPr>
            <p:spPr>
              <a:xfrm>
                <a:off x="7817243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3" name="object 480">
                <a:extLst>
                  <a:ext uri="{FF2B5EF4-FFF2-40B4-BE49-F238E27FC236}">
                    <a16:creationId xmlns:a16="http://schemas.microsoft.com/office/drawing/2014/main" id="{96E9A9D6-CAFC-403F-A051-2A3274DF8650}"/>
                  </a:ext>
                </a:extLst>
              </p:cNvPr>
              <p:cNvSpPr/>
              <p:nvPr/>
            </p:nvSpPr>
            <p:spPr>
              <a:xfrm>
                <a:off x="7923148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4" name="object 481">
                <a:extLst>
                  <a:ext uri="{FF2B5EF4-FFF2-40B4-BE49-F238E27FC236}">
                    <a16:creationId xmlns:a16="http://schemas.microsoft.com/office/drawing/2014/main" id="{3576A2AE-D1F1-4278-9C8D-4AE8EF2B3DCC}"/>
                  </a:ext>
                </a:extLst>
              </p:cNvPr>
              <p:cNvSpPr/>
              <p:nvPr/>
            </p:nvSpPr>
            <p:spPr>
              <a:xfrm>
                <a:off x="7923148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5" name="object 482">
                <a:extLst>
                  <a:ext uri="{FF2B5EF4-FFF2-40B4-BE49-F238E27FC236}">
                    <a16:creationId xmlns:a16="http://schemas.microsoft.com/office/drawing/2014/main" id="{7EC19BAD-6C1E-4D94-B391-29A220EA3E75}"/>
                  </a:ext>
                </a:extLst>
              </p:cNvPr>
              <p:cNvSpPr/>
              <p:nvPr/>
            </p:nvSpPr>
            <p:spPr>
              <a:xfrm>
                <a:off x="802831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6" name="object 483">
                <a:extLst>
                  <a:ext uri="{FF2B5EF4-FFF2-40B4-BE49-F238E27FC236}">
                    <a16:creationId xmlns:a16="http://schemas.microsoft.com/office/drawing/2014/main" id="{86DF58DD-CFD7-4BD8-A6D0-A11EBFC8E43D}"/>
                  </a:ext>
                </a:extLst>
              </p:cNvPr>
              <p:cNvSpPr/>
              <p:nvPr/>
            </p:nvSpPr>
            <p:spPr>
              <a:xfrm>
                <a:off x="802831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7" name="object 484">
                <a:extLst>
                  <a:ext uri="{FF2B5EF4-FFF2-40B4-BE49-F238E27FC236}">
                    <a16:creationId xmlns:a16="http://schemas.microsoft.com/office/drawing/2014/main" id="{13F5CE8C-A860-4F64-AB5B-A906F5A6A674}"/>
                  </a:ext>
                </a:extLst>
              </p:cNvPr>
              <p:cNvSpPr/>
              <p:nvPr/>
            </p:nvSpPr>
            <p:spPr>
              <a:xfrm>
                <a:off x="81334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8" name="object 485">
                <a:extLst>
                  <a:ext uri="{FF2B5EF4-FFF2-40B4-BE49-F238E27FC236}">
                    <a16:creationId xmlns:a16="http://schemas.microsoft.com/office/drawing/2014/main" id="{533DEF43-8A57-4E38-A4C0-AFC7723B6691}"/>
                  </a:ext>
                </a:extLst>
              </p:cNvPr>
              <p:cNvSpPr/>
              <p:nvPr/>
            </p:nvSpPr>
            <p:spPr>
              <a:xfrm>
                <a:off x="81334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9" name="object 486">
                <a:extLst>
                  <a:ext uri="{FF2B5EF4-FFF2-40B4-BE49-F238E27FC236}">
                    <a16:creationId xmlns:a16="http://schemas.microsoft.com/office/drawing/2014/main" id="{A9C29B2A-918C-46FF-AE9A-848E6603632A}"/>
                  </a:ext>
                </a:extLst>
              </p:cNvPr>
              <p:cNvSpPr/>
              <p:nvPr/>
            </p:nvSpPr>
            <p:spPr>
              <a:xfrm>
                <a:off x="823862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0" name="object 487">
                <a:extLst>
                  <a:ext uri="{FF2B5EF4-FFF2-40B4-BE49-F238E27FC236}">
                    <a16:creationId xmlns:a16="http://schemas.microsoft.com/office/drawing/2014/main" id="{CCD650EE-8A09-4490-BA34-A8FC2C3917C3}"/>
                  </a:ext>
                </a:extLst>
              </p:cNvPr>
              <p:cNvSpPr/>
              <p:nvPr/>
            </p:nvSpPr>
            <p:spPr>
              <a:xfrm>
                <a:off x="823862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1" name="object 488">
                <a:extLst>
                  <a:ext uri="{FF2B5EF4-FFF2-40B4-BE49-F238E27FC236}">
                    <a16:creationId xmlns:a16="http://schemas.microsoft.com/office/drawing/2014/main" id="{8F19FADE-A5AC-4A12-B090-5BC8D42AE844}"/>
                  </a:ext>
                </a:extLst>
              </p:cNvPr>
              <p:cNvSpPr/>
              <p:nvPr/>
            </p:nvSpPr>
            <p:spPr>
              <a:xfrm>
                <a:off x="83437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2" name="object 489">
                <a:extLst>
                  <a:ext uri="{FF2B5EF4-FFF2-40B4-BE49-F238E27FC236}">
                    <a16:creationId xmlns:a16="http://schemas.microsoft.com/office/drawing/2014/main" id="{1542F8C7-DBC3-4363-8944-7912E7328B8C}"/>
                  </a:ext>
                </a:extLst>
              </p:cNvPr>
              <p:cNvSpPr/>
              <p:nvPr/>
            </p:nvSpPr>
            <p:spPr>
              <a:xfrm>
                <a:off x="83437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3" name="object 490">
                <a:extLst>
                  <a:ext uri="{FF2B5EF4-FFF2-40B4-BE49-F238E27FC236}">
                    <a16:creationId xmlns:a16="http://schemas.microsoft.com/office/drawing/2014/main" id="{FE12C696-70B2-4901-953C-FC283AF842D4}"/>
                  </a:ext>
                </a:extLst>
              </p:cNvPr>
              <p:cNvSpPr/>
              <p:nvPr/>
            </p:nvSpPr>
            <p:spPr>
              <a:xfrm>
                <a:off x="844894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4" name="object 491">
                <a:extLst>
                  <a:ext uri="{FF2B5EF4-FFF2-40B4-BE49-F238E27FC236}">
                    <a16:creationId xmlns:a16="http://schemas.microsoft.com/office/drawing/2014/main" id="{CAC4D08C-F563-4A42-822E-4685148D7BC6}"/>
                  </a:ext>
                </a:extLst>
              </p:cNvPr>
              <p:cNvSpPr/>
              <p:nvPr/>
            </p:nvSpPr>
            <p:spPr>
              <a:xfrm>
                <a:off x="844894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5" name="object 492">
                <a:extLst>
                  <a:ext uri="{FF2B5EF4-FFF2-40B4-BE49-F238E27FC236}">
                    <a16:creationId xmlns:a16="http://schemas.microsoft.com/office/drawing/2014/main" id="{8C132B91-8049-4F1D-862B-DD5FA76341A2}"/>
                  </a:ext>
                </a:extLst>
              </p:cNvPr>
              <p:cNvSpPr/>
              <p:nvPr/>
            </p:nvSpPr>
            <p:spPr>
              <a:xfrm>
                <a:off x="855484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6" name="object 493">
                <a:extLst>
                  <a:ext uri="{FF2B5EF4-FFF2-40B4-BE49-F238E27FC236}">
                    <a16:creationId xmlns:a16="http://schemas.microsoft.com/office/drawing/2014/main" id="{95A6C3C8-D02D-43B7-B963-59EBEB206E0E}"/>
                  </a:ext>
                </a:extLst>
              </p:cNvPr>
              <p:cNvSpPr/>
              <p:nvPr/>
            </p:nvSpPr>
            <p:spPr>
              <a:xfrm>
                <a:off x="855484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7" name="object 494">
                <a:extLst>
                  <a:ext uri="{FF2B5EF4-FFF2-40B4-BE49-F238E27FC236}">
                    <a16:creationId xmlns:a16="http://schemas.microsoft.com/office/drawing/2014/main" id="{73821005-C331-4852-892A-9BCDA55D8EDC}"/>
                  </a:ext>
                </a:extLst>
              </p:cNvPr>
              <p:cNvSpPr/>
              <p:nvPr/>
            </p:nvSpPr>
            <p:spPr>
              <a:xfrm>
                <a:off x="602806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8" name="object 495">
                <a:extLst>
                  <a:ext uri="{FF2B5EF4-FFF2-40B4-BE49-F238E27FC236}">
                    <a16:creationId xmlns:a16="http://schemas.microsoft.com/office/drawing/2014/main" id="{21AE48BD-9D60-4A62-9668-65FC491A536D}"/>
                  </a:ext>
                </a:extLst>
              </p:cNvPr>
              <p:cNvSpPr/>
              <p:nvPr/>
            </p:nvSpPr>
            <p:spPr>
              <a:xfrm>
                <a:off x="602806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9" name="object 496">
                <a:extLst>
                  <a:ext uri="{FF2B5EF4-FFF2-40B4-BE49-F238E27FC236}">
                    <a16:creationId xmlns:a16="http://schemas.microsoft.com/office/drawing/2014/main" id="{264A45DF-46C3-4A73-B466-22680E1DAA86}"/>
                  </a:ext>
                </a:extLst>
              </p:cNvPr>
              <p:cNvSpPr/>
              <p:nvPr/>
            </p:nvSpPr>
            <p:spPr>
              <a:xfrm>
                <a:off x="613322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0" name="object 497">
                <a:extLst>
                  <a:ext uri="{FF2B5EF4-FFF2-40B4-BE49-F238E27FC236}">
                    <a16:creationId xmlns:a16="http://schemas.microsoft.com/office/drawing/2014/main" id="{2FB4B3EB-C19B-4BFD-9F7A-D2D19DB86331}"/>
                  </a:ext>
                </a:extLst>
              </p:cNvPr>
              <p:cNvSpPr/>
              <p:nvPr/>
            </p:nvSpPr>
            <p:spPr>
              <a:xfrm>
                <a:off x="613322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1" name="object 498">
                <a:extLst>
                  <a:ext uri="{FF2B5EF4-FFF2-40B4-BE49-F238E27FC236}">
                    <a16:creationId xmlns:a16="http://schemas.microsoft.com/office/drawing/2014/main" id="{691C9457-DD5F-411A-A8C9-03729376AF47}"/>
                  </a:ext>
                </a:extLst>
              </p:cNvPr>
              <p:cNvSpPr/>
              <p:nvPr/>
            </p:nvSpPr>
            <p:spPr>
              <a:xfrm>
                <a:off x="623837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2" name="object 499">
                <a:extLst>
                  <a:ext uri="{FF2B5EF4-FFF2-40B4-BE49-F238E27FC236}">
                    <a16:creationId xmlns:a16="http://schemas.microsoft.com/office/drawing/2014/main" id="{927D6CF3-4ED1-4B0B-A14D-2D062228B4EE}"/>
                  </a:ext>
                </a:extLst>
              </p:cNvPr>
              <p:cNvSpPr/>
              <p:nvPr/>
            </p:nvSpPr>
            <p:spPr>
              <a:xfrm>
                <a:off x="623837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3" name="object 500">
                <a:extLst>
                  <a:ext uri="{FF2B5EF4-FFF2-40B4-BE49-F238E27FC236}">
                    <a16:creationId xmlns:a16="http://schemas.microsoft.com/office/drawing/2014/main" id="{90AEA643-5A1D-4636-9B9A-B992A5FA7CF5}"/>
                  </a:ext>
                </a:extLst>
              </p:cNvPr>
              <p:cNvSpPr/>
              <p:nvPr/>
            </p:nvSpPr>
            <p:spPr>
              <a:xfrm>
                <a:off x="634353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4" name="object 501">
                <a:extLst>
                  <a:ext uri="{FF2B5EF4-FFF2-40B4-BE49-F238E27FC236}">
                    <a16:creationId xmlns:a16="http://schemas.microsoft.com/office/drawing/2014/main" id="{F98F3B56-8F78-4A7F-BED0-27DABB71DD2A}"/>
                  </a:ext>
                </a:extLst>
              </p:cNvPr>
              <p:cNvSpPr/>
              <p:nvPr/>
            </p:nvSpPr>
            <p:spPr>
              <a:xfrm>
                <a:off x="634353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5" name="object 502">
                <a:extLst>
                  <a:ext uri="{FF2B5EF4-FFF2-40B4-BE49-F238E27FC236}">
                    <a16:creationId xmlns:a16="http://schemas.microsoft.com/office/drawing/2014/main" id="{A35AC240-2151-4D40-8870-A600CE344DB0}"/>
                  </a:ext>
                </a:extLst>
              </p:cNvPr>
              <p:cNvSpPr/>
              <p:nvPr/>
            </p:nvSpPr>
            <p:spPr>
              <a:xfrm>
                <a:off x="644869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6" name="object 503">
                <a:extLst>
                  <a:ext uri="{FF2B5EF4-FFF2-40B4-BE49-F238E27FC236}">
                    <a16:creationId xmlns:a16="http://schemas.microsoft.com/office/drawing/2014/main" id="{FD58E5FF-87F4-46D0-B635-505449A35C57}"/>
                  </a:ext>
                </a:extLst>
              </p:cNvPr>
              <p:cNvSpPr/>
              <p:nvPr/>
            </p:nvSpPr>
            <p:spPr>
              <a:xfrm>
                <a:off x="644869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7" name="object 504">
                <a:extLst>
                  <a:ext uri="{FF2B5EF4-FFF2-40B4-BE49-F238E27FC236}">
                    <a16:creationId xmlns:a16="http://schemas.microsoft.com/office/drawing/2014/main" id="{AFB6C9FE-EEC8-43EE-9B05-CEF4ECD01289}"/>
                  </a:ext>
                </a:extLst>
              </p:cNvPr>
              <p:cNvSpPr/>
              <p:nvPr/>
            </p:nvSpPr>
            <p:spPr>
              <a:xfrm>
                <a:off x="655459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8" name="object 505">
                <a:extLst>
                  <a:ext uri="{FF2B5EF4-FFF2-40B4-BE49-F238E27FC236}">
                    <a16:creationId xmlns:a16="http://schemas.microsoft.com/office/drawing/2014/main" id="{FA561B35-BF1F-45FA-95EC-2D121CBBB0EE}"/>
                  </a:ext>
                </a:extLst>
              </p:cNvPr>
              <p:cNvSpPr/>
              <p:nvPr/>
            </p:nvSpPr>
            <p:spPr>
              <a:xfrm>
                <a:off x="655459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9" name="object 506">
                <a:extLst>
                  <a:ext uri="{FF2B5EF4-FFF2-40B4-BE49-F238E27FC236}">
                    <a16:creationId xmlns:a16="http://schemas.microsoft.com/office/drawing/2014/main" id="{660963B7-7E0C-4592-B592-BEFA2DA755CC}"/>
                  </a:ext>
                </a:extLst>
              </p:cNvPr>
              <p:cNvSpPr/>
              <p:nvPr/>
            </p:nvSpPr>
            <p:spPr>
              <a:xfrm>
                <a:off x="665976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0" name="object 507">
                <a:extLst>
                  <a:ext uri="{FF2B5EF4-FFF2-40B4-BE49-F238E27FC236}">
                    <a16:creationId xmlns:a16="http://schemas.microsoft.com/office/drawing/2014/main" id="{35351FD7-9514-4A0B-BFE5-42C6B8BC9E88}"/>
                  </a:ext>
                </a:extLst>
              </p:cNvPr>
              <p:cNvSpPr/>
              <p:nvPr/>
            </p:nvSpPr>
            <p:spPr>
              <a:xfrm>
                <a:off x="665976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1" name="object 508">
                <a:extLst>
                  <a:ext uri="{FF2B5EF4-FFF2-40B4-BE49-F238E27FC236}">
                    <a16:creationId xmlns:a16="http://schemas.microsoft.com/office/drawing/2014/main" id="{F0750827-A584-453D-A41D-B26387D5FD56}"/>
                  </a:ext>
                </a:extLst>
              </p:cNvPr>
              <p:cNvSpPr/>
              <p:nvPr/>
            </p:nvSpPr>
            <p:spPr>
              <a:xfrm>
                <a:off x="67649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2" name="object 509">
                <a:extLst>
                  <a:ext uri="{FF2B5EF4-FFF2-40B4-BE49-F238E27FC236}">
                    <a16:creationId xmlns:a16="http://schemas.microsoft.com/office/drawing/2014/main" id="{D4678926-8BF3-4C48-B481-9BCB303C344F}"/>
                  </a:ext>
                </a:extLst>
              </p:cNvPr>
              <p:cNvSpPr/>
              <p:nvPr/>
            </p:nvSpPr>
            <p:spPr>
              <a:xfrm>
                <a:off x="67649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3" name="object 510">
                <a:extLst>
                  <a:ext uri="{FF2B5EF4-FFF2-40B4-BE49-F238E27FC236}">
                    <a16:creationId xmlns:a16="http://schemas.microsoft.com/office/drawing/2014/main" id="{3FA84119-BDE6-4F46-B54B-F661D4B71391}"/>
                  </a:ext>
                </a:extLst>
              </p:cNvPr>
              <p:cNvSpPr/>
              <p:nvPr/>
            </p:nvSpPr>
            <p:spPr>
              <a:xfrm>
                <a:off x="68700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4" name="object 511">
                <a:extLst>
                  <a:ext uri="{FF2B5EF4-FFF2-40B4-BE49-F238E27FC236}">
                    <a16:creationId xmlns:a16="http://schemas.microsoft.com/office/drawing/2014/main" id="{1BCD2849-0BBD-4B7F-A922-9A5ED780D0D1}"/>
                  </a:ext>
                </a:extLst>
              </p:cNvPr>
              <p:cNvSpPr/>
              <p:nvPr/>
            </p:nvSpPr>
            <p:spPr>
              <a:xfrm>
                <a:off x="68700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5" name="object 512">
                <a:extLst>
                  <a:ext uri="{FF2B5EF4-FFF2-40B4-BE49-F238E27FC236}">
                    <a16:creationId xmlns:a16="http://schemas.microsoft.com/office/drawing/2014/main" id="{AE5A32B5-6DC9-4C2B-9DDB-C037CFD78FD8}"/>
                  </a:ext>
                </a:extLst>
              </p:cNvPr>
              <p:cNvSpPr/>
              <p:nvPr/>
            </p:nvSpPr>
            <p:spPr>
              <a:xfrm>
                <a:off x="69752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6" name="object 513">
                <a:extLst>
                  <a:ext uri="{FF2B5EF4-FFF2-40B4-BE49-F238E27FC236}">
                    <a16:creationId xmlns:a16="http://schemas.microsoft.com/office/drawing/2014/main" id="{FAA93642-179F-4A92-802F-CCA49E1CD32E}"/>
                  </a:ext>
                </a:extLst>
              </p:cNvPr>
              <p:cNvSpPr/>
              <p:nvPr/>
            </p:nvSpPr>
            <p:spPr>
              <a:xfrm>
                <a:off x="69752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7" name="object 514">
                <a:extLst>
                  <a:ext uri="{FF2B5EF4-FFF2-40B4-BE49-F238E27FC236}">
                    <a16:creationId xmlns:a16="http://schemas.microsoft.com/office/drawing/2014/main" id="{B6E23148-0DF0-45C1-89F4-FD91E66475B9}"/>
                  </a:ext>
                </a:extLst>
              </p:cNvPr>
              <p:cNvSpPr/>
              <p:nvPr/>
            </p:nvSpPr>
            <p:spPr>
              <a:xfrm>
                <a:off x="70803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8" name="object 515">
                <a:extLst>
                  <a:ext uri="{FF2B5EF4-FFF2-40B4-BE49-F238E27FC236}">
                    <a16:creationId xmlns:a16="http://schemas.microsoft.com/office/drawing/2014/main" id="{0D327114-57B0-4E31-8A2B-83079A54ABC6}"/>
                  </a:ext>
                </a:extLst>
              </p:cNvPr>
              <p:cNvSpPr/>
              <p:nvPr/>
            </p:nvSpPr>
            <p:spPr>
              <a:xfrm>
                <a:off x="70803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9" name="object 516">
                <a:extLst>
                  <a:ext uri="{FF2B5EF4-FFF2-40B4-BE49-F238E27FC236}">
                    <a16:creationId xmlns:a16="http://schemas.microsoft.com/office/drawing/2014/main" id="{BD75FC84-77AD-4DF9-93CF-40A3F2569543}"/>
                  </a:ext>
                </a:extLst>
              </p:cNvPr>
              <p:cNvSpPr/>
              <p:nvPr/>
            </p:nvSpPr>
            <p:spPr>
              <a:xfrm>
                <a:off x="7185545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0" name="object 517">
                <a:extLst>
                  <a:ext uri="{FF2B5EF4-FFF2-40B4-BE49-F238E27FC236}">
                    <a16:creationId xmlns:a16="http://schemas.microsoft.com/office/drawing/2014/main" id="{0E52887E-C515-452E-9BF9-0C03C2ED9CA2}"/>
                  </a:ext>
                </a:extLst>
              </p:cNvPr>
              <p:cNvSpPr/>
              <p:nvPr/>
            </p:nvSpPr>
            <p:spPr>
              <a:xfrm>
                <a:off x="7185545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1" name="object 518">
                <a:extLst>
                  <a:ext uri="{FF2B5EF4-FFF2-40B4-BE49-F238E27FC236}">
                    <a16:creationId xmlns:a16="http://schemas.microsoft.com/office/drawing/2014/main" id="{61FECE9B-80E5-41C5-9824-EAE574079210}"/>
                  </a:ext>
                </a:extLst>
              </p:cNvPr>
              <p:cNvSpPr/>
              <p:nvPr/>
            </p:nvSpPr>
            <p:spPr>
              <a:xfrm>
                <a:off x="7291450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2" name="object 519">
                <a:extLst>
                  <a:ext uri="{FF2B5EF4-FFF2-40B4-BE49-F238E27FC236}">
                    <a16:creationId xmlns:a16="http://schemas.microsoft.com/office/drawing/2014/main" id="{6EEE8FDA-D4FB-4688-907F-4CE5CEA9CB41}"/>
                  </a:ext>
                </a:extLst>
              </p:cNvPr>
              <p:cNvSpPr/>
              <p:nvPr/>
            </p:nvSpPr>
            <p:spPr>
              <a:xfrm>
                <a:off x="7291450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3" name="object 520">
                <a:extLst>
                  <a:ext uri="{FF2B5EF4-FFF2-40B4-BE49-F238E27FC236}">
                    <a16:creationId xmlns:a16="http://schemas.microsoft.com/office/drawing/2014/main" id="{6CB77300-6B63-44C2-8A0E-6C9504B4F7DA}"/>
                  </a:ext>
                </a:extLst>
              </p:cNvPr>
              <p:cNvSpPr/>
              <p:nvPr/>
            </p:nvSpPr>
            <p:spPr>
              <a:xfrm>
                <a:off x="739661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4" name="object 521">
                <a:extLst>
                  <a:ext uri="{FF2B5EF4-FFF2-40B4-BE49-F238E27FC236}">
                    <a16:creationId xmlns:a16="http://schemas.microsoft.com/office/drawing/2014/main" id="{51DE6E47-73D5-451C-BF26-E9339E784AEE}"/>
                  </a:ext>
                </a:extLst>
              </p:cNvPr>
              <p:cNvSpPr/>
              <p:nvPr/>
            </p:nvSpPr>
            <p:spPr>
              <a:xfrm>
                <a:off x="739661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5" name="object 522">
                <a:extLst>
                  <a:ext uri="{FF2B5EF4-FFF2-40B4-BE49-F238E27FC236}">
                    <a16:creationId xmlns:a16="http://schemas.microsoft.com/office/drawing/2014/main" id="{6CCDA4E3-673B-4711-88C7-A7598C3FE96A}"/>
                  </a:ext>
                </a:extLst>
              </p:cNvPr>
              <p:cNvSpPr/>
              <p:nvPr/>
            </p:nvSpPr>
            <p:spPr>
              <a:xfrm>
                <a:off x="750176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6" name="object 523">
                <a:extLst>
                  <a:ext uri="{FF2B5EF4-FFF2-40B4-BE49-F238E27FC236}">
                    <a16:creationId xmlns:a16="http://schemas.microsoft.com/office/drawing/2014/main" id="{8B68F83B-02BE-4430-A4CD-D32449E804BC}"/>
                  </a:ext>
                </a:extLst>
              </p:cNvPr>
              <p:cNvSpPr/>
              <p:nvPr/>
            </p:nvSpPr>
            <p:spPr>
              <a:xfrm>
                <a:off x="750176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7" name="object 524">
                <a:extLst>
                  <a:ext uri="{FF2B5EF4-FFF2-40B4-BE49-F238E27FC236}">
                    <a16:creationId xmlns:a16="http://schemas.microsoft.com/office/drawing/2014/main" id="{551E4659-27BB-49F1-B22E-C4320304CFA1}"/>
                  </a:ext>
                </a:extLst>
              </p:cNvPr>
              <p:cNvSpPr/>
              <p:nvPr/>
            </p:nvSpPr>
            <p:spPr>
              <a:xfrm>
                <a:off x="760693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8" name="object 525">
                <a:extLst>
                  <a:ext uri="{FF2B5EF4-FFF2-40B4-BE49-F238E27FC236}">
                    <a16:creationId xmlns:a16="http://schemas.microsoft.com/office/drawing/2014/main" id="{AAE67419-8EFC-4F71-ACBD-2F48F17C846F}"/>
                  </a:ext>
                </a:extLst>
              </p:cNvPr>
              <p:cNvSpPr/>
              <p:nvPr/>
            </p:nvSpPr>
            <p:spPr>
              <a:xfrm>
                <a:off x="760693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9" name="object 526">
                <a:extLst>
                  <a:ext uri="{FF2B5EF4-FFF2-40B4-BE49-F238E27FC236}">
                    <a16:creationId xmlns:a16="http://schemas.microsoft.com/office/drawing/2014/main" id="{D1039673-7E96-442F-A4C2-65269FE33ED9}"/>
                  </a:ext>
                </a:extLst>
              </p:cNvPr>
              <p:cNvSpPr/>
              <p:nvPr/>
            </p:nvSpPr>
            <p:spPr>
              <a:xfrm>
                <a:off x="771207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0" name="object 527">
                <a:extLst>
                  <a:ext uri="{FF2B5EF4-FFF2-40B4-BE49-F238E27FC236}">
                    <a16:creationId xmlns:a16="http://schemas.microsoft.com/office/drawing/2014/main" id="{18616D00-FF1B-49A2-8B69-53942017970E}"/>
                  </a:ext>
                </a:extLst>
              </p:cNvPr>
              <p:cNvSpPr/>
              <p:nvPr/>
            </p:nvSpPr>
            <p:spPr>
              <a:xfrm>
                <a:off x="771207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1" name="object 528">
                <a:extLst>
                  <a:ext uri="{FF2B5EF4-FFF2-40B4-BE49-F238E27FC236}">
                    <a16:creationId xmlns:a16="http://schemas.microsoft.com/office/drawing/2014/main" id="{B160A4AC-50BE-4A39-A1A0-DA46778A4609}"/>
                  </a:ext>
                </a:extLst>
              </p:cNvPr>
              <p:cNvSpPr/>
              <p:nvPr/>
            </p:nvSpPr>
            <p:spPr>
              <a:xfrm>
                <a:off x="7817243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2" name="object 529">
                <a:extLst>
                  <a:ext uri="{FF2B5EF4-FFF2-40B4-BE49-F238E27FC236}">
                    <a16:creationId xmlns:a16="http://schemas.microsoft.com/office/drawing/2014/main" id="{D7EC6531-C11F-4745-921E-12C881A033F4}"/>
                  </a:ext>
                </a:extLst>
              </p:cNvPr>
              <p:cNvSpPr/>
              <p:nvPr/>
            </p:nvSpPr>
            <p:spPr>
              <a:xfrm>
                <a:off x="7817243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3" name="object 530">
                <a:extLst>
                  <a:ext uri="{FF2B5EF4-FFF2-40B4-BE49-F238E27FC236}">
                    <a16:creationId xmlns:a16="http://schemas.microsoft.com/office/drawing/2014/main" id="{5A39D3FB-9AA0-4E4D-9F32-2B4848774FB0}"/>
                  </a:ext>
                </a:extLst>
              </p:cNvPr>
              <p:cNvSpPr/>
              <p:nvPr/>
            </p:nvSpPr>
            <p:spPr>
              <a:xfrm>
                <a:off x="7923148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4" name="object 531">
                <a:extLst>
                  <a:ext uri="{FF2B5EF4-FFF2-40B4-BE49-F238E27FC236}">
                    <a16:creationId xmlns:a16="http://schemas.microsoft.com/office/drawing/2014/main" id="{746C1C1C-316D-4CFB-9367-CE7DF51F39EF}"/>
                  </a:ext>
                </a:extLst>
              </p:cNvPr>
              <p:cNvSpPr/>
              <p:nvPr/>
            </p:nvSpPr>
            <p:spPr>
              <a:xfrm>
                <a:off x="7923148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5" name="object 532">
                <a:extLst>
                  <a:ext uri="{FF2B5EF4-FFF2-40B4-BE49-F238E27FC236}">
                    <a16:creationId xmlns:a16="http://schemas.microsoft.com/office/drawing/2014/main" id="{F93CE033-DE38-4A15-829C-C775A5115718}"/>
                  </a:ext>
                </a:extLst>
              </p:cNvPr>
              <p:cNvSpPr/>
              <p:nvPr/>
            </p:nvSpPr>
            <p:spPr>
              <a:xfrm>
                <a:off x="802831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6" name="object 533">
                <a:extLst>
                  <a:ext uri="{FF2B5EF4-FFF2-40B4-BE49-F238E27FC236}">
                    <a16:creationId xmlns:a16="http://schemas.microsoft.com/office/drawing/2014/main" id="{634B80FA-74B4-4786-A35C-22BE3CBAC726}"/>
                  </a:ext>
                </a:extLst>
              </p:cNvPr>
              <p:cNvSpPr/>
              <p:nvPr/>
            </p:nvSpPr>
            <p:spPr>
              <a:xfrm>
                <a:off x="802831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7" name="object 534">
                <a:extLst>
                  <a:ext uri="{FF2B5EF4-FFF2-40B4-BE49-F238E27FC236}">
                    <a16:creationId xmlns:a16="http://schemas.microsoft.com/office/drawing/2014/main" id="{696BB298-73D3-40E3-BEFA-BE8544773772}"/>
                  </a:ext>
                </a:extLst>
              </p:cNvPr>
              <p:cNvSpPr/>
              <p:nvPr/>
            </p:nvSpPr>
            <p:spPr>
              <a:xfrm>
                <a:off x="81334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8" name="object 535">
                <a:extLst>
                  <a:ext uri="{FF2B5EF4-FFF2-40B4-BE49-F238E27FC236}">
                    <a16:creationId xmlns:a16="http://schemas.microsoft.com/office/drawing/2014/main" id="{53D667BE-0661-40AA-86D2-1AE68621C1CF}"/>
                  </a:ext>
                </a:extLst>
              </p:cNvPr>
              <p:cNvSpPr/>
              <p:nvPr/>
            </p:nvSpPr>
            <p:spPr>
              <a:xfrm>
                <a:off x="81334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9" name="object 536">
                <a:extLst>
                  <a:ext uri="{FF2B5EF4-FFF2-40B4-BE49-F238E27FC236}">
                    <a16:creationId xmlns:a16="http://schemas.microsoft.com/office/drawing/2014/main" id="{04FBD76F-1244-42CD-AD33-6A3DB2DADB71}"/>
                  </a:ext>
                </a:extLst>
              </p:cNvPr>
              <p:cNvSpPr/>
              <p:nvPr/>
            </p:nvSpPr>
            <p:spPr>
              <a:xfrm>
                <a:off x="823862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0" name="object 537">
                <a:extLst>
                  <a:ext uri="{FF2B5EF4-FFF2-40B4-BE49-F238E27FC236}">
                    <a16:creationId xmlns:a16="http://schemas.microsoft.com/office/drawing/2014/main" id="{52D03FBA-2B9E-46B9-997D-B80BEBFFDD2F}"/>
                  </a:ext>
                </a:extLst>
              </p:cNvPr>
              <p:cNvSpPr/>
              <p:nvPr/>
            </p:nvSpPr>
            <p:spPr>
              <a:xfrm>
                <a:off x="823862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1" name="object 538">
                <a:extLst>
                  <a:ext uri="{FF2B5EF4-FFF2-40B4-BE49-F238E27FC236}">
                    <a16:creationId xmlns:a16="http://schemas.microsoft.com/office/drawing/2014/main" id="{85C5CAD3-9931-4563-A02F-B7D8BD5291E0}"/>
                  </a:ext>
                </a:extLst>
              </p:cNvPr>
              <p:cNvSpPr/>
              <p:nvPr/>
            </p:nvSpPr>
            <p:spPr>
              <a:xfrm>
                <a:off x="83437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2" name="object 539">
                <a:extLst>
                  <a:ext uri="{FF2B5EF4-FFF2-40B4-BE49-F238E27FC236}">
                    <a16:creationId xmlns:a16="http://schemas.microsoft.com/office/drawing/2014/main" id="{A0E447BA-B69D-4C54-9A3A-7DC558DD687D}"/>
                  </a:ext>
                </a:extLst>
              </p:cNvPr>
              <p:cNvSpPr/>
              <p:nvPr/>
            </p:nvSpPr>
            <p:spPr>
              <a:xfrm>
                <a:off x="83437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3" name="object 540">
                <a:extLst>
                  <a:ext uri="{FF2B5EF4-FFF2-40B4-BE49-F238E27FC236}">
                    <a16:creationId xmlns:a16="http://schemas.microsoft.com/office/drawing/2014/main" id="{3AE3EA9E-BAEF-4B70-AD44-E90CCD20DB7F}"/>
                  </a:ext>
                </a:extLst>
              </p:cNvPr>
              <p:cNvSpPr/>
              <p:nvPr/>
            </p:nvSpPr>
            <p:spPr>
              <a:xfrm>
                <a:off x="844894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4" name="object 541">
                <a:extLst>
                  <a:ext uri="{FF2B5EF4-FFF2-40B4-BE49-F238E27FC236}">
                    <a16:creationId xmlns:a16="http://schemas.microsoft.com/office/drawing/2014/main" id="{1ACF947D-454F-44EA-9673-7E70ECC99BA3}"/>
                  </a:ext>
                </a:extLst>
              </p:cNvPr>
              <p:cNvSpPr/>
              <p:nvPr/>
            </p:nvSpPr>
            <p:spPr>
              <a:xfrm>
                <a:off x="844894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5" name="object 542">
                <a:extLst>
                  <a:ext uri="{FF2B5EF4-FFF2-40B4-BE49-F238E27FC236}">
                    <a16:creationId xmlns:a16="http://schemas.microsoft.com/office/drawing/2014/main" id="{F9394030-9C80-499D-A758-3E703D08F48B}"/>
                  </a:ext>
                </a:extLst>
              </p:cNvPr>
              <p:cNvSpPr/>
              <p:nvPr/>
            </p:nvSpPr>
            <p:spPr>
              <a:xfrm>
                <a:off x="855484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6" name="object 543">
                <a:extLst>
                  <a:ext uri="{FF2B5EF4-FFF2-40B4-BE49-F238E27FC236}">
                    <a16:creationId xmlns:a16="http://schemas.microsoft.com/office/drawing/2014/main" id="{9805F53D-16F7-46A3-A76A-F26B939BA57D}"/>
                  </a:ext>
                </a:extLst>
              </p:cNvPr>
              <p:cNvSpPr/>
              <p:nvPr/>
            </p:nvSpPr>
            <p:spPr>
              <a:xfrm>
                <a:off x="855484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7" name="object 544">
                <a:extLst>
                  <a:ext uri="{FF2B5EF4-FFF2-40B4-BE49-F238E27FC236}">
                    <a16:creationId xmlns:a16="http://schemas.microsoft.com/office/drawing/2014/main" id="{43ACC589-3E3F-4BB2-841B-3076299A66A7}"/>
                  </a:ext>
                </a:extLst>
              </p:cNvPr>
              <p:cNvSpPr/>
              <p:nvPr/>
            </p:nvSpPr>
            <p:spPr>
              <a:xfrm>
                <a:off x="602806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8" name="object 545">
                <a:extLst>
                  <a:ext uri="{FF2B5EF4-FFF2-40B4-BE49-F238E27FC236}">
                    <a16:creationId xmlns:a16="http://schemas.microsoft.com/office/drawing/2014/main" id="{45DE273D-2D88-44B8-B37B-0EB062EEDA3E}"/>
                  </a:ext>
                </a:extLst>
              </p:cNvPr>
              <p:cNvSpPr/>
              <p:nvPr/>
            </p:nvSpPr>
            <p:spPr>
              <a:xfrm>
                <a:off x="602806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9" name="object 546">
                <a:extLst>
                  <a:ext uri="{FF2B5EF4-FFF2-40B4-BE49-F238E27FC236}">
                    <a16:creationId xmlns:a16="http://schemas.microsoft.com/office/drawing/2014/main" id="{F685056F-1E31-4213-AD67-BE683C28E309}"/>
                  </a:ext>
                </a:extLst>
              </p:cNvPr>
              <p:cNvSpPr/>
              <p:nvPr/>
            </p:nvSpPr>
            <p:spPr>
              <a:xfrm>
                <a:off x="613322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0" name="object 547">
                <a:extLst>
                  <a:ext uri="{FF2B5EF4-FFF2-40B4-BE49-F238E27FC236}">
                    <a16:creationId xmlns:a16="http://schemas.microsoft.com/office/drawing/2014/main" id="{27D94B00-B8FF-47F6-992C-7F339E6CEFE4}"/>
                  </a:ext>
                </a:extLst>
              </p:cNvPr>
              <p:cNvSpPr/>
              <p:nvPr/>
            </p:nvSpPr>
            <p:spPr>
              <a:xfrm>
                <a:off x="613322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1" name="object 548">
                <a:extLst>
                  <a:ext uri="{FF2B5EF4-FFF2-40B4-BE49-F238E27FC236}">
                    <a16:creationId xmlns:a16="http://schemas.microsoft.com/office/drawing/2014/main" id="{27C747B2-17E9-43DE-8DC9-731D3D77D4BA}"/>
                  </a:ext>
                </a:extLst>
              </p:cNvPr>
              <p:cNvSpPr/>
              <p:nvPr/>
            </p:nvSpPr>
            <p:spPr>
              <a:xfrm>
                <a:off x="623837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2" name="object 549">
                <a:extLst>
                  <a:ext uri="{FF2B5EF4-FFF2-40B4-BE49-F238E27FC236}">
                    <a16:creationId xmlns:a16="http://schemas.microsoft.com/office/drawing/2014/main" id="{4EE20206-B80F-404D-8103-EEEDC0758FFD}"/>
                  </a:ext>
                </a:extLst>
              </p:cNvPr>
              <p:cNvSpPr/>
              <p:nvPr/>
            </p:nvSpPr>
            <p:spPr>
              <a:xfrm>
                <a:off x="623837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3" name="object 550">
                <a:extLst>
                  <a:ext uri="{FF2B5EF4-FFF2-40B4-BE49-F238E27FC236}">
                    <a16:creationId xmlns:a16="http://schemas.microsoft.com/office/drawing/2014/main" id="{411C42CE-EB1F-42B9-8BF3-F6FFD35D0BD9}"/>
                  </a:ext>
                </a:extLst>
              </p:cNvPr>
              <p:cNvSpPr/>
              <p:nvPr/>
            </p:nvSpPr>
            <p:spPr>
              <a:xfrm>
                <a:off x="634353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4" name="object 551">
                <a:extLst>
                  <a:ext uri="{FF2B5EF4-FFF2-40B4-BE49-F238E27FC236}">
                    <a16:creationId xmlns:a16="http://schemas.microsoft.com/office/drawing/2014/main" id="{89CA2B33-C6CE-4E6D-BF0E-23995B22F509}"/>
                  </a:ext>
                </a:extLst>
              </p:cNvPr>
              <p:cNvSpPr/>
              <p:nvPr/>
            </p:nvSpPr>
            <p:spPr>
              <a:xfrm>
                <a:off x="634353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5" name="object 552">
                <a:extLst>
                  <a:ext uri="{FF2B5EF4-FFF2-40B4-BE49-F238E27FC236}">
                    <a16:creationId xmlns:a16="http://schemas.microsoft.com/office/drawing/2014/main" id="{7E09FCD9-4359-4915-891F-3B4186575A67}"/>
                  </a:ext>
                </a:extLst>
              </p:cNvPr>
              <p:cNvSpPr/>
              <p:nvPr/>
            </p:nvSpPr>
            <p:spPr>
              <a:xfrm>
                <a:off x="644869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6" name="object 553">
                <a:extLst>
                  <a:ext uri="{FF2B5EF4-FFF2-40B4-BE49-F238E27FC236}">
                    <a16:creationId xmlns:a16="http://schemas.microsoft.com/office/drawing/2014/main" id="{EAF5BA1C-FB47-421D-9BBD-406B216D6DB4}"/>
                  </a:ext>
                </a:extLst>
              </p:cNvPr>
              <p:cNvSpPr/>
              <p:nvPr/>
            </p:nvSpPr>
            <p:spPr>
              <a:xfrm>
                <a:off x="644869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7" name="object 554">
                <a:extLst>
                  <a:ext uri="{FF2B5EF4-FFF2-40B4-BE49-F238E27FC236}">
                    <a16:creationId xmlns:a16="http://schemas.microsoft.com/office/drawing/2014/main" id="{4C8FA7FE-40B7-4C8F-8B4D-4BDF2BF81843}"/>
                  </a:ext>
                </a:extLst>
              </p:cNvPr>
              <p:cNvSpPr/>
              <p:nvPr/>
            </p:nvSpPr>
            <p:spPr>
              <a:xfrm>
                <a:off x="655459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8" name="object 555">
                <a:extLst>
                  <a:ext uri="{FF2B5EF4-FFF2-40B4-BE49-F238E27FC236}">
                    <a16:creationId xmlns:a16="http://schemas.microsoft.com/office/drawing/2014/main" id="{30E34601-2064-48B0-A847-BBD947E624E3}"/>
                  </a:ext>
                </a:extLst>
              </p:cNvPr>
              <p:cNvSpPr/>
              <p:nvPr/>
            </p:nvSpPr>
            <p:spPr>
              <a:xfrm>
                <a:off x="655459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9" name="object 556">
                <a:extLst>
                  <a:ext uri="{FF2B5EF4-FFF2-40B4-BE49-F238E27FC236}">
                    <a16:creationId xmlns:a16="http://schemas.microsoft.com/office/drawing/2014/main" id="{D3464479-F0BE-460E-817F-771385C70AE2}"/>
                  </a:ext>
                </a:extLst>
              </p:cNvPr>
              <p:cNvSpPr/>
              <p:nvPr/>
            </p:nvSpPr>
            <p:spPr>
              <a:xfrm>
                <a:off x="665976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0" name="object 557">
                <a:extLst>
                  <a:ext uri="{FF2B5EF4-FFF2-40B4-BE49-F238E27FC236}">
                    <a16:creationId xmlns:a16="http://schemas.microsoft.com/office/drawing/2014/main" id="{F5545A3F-EFBE-4084-9D3B-5B37B0E60703}"/>
                  </a:ext>
                </a:extLst>
              </p:cNvPr>
              <p:cNvSpPr/>
              <p:nvPr/>
            </p:nvSpPr>
            <p:spPr>
              <a:xfrm>
                <a:off x="665976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1" name="object 558">
                <a:extLst>
                  <a:ext uri="{FF2B5EF4-FFF2-40B4-BE49-F238E27FC236}">
                    <a16:creationId xmlns:a16="http://schemas.microsoft.com/office/drawing/2014/main" id="{22A20943-7879-4F33-89C3-9575E2C4C29B}"/>
                  </a:ext>
                </a:extLst>
              </p:cNvPr>
              <p:cNvSpPr/>
              <p:nvPr/>
            </p:nvSpPr>
            <p:spPr>
              <a:xfrm>
                <a:off x="67649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2" name="object 559">
                <a:extLst>
                  <a:ext uri="{FF2B5EF4-FFF2-40B4-BE49-F238E27FC236}">
                    <a16:creationId xmlns:a16="http://schemas.microsoft.com/office/drawing/2014/main" id="{0FEDA43F-690F-4EA9-807B-0CDEEF830FCC}"/>
                  </a:ext>
                </a:extLst>
              </p:cNvPr>
              <p:cNvSpPr/>
              <p:nvPr/>
            </p:nvSpPr>
            <p:spPr>
              <a:xfrm>
                <a:off x="67649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3" name="object 560">
                <a:extLst>
                  <a:ext uri="{FF2B5EF4-FFF2-40B4-BE49-F238E27FC236}">
                    <a16:creationId xmlns:a16="http://schemas.microsoft.com/office/drawing/2014/main" id="{C6EB2747-628A-4237-A32D-3DA1FFF87209}"/>
                  </a:ext>
                </a:extLst>
              </p:cNvPr>
              <p:cNvSpPr/>
              <p:nvPr/>
            </p:nvSpPr>
            <p:spPr>
              <a:xfrm>
                <a:off x="68700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4" name="object 561">
                <a:extLst>
                  <a:ext uri="{FF2B5EF4-FFF2-40B4-BE49-F238E27FC236}">
                    <a16:creationId xmlns:a16="http://schemas.microsoft.com/office/drawing/2014/main" id="{08B95C9F-895A-4FD3-AB1E-FEF54E8CEF6A}"/>
                  </a:ext>
                </a:extLst>
              </p:cNvPr>
              <p:cNvSpPr/>
              <p:nvPr/>
            </p:nvSpPr>
            <p:spPr>
              <a:xfrm>
                <a:off x="68700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5" name="object 562">
                <a:extLst>
                  <a:ext uri="{FF2B5EF4-FFF2-40B4-BE49-F238E27FC236}">
                    <a16:creationId xmlns:a16="http://schemas.microsoft.com/office/drawing/2014/main" id="{4095B7C9-CF93-4EFC-962B-B89CDF072864}"/>
                  </a:ext>
                </a:extLst>
              </p:cNvPr>
              <p:cNvSpPr/>
              <p:nvPr/>
            </p:nvSpPr>
            <p:spPr>
              <a:xfrm>
                <a:off x="69752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6" name="object 563">
                <a:extLst>
                  <a:ext uri="{FF2B5EF4-FFF2-40B4-BE49-F238E27FC236}">
                    <a16:creationId xmlns:a16="http://schemas.microsoft.com/office/drawing/2014/main" id="{BB23A8A6-39AE-4181-96F1-DF8CF85BAA44}"/>
                  </a:ext>
                </a:extLst>
              </p:cNvPr>
              <p:cNvSpPr/>
              <p:nvPr/>
            </p:nvSpPr>
            <p:spPr>
              <a:xfrm>
                <a:off x="69752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7" name="object 564">
                <a:extLst>
                  <a:ext uri="{FF2B5EF4-FFF2-40B4-BE49-F238E27FC236}">
                    <a16:creationId xmlns:a16="http://schemas.microsoft.com/office/drawing/2014/main" id="{E72C0E04-EE9C-478E-8639-F5901F6A9352}"/>
                  </a:ext>
                </a:extLst>
              </p:cNvPr>
              <p:cNvSpPr/>
              <p:nvPr/>
            </p:nvSpPr>
            <p:spPr>
              <a:xfrm>
                <a:off x="70803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8" name="object 565">
                <a:extLst>
                  <a:ext uri="{FF2B5EF4-FFF2-40B4-BE49-F238E27FC236}">
                    <a16:creationId xmlns:a16="http://schemas.microsoft.com/office/drawing/2014/main" id="{A1A8237B-4C33-47DF-9422-E29617EDE07C}"/>
                  </a:ext>
                </a:extLst>
              </p:cNvPr>
              <p:cNvSpPr/>
              <p:nvPr/>
            </p:nvSpPr>
            <p:spPr>
              <a:xfrm>
                <a:off x="70803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9" name="object 566">
                <a:extLst>
                  <a:ext uri="{FF2B5EF4-FFF2-40B4-BE49-F238E27FC236}">
                    <a16:creationId xmlns:a16="http://schemas.microsoft.com/office/drawing/2014/main" id="{53D4F05C-6F4E-407C-B20C-732E7298608C}"/>
                  </a:ext>
                </a:extLst>
              </p:cNvPr>
              <p:cNvSpPr/>
              <p:nvPr/>
            </p:nvSpPr>
            <p:spPr>
              <a:xfrm>
                <a:off x="7185545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0" name="object 567">
                <a:extLst>
                  <a:ext uri="{FF2B5EF4-FFF2-40B4-BE49-F238E27FC236}">
                    <a16:creationId xmlns:a16="http://schemas.microsoft.com/office/drawing/2014/main" id="{4A938E93-037E-4C7A-82D0-652BD9C197BE}"/>
                  </a:ext>
                </a:extLst>
              </p:cNvPr>
              <p:cNvSpPr/>
              <p:nvPr/>
            </p:nvSpPr>
            <p:spPr>
              <a:xfrm>
                <a:off x="7185545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1" name="object 568">
                <a:extLst>
                  <a:ext uri="{FF2B5EF4-FFF2-40B4-BE49-F238E27FC236}">
                    <a16:creationId xmlns:a16="http://schemas.microsoft.com/office/drawing/2014/main" id="{61CEBAD8-4836-4441-A8F8-B640966B67A2}"/>
                  </a:ext>
                </a:extLst>
              </p:cNvPr>
              <p:cNvSpPr/>
              <p:nvPr/>
            </p:nvSpPr>
            <p:spPr>
              <a:xfrm>
                <a:off x="7291450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2" name="object 569">
                <a:extLst>
                  <a:ext uri="{FF2B5EF4-FFF2-40B4-BE49-F238E27FC236}">
                    <a16:creationId xmlns:a16="http://schemas.microsoft.com/office/drawing/2014/main" id="{7F84EF2B-CBA9-49FC-A90A-15CBB8631E02}"/>
                  </a:ext>
                </a:extLst>
              </p:cNvPr>
              <p:cNvSpPr/>
              <p:nvPr/>
            </p:nvSpPr>
            <p:spPr>
              <a:xfrm>
                <a:off x="7291450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3" name="object 570">
                <a:extLst>
                  <a:ext uri="{FF2B5EF4-FFF2-40B4-BE49-F238E27FC236}">
                    <a16:creationId xmlns:a16="http://schemas.microsoft.com/office/drawing/2014/main" id="{5163059C-9E5F-4AD4-8697-6AB6C0FE832F}"/>
                  </a:ext>
                </a:extLst>
              </p:cNvPr>
              <p:cNvSpPr/>
              <p:nvPr/>
            </p:nvSpPr>
            <p:spPr>
              <a:xfrm>
                <a:off x="739661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4" name="object 571">
                <a:extLst>
                  <a:ext uri="{FF2B5EF4-FFF2-40B4-BE49-F238E27FC236}">
                    <a16:creationId xmlns:a16="http://schemas.microsoft.com/office/drawing/2014/main" id="{6FDE68AB-2068-425E-9A0B-9821871A0AFF}"/>
                  </a:ext>
                </a:extLst>
              </p:cNvPr>
              <p:cNvSpPr/>
              <p:nvPr/>
            </p:nvSpPr>
            <p:spPr>
              <a:xfrm>
                <a:off x="739661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5" name="object 572">
                <a:extLst>
                  <a:ext uri="{FF2B5EF4-FFF2-40B4-BE49-F238E27FC236}">
                    <a16:creationId xmlns:a16="http://schemas.microsoft.com/office/drawing/2014/main" id="{ECCDC08C-101B-47F8-B65E-8038C3867E40}"/>
                  </a:ext>
                </a:extLst>
              </p:cNvPr>
              <p:cNvSpPr/>
              <p:nvPr/>
            </p:nvSpPr>
            <p:spPr>
              <a:xfrm>
                <a:off x="750176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6" name="object 573">
                <a:extLst>
                  <a:ext uri="{FF2B5EF4-FFF2-40B4-BE49-F238E27FC236}">
                    <a16:creationId xmlns:a16="http://schemas.microsoft.com/office/drawing/2014/main" id="{1D105387-DFD4-4EF7-82F5-A1B7B750ED5C}"/>
                  </a:ext>
                </a:extLst>
              </p:cNvPr>
              <p:cNvSpPr/>
              <p:nvPr/>
            </p:nvSpPr>
            <p:spPr>
              <a:xfrm>
                <a:off x="750176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7" name="object 574">
                <a:extLst>
                  <a:ext uri="{FF2B5EF4-FFF2-40B4-BE49-F238E27FC236}">
                    <a16:creationId xmlns:a16="http://schemas.microsoft.com/office/drawing/2014/main" id="{7D000398-D596-4A14-ACFD-2D9F899C22AF}"/>
                  </a:ext>
                </a:extLst>
              </p:cNvPr>
              <p:cNvSpPr/>
              <p:nvPr/>
            </p:nvSpPr>
            <p:spPr>
              <a:xfrm>
                <a:off x="760693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8" name="object 575">
                <a:extLst>
                  <a:ext uri="{FF2B5EF4-FFF2-40B4-BE49-F238E27FC236}">
                    <a16:creationId xmlns:a16="http://schemas.microsoft.com/office/drawing/2014/main" id="{63A2B0E9-A3C1-4FC5-A992-01C732D1824C}"/>
                  </a:ext>
                </a:extLst>
              </p:cNvPr>
              <p:cNvSpPr/>
              <p:nvPr/>
            </p:nvSpPr>
            <p:spPr>
              <a:xfrm>
                <a:off x="760693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9" name="object 576">
                <a:extLst>
                  <a:ext uri="{FF2B5EF4-FFF2-40B4-BE49-F238E27FC236}">
                    <a16:creationId xmlns:a16="http://schemas.microsoft.com/office/drawing/2014/main" id="{EA4E10F9-5C06-41E8-A673-AE7F1A1D6EE9}"/>
                  </a:ext>
                </a:extLst>
              </p:cNvPr>
              <p:cNvSpPr/>
              <p:nvPr/>
            </p:nvSpPr>
            <p:spPr>
              <a:xfrm>
                <a:off x="771207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0" name="object 577">
                <a:extLst>
                  <a:ext uri="{FF2B5EF4-FFF2-40B4-BE49-F238E27FC236}">
                    <a16:creationId xmlns:a16="http://schemas.microsoft.com/office/drawing/2014/main" id="{C7E42CCA-5B0E-4946-9FE7-9BE18368B307}"/>
                  </a:ext>
                </a:extLst>
              </p:cNvPr>
              <p:cNvSpPr/>
              <p:nvPr/>
            </p:nvSpPr>
            <p:spPr>
              <a:xfrm>
                <a:off x="771207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1" name="object 578">
                <a:extLst>
                  <a:ext uri="{FF2B5EF4-FFF2-40B4-BE49-F238E27FC236}">
                    <a16:creationId xmlns:a16="http://schemas.microsoft.com/office/drawing/2014/main" id="{C804EE32-FA48-42F0-96A7-678C351B40D8}"/>
                  </a:ext>
                </a:extLst>
              </p:cNvPr>
              <p:cNvSpPr/>
              <p:nvPr/>
            </p:nvSpPr>
            <p:spPr>
              <a:xfrm>
                <a:off x="7817243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2" name="object 579">
                <a:extLst>
                  <a:ext uri="{FF2B5EF4-FFF2-40B4-BE49-F238E27FC236}">
                    <a16:creationId xmlns:a16="http://schemas.microsoft.com/office/drawing/2014/main" id="{51A01898-24D7-40D0-8183-3D70DE808496}"/>
                  </a:ext>
                </a:extLst>
              </p:cNvPr>
              <p:cNvSpPr/>
              <p:nvPr/>
            </p:nvSpPr>
            <p:spPr>
              <a:xfrm>
                <a:off x="7817243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3" name="object 580">
                <a:extLst>
                  <a:ext uri="{FF2B5EF4-FFF2-40B4-BE49-F238E27FC236}">
                    <a16:creationId xmlns:a16="http://schemas.microsoft.com/office/drawing/2014/main" id="{22715C19-3689-4B05-9014-CFF1C41B120E}"/>
                  </a:ext>
                </a:extLst>
              </p:cNvPr>
              <p:cNvSpPr/>
              <p:nvPr/>
            </p:nvSpPr>
            <p:spPr>
              <a:xfrm>
                <a:off x="7923148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4" name="object 581">
                <a:extLst>
                  <a:ext uri="{FF2B5EF4-FFF2-40B4-BE49-F238E27FC236}">
                    <a16:creationId xmlns:a16="http://schemas.microsoft.com/office/drawing/2014/main" id="{EFA52571-380A-4B25-9A9B-0E82EFC969FE}"/>
                  </a:ext>
                </a:extLst>
              </p:cNvPr>
              <p:cNvSpPr/>
              <p:nvPr/>
            </p:nvSpPr>
            <p:spPr>
              <a:xfrm>
                <a:off x="7923148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5" name="object 582">
                <a:extLst>
                  <a:ext uri="{FF2B5EF4-FFF2-40B4-BE49-F238E27FC236}">
                    <a16:creationId xmlns:a16="http://schemas.microsoft.com/office/drawing/2014/main" id="{2C12CD77-9826-45E7-9BCA-596F704E9826}"/>
                  </a:ext>
                </a:extLst>
              </p:cNvPr>
              <p:cNvSpPr/>
              <p:nvPr/>
            </p:nvSpPr>
            <p:spPr>
              <a:xfrm>
                <a:off x="802831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6" name="object 583">
                <a:extLst>
                  <a:ext uri="{FF2B5EF4-FFF2-40B4-BE49-F238E27FC236}">
                    <a16:creationId xmlns:a16="http://schemas.microsoft.com/office/drawing/2014/main" id="{41FD3FA9-A71A-4125-B864-810928EDCABA}"/>
                  </a:ext>
                </a:extLst>
              </p:cNvPr>
              <p:cNvSpPr/>
              <p:nvPr/>
            </p:nvSpPr>
            <p:spPr>
              <a:xfrm>
                <a:off x="802831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7" name="object 584">
                <a:extLst>
                  <a:ext uri="{FF2B5EF4-FFF2-40B4-BE49-F238E27FC236}">
                    <a16:creationId xmlns:a16="http://schemas.microsoft.com/office/drawing/2014/main" id="{52C57935-32F1-4ED6-96EF-C4FD66D9A811}"/>
                  </a:ext>
                </a:extLst>
              </p:cNvPr>
              <p:cNvSpPr/>
              <p:nvPr/>
            </p:nvSpPr>
            <p:spPr>
              <a:xfrm>
                <a:off x="81334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8" name="object 585">
                <a:extLst>
                  <a:ext uri="{FF2B5EF4-FFF2-40B4-BE49-F238E27FC236}">
                    <a16:creationId xmlns:a16="http://schemas.microsoft.com/office/drawing/2014/main" id="{44C4F818-D800-4559-9995-1BD02EEFA1C2}"/>
                  </a:ext>
                </a:extLst>
              </p:cNvPr>
              <p:cNvSpPr/>
              <p:nvPr/>
            </p:nvSpPr>
            <p:spPr>
              <a:xfrm>
                <a:off x="81334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9" name="object 586">
                <a:extLst>
                  <a:ext uri="{FF2B5EF4-FFF2-40B4-BE49-F238E27FC236}">
                    <a16:creationId xmlns:a16="http://schemas.microsoft.com/office/drawing/2014/main" id="{5D00E985-5725-4B8C-B451-033D89D5960C}"/>
                  </a:ext>
                </a:extLst>
              </p:cNvPr>
              <p:cNvSpPr/>
              <p:nvPr/>
            </p:nvSpPr>
            <p:spPr>
              <a:xfrm>
                <a:off x="823862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0" name="object 587">
                <a:extLst>
                  <a:ext uri="{FF2B5EF4-FFF2-40B4-BE49-F238E27FC236}">
                    <a16:creationId xmlns:a16="http://schemas.microsoft.com/office/drawing/2014/main" id="{C1A8061F-C8AD-4BCD-9DFC-2325B3A05D64}"/>
                  </a:ext>
                </a:extLst>
              </p:cNvPr>
              <p:cNvSpPr/>
              <p:nvPr/>
            </p:nvSpPr>
            <p:spPr>
              <a:xfrm>
                <a:off x="823862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1" name="object 588">
                <a:extLst>
                  <a:ext uri="{FF2B5EF4-FFF2-40B4-BE49-F238E27FC236}">
                    <a16:creationId xmlns:a16="http://schemas.microsoft.com/office/drawing/2014/main" id="{E3B4158F-36D1-477F-B5DC-3928A0C2BA43}"/>
                  </a:ext>
                </a:extLst>
              </p:cNvPr>
              <p:cNvSpPr/>
              <p:nvPr/>
            </p:nvSpPr>
            <p:spPr>
              <a:xfrm>
                <a:off x="83437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2" name="object 589">
                <a:extLst>
                  <a:ext uri="{FF2B5EF4-FFF2-40B4-BE49-F238E27FC236}">
                    <a16:creationId xmlns:a16="http://schemas.microsoft.com/office/drawing/2014/main" id="{351C8B37-FEA4-402D-B9AF-A682A5567541}"/>
                  </a:ext>
                </a:extLst>
              </p:cNvPr>
              <p:cNvSpPr/>
              <p:nvPr/>
            </p:nvSpPr>
            <p:spPr>
              <a:xfrm>
                <a:off x="83437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3" name="object 590">
                <a:extLst>
                  <a:ext uri="{FF2B5EF4-FFF2-40B4-BE49-F238E27FC236}">
                    <a16:creationId xmlns:a16="http://schemas.microsoft.com/office/drawing/2014/main" id="{4CE496D1-A11B-454D-8D83-38F78A6FCCDD}"/>
                  </a:ext>
                </a:extLst>
              </p:cNvPr>
              <p:cNvSpPr/>
              <p:nvPr/>
            </p:nvSpPr>
            <p:spPr>
              <a:xfrm>
                <a:off x="844894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4" name="object 591">
                <a:extLst>
                  <a:ext uri="{FF2B5EF4-FFF2-40B4-BE49-F238E27FC236}">
                    <a16:creationId xmlns:a16="http://schemas.microsoft.com/office/drawing/2014/main" id="{798A8100-3EAE-4E68-8988-7E8B2E692825}"/>
                  </a:ext>
                </a:extLst>
              </p:cNvPr>
              <p:cNvSpPr/>
              <p:nvPr/>
            </p:nvSpPr>
            <p:spPr>
              <a:xfrm>
                <a:off x="844894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5" name="object 592">
                <a:extLst>
                  <a:ext uri="{FF2B5EF4-FFF2-40B4-BE49-F238E27FC236}">
                    <a16:creationId xmlns:a16="http://schemas.microsoft.com/office/drawing/2014/main" id="{0C70F461-AC13-498B-84D5-17184F1D7173}"/>
                  </a:ext>
                </a:extLst>
              </p:cNvPr>
              <p:cNvSpPr/>
              <p:nvPr/>
            </p:nvSpPr>
            <p:spPr>
              <a:xfrm>
                <a:off x="855484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6" name="object 593">
                <a:extLst>
                  <a:ext uri="{FF2B5EF4-FFF2-40B4-BE49-F238E27FC236}">
                    <a16:creationId xmlns:a16="http://schemas.microsoft.com/office/drawing/2014/main" id="{297CC9F5-8290-4528-AA98-63BE0A5ACE8C}"/>
                  </a:ext>
                </a:extLst>
              </p:cNvPr>
              <p:cNvSpPr/>
              <p:nvPr/>
            </p:nvSpPr>
            <p:spPr>
              <a:xfrm>
                <a:off x="855484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7" name="object 594">
                <a:extLst>
                  <a:ext uri="{FF2B5EF4-FFF2-40B4-BE49-F238E27FC236}">
                    <a16:creationId xmlns:a16="http://schemas.microsoft.com/office/drawing/2014/main" id="{F8E11C2C-009D-4EF2-8762-A1985672AE91}"/>
                  </a:ext>
                </a:extLst>
              </p:cNvPr>
              <p:cNvSpPr/>
              <p:nvPr/>
            </p:nvSpPr>
            <p:spPr>
              <a:xfrm>
                <a:off x="602806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8" name="object 595">
                <a:extLst>
                  <a:ext uri="{FF2B5EF4-FFF2-40B4-BE49-F238E27FC236}">
                    <a16:creationId xmlns:a16="http://schemas.microsoft.com/office/drawing/2014/main" id="{2A1E0955-1AB1-4F23-90BF-8E0D43AB2FB8}"/>
                  </a:ext>
                </a:extLst>
              </p:cNvPr>
              <p:cNvSpPr/>
              <p:nvPr/>
            </p:nvSpPr>
            <p:spPr>
              <a:xfrm>
                <a:off x="602806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9" name="object 596">
                <a:extLst>
                  <a:ext uri="{FF2B5EF4-FFF2-40B4-BE49-F238E27FC236}">
                    <a16:creationId xmlns:a16="http://schemas.microsoft.com/office/drawing/2014/main" id="{DD04CBE0-3AF9-48BC-9946-39786E8F0417}"/>
                  </a:ext>
                </a:extLst>
              </p:cNvPr>
              <p:cNvSpPr/>
              <p:nvPr/>
            </p:nvSpPr>
            <p:spPr>
              <a:xfrm>
                <a:off x="613322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0" name="object 597">
                <a:extLst>
                  <a:ext uri="{FF2B5EF4-FFF2-40B4-BE49-F238E27FC236}">
                    <a16:creationId xmlns:a16="http://schemas.microsoft.com/office/drawing/2014/main" id="{FFFCEE88-DDD6-4C99-B2AE-73478B78D753}"/>
                  </a:ext>
                </a:extLst>
              </p:cNvPr>
              <p:cNvSpPr/>
              <p:nvPr/>
            </p:nvSpPr>
            <p:spPr>
              <a:xfrm>
                <a:off x="613322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1" name="object 598">
                <a:extLst>
                  <a:ext uri="{FF2B5EF4-FFF2-40B4-BE49-F238E27FC236}">
                    <a16:creationId xmlns:a16="http://schemas.microsoft.com/office/drawing/2014/main" id="{7F01CFD5-1CD8-4C66-9087-F4099756C0F6}"/>
                  </a:ext>
                </a:extLst>
              </p:cNvPr>
              <p:cNvSpPr/>
              <p:nvPr/>
            </p:nvSpPr>
            <p:spPr>
              <a:xfrm>
                <a:off x="623837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2" name="object 599">
                <a:extLst>
                  <a:ext uri="{FF2B5EF4-FFF2-40B4-BE49-F238E27FC236}">
                    <a16:creationId xmlns:a16="http://schemas.microsoft.com/office/drawing/2014/main" id="{98C769B9-6631-40EC-BB6B-8D161B2BD74F}"/>
                  </a:ext>
                </a:extLst>
              </p:cNvPr>
              <p:cNvSpPr/>
              <p:nvPr/>
            </p:nvSpPr>
            <p:spPr>
              <a:xfrm>
                <a:off x="623837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3" name="object 600">
                <a:extLst>
                  <a:ext uri="{FF2B5EF4-FFF2-40B4-BE49-F238E27FC236}">
                    <a16:creationId xmlns:a16="http://schemas.microsoft.com/office/drawing/2014/main" id="{258CEE51-793D-489B-801B-5A88CAF6A3F6}"/>
                  </a:ext>
                </a:extLst>
              </p:cNvPr>
              <p:cNvSpPr/>
              <p:nvPr/>
            </p:nvSpPr>
            <p:spPr>
              <a:xfrm>
                <a:off x="634353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4" name="object 601">
                <a:extLst>
                  <a:ext uri="{FF2B5EF4-FFF2-40B4-BE49-F238E27FC236}">
                    <a16:creationId xmlns:a16="http://schemas.microsoft.com/office/drawing/2014/main" id="{5D63C824-C394-4242-9624-F171637D5402}"/>
                  </a:ext>
                </a:extLst>
              </p:cNvPr>
              <p:cNvSpPr/>
              <p:nvPr/>
            </p:nvSpPr>
            <p:spPr>
              <a:xfrm>
                <a:off x="634353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5" name="object 602">
                <a:extLst>
                  <a:ext uri="{FF2B5EF4-FFF2-40B4-BE49-F238E27FC236}">
                    <a16:creationId xmlns:a16="http://schemas.microsoft.com/office/drawing/2014/main" id="{7A62B1CF-EEF9-45D5-ABB9-11EB4FE31D8B}"/>
                  </a:ext>
                </a:extLst>
              </p:cNvPr>
              <p:cNvSpPr/>
              <p:nvPr/>
            </p:nvSpPr>
            <p:spPr>
              <a:xfrm>
                <a:off x="644869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6" name="object 603">
                <a:extLst>
                  <a:ext uri="{FF2B5EF4-FFF2-40B4-BE49-F238E27FC236}">
                    <a16:creationId xmlns:a16="http://schemas.microsoft.com/office/drawing/2014/main" id="{6527B044-922D-4A2F-ACB7-0FA43B7BB3F2}"/>
                  </a:ext>
                </a:extLst>
              </p:cNvPr>
              <p:cNvSpPr/>
              <p:nvPr/>
            </p:nvSpPr>
            <p:spPr>
              <a:xfrm>
                <a:off x="644869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7" name="object 604">
                <a:extLst>
                  <a:ext uri="{FF2B5EF4-FFF2-40B4-BE49-F238E27FC236}">
                    <a16:creationId xmlns:a16="http://schemas.microsoft.com/office/drawing/2014/main" id="{47A8A5AD-875D-4C69-983D-5CF78F5E07AF}"/>
                  </a:ext>
                </a:extLst>
              </p:cNvPr>
              <p:cNvSpPr/>
              <p:nvPr/>
            </p:nvSpPr>
            <p:spPr>
              <a:xfrm>
                <a:off x="655459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8" name="object 605">
                <a:extLst>
                  <a:ext uri="{FF2B5EF4-FFF2-40B4-BE49-F238E27FC236}">
                    <a16:creationId xmlns:a16="http://schemas.microsoft.com/office/drawing/2014/main" id="{43F08DB1-3105-4612-B70A-8D1BD95A8CB0}"/>
                  </a:ext>
                </a:extLst>
              </p:cNvPr>
              <p:cNvSpPr/>
              <p:nvPr/>
            </p:nvSpPr>
            <p:spPr>
              <a:xfrm>
                <a:off x="655459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9" name="object 606">
                <a:extLst>
                  <a:ext uri="{FF2B5EF4-FFF2-40B4-BE49-F238E27FC236}">
                    <a16:creationId xmlns:a16="http://schemas.microsoft.com/office/drawing/2014/main" id="{B1A318C4-CF0E-440C-885F-8DF710D61CBF}"/>
                  </a:ext>
                </a:extLst>
              </p:cNvPr>
              <p:cNvSpPr/>
              <p:nvPr/>
            </p:nvSpPr>
            <p:spPr>
              <a:xfrm>
                <a:off x="665976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0" name="object 607">
                <a:extLst>
                  <a:ext uri="{FF2B5EF4-FFF2-40B4-BE49-F238E27FC236}">
                    <a16:creationId xmlns:a16="http://schemas.microsoft.com/office/drawing/2014/main" id="{98F88C73-5780-45BE-AAAC-64538E92CCA5}"/>
                  </a:ext>
                </a:extLst>
              </p:cNvPr>
              <p:cNvSpPr/>
              <p:nvPr/>
            </p:nvSpPr>
            <p:spPr>
              <a:xfrm>
                <a:off x="665976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1" name="object 608">
                <a:extLst>
                  <a:ext uri="{FF2B5EF4-FFF2-40B4-BE49-F238E27FC236}">
                    <a16:creationId xmlns:a16="http://schemas.microsoft.com/office/drawing/2014/main" id="{C9C5CD59-E601-44AE-A2B1-B5F24B441635}"/>
                  </a:ext>
                </a:extLst>
              </p:cNvPr>
              <p:cNvSpPr/>
              <p:nvPr/>
            </p:nvSpPr>
            <p:spPr>
              <a:xfrm>
                <a:off x="67649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2" name="object 609">
                <a:extLst>
                  <a:ext uri="{FF2B5EF4-FFF2-40B4-BE49-F238E27FC236}">
                    <a16:creationId xmlns:a16="http://schemas.microsoft.com/office/drawing/2014/main" id="{4E4E752D-2CD7-40A4-B82F-0F19F98D247B}"/>
                  </a:ext>
                </a:extLst>
              </p:cNvPr>
              <p:cNvSpPr/>
              <p:nvPr/>
            </p:nvSpPr>
            <p:spPr>
              <a:xfrm>
                <a:off x="67649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3" name="object 610">
                <a:extLst>
                  <a:ext uri="{FF2B5EF4-FFF2-40B4-BE49-F238E27FC236}">
                    <a16:creationId xmlns:a16="http://schemas.microsoft.com/office/drawing/2014/main" id="{B5C32B5C-FF97-4637-8E99-12F9531EACD9}"/>
                  </a:ext>
                </a:extLst>
              </p:cNvPr>
              <p:cNvSpPr/>
              <p:nvPr/>
            </p:nvSpPr>
            <p:spPr>
              <a:xfrm>
                <a:off x="68700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4" name="object 611">
                <a:extLst>
                  <a:ext uri="{FF2B5EF4-FFF2-40B4-BE49-F238E27FC236}">
                    <a16:creationId xmlns:a16="http://schemas.microsoft.com/office/drawing/2014/main" id="{C828266D-74F4-49A7-A4E0-8871F267534A}"/>
                  </a:ext>
                </a:extLst>
              </p:cNvPr>
              <p:cNvSpPr/>
              <p:nvPr/>
            </p:nvSpPr>
            <p:spPr>
              <a:xfrm>
                <a:off x="68700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5" name="object 612">
                <a:extLst>
                  <a:ext uri="{FF2B5EF4-FFF2-40B4-BE49-F238E27FC236}">
                    <a16:creationId xmlns:a16="http://schemas.microsoft.com/office/drawing/2014/main" id="{3C6F841A-D1A7-474F-BBDF-3A88B9240608}"/>
                  </a:ext>
                </a:extLst>
              </p:cNvPr>
              <p:cNvSpPr/>
              <p:nvPr/>
            </p:nvSpPr>
            <p:spPr>
              <a:xfrm>
                <a:off x="69752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6" name="object 613">
                <a:extLst>
                  <a:ext uri="{FF2B5EF4-FFF2-40B4-BE49-F238E27FC236}">
                    <a16:creationId xmlns:a16="http://schemas.microsoft.com/office/drawing/2014/main" id="{AFE553A9-1903-4384-9D85-DFE5877C5CDF}"/>
                  </a:ext>
                </a:extLst>
              </p:cNvPr>
              <p:cNvSpPr/>
              <p:nvPr/>
            </p:nvSpPr>
            <p:spPr>
              <a:xfrm>
                <a:off x="69752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7" name="object 614">
                <a:extLst>
                  <a:ext uri="{FF2B5EF4-FFF2-40B4-BE49-F238E27FC236}">
                    <a16:creationId xmlns:a16="http://schemas.microsoft.com/office/drawing/2014/main" id="{678FF821-1173-4A86-8969-D4B9E87FBE2D}"/>
                  </a:ext>
                </a:extLst>
              </p:cNvPr>
              <p:cNvSpPr/>
              <p:nvPr/>
            </p:nvSpPr>
            <p:spPr>
              <a:xfrm>
                <a:off x="70803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8" name="object 615">
                <a:extLst>
                  <a:ext uri="{FF2B5EF4-FFF2-40B4-BE49-F238E27FC236}">
                    <a16:creationId xmlns:a16="http://schemas.microsoft.com/office/drawing/2014/main" id="{709EEF5D-3735-4479-A1FD-0329C23DA7F0}"/>
                  </a:ext>
                </a:extLst>
              </p:cNvPr>
              <p:cNvSpPr/>
              <p:nvPr/>
            </p:nvSpPr>
            <p:spPr>
              <a:xfrm>
                <a:off x="70803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9" name="object 616">
                <a:extLst>
                  <a:ext uri="{FF2B5EF4-FFF2-40B4-BE49-F238E27FC236}">
                    <a16:creationId xmlns:a16="http://schemas.microsoft.com/office/drawing/2014/main" id="{0DCDD974-B780-4D1C-8D2C-9210F6412436}"/>
                  </a:ext>
                </a:extLst>
              </p:cNvPr>
              <p:cNvSpPr/>
              <p:nvPr/>
            </p:nvSpPr>
            <p:spPr>
              <a:xfrm>
                <a:off x="7185545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0" name="object 617">
                <a:extLst>
                  <a:ext uri="{FF2B5EF4-FFF2-40B4-BE49-F238E27FC236}">
                    <a16:creationId xmlns:a16="http://schemas.microsoft.com/office/drawing/2014/main" id="{F3013D4D-DEFA-4301-98CE-E1E0DA82D645}"/>
                  </a:ext>
                </a:extLst>
              </p:cNvPr>
              <p:cNvSpPr/>
              <p:nvPr/>
            </p:nvSpPr>
            <p:spPr>
              <a:xfrm>
                <a:off x="7185545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1" name="object 618">
                <a:extLst>
                  <a:ext uri="{FF2B5EF4-FFF2-40B4-BE49-F238E27FC236}">
                    <a16:creationId xmlns:a16="http://schemas.microsoft.com/office/drawing/2014/main" id="{A93E514B-99C7-438F-9253-936C86B34FEE}"/>
                  </a:ext>
                </a:extLst>
              </p:cNvPr>
              <p:cNvSpPr/>
              <p:nvPr/>
            </p:nvSpPr>
            <p:spPr>
              <a:xfrm>
                <a:off x="7291450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2" name="object 619">
                <a:extLst>
                  <a:ext uri="{FF2B5EF4-FFF2-40B4-BE49-F238E27FC236}">
                    <a16:creationId xmlns:a16="http://schemas.microsoft.com/office/drawing/2014/main" id="{4F068370-4F7F-463B-A425-243FC378EF98}"/>
                  </a:ext>
                </a:extLst>
              </p:cNvPr>
              <p:cNvSpPr/>
              <p:nvPr/>
            </p:nvSpPr>
            <p:spPr>
              <a:xfrm>
                <a:off x="7291450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3" name="object 620">
                <a:extLst>
                  <a:ext uri="{FF2B5EF4-FFF2-40B4-BE49-F238E27FC236}">
                    <a16:creationId xmlns:a16="http://schemas.microsoft.com/office/drawing/2014/main" id="{017A6BC8-2FE8-4811-AB05-72F67C13A3B0}"/>
                  </a:ext>
                </a:extLst>
              </p:cNvPr>
              <p:cNvSpPr/>
              <p:nvPr/>
            </p:nvSpPr>
            <p:spPr>
              <a:xfrm>
                <a:off x="739661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4" name="object 621">
                <a:extLst>
                  <a:ext uri="{FF2B5EF4-FFF2-40B4-BE49-F238E27FC236}">
                    <a16:creationId xmlns:a16="http://schemas.microsoft.com/office/drawing/2014/main" id="{0D2C5A67-DBCE-4169-892B-551D8F078FCE}"/>
                  </a:ext>
                </a:extLst>
              </p:cNvPr>
              <p:cNvSpPr/>
              <p:nvPr/>
            </p:nvSpPr>
            <p:spPr>
              <a:xfrm>
                <a:off x="739661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5" name="object 622">
                <a:extLst>
                  <a:ext uri="{FF2B5EF4-FFF2-40B4-BE49-F238E27FC236}">
                    <a16:creationId xmlns:a16="http://schemas.microsoft.com/office/drawing/2014/main" id="{5BF6AEE4-658E-49EA-99D3-6A1A8E924B38}"/>
                  </a:ext>
                </a:extLst>
              </p:cNvPr>
              <p:cNvSpPr/>
              <p:nvPr/>
            </p:nvSpPr>
            <p:spPr>
              <a:xfrm>
                <a:off x="750176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6" name="object 623">
                <a:extLst>
                  <a:ext uri="{FF2B5EF4-FFF2-40B4-BE49-F238E27FC236}">
                    <a16:creationId xmlns:a16="http://schemas.microsoft.com/office/drawing/2014/main" id="{576B96F5-C12A-4345-89B9-F0DFFD503347}"/>
                  </a:ext>
                </a:extLst>
              </p:cNvPr>
              <p:cNvSpPr/>
              <p:nvPr/>
            </p:nvSpPr>
            <p:spPr>
              <a:xfrm>
                <a:off x="750176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7" name="object 624">
                <a:extLst>
                  <a:ext uri="{FF2B5EF4-FFF2-40B4-BE49-F238E27FC236}">
                    <a16:creationId xmlns:a16="http://schemas.microsoft.com/office/drawing/2014/main" id="{3B734430-43C0-4566-9626-18E41447B18F}"/>
                  </a:ext>
                </a:extLst>
              </p:cNvPr>
              <p:cNvSpPr/>
              <p:nvPr/>
            </p:nvSpPr>
            <p:spPr>
              <a:xfrm>
                <a:off x="760693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8" name="object 625">
                <a:extLst>
                  <a:ext uri="{FF2B5EF4-FFF2-40B4-BE49-F238E27FC236}">
                    <a16:creationId xmlns:a16="http://schemas.microsoft.com/office/drawing/2014/main" id="{CD8E2620-2138-4B3D-8BF7-10EEA8E975A6}"/>
                  </a:ext>
                </a:extLst>
              </p:cNvPr>
              <p:cNvSpPr/>
              <p:nvPr/>
            </p:nvSpPr>
            <p:spPr>
              <a:xfrm>
                <a:off x="760693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9" name="object 626">
                <a:extLst>
                  <a:ext uri="{FF2B5EF4-FFF2-40B4-BE49-F238E27FC236}">
                    <a16:creationId xmlns:a16="http://schemas.microsoft.com/office/drawing/2014/main" id="{64316178-FF81-49F8-B4FC-404778B5D410}"/>
                  </a:ext>
                </a:extLst>
              </p:cNvPr>
              <p:cNvSpPr/>
              <p:nvPr/>
            </p:nvSpPr>
            <p:spPr>
              <a:xfrm>
                <a:off x="771207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0" name="object 627">
                <a:extLst>
                  <a:ext uri="{FF2B5EF4-FFF2-40B4-BE49-F238E27FC236}">
                    <a16:creationId xmlns:a16="http://schemas.microsoft.com/office/drawing/2014/main" id="{6B33F4C0-695E-4010-A4E3-C2838F4281B9}"/>
                  </a:ext>
                </a:extLst>
              </p:cNvPr>
              <p:cNvSpPr/>
              <p:nvPr/>
            </p:nvSpPr>
            <p:spPr>
              <a:xfrm>
                <a:off x="771207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1" name="object 628">
                <a:extLst>
                  <a:ext uri="{FF2B5EF4-FFF2-40B4-BE49-F238E27FC236}">
                    <a16:creationId xmlns:a16="http://schemas.microsoft.com/office/drawing/2014/main" id="{01B6EFE6-713C-4945-AF82-01C6E235F039}"/>
                  </a:ext>
                </a:extLst>
              </p:cNvPr>
              <p:cNvSpPr/>
              <p:nvPr/>
            </p:nvSpPr>
            <p:spPr>
              <a:xfrm>
                <a:off x="7817243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2" name="object 629">
                <a:extLst>
                  <a:ext uri="{FF2B5EF4-FFF2-40B4-BE49-F238E27FC236}">
                    <a16:creationId xmlns:a16="http://schemas.microsoft.com/office/drawing/2014/main" id="{82BA8184-B5DE-477B-85AD-12021F245ADF}"/>
                  </a:ext>
                </a:extLst>
              </p:cNvPr>
              <p:cNvSpPr/>
              <p:nvPr/>
            </p:nvSpPr>
            <p:spPr>
              <a:xfrm>
                <a:off x="7817243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3" name="object 630">
                <a:extLst>
                  <a:ext uri="{FF2B5EF4-FFF2-40B4-BE49-F238E27FC236}">
                    <a16:creationId xmlns:a16="http://schemas.microsoft.com/office/drawing/2014/main" id="{4DBAA667-F7A4-45E3-AD61-8F4C673E7F32}"/>
                  </a:ext>
                </a:extLst>
              </p:cNvPr>
              <p:cNvSpPr/>
              <p:nvPr/>
            </p:nvSpPr>
            <p:spPr>
              <a:xfrm>
                <a:off x="7923148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4" name="object 631">
                <a:extLst>
                  <a:ext uri="{FF2B5EF4-FFF2-40B4-BE49-F238E27FC236}">
                    <a16:creationId xmlns:a16="http://schemas.microsoft.com/office/drawing/2014/main" id="{A072E8A9-4219-4FDC-8B64-0063400153EC}"/>
                  </a:ext>
                </a:extLst>
              </p:cNvPr>
              <p:cNvSpPr/>
              <p:nvPr/>
            </p:nvSpPr>
            <p:spPr>
              <a:xfrm>
                <a:off x="7923148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5" name="object 632">
                <a:extLst>
                  <a:ext uri="{FF2B5EF4-FFF2-40B4-BE49-F238E27FC236}">
                    <a16:creationId xmlns:a16="http://schemas.microsoft.com/office/drawing/2014/main" id="{42B77ACE-C9D9-4621-97DD-06BF0E0B932E}"/>
                  </a:ext>
                </a:extLst>
              </p:cNvPr>
              <p:cNvSpPr/>
              <p:nvPr/>
            </p:nvSpPr>
            <p:spPr>
              <a:xfrm>
                <a:off x="802831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6" name="object 633">
                <a:extLst>
                  <a:ext uri="{FF2B5EF4-FFF2-40B4-BE49-F238E27FC236}">
                    <a16:creationId xmlns:a16="http://schemas.microsoft.com/office/drawing/2014/main" id="{D7DADC1E-50B4-4D59-8755-D22A136B29DB}"/>
                  </a:ext>
                </a:extLst>
              </p:cNvPr>
              <p:cNvSpPr/>
              <p:nvPr/>
            </p:nvSpPr>
            <p:spPr>
              <a:xfrm>
                <a:off x="802831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7" name="object 634">
                <a:extLst>
                  <a:ext uri="{FF2B5EF4-FFF2-40B4-BE49-F238E27FC236}">
                    <a16:creationId xmlns:a16="http://schemas.microsoft.com/office/drawing/2014/main" id="{1CAC4EFA-DFB3-4E55-B1A3-D074FE6EC4CF}"/>
                  </a:ext>
                </a:extLst>
              </p:cNvPr>
              <p:cNvSpPr/>
              <p:nvPr/>
            </p:nvSpPr>
            <p:spPr>
              <a:xfrm>
                <a:off x="81334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8" name="object 635">
                <a:extLst>
                  <a:ext uri="{FF2B5EF4-FFF2-40B4-BE49-F238E27FC236}">
                    <a16:creationId xmlns:a16="http://schemas.microsoft.com/office/drawing/2014/main" id="{323A3845-3553-4461-B286-01CC959E286D}"/>
                  </a:ext>
                </a:extLst>
              </p:cNvPr>
              <p:cNvSpPr/>
              <p:nvPr/>
            </p:nvSpPr>
            <p:spPr>
              <a:xfrm>
                <a:off x="81334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9" name="object 636">
                <a:extLst>
                  <a:ext uri="{FF2B5EF4-FFF2-40B4-BE49-F238E27FC236}">
                    <a16:creationId xmlns:a16="http://schemas.microsoft.com/office/drawing/2014/main" id="{4BFA8499-791D-4E5A-A529-BB4D7FEAD05F}"/>
                  </a:ext>
                </a:extLst>
              </p:cNvPr>
              <p:cNvSpPr/>
              <p:nvPr/>
            </p:nvSpPr>
            <p:spPr>
              <a:xfrm>
                <a:off x="823862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0" name="object 637">
                <a:extLst>
                  <a:ext uri="{FF2B5EF4-FFF2-40B4-BE49-F238E27FC236}">
                    <a16:creationId xmlns:a16="http://schemas.microsoft.com/office/drawing/2014/main" id="{70D29D8C-C47D-43D6-BC1C-FC020C91E33D}"/>
                  </a:ext>
                </a:extLst>
              </p:cNvPr>
              <p:cNvSpPr/>
              <p:nvPr/>
            </p:nvSpPr>
            <p:spPr>
              <a:xfrm>
                <a:off x="823862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1" name="object 638">
                <a:extLst>
                  <a:ext uri="{FF2B5EF4-FFF2-40B4-BE49-F238E27FC236}">
                    <a16:creationId xmlns:a16="http://schemas.microsoft.com/office/drawing/2014/main" id="{128B4F90-5BC0-4598-924D-A29E21E6049D}"/>
                  </a:ext>
                </a:extLst>
              </p:cNvPr>
              <p:cNvSpPr/>
              <p:nvPr/>
            </p:nvSpPr>
            <p:spPr>
              <a:xfrm>
                <a:off x="83437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2" name="object 639">
                <a:extLst>
                  <a:ext uri="{FF2B5EF4-FFF2-40B4-BE49-F238E27FC236}">
                    <a16:creationId xmlns:a16="http://schemas.microsoft.com/office/drawing/2014/main" id="{E478BE11-D687-417D-8E81-2902F8566225}"/>
                  </a:ext>
                </a:extLst>
              </p:cNvPr>
              <p:cNvSpPr/>
              <p:nvPr/>
            </p:nvSpPr>
            <p:spPr>
              <a:xfrm>
                <a:off x="83437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3" name="object 640">
                <a:extLst>
                  <a:ext uri="{FF2B5EF4-FFF2-40B4-BE49-F238E27FC236}">
                    <a16:creationId xmlns:a16="http://schemas.microsoft.com/office/drawing/2014/main" id="{4E34A5F9-CB1C-43EB-9FD0-D7CA993FA706}"/>
                  </a:ext>
                </a:extLst>
              </p:cNvPr>
              <p:cNvSpPr/>
              <p:nvPr/>
            </p:nvSpPr>
            <p:spPr>
              <a:xfrm>
                <a:off x="844894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4" name="object 641">
                <a:extLst>
                  <a:ext uri="{FF2B5EF4-FFF2-40B4-BE49-F238E27FC236}">
                    <a16:creationId xmlns:a16="http://schemas.microsoft.com/office/drawing/2014/main" id="{CBA52F15-6719-4657-B57A-468B9E94ADBC}"/>
                  </a:ext>
                </a:extLst>
              </p:cNvPr>
              <p:cNvSpPr/>
              <p:nvPr/>
            </p:nvSpPr>
            <p:spPr>
              <a:xfrm>
                <a:off x="844894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5" name="object 642">
                <a:extLst>
                  <a:ext uri="{FF2B5EF4-FFF2-40B4-BE49-F238E27FC236}">
                    <a16:creationId xmlns:a16="http://schemas.microsoft.com/office/drawing/2014/main" id="{88CB49FF-2E38-478F-8560-0A6C30E8D8D7}"/>
                  </a:ext>
                </a:extLst>
              </p:cNvPr>
              <p:cNvSpPr/>
              <p:nvPr/>
            </p:nvSpPr>
            <p:spPr>
              <a:xfrm>
                <a:off x="855484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6" name="object 643">
                <a:extLst>
                  <a:ext uri="{FF2B5EF4-FFF2-40B4-BE49-F238E27FC236}">
                    <a16:creationId xmlns:a16="http://schemas.microsoft.com/office/drawing/2014/main" id="{4BDD0377-5E7F-429B-938C-0235E91253C7}"/>
                  </a:ext>
                </a:extLst>
              </p:cNvPr>
              <p:cNvSpPr/>
              <p:nvPr/>
            </p:nvSpPr>
            <p:spPr>
              <a:xfrm>
                <a:off x="855484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7" name="object 644">
                <a:extLst>
                  <a:ext uri="{FF2B5EF4-FFF2-40B4-BE49-F238E27FC236}">
                    <a16:creationId xmlns:a16="http://schemas.microsoft.com/office/drawing/2014/main" id="{DF1F3C9B-F92C-466B-A87A-FA5A4E172827}"/>
                  </a:ext>
                </a:extLst>
              </p:cNvPr>
              <p:cNvSpPr/>
              <p:nvPr/>
            </p:nvSpPr>
            <p:spPr>
              <a:xfrm>
                <a:off x="602806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8" name="object 645">
                <a:extLst>
                  <a:ext uri="{FF2B5EF4-FFF2-40B4-BE49-F238E27FC236}">
                    <a16:creationId xmlns:a16="http://schemas.microsoft.com/office/drawing/2014/main" id="{F5F03779-0E39-4F68-B2C1-5D2E3AD7B80B}"/>
                  </a:ext>
                </a:extLst>
              </p:cNvPr>
              <p:cNvSpPr/>
              <p:nvPr/>
            </p:nvSpPr>
            <p:spPr>
              <a:xfrm>
                <a:off x="602806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9" name="object 646">
                <a:extLst>
                  <a:ext uri="{FF2B5EF4-FFF2-40B4-BE49-F238E27FC236}">
                    <a16:creationId xmlns:a16="http://schemas.microsoft.com/office/drawing/2014/main" id="{0A11FDCD-08A6-4677-80A9-2C4C5B11480B}"/>
                  </a:ext>
                </a:extLst>
              </p:cNvPr>
              <p:cNvSpPr/>
              <p:nvPr/>
            </p:nvSpPr>
            <p:spPr>
              <a:xfrm>
                <a:off x="613322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0" name="object 647">
                <a:extLst>
                  <a:ext uri="{FF2B5EF4-FFF2-40B4-BE49-F238E27FC236}">
                    <a16:creationId xmlns:a16="http://schemas.microsoft.com/office/drawing/2014/main" id="{6C8DA6B0-6A75-46AD-8E4F-BF17FB933583}"/>
                  </a:ext>
                </a:extLst>
              </p:cNvPr>
              <p:cNvSpPr/>
              <p:nvPr/>
            </p:nvSpPr>
            <p:spPr>
              <a:xfrm>
                <a:off x="613322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1" name="object 648">
                <a:extLst>
                  <a:ext uri="{FF2B5EF4-FFF2-40B4-BE49-F238E27FC236}">
                    <a16:creationId xmlns:a16="http://schemas.microsoft.com/office/drawing/2014/main" id="{569E80EC-5D08-43C5-9F4A-DFA12F371550}"/>
                  </a:ext>
                </a:extLst>
              </p:cNvPr>
              <p:cNvSpPr/>
              <p:nvPr/>
            </p:nvSpPr>
            <p:spPr>
              <a:xfrm>
                <a:off x="623837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2" name="object 649">
                <a:extLst>
                  <a:ext uri="{FF2B5EF4-FFF2-40B4-BE49-F238E27FC236}">
                    <a16:creationId xmlns:a16="http://schemas.microsoft.com/office/drawing/2014/main" id="{6BC902EF-D3DF-49AF-AB4B-A29286224107}"/>
                  </a:ext>
                </a:extLst>
              </p:cNvPr>
              <p:cNvSpPr/>
              <p:nvPr/>
            </p:nvSpPr>
            <p:spPr>
              <a:xfrm>
                <a:off x="623837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3" name="object 650">
                <a:extLst>
                  <a:ext uri="{FF2B5EF4-FFF2-40B4-BE49-F238E27FC236}">
                    <a16:creationId xmlns:a16="http://schemas.microsoft.com/office/drawing/2014/main" id="{3A6FEF9E-D423-498A-AA68-8F49C8B9580E}"/>
                  </a:ext>
                </a:extLst>
              </p:cNvPr>
              <p:cNvSpPr/>
              <p:nvPr/>
            </p:nvSpPr>
            <p:spPr>
              <a:xfrm>
                <a:off x="634353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4" name="object 651">
                <a:extLst>
                  <a:ext uri="{FF2B5EF4-FFF2-40B4-BE49-F238E27FC236}">
                    <a16:creationId xmlns:a16="http://schemas.microsoft.com/office/drawing/2014/main" id="{BE62955B-C69F-4969-ACC9-A9B4A0E97E51}"/>
                  </a:ext>
                </a:extLst>
              </p:cNvPr>
              <p:cNvSpPr/>
              <p:nvPr/>
            </p:nvSpPr>
            <p:spPr>
              <a:xfrm>
                <a:off x="634353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5" name="object 652">
                <a:extLst>
                  <a:ext uri="{FF2B5EF4-FFF2-40B4-BE49-F238E27FC236}">
                    <a16:creationId xmlns:a16="http://schemas.microsoft.com/office/drawing/2014/main" id="{49B64C09-F593-4EF9-B9D9-F349625C3BCD}"/>
                  </a:ext>
                </a:extLst>
              </p:cNvPr>
              <p:cNvSpPr/>
              <p:nvPr/>
            </p:nvSpPr>
            <p:spPr>
              <a:xfrm>
                <a:off x="644869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6" name="object 653">
                <a:extLst>
                  <a:ext uri="{FF2B5EF4-FFF2-40B4-BE49-F238E27FC236}">
                    <a16:creationId xmlns:a16="http://schemas.microsoft.com/office/drawing/2014/main" id="{F48DF9F2-E167-4AB6-B797-36C627336B50}"/>
                  </a:ext>
                </a:extLst>
              </p:cNvPr>
              <p:cNvSpPr/>
              <p:nvPr/>
            </p:nvSpPr>
            <p:spPr>
              <a:xfrm>
                <a:off x="644869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7" name="object 654">
                <a:extLst>
                  <a:ext uri="{FF2B5EF4-FFF2-40B4-BE49-F238E27FC236}">
                    <a16:creationId xmlns:a16="http://schemas.microsoft.com/office/drawing/2014/main" id="{6B09F2AF-CF08-484C-833B-0FD634FB1348}"/>
                  </a:ext>
                </a:extLst>
              </p:cNvPr>
              <p:cNvSpPr/>
              <p:nvPr/>
            </p:nvSpPr>
            <p:spPr>
              <a:xfrm>
                <a:off x="655459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8" name="object 655">
                <a:extLst>
                  <a:ext uri="{FF2B5EF4-FFF2-40B4-BE49-F238E27FC236}">
                    <a16:creationId xmlns:a16="http://schemas.microsoft.com/office/drawing/2014/main" id="{1EC839A9-6F35-48DA-B056-953BEB2A9A32}"/>
                  </a:ext>
                </a:extLst>
              </p:cNvPr>
              <p:cNvSpPr/>
              <p:nvPr/>
            </p:nvSpPr>
            <p:spPr>
              <a:xfrm>
                <a:off x="655459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9" name="object 656">
                <a:extLst>
                  <a:ext uri="{FF2B5EF4-FFF2-40B4-BE49-F238E27FC236}">
                    <a16:creationId xmlns:a16="http://schemas.microsoft.com/office/drawing/2014/main" id="{D7CFA8AC-5D70-4143-AAD0-3F54981197F8}"/>
                  </a:ext>
                </a:extLst>
              </p:cNvPr>
              <p:cNvSpPr/>
              <p:nvPr/>
            </p:nvSpPr>
            <p:spPr>
              <a:xfrm>
                <a:off x="665976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0" name="object 657">
                <a:extLst>
                  <a:ext uri="{FF2B5EF4-FFF2-40B4-BE49-F238E27FC236}">
                    <a16:creationId xmlns:a16="http://schemas.microsoft.com/office/drawing/2014/main" id="{3F37A23B-EB46-4B89-9659-3D77910EA456}"/>
                  </a:ext>
                </a:extLst>
              </p:cNvPr>
              <p:cNvSpPr/>
              <p:nvPr/>
            </p:nvSpPr>
            <p:spPr>
              <a:xfrm>
                <a:off x="665976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1" name="object 658">
                <a:extLst>
                  <a:ext uri="{FF2B5EF4-FFF2-40B4-BE49-F238E27FC236}">
                    <a16:creationId xmlns:a16="http://schemas.microsoft.com/office/drawing/2014/main" id="{D5175874-A4ED-4625-9D7B-4EA10E6481EC}"/>
                  </a:ext>
                </a:extLst>
              </p:cNvPr>
              <p:cNvSpPr/>
              <p:nvPr/>
            </p:nvSpPr>
            <p:spPr>
              <a:xfrm>
                <a:off x="67649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2" name="object 659">
                <a:extLst>
                  <a:ext uri="{FF2B5EF4-FFF2-40B4-BE49-F238E27FC236}">
                    <a16:creationId xmlns:a16="http://schemas.microsoft.com/office/drawing/2014/main" id="{F89D1D1C-73AB-4422-9C78-4990C4F5572F}"/>
                  </a:ext>
                </a:extLst>
              </p:cNvPr>
              <p:cNvSpPr/>
              <p:nvPr/>
            </p:nvSpPr>
            <p:spPr>
              <a:xfrm>
                <a:off x="67649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3" name="object 660">
                <a:extLst>
                  <a:ext uri="{FF2B5EF4-FFF2-40B4-BE49-F238E27FC236}">
                    <a16:creationId xmlns:a16="http://schemas.microsoft.com/office/drawing/2014/main" id="{A6E0582E-5A28-4CDE-8EC9-DAB92CA4B03B}"/>
                  </a:ext>
                </a:extLst>
              </p:cNvPr>
              <p:cNvSpPr/>
              <p:nvPr/>
            </p:nvSpPr>
            <p:spPr>
              <a:xfrm>
                <a:off x="68700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4" name="object 661">
                <a:extLst>
                  <a:ext uri="{FF2B5EF4-FFF2-40B4-BE49-F238E27FC236}">
                    <a16:creationId xmlns:a16="http://schemas.microsoft.com/office/drawing/2014/main" id="{791D2CD3-A93B-4254-8BAB-D6E0312BC550}"/>
                  </a:ext>
                </a:extLst>
              </p:cNvPr>
              <p:cNvSpPr/>
              <p:nvPr/>
            </p:nvSpPr>
            <p:spPr>
              <a:xfrm>
                <a:off x="68700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5" name="object 662">
                <a:extLst>
                  <a:ext uri="{FF2B5EF4-FFF2-40B4-BE49-F238E27FC236}">
                    <a16:creationId xmlns:a16="http://schemas.microsoft.com/office/drawing/2014/main" id="{60405E7F-D004-47CC-911E-803A6964BF5D}"/>
                  </a:ext>
                </a:extLst>
              </p:cNvPr>
              <p:cNvSpPr/>
              <p:nvPr/>
            </p:nvSpPr>
            <p:spPr>
              <a:xfrm>
                <a:off x="69752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6" name="object 663">
                <a:extLst>
                  <a:ext uri="{FF2B5EF4-FFF2-40B4-BE49-F238E27FC236}">
                    <a16:creationId xmlns:a16="http://schemas.microsoft.com/office/drawing/2014/main" id="{23466D58-ECDB-4B58-83A6-D1F3174DC499}"/>
                  </a:ext>
                </a:extLst>
              </p:cNvPr>
              <p:cNvSpPr/>
              <p:nvPr/>
            </p:nvSpPr>
            <p:spPr>
              <a:xfrm>
                <a:off x="69752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7" name="object 664">
                <a:extLst>
                  <a:ext uri="{FF2B5EF4-FFF2-40B4-BE49-F238E27FC236}">
                    <a16:creationId xmlns:a16="http://schemas.microsoft.com/office/drawing/2014/main" id="{DE8588F7-9D88-4194-A386-F9E73EEA1ECA}"/>
                  </a:ext>
                </a:extLst>
              </p:cNvPr>
              <p:cNvSpPr/>
              <p:nvPr/>
            </p:nvSpPr>
            <p:spPr>
              <a:xfrm>
                <a:off x="70803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8" name="object 665">
                <a:extLst>
                  <a:ext uri="{FF2B5EF4-FFF2-40B4-BE49-F238E27FC236}">
                    <a16:creationId xmlns:a16="http://schemas.microsoft.com/office/drawing/2014/main" id="{95B6683D-334C-4E62-AB6B-C917620DA230}"/>
                  </a:ext>
                </a:extLst>
              </p:cNvPr>
              <p:cNvSpPr/>
              <p:nvPr/>
            </p:nvSpPr>
            <p:spPr>
              <a:xfrm>
                <a:off x="70803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9" name="object 666">
                <a:extLst>
                  <a:ext uri="{FF2B5EF4-FFF2-40B4-BE49-F238E27FC236}">
                    <a16:creationId xmlns:a16="http://schemas.microsoft.com/office/drawing/2014/main" id="{CA259A8C-62B1-49A4-A90D-049774943608}"/>
                  </a:ext>
                </a:extLst>
              </p:cNvPr>
              <p:cNvSpPr/>
              <p:nvPr/>
            </p:nvSpPr>
            <p:spPr>
              <a:xfrm>
                <a:off x="7185545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0" name="object 667">
                <a:extLst>
                  <a:ext uri="{FF2B5EF4-FFF2-40B4-BE49-F238E27FC236}">
                    <a16:creationId xmlns:a16="http://schemas.microsoft.com/office/drawing/2014/main" id="{FD509455-47AB-4925-9D90-864B077F51A7}"/>
                  </a:ext>
                </a:extLst>
              </p:cNvPr>
              <p:cNvSpPr/>
              <p:nvPr/>
            </p:nvSpPr>
            <p:spPr>
              <a:xfrm>
                <a:off x="7185545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1" name="object 668">
                <a:extLst>
                  <a:ext uri="{FF2B5EF4-FFF2-40B4-BE49-F238E27FC236}">
                    <a16:creationId xmlns:a16="http://schemas.microsoft.com/office/drawing/2014/main" id="{79CF8A95-84AB-4DE3-A6CE-28A4037240DB}"/>
                  </a:ext>
                </a:extLst>
              </p:cNvPr>
              <p:cNvSpPr/>
              <p:nvPr/>
            </p:nvSpPr>
            <p:spPr>
              <a:xfrm>
                <a:off x="7291450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2" name="object 669">
                <a:extLst>
                  <a:ext uri="{FF2B5EF4-FFF2-40B4-BE49-F238E27FC236}">
                    <a16:creationId xmlns:a16="http://schemas.microsoft.com/office/drawing/2014/main" id="{01B8801C-6F5D-4666-A59E-D8BBAB17E3EB}"/>
                  </a:ext>
                </a:extLst>
              </p:cNvPr>
              <p:cNvSpPr/>
              <p:nvPr/>
            </p:nvSpPr>
            <p:spPr>
              <a:xfrm>
                <a:off x="7291450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3" name="object 670">
                <a:extLst>
                  <a:ext uri="{FF2B5EF4-FFF2-40B4-BE49-F238E27FC236}">
                    <a16:creationId xmlns:a16="http://schemas.microsoft.com/office/drawing/2014/main" id="{0222550E-D92D-4D73-A923-69C10DE5D4D4}"/>
                  </a:ext>
                </a:extLst>
              </p:cNvPr>
              <p:cNvSpPr/>
              <p:nvPr/>
            </p:nvSpPr>
            <p:spPr>
              <a:xfrm>
                <a:off x="739661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4" name="object 671">
                <a:extLst>
                  <a:ext uri="{FF2B5EF4-FFF2-40B4-BE49-F238E27FC236}">
                    <a16:creationId xmlns:a16="http://schemas.microsoft.com/office/drawing/2014/main" id="{F0740D94-944C-4A63-B6B2-C6AA80001E3E}"/>
                  </a:ext>
                </a:extLst>
              </p:cNvPr>
              <p:cNvSpPr/>
              <p:nvPr/>
            </p:nvSpPr>
            <p:spPr>
              <a:xfrm>
                <a:off x="739661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5" name="object 672">
                <a:extLst>
                  <a:ext uri="{FF2B5EF4-FFF2-40B4-BE49-F238E27FC236}">
                    <a16:creationId xmlns:a16="http://schemas.microsoft.com/office/drawing/2014/main" id="{C87F9F9F-FE4F-48B0-B718-C4A16AE80AB9}"/>
                  </a:ext>
                </a:extLst>
              </p:cNvPr>
              <p:cNvSpPr/>
              <p:nvPr/>
            </p:nvSpPr>
            <p:spPr>
              <a:xfrm>
                <a:off x="750176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6" name="object 673">
                <a:extLst>
                  <a:ext uri="{FF2B5EF4-FFF2-40B4-BE49-F238E27FC236}">
                    <a16:creationId xmlns:a16="http://schemas.microsoft.com/office/drawing/2014/main" id="{75A1D200-5528-4CDA-B015-851168A26D60}"/>
                  </a:ext>
                </a:extLst>
              </p:cNvPr>
              <p:cNvSpPr/>
              <p:nvPr/>
            </p:nvSpPr>
            <p:spPr>
              <a:xfrm>
                <a:off x="750176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7" name="object 674">
                <a:extLst>
                  <a:ext uri="{FF2B5EF4-FFF2-40B4-BE49-F238E27FC236}">
                    <a16:creationId xmlns:a16="http://schemas.microsoft.com/office/drawing/2014/main" id="{2D870CDA-45CA-432F-8C60-DF4E3E381BA9}"/>
                  </a:ext>
                </a:extLst>
              </p:cNvPr>
              <p:cNvSpPr/>
              <p:nvPr/>
            </p:nvSpPr>
            <p:spPr>
              <a:xfrm>
                <a:off x="760693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8" name="object 675">
                <a:extLst>
                  <a:ext uri="{FF2B5EF4-FFF2-40B4-BE49-F238E27FC236}">
                    <a16:creationId xmlns:a16="http://schemas.microsoft.com/office/drawing/2014/main" id="{D775892D-41C9-4781-A216-976331DFB6DC}"/>
                  </a:ext>
                </a:extLst>
              </p:cNvPr>
              <p:cNvSpPr/>
              <p:nvPr/>
            </p:nvSpPr>
            <p:spPr>
              <a:xfrm>
                <a:off x="760693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9" name="object 676">
                <a:extLst>
                  <a:ext uri="{FF2B5EF4-FFF2-40B4-BE49-F238E27FC236}">
                    <a16:creationId xmlns:a16="http://schemas.microsoft.com/office/drawing/2014/main" id="{DBEFD758-9131-495F-A56C-1072D83AD6CA}"/>
                  </a:ext>
                </a:extLst>
              </p:cNvPr>
              <p:cNvSpPr/>
              <p:nvPr/>
            </p:nvSpPr>
            <p:spPr>
              <a:xfrm>
                <a:off x="771207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0" name="object 677">
                <a:extLst>
                  <a:ext uri="{FF2B5EF4-FFF2-40B4-BE49-F238E27FC236}">
                    <a16:creationId xmlns:a16="http://schemas.microsoft.com/office/drawing/2014/main" id="{DF224B09-1044-480D-9413-4F9581004982}"/>
                  </a:ext>
                </a:extLst>
              </p:cNvPr>
              <p:cNvSpPr/>
              <p:nvPr/>
            </p:nvSpPr>
            <p:spPr>
              <a:xfrm>
                <a:off x="771207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1" name="object 678">
                <a:extLst>
                  <a:ext uri="{FF2B5EF4-FFF2-40B4-BE49-F238E27FC236}">
                    <a16:creationId xmlns:a16="http://schemas.microsoft.com/office/drawing/2014/main" id="{9695EA21-8C0D-423A-938E-1F5009741A30}"/>
                  </a:ext>
                </a:extLst>
              </p:cNvPr>
              <p:cNvSpPr/>
              <p:nvPr/>
            </p:nvSpPr>
            <p:spPr>
              <a:xfrm>
                <a:off x="7817243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2" name="object 679">
                <a:extLst>
                  <a:ext uri="{FF2B5EF4-FFF2-40B4-BE49-F238E27FC236}">
                    <a16:creationId xmlns:a16="http://schemas.microsoft.com/office/drawing/2014/main" id="{B79D5631-BCF5-400A-8CB0-3DEC81BC20A1}"/>
                  </a:ext>
                </a:extLst>
              </p:cNvPr>
              <p:cNvSpPr/>
              <p:nvPr/>
            </p:nvSpPr>
            <p:spPr>
              <a:xfrm>
                <a:off x="7817243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3" name="object 680">
                <a:extLst>
                  <a:ext uri="{FF2B5EF4-FFF2-40B4-BE49-F238E27FC236}">
                    <a16:creationId xmlns:a16="http://schemas.microsoft.com/office/drawing/2014/main" id="{A20A22AF-83CE-47E2-90D1-EF9459BF4548}"/>
                  </a:ext>
                </a:extLst>
              </p:cNvPr>
              <p:cNvSpPr/>
              <p:nvPr/>
            </p:nvSpPr>
            <p:spPr>
              <a:xfrm>
                <a:off x="7923148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4" name="object 681">
                <a:extLst>
                  <a:ext uri="{FF2B5EF4-FFF2-40B4-BE49-F238E27FC236}">
                    <a16:creationId xmlns:a16="http://schemas.microsoft.com/office/drawing/2014/main" id="{2B0FE289-BE08-4B25-9B8B-76963AD84699}"/>
                  </a:ext>
                </a:extLst>
              </p:cNvPr>
              <p:cNvSpPr/>
              <p:nvPr/>
            </p:nvSpPr>
            <p:spPr>
              <a:xfrm>
                <a:off x="7923148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5" name="object 682">
                <a:extLst>
                  <a:ext uri="{FF2B5EF4-FFF2-40B4-BE49-F238E27FC236}">
                    <a16:creationId xmlns:a16="http://schemas.microsoft.com/office/drawing/2014/main" id="{D94F2925-6D2C-4366-83E1-1E11F5FE9A80}"/>
                  </a:ext>
                </a:extLst>
              </p:cNvPr>
              <p:cNvSpPr/>
              <p:nvPr/>
            </p:nvSpPr>
            <p:spPr>
              <a:xfrm>
                <a:off x="802831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6" name="object 683">
                <a:extLst>
                  <a:ext uri="{FF2B5EF4-FFF2-40B4-BE49-F238E27FC236}">
                    <a16:creationId xmlns:a16="http://schemas.microsoft.com/office/drawing/2014/main" id="{BB2EC019-0E88-47F1-98F6-A6EE91A59835}"/>
                  </a:ext>
                </a:extLst>
              </p:cNvPr>
              <p:cNvSpPr/>
              <p:nvPr/>
            </p:nvSpPr>
            <p:spPr>
              <a:xfrm>
                <a:off x="802831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7" name="object 684">
                <a:extLst>
                  <a:ext uri="{FF2B5EF4-FFF2-40B4-BE49-F238E27FC236}">
                    <a16:creationId xmlns:a16="http://schemas.microsoft.com/office/drawing/2014/main" id="{F4E7B79B-238A-465E-B312-BF16A1D49518}"/>
                  </a:ext>
                </a:extLst>
              </p:cNvPr>
              <p:cNvSpPr/>
              <p:nvPr/>
            </p:nvSpPr>
            <p:spPr>
              <a:xfrm>
                <a:off x="81334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8" name="object 685">
                <a:extLst>
                  <a:ext uri="{FF2B5EF4-FFF2-40B4-BE49-F238E27FC236}">
                    <a16:creationId xmlns:a16="http://schemas.microsoft.com/office/drawing/2014/main" id="{05297202-7405-4705-A10B-7C129D387269}"/>
                  </a:ext>
                </a:extLst>
              </p:cNvPr>
              <p:cNvSpPr/>
              <p:nvPr/>
            </p:nvSpPr>
            <p:spPr>
              <a:xfrm>
                <a:off x="81334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9" name="object 686">
                <a:extLst>
                  <a:ext uri="{FF2B5EF4-FFF2-40B4-BE49-F238E27FC236}">
                    <a16:creationId xmlns:a16="http://schemas.microsoft.com/office/drawing/2014/main" id="{EF7D6902-67C0-4945-9812-807FDD0D3694}"/>
                  </a:ext>
                </a:extLst>
              </p:cNvPr>
              <p:cNvSpPr/>
              <p:nvPr/>
            </p:nvSpPr>
            <p:spPr>
              <a:xfrm>
                <a:off x="823862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0" name="object 687">
                <a:extLst>
                  <a:ext uri="{FF2B5EF4-FFF2-40B4-BE49-F238E27FC236}">
                    <a16:creationId xmlns:a16="http://schemas.microsoft.com/office/drawing/2014/main" id="{DD38F7CD-FDA6-4D97-B4CE-E8F3A4B07CFB}"/>
                  </a:ext>
                </a:extLst>
              </p:cNvPr>
              <p:cNvSpPr/>
              <p:nvPr/>
            </p:nvSpPr>
            <p:spPr>
              <a:xfrm>
                <a:off x="823862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1" name="object 688">
                <a:extLst>
                  <a:ext uri="{FF2B5EF4-FFF2-40B4-BE49-F238E27FC236}">
                    <a16:creationId xmlns:a16="http://schemas.microsoft.com/office/drawing/2014/main" id="{B9EF1CC4-57E8-4013-BDB6-D62CFFB60B88}"/>
                  </a:ext>
                </a:extLst>
              </p:cNvPr>
              <p:cNvSpPr/>
              <p:nvPr/>
            </p:nvSpPr>
            <p:spPr>
              <a:xfrm>
                <a:off x="83437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2" name="object 689">
                <a:extLst>
                  <a:ext uri="{FF2B5EF4-FFF2-40B4-BE49-F238E27FC236}">
                    <a16:creationId xmlns:a16="http://schemas.microsoft.com/office/drawing/2014/main" id="{E028F1DC-2096-45EB-90AB-4AD2A8748108}"/>
                  </a:ext>
                </a:extLst>
              </p:cNvPr>
              <p:cNvSpPr/>
              <p:nvPr/>
            </p:nvSpPr>
            <p:spPr>
              <a:xfrm>
                <a:off x="83437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3" name="object 690">
                <a:extLst>
                  <a:ext uri="{FF2B5EF4-FFF2-40B4-BE49-F238E27FC236}">
                    <a16:creationId xmlns:a16="http://schemas.microsoft.com/office/drawing/2014/main" id="{F85E6BDC-F2C7-4CD3-914B-FB8CB7967C34}"/>
                  </a:ext>
                </a:extLst>
              </p:cNvPr>
              <p:cNvSpPr/>
              <p:nvPr/>
            </p:nvSpPr>
            <p:spPr>
              <a:xfrm>
                <a:off x="844894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4" name="object 691">
                <a:extLst>
                  <a:ext uri="{FF2B5EF4-FFF2-40B4-BE49-F238E27FC236}">
                    <a16:creationId xmlns:a16="http://schemas.microsoft.com/office/drawing/2014/main" id="{D41DB74B-C0A4-436C-8EF1-495E17351960}"/>
                  </a:ext>
                </a:extLst>
              </p:cNvPr>
              <p:cNvSpPr/>
              <p:nvPr/>
            </p:nvSpPr>
            <p:spPr>
              <a:xfrm>
                <a:off x="844894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5" name="object 692">
                <a:extLst>
                  <a:ext uri="{FF2B5EF4-FFF2-40B4-BE49-F238E27FC236}">
                    <a16:creationId xmlns:a16="http://schemas.microsoft.com/office/drawing/2014/main" id="{85484829-8785-42C2-9945-CECB6E93318B}"/>
                  </a:ext>
                </a:extLst>
              </p:cNvPr>
              <p:cNvSpPr/>
              <p:nvPr/>
            </p:nvSpPr>
            <p:spPr>
              <a:xfrm>
                <a:off x="855484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6" name="object 693">
                <a:extLst>
                  <a:ext uri="{FF2B5EF4-FFF2-40B4-BE49-F238E27FC236}">
                    <a16:creationId xmlns:a16="http://schemas.microsoft.com/office/drawing/2014/main" id="{0F90DBEC-EECF-4C1F-8A07-0F0DD3BA5FEF}"/>
                  </a:ext>
                </a:extLst>
              </p:cNvPr>
              <p:cNvSpPr/>
              <p:nvPr/>
            </p:nvSpPr>
            <p:spPr>
              <a:xfrm>
                <a:off x="855484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7" name="object 694">
                <a:extLst>
                  <a:ext uri="{FF2B5EF4-FFF2-40B4-BE49-F238E27FC236}">
                    <a16:creationId xmlns:a16="http://schemas.microsoft.com/office/drawing/2014/main" id="{BFE003C4-687B-4405-8F6A-8411D223DE46}"/>
                  </a:ext>
                </a:extLst>
              </p:cNvPr>
              <p:cNvSpPr/>
              <p:nvPr/>
            </p:nvSpPr>
            <p:spPr>
              <a:xfrm>
                <a:off x="602806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8" name="object 695">
                <a:extLst>
                  <a:ext uri="{FF2B5EF4-FFF2-40B4-BE49-F238E27FC236}">
                    <a16:creationId xmlns:a16="http://schemas.microsoft.com/office/drawing/2014/main" id="{44F5CEF8-2B6D-475E-8FCD-9E14A86A59F1}"/>
                  </a:ext>
                </a:extLst>
              </p:cNvPr>
              <p:cNvSpPr/>
              <p:nvPr/>
            </p:nvSpPr>
            <p:spPr>
              <a:xfrm>
                <a:off x="602806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9" name="object 696">
                <a:extLst>
                  <a:ext uri="{FF2B5EF4-FFF2-40B4-BE49-F238E27FC236}">
                    <a16:creationId xmlns:a16="http://schemas.microsoft.com/office/drawing/2014/main" id="{BCF1332F-3AED-444A-8E15-B8CC5AD59C03}"/>
                  </a:ext>
                </a:extLst>
              </p:cNvPr>
              <p:cNvSpPr/>
              <p:nvPr/>
            </p:nvSpPr>
            <p:spPr>
              <a:xfrm>
                <a:off x="613322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0" name="object 697">
                <a:extLst>
                  <a:ext uri="{FF2B5EF4-FFF2-40B4-BE49-F238E27FC236}">
                    <a16:creationId xmlns:a16="http://schemas.microsoft.com/office/drawing/2014/main" id="{77487DE2-4A42-4CAB-B046-3289342D67BF}"/>
                  </a:ext>
                </a:extLst>
              </p:cNvPr>
              <p:cNvSpPr/>
              <p:nvPr/>
            </p:nvSpPr>
            <p:spPr>
              <a:xfrm>
                <a:off x="613322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1" name="object 698">
                <a:extLst>
                  <a:ext uri="{FF2B5EF4-FFF2-40B4-BE49-F238E27FC236}">
                    <a16:creationId xmlns:a16="http://schemas.microsoft.com/office/drawing/2014/main" id="{35C2A83A-7ECB-440E-89C7-6112B711099D}"/>
                  </a:ext>
                </a:extLst>
              </p:cNvPr>
              <p:cNvSpPr/>
              <p:nvPr/>
            </p:nvSpPr>
            <p:spPr>
              <a:xfrm>
                <a:off x="623837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2" name="object 699">
                <a:extLst>
                  <a:ext uri="{FF2B5EF4-FFF2-40B4-BE49-F238E27FC236}">
                    <a16:creationId xmlns:a16="http://schemas.microsoft.com/office/drawing/2014/main" id="{89C6568B-3331-4D8B-B213-2917BD72E387}"/>
                  </a:ext>
                </a:extLst>
              </p:cNvPr>
              <p:cNvSpPr/>
              <p:nvPr/>
            </p:nvSpPr>
            <p:spPr>
              <a:xfrm>
                <a:off x="623837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3" name="object 700">
                <a:extLst>
                  <a:ext uri="{FF2B5EF4-FFF2-40B4-BE49-F238E27FC236}">
                    <a16:creationId xmlns:a16="http://schemas.microsoft.com/office/drawing/2014/main" id="{976BBA7B-79C6-408D-B9CF-197A13F17A5E}"/>
                  </a:ext>
                </a:extLst>
              </p:cNvPr>
              <p:cNvSpPr/>
              <p:nvPr/>
            </p:nvSpPr>
            <p:spPr>
              <a:xfrm>
                <a:off x="634353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4" name="object 701">
                <a:extLst>
                  <a:ext uri="{FF2B5EF4-FFF2-40B4-BE49-F238E27FC236}">
                    <a16:creationId xmlns:a16="http://schemas.microsoft.com/office/drawing/2014/main" id="{F2E66BAD-9BA3-408C-95B0-EC86EDB0DF21}"/>
                  </a:ext>
                </a:extLst>
              </p:cNvPr>
              <p:cNvSpPr/>
              <p:nvPr/>
            </p:nvSpPr>
            <p:spPr>
              <a:xfrm>
                <a:off x="634353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5" name="object 702">
                <a:extLst>
                  <a:ext uri="{FF2B5EF4-FFF2-40B4-BE49-F238E27FC236}">
                    <a16:creationId xmlns:a16="http://schemas.microsoft.com/office/drawing/2014/main" id="{D103F54F-A2CC-4FFC-B2A0-F97AD84BB329}"/>
                  </a:ext>
                </a:extLst>
              </p:cNvPr>
              <p:cNvSpPr/>
              <p:nvPr/>
            </p:nvSpPr>
            <p:spPr>
              <a:xfrm>
                <a:off x="644869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6" name="object 703">
                <a:extLst>
                  <a:ext uri="{FF2B5EF4-FFF2-40B4-BE49-F238E27FC236}">
                    <a16:creationId xmlns:a16="http://schemas.microsoft.com/office/drawing/2014/main" id="{B1661785-203A-40EB-B20A-E9557574D518}"/>
                  </a:ext>
                </a:extLst>
              </p:cNvPr>
              <p:cNvSpPr/>
              <p:nvPr/>
            </p:nvSpPr>
            <p:spPr>
              <a:xfrm>
                <a:off x="644869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7" name="object 704">
                <a:extLst>
                  <a:ext uri="{FF2B5EF4-FFF2-40B4-BE49-F238E27FC236}">
                    <a16:creationId xmlns:a16="http://schemas.microsoft.com/office/drawing/2014/main" id="{1A1FDF4C-0BAA-49B8-9F1D-19B609340FFF}"/>
                  </a:ext>
                </a:extLst>
              </p:cNvPr>
              <p:cNvSpPr/>
              <p:nvPr/>
            </p:nvSpPr>
            <p:spPr>
              <a:xfrm>
                <a:off x="655459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8" name="object 705">
                <a:extLst>
                  <a:ext uri="{FF2B5EF4-FFF2-40B4-BE49-F238E27FC236}">
                    <a16:creationId xmlns:a16="http://schemas.microsoft.com/office/drawing/2014/main" id="{372CD8ED-5374-4997-B31E-1A394C7E8F5B}"/>
                  </a:ext>
                </a:extLst>
              </p:cNvPr>
              <p:cNvSpPr/>
              <p:nvPr/>
            </p:nvSpPr>
            <p:spPr>
              <a:xfrm>
                <a:off x="655459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9" name="object 706">
                <a:extLst>
                  <a:ext uri="{FF2B5EF4-FFF2-40B4-BE49-F238E27FC236}">
                    <a16:creationId xmlns:a16="http://schemas.microsoft.com/office/drawing/2014/main" id="{5EB6AE78-17D5-4852-A51E-E99FE63C0FF0}"/>
                  </a:ext>
                </a:extLst>
              </p:cNvPr>
              <p:cNvSpPr/>
              <p:nvPr/>
            </p:nvSpPr>
            <p:spPr>
              <a:xfrm>
                <a:off x="665976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0" name="object 707">
                <a:extLst>
                  <a:ext uri="{FF2B5EF4-FFF2-40B4-BE49-F238E27FC236}">
                    <a16:creationId xmlns:a16="http://schemas.microsoft.com/office/drawing/2014/main" id="{A5F295BD-6313-4BF2-A6D7-7E5365EBC7D7}"/>
                  </a:ext>
                </a:extLst>
              </p:cNvPr>
              <p:cNvSpPr/>
              <p:nvPr/>
            </p:nvSpPr>
            <p:spPr>
              <a:xfrm>
                <a:off x="665976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1" name="object 708">
                <a:extLst>
                  <a:ext uri="{FF2B5EF4-FFF2-40B4-BE49-F238E27FC236}">
                    <a16:creationId xmlns:a16="http://schemas.microsoft.com/office/drawing/2014/main" id="{4F4A0471-955A-469B-AB74-062E556CF1E1}"/>
                  </a:ext>
                </a:extLst>
              </p:cNvPr>
              <p:cNvSpPr/>
              <p:nvPr/>
            </p:nvSpPr>
            <p:spPr>
              <a:xfrm>
                <a:off x="67649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2" name="object 709">
                <a:extLst>
                  <a:ext uri="{FF2B5EF4-FFF2-40B4-BE49-F238E27FC236}">
                    <a16:creationId xmlns:a16="http://schemas.microsoft.com/office/drawing/2014/main" id="{50D4321D-5B20-411A-BD60-4472CC4F5C83}"/>
                  </a:ext>
                </a:extLst>
              </p:cNvPr>
              <p:cNvSpPr/>
              <p:nvPr/>
            </p:nvSpPr>
            <p:spPr>
              <a:xfrm>
                <a:off x="67649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3" name="object 710">
                <a:extLst>
                  <a:ext uri="{FF2B5EF4-FFF2-40B4-BE49-F238E27FC236}">
                    <a16:creationId xmlns:a16="http://schemas.microsoft.com/office/drawing/2014/main" id="{D39078DB-7698-4660-BED8-DEAAE43F2E6B}"/>
                  </a:ext>
                </a:extLst>
              </p:cNvPr>
              <p:cNvSpPr/>
              <p:nvPr/>
            </p:nvSpPr>
            <p:spPr>
              <a:xfrm>
                <a:off x="68700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4" name="object 711">
                <a:extLst>
                  <a:ext uri="{FF2B5EF4-FFF2-40B4-BE49-F238E27FC236}">
                    <a16:creationId xmlns:a16="http://schemas.microsoft.com/office/drawing/2014/main" id="{D3F6413E-69A9-43AE-A16E-89D780062D1C}"/>
                  </a:ext>
                </a:extLst>
              </p:cNvPr>
              <p:cNvSpPr/>
              <p:nvPr/>
            </p:nvSpPr>
            <p:spPr>
              <a:xfrm>
                <a:off x="68700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5" name="object 712">
                <a:extLst>
                  <a:ext uri="{FF2B5EF4-FFF2-40B4-BE49-F238E27FC236}">
                    <a16:creationId xmlns:a16="http://schemas.microsoft.com/office/drawing/2014/main" id="{A7656C4E-6334-4283-837E-35A8A435328C}"/>
                  </a:ext>
                </a:extLst>
              </p:cNvPr>
              <p:cNvSpPr/>
              <p:nvPr/>
            </p:nvSpPr>
            <p:spPr>
              <a:xfrm>
                <a:off x="69752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6" name="object 713">
                <a:extLst>
                  <a:ext uri="{FF2B5EF4-FFF2-40B4-BE49-F238E27FC236}">
                    <a16:creationId xmlns:a16="http://schemas.microsoft.com/office/drawing/2014/main" id="{EDF194C7-D5F9-4D52-A57B-5E6A6A97B05E}"/>
                  </a:ext>
                </a:extLst>
              </p:cNvPr>
              <p:cNvSpPr/>
              <p:nvPr/>
            </p:nvSpPr>
            <p:spPr>
              <a:xfrm>
                <a:off x="69752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7" name="object 714">
                <a:extLst>
                  <a:ext uri="{FF2B5EF4-FFF2-40B4-BE49-F238E27FC236}">
                    <a16:creationId xmlns:a16="http://schemas.microsoft.com/office/drawing/2014/main" id="{361A3A8F-57DC-4D5C-9368-E32CFB7BE476}"/>
                  </a:ext>
                </a:extLst>
              </p:cNvPr>
              <p:cNvSpPr/>
              <p:nvPr/>
            </p:nvSpPr>
            <p:spPr>
              <a:xfrm>
                <a:off x="70803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8" name="object 715">
                <a:extLst>
                  <a:ext uri="{FF2B5EF4-FFF2-40B4-BE49-F238E27FC236}">
                    <a16:creationId xmlns:a16="http://schemas.microsoft.com/office/drawing/2014/main" id="{01B24330-3DBF-4553-ABAF-DBBE38FA2EE8}"/>
                  </a:ext>
                </a:extLst>
              </p:cNvPr>
              <p:cNvSpPr/>
              <p:nvPr/>
            </p:nvSpPr>
            <p:spPr>
              <a:xfrm>
                <a:off x="70803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9" name="object 716">
                <a:extLst>
                  <a:ext uri="{FF2B5EF4-FFF2-40B4-BE49-F238E27FC236}">
                    <a16:creationId xmlns:a16="http://schemas.microsoft.com/office/drawing/2014/main" id="{397A90C7-ADE7-4225-B9FC-40DE5F92B932}"/>
                  </a:ext>
                </a:extLst>
              </p:cNvPr>
              <p:cNvSpPr/>
              <p:nvPr/>
            </p:nvSpPr>
            <p:spPr>
              <a:xfrm>
                <a:off x="7185545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0" name="object 717">
                <a:extLst>
                  <a:ext uri="{FF2B5EF4-FFF2-40B4-BE49-F238E27FC236}">
                    <a16:creationId xmlns:a16="http://schemas.microsoft.com/office/drawing/2014/main" id="{699043FD-CBE6-4B63-B358-CCE653104197}"/>
                  </a:ext>
                </a:extLst>
              </p:cNvPr>
              <p:cNvSpPr/>
              <p:nvPr/>
            </p:nvSpPr>
            <p:spPr>
              <a:xfrm>
                <a:off x="7185545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1" name="object 718">
                <a:extLst>
                  <a:ext uri="{FF2B5EF4-FFF2-40B4-BE49-F238E27FC236}">
                    <a16:creationId xmlns:a16="http://schemas.microsoft.com/office/drawing/2014/main" id="{73FA67A9-21CB-472E-A2D5-239FD37415DE}"/>
                  </a:ext>
                </a:extLst>
              </p:cNvPr>
              <p:cNvSpPr/>
              <p:nvPr/>
            </p:nvSpPr>
            <p:spPr>
              <a:xfrm>
                <a:off x="7291450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2" name="object 719">
                <a:extLst>
                  <a:ext uri="{FF2B5EF4-FFF2-40B4-BE49-F238E27FC236}">
                    <a16:creationId xmlns:a16="http://schemas.microsoft.com/office/drawing/2014/main" id="{594F954A-6465-4AFC-B457-EB78D18EC5A2}"/>
                  </a:ext>
                </a:extLst>
              </p:cNvPr>
              <p:cNvSpPr/>
              <p:nvPr/>
            </p:nvSpPr>
            <p:spPr>
              <a:xfrm>
                <a:off x="7291450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3" name="object 720">
                <a:extLst>
                  <a:ext uri="{FF2B5EF4-FFF2-40B4-BE49-F238E27FC236}">
                    <a16:creationId xmlns:a16="http://schemas.microsoft.com/office/drawing/2014/main" id="{34C1203B-6592-4BA1-9427-ED7EA1FF9ABD}"/>
                  </a:ext>
                </a:extLst>
              </p:cNvPr>
              <p:cNvSpPr/>
              <p:nvPr/>
            </p:nvSpPr>
            <p:spPr>
              <a:xfrm>
                <a:off x="739661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4" name="object 721">
                <a:extLst>
                  <a:ext uri="{FF2B5EF4-FFF2-40B4-BE49-F238E27FC236}">
                    <a16:creationId xmlns:a16="http://schemas.microsoft.com/office/drawing/2014/main" id="{58D37C53-DCFB-4D7E-9102-5E25F2E60851}"/>
                  </a:ext>
                </a:extLst>
              </p:cNvPr>
              <p:cNvSpPr/>
              <p:nvPr/>
            </p:nvSpPr>
            <p:spPr>
              <a:xfrm>
                <a:off x="739661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5" name="object 722">
                <a:extLst>
                  <a:ext uri="{FF2B5EF4-FFF2-40B4-BE49-F238E27FC236}">
                    <a16:creationId xmlns:a16="http://schemas.microsoft.com/office/drawing/2014/main" id="{20990138-6EA9-440F-8D4A-46700A722213}"/>
                  </a:ext>
                </a:extLst>
              </p:cNvPr>
              <p:cNvSpPr/>
              <p:nvPr/>
            </p:nvSpPr>
            <p:spPr>
              <a:xfrm>
                <a:off x="750176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6" name="object 723">
                <a:extLst>
                  <a:ext uri="{FF2B5EF4-FFF2-40B4-BE49-F238E27FC236}">
                    <a16:creationId xmlns:a16="http://schemas.microsoft.com/office/drawing/2014/main" id="{74C388B2-F3CF-44D4-9409-1441F76FC883}"/>
                  </a:ext>
                </a:extLst>
              </p:cNvPr>
              <p:cNvSpPr/>
              <p:nvPr/>
            </p:nvSpPr>
            <p:spPr>
              <a:xfrm>
                <a:off x="750176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7" name="object 724">
                <a:extLst>
                  <a:ext uri="{FF2B5EF4-FFF2-40B4-BE49-F238E27FC236}">
                    <a16:creationId xmlns:a16="http://schemas.microsoft.com/office/drawing/2014/main" id="{6E84B558-4029-49A4-994F-311B140A5044}"/>
                  </a:ext>
                </a:extLst>
              </p:cNvPr>
              <p:cNvSpPr/>
              <p:nvPr/>
            </p:nvSpPr>
            <p:spPr>
              <a:xfrm>
                <a:off x="760693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8" name="object 725">
                <a:extLst>
                  <a:ext uri="{FF2B5EF4-FFF2-40B4-BE49-F238E27FC236}">
                    <a16:creationId xmlns:a16="http://schemas.microsoft.com/office/drawing/2014/main" id="{30F4D32E-3EAD-43E8-B3C5-AA130B549C73}"/>
                  </a:ext>
                </a:extLst>
              </p:cNvPr>
              <p:cNvSpPr/>
              <p:nvPr/>
            </p:nvSpPr>
            <p:spPr>
              <a:xfrm>
                <a:off x="760693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9" name="object 726">
                <a:extLst>
                  <a:ext uri="{FF2B5EF4-FFF2-40B4-BE49-F238E27FC236}">
                    <a16:creationId xmlns:a16="http://schemas.microsoft.com/office/drawing/2014/main" id="{EA69A76A-6F2D-491E-8CE1-946090B3BF6D}"/>
                  </a:ext>
                </a:extLst>
              </p:cNvPr>
              <p:cNvSpPr/>
              <p:nvPr/>
            </p:nvSpPr>
            <p:spPr>
              <a:xfrm>
                <a:off x="771207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0" name="object 727">
                <a:extLst>
                  <a:ext uri="{FF2B5EF4-FFF2-40B4-BE49-F238E27FC236}">
                    <a16:creationId xmlns:a16="http://schemas.microsoft.com/office/drawing/2014/main" id="{19C70F98-E83A-407C-9089-598687EA81B1}"/>
                  </a:ext>
                </a:extLst>
              </p:cNvPr>
              <p:cNvSpPr/>
              <p:nvPr/>
            </p:nvSpPr>
            <p:spPr>
              <a:xfrm>
                <a:off x="771207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1" name="object 728">
                <a:extLst>
                  <a:ext uri="{FF2B5EF4-FFF2-40B4-BE49-F238E27FC236}">
                    <a16:creationId xmlns:a16="http://schemas.microsoft.com/office/drawing/2014/main" id="{3B9064C3-432B-4F4E-8148-3C786F4F7ECC}"/>
                  </a:ext>
                </a:extLst>
              </p:cNvPr>
              <p:cNvSpPr/>
              <p:nvPr/>
            </p:nvSpPr>
            <p:spPr>
              <a:xfrm>
                <a:off x="7817243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2" name="object 729">
                <a:extLst>
                  <a:ext uri="{FF2B5EF4-FFF2-40B4-BE49-F238E27FC236}">
                    <a16:creationId xmlns:a16="http://schemas.microsoft.com/office/drawing/2014/main" id="{D657A8EF-30FC-43A6-A812-BBF1002FA6E4}"/>
                  </a:ext>
                </a:extLst>
              </p:cNvPr>
              <p:cNvSpPr/>
              <p:nvPr/>
            </p:nvSpPr>
            <p:spPr>
              <a:xfrm>
                <a:off x="7817243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3" name="object 730">
                <a:extLst>
                  <a:ext uri="{FF2B5EF4-FFF2-40B4-BE49-F238E27FC236}">
                    <a16:creationId xmlns:a16="http://schemas.microsoft.com/office/drawing/2014/main" id="{37315E03-3720-49B5-80A8-89AF5A7DE8FC}"/>
                  </a:ext>
                </a:extLst>
              </p:cNvPr>
              <p:cNvSpPr/>
              <p:nvPr/>
            </p:nvSpPr>
            <p:spPr>
              <a:xfrm>
                <a:off x="7923148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4" name="object 731">
                <a:extLst>
                  <a:ext uri="{FF2B5EF4-FFF2-40B4-BE49-F238E27FC236}">
                    <a16:creationId xmlns:a16="http://schemas.microsoft.com/office/drawing/2014/main" id="{43F058A4-66C3-42C3-BE1D-8B31DB74F86E}"/>
                  </a:ext>
                </a:extLst>
              </p:cNvPr>
              <p:cNvSpPr/>
              <p:nvPr/>
            </p:nvSpPr>
            <p:spPr>
              <a:xfrm>
                <a:off x="7923148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5" name="object 732">
                <a:extLst>
                  <a:ext uri="{FF2B5EF4-FFF2-40B4-BE49-F238E27FC236}">
                    <a16:creationId xmlns:a16="http://schemas.microsoft.com/office/drawing/2014/main" id="{A0DF00E8-5B9F-488E-8B2B-A372A12F694F}"/>
                  </a:ext>
                </a:extLst>
              </p:cNvPr>
              <p:cNvSpPr/>
              <p:nvPr/>
            </p:nvSpPr>
            <p:spPr>
              <a:xfrm>
                <a:off x="802831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6" name="object 733">
                <a:extLst>
                  <a:ext uri="{FF2B5EF4-FFF2-40B4-BE49-F238E27FC236}">
                    <a16:creationId xmlns:a16="http://schemas.microsoft.com/office/drawing/2014/main" id="{4A827BF2-4DE0-4CDC-990E-04901D1BA35B}"/>
                  </a:ext>
                </a:extLst>
              </p:cNvPr>
              <p:cNvSpPr/>
              <p:nvPr/>
            </p:nvSpPr>
            <p:spPr>
              <a:xfrm>
                <a:off x="802831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7" name="object 734">
                <a:extLst>
                  <a:ext uri="{FF2B5EF4-FFF2-40B4-BE49-F238E27FC236}">
                    <a16:creationId xmlns:a16="http://schemas.microsoft.com/office/drawing/2014/main" id="{4B2F7C54-CAE9-4958-BB47-5560E9440167}"/>
                  </a:ext>
                </a:extLst>
              </p:cNvPr>
              <p:cNvSpPr/>
              <p:nvPr/>
            </p:nvSpPr>
            <p:spPr>
              <a:xfrm>
                <a:off x="81334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8" name="object 735">
                <a:extLst>
                  <a:ext uri="{FF2B5EF4-FFF2-40B4-BE49-F238E27FC236}">
                    <a16:creationId xmlns:a16="http://schemas.microsoft.com/office/drawing/2014/main" id="{CE0020B4-851F-4D17-A1BA-5231BFEFA168}"/>
                  </a:ext>
                </a:extLst>
              </p:cNvPr>
              <p:cNvSpPr/>
              <p:nvPr/>
            </p:nvSpPr>
            <p:spPr>
              <a:xfrm>
                <a:off x="81334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9" name="object 736">
                <a:extLst>
                  <a:ext uri="{FF2B5EF4-FFF2-40B4-BE49-F238E27FC236}">
                    <a16:creationId xmlns:a16="http://schemas.microsoft.com/office/drawing/2014/main" id="{FF091B74-0063-467B-A2AB-0FB8123EB11F}"/>
                  </a:ext>
                </a:extLst>
              </p:cNvPr>
              <p:cNvSpPr/>
              <p:nvPr/>
            </p:nvSpPr>
            <p:spPr>
              <a:xfrm>
                <a:off x="823862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0" name="object 737">
                <a:extLst>
                  <a:ext uri="{FF2B5EF4-FFF2-40B4-BE49-F238E27FC236}">
                    <a16:creationId xmlns:a16="http://schemas.microsoft.com/office/drawing/2014/main" id="{79A9212D-C45A-468C-8366-99934AFA6025}"/>
                  </a:ext>
                </a:extLst>
              </p:cNvPr>
              <p:cNvSpPr/>
              <p:nvPr/>
            </p:nvSpPr>
            <p:spPr>
              <a:xfrm>
                <a:off x="823862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1" name="object 738">
                <a:extLst>
                  <a:ext uri="{FF2B5EF4-FFF2-40B4-BE49-F238E27FC236}">
                    <a16:creationId xmlns:a16="http://schemas.microsoft.com/office/drawing/2014/main" id="{3C8ECA0E-E66F-49CB-83D4-123479A8CBB8}"/>
                  </a:ext>
                </a:extLst>
              </p:cNvPr>
              <p:cNvSpPr/>
              <p:nvPr/>
            </p:nvSpPr>
            <p:spPr>
              <a:xfrm>
                <a:off x="83437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2" name="object 739">
                <a:extLst>
                  <a:ext uri="{FF2B5EF4-FFF2-40B4-BE49-F238E27FC236}">
                    <a16:creationId xmlns:a16="http://schemas.microsoft.com/office/drawing/2014/main" id="{F1761DBD-3EE5-40F1-8E1D-FB0D92C5624B}"/>
                  </a:ext>
                </a:extLst>
              </p:cNvPr>
              <p:cNvSpPr/>
              <p:nvPr/>
            </p:nvSpPr>
            <p:spPr>
              <a:xfrm>
                <a:off x="83437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3" name="object 740">
                <a:extLst>
                  <a:ext uri="{FF2B5EF4-FFF2-40B4-BE49-F238E27FC236}">
                    <a16:creationId xmlns:a16="http://schemas.microsoft.com/office/drawing/2014/main" id="{721688B5-12FE-4075-B9D7-DE0EA41FFEBF}"/>
                  </a:ext>
                </a:extLst>
              </p:cNvPr>
              <p:cNvSpPr/>
              <p:nvPr/>
            </p:nvSpPr>
            <p:spPr>
              <a:xfrm>
                <a:off x="844894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4" name="object 741">
                <a:extLst>
                  <a:ext uri="{FF2B5EF4-FFF2-40B4-BE49-F238E27FC236}">
                    <a16:creationId xmlns:a16="http://schemas.microsoft.com/office/drawing/2014/main" id="{D879EDB0-05C8-45BC-BF91-161DB5AE3CB5}"/>
                  </a:ext>
                </a:extLst>
              </p:cNvPr>
              <p:cNvSpPr/>
              <p:nvPr/>
            </p:nvSpPr>
            <p:spPr>
              <a:xfrm>
                <a:off x="844894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5" name="object 742">
                <a:extLst>
                  <a:ext uri="{FF2B5EF4-FFF2-40B4-BE49-F238E27FC236}">
                    <a16:creationId xmlns:a16="http://schemas.microsoft.com/office/drawing/2014/main" id="{F31A8690-76ED-4271-BC61-BA0973869FA0}"/>
                  </a:ext>
                </a:extLst>
              </p:cNvPr>
              <p:cNvSpPr/>
              <p:nvPr/>
            </p:nvSpPr>
            <p:spPr>
              <a:xfrm>
                <a:off x="855484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6" name="object 743">
                <a:extLst>
                  <a:ext uri="{FF2B5EF4-FFF2-40B4-BE49-F238E27FC236}">
                    <a16:creationId xmlns:a16="http://schemas.microsoft.com/office/drawing/2014/main" id="{FA03427D-73DB-4D57-AB4B-0B98A28AA0AF}"/>
                  </a:ext>
                </a:extLst>
              </p:cNvPr>
              <p:cNvSpPr/>
              <p:nvPr/>
            </p:nvSpPr>
            <p:spPr>
              <a:xfrm>
                <a:off x="855484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7" name="object 744">
                <a:extLst>
                  <a:ext uri="{FF2B5EF4-FFF2-40B4-BE49-F238E27FC236}">
                    <a16:creationId xmlns:a16="http://schemas.microsoft.com/office/drawing/2014/main" id="{9F4DFA4C-65C9-4CDD-BFC4-CF306F27B1D6}"/>
                  </a:ext>
                </a:extLst>
              </p:cNvPr>
              <p:cNvSpPr/>
              <p:nvPr/>
            </p:nvSpPr>
            <p:spPr>
              <a:xfrm>
                <a:off x="602806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8" name="object 745">
                <a:extLst>
                  <a:ext uri="{FF2B5EF4-FFF2-40B4-BE49-F238E27FC236}">
                    <a16:creationId xmlns:a16="http://schemas.microsoft.com/office/drawing/2014/main" id="{22B80D27-343F-4EA5-80BB-1A3A89002515}"/>
                  </a:ext>
                </a:extLst>
              </p:cNvPr>
              <p:cNvSpPr/>
              <p:nvPr/>
            </p:nvSpPr>
            <p:spPr>
              <a:xfrm>
                <a:off x="602806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9" name="object 746">
                <a:extLst>
                  <a:ext uri="{FF2B5EF4-FFF2-40B4-BE49-F238E27FC236}">
                    <a16:creationId xmlns:a16="http://schemas.microsoft.com/office/drawing/2014/main" id="{93503F2B-6329-4426-9C0C-F41CB1AA046F}"/>
                  </a:ext>
                </a:extLst>
              </p:cNvPr>
              <p:cNvSpPr/>
              <p:nvPr/>
            </p:nvSpPr>
            <p:spPr>
              <a:xfrm>
                <a:off x="613322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0" name="object 747">
                <a:extLst>
                  <a:ext uri="{FF2B5EF4-FFF2-40B4-BE49-F238E27FC236}">
                    <a16:creationId xmlns:a16="http://schemas.microsoft.com/office/drawing/2014/main" id="{6EFB3E57-1F50-4FD1-BFCA-A6CCB336B82A}"/>
                  </a:ext>
                </a:extLst>
              </p:cNvPr>
              <p:cNvSpPr/>
              <p:nvPr/>
            </p:nvSpPr>
            <p:spPr>
              <a:xfrm>
                <a:off x="613322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1" name="object 748">
                <a:extLst>
                  <a:ext uri="{FF2B5EF4-FFF2-40B4-BE49-F238E27FC236}">
                    <a16:creationId xmlns:a16="http://schemas.microsoft.com/office/drawing/2014/main" id="{E18833E0-E762-42B4-8D21-3711A3D185F2}"/>
                  </a:ext>
                </a:extLst>
              </p:cNvPr>
              <p:cNvSpPr/>
              <p:nvPr/>
            </p:nvSpPr>
            <p:spPr>
              <a:xfrm>
                <a:off x="623837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2" name="object 749">
                <a:extLst>
                  <a:ext uri="{FF2B5EF4-FFF2-40B4-BE49-F238E27FC236}">
                    <a16:creationId xmlns:a16="http://schemas.microsoft.com/office/drawing/2014/main" id="{BF20B700-A836-4BB2-8E0C-F24AD4CC8A50}"/>
                  </a:ext>
                </a:extLst>
              </p:cNvPr>
              <p:cNvSpPr/>
              <p:nvPr/>
            </p:nvSpPr>
            <p:spPr>
              <a:xfrm>
                <a:off x="623837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3" name="object 750">
                <a:extLst>
                  <a:ext uri="{FF2B5EF4-FFF2-40B4-BE49-F238E27FC236}">
                    <a16:creationId xmlns:a16="http://schemas.microsoft.com/office/drawing/2014/main" id="{C8AFE36E-F7A8-4FA5-9941-CDAD216E0EEB}"/>
                  </a:ext>
                </a:extLst>
              </p:cNvPr>
              <p:cNvSpPr/>
              <p:nvPr/>
            </p:nvSpPr>
            <p:spPr>
              <a:xfrm>
                <a:off x="634353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4" name="object 751">
                <a:extLst>
                  <a:ext uri="{FF2B5EF4-FFF2-40B4-BE49-F238E27FC236}">
                    <a16:creationId xmlns:a16="http://schemas.microsoft.com/office/drawing/2014/main" id="{67D34F75-21D1-4D32-8412-33FCA9F31606}"/>
                  </a:ext>
                </a:extLst>
              </p:cNvPr>
              <p:cNvSpPr/>
              <p:nvPr/>
            </p:nvSpPr>
            <p:spPr>
              <a:xfrm>
                <a:off x="634353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5" name="object 752">
                <a:extLst>
                  <a:ext uri="{FF2B5EF4-FFF2-40B4-BE49-F238E27FC236}">
                    <a16:creationId xmlns:a16="http://schemas.microsoft.com/office/drawing/2014/main" id="{96DBF788-C666-437E-8BEC-E6543827494C}"/>
                  </a:ext>
                </a:extLst>
              </p:cNvPr>
              <p:cNvSpPr/>
              <p:nvPr/>
            </p:nvSpPr>
            <p:spPr>
              <a:xfrm>
                <a:off x="644869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6" name="object 753">
                <a:extLst>
                  <a:ext uri="{FF2B5EF4-FFF2-40B4-BE49-F238E27FC236}">
                    <a16:creationId xmlns:a16="http://schemas.microsoft.com/office/drawing/2014/main" id="{3087559F-31CB-4BC1-A64C-642785C31DD8}"/>
                  </a:ext>
                </a:extLst>
              </p:cNvPr>
              <p:cNvSpPr/>
              <p:nvPr/>
            </p:nvSpPr>
            <p:spPr>
              <a:xfrm>
                <a:off x="644869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7" name="object 754">
                <a:extLst>
                  <a:ext uri="{FF2B5EF4-FFF2-40B4-BE49-F238E27FC236}">
                    <a16:creationId xmlns:a16="http://schemas.microsoft.com/office/drawing/2014/main" id="{C72EE9E2-D122-48AF-8C3D-992EB70F6F43}"/>
                  </a:ext>
                </a:extLst>
              </p:cNvPr>
              <p:cNvSpPr/>
              <p:nvPr/>
            </p:nvSpPr>
            <p:spPr>
              <a:xfrm>
                <a:off x="655459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8" name="object 755">
                <a:extLst>
                  <a:ext uri="{FF2B5EF4-FFF2-40B4-BE49-F238E27FC236}">
                    <a16:creationId xmlns:a16="http://schemas.microsoft.com/office/drawing/2014/main" id="{5D971F67-D36C-4EF4-AA5C-19D41795A6EF}"/>
                  </a:ext>
                </a:extLst>
              </p:cNvPr>
              <p:cNvSpPr/>
              <p:nvPr/>
            </p:nvSpPr>
            <p:spPr>
              <a:xfrm>
                <a:off x="655459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9" name="object 756">
                <a:extLst>
                  <a:ext uri="{FF2B5EF4-FFF2-40B4-BE49-F238E27FC236}">
                    <a16:creationId xmlns:a16="http://schemas.microsoft.com/office/drawing/2014/main" id="{5DA4ED63-4153-40DA-ADC0-9C7B13BF6135}"/>
                  </a:ext>
                </a:extLst>
              </p:cNvPr>
              <p:cNvSpPr/>
              <p:nvPr/>
            </p:nvSpPr>
            <p:spPr>
              <a:xfrm>
                <a:off x="665976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0" name="object 757">
                <a:extLst>
                  <a:ext uri="{FF2B5EF4-FFF2-40B4-BE49-F238E27FC236}">
                    <a16:creationId xmlns:a16="http://schemas.microsoft.com/office/drawing/2014/main" id="{A634B483-C992-4106-A1B7-496A839999A3}"/>
                  </a:ext>
                </a:extLst>
              </p:cNvPr>
              <p:cNvSpPr/>
              <p:nvPr/>
            </p:nvSpPr>
            <p:spPr>
              <a:xfrm>
                <a:off x="665976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1" name="object 758">
                <a:extLst>
                  <a:ext uri="{FF2B5EF4-FFF2-40B4-BE49-F238E27FC236}">
                    <a16:creationId xmlns:a16="http://schemas.microsoft.com/office/drawing/2014/main" id="{D409F8C8-05B5-4542-9BB5-4D56B06D48D6}"/>
                  </a:ext>
                </a:extLst>
              </p:cNvPr>
              <p:cNvSpPr/>
              <p:nvPr/>
            </p:nvSpPr>
            <p:spPr>
              <a:xfrm>
                <a:off x="67649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2" name="object 759">
                <a:extLst>
                  <a:ext uri="{FF2B5EF4-FFF2-40B4-BE49-F238E27FC236}">
                    <a16:creationId xmlns:a16="http://schemas.microsoft.com/office/drawing/2014/main" id="{93F6BBDF-E557-459D-9914-0D0FE0E36EF4}"/>
                  </a:ext>
                </a:extLst>
              </p:cNvPr>
              <p:cNvSpPr/>
              <p:nvPr/>
            </p:nvSpPr>
            <p:spPr>
              <a:xfrm>
                <a:off x="67649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3" name="object 760">
                <a:extLst>
                  <a:ext uri="{FF2B5EF4-FFF2-40B4-BE49-F238E27FC236}">
                    <a16:creationId xmlns:a16="http://schemas.microsoft.com/office/drawing/2014/main" id="{406F91AF-88B9-44C5-8AAD-49AE7A371D37}"/>
                  </a:ext>
                </a:extLst>
              </p:cNvPr>
              <p:cNvSpPr/>
              <p:nvPr/>
            </p:nvSpPr>
            <p:spPr>
              <a:xfrm>
                <a:off x="68700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4" name="object 761">
                <a:extLst>
                  <a:ext uri="{FF2B5EF4-FFF2-40B4-BE49-F238E27FC236}">
                    <a16:creationId xmlns:a16="http://schemas.microsoft.com/office/drawing/2014/main" id="{00434E5B-7AAE-48AE-83DF-EDEB4FF8B26A}"/>
                  </a:ext>
                </a:extLst>
              </p:cNvPr>
              <p:cNvSpPr/>
              <p:nvPr/>
            </p:nvSpPr>
            <p:spPr>
              <a:xfrm>
                <a:off x="68700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5" name="object 762">
                <a:extLst>
                  <a:ext uri="{FF2B5EF4-FFF2-40B4-BE49-F238E27FC236}">
                    <a16:creationId xmlns:a16="http://schemas.microsoft.com/office/drawing/2014/main" id="{EA33441D-F206-4298-AB83-CBD93BECF815}"/>
                  </a:ext>
                </a:extLst>
              </p:cNvPr>
              <p:cNvSpPr/>
              <p:nvPr/>
            </p:nvSpPr>
            <p:spPr>
              <a:xfrm>
                <a:off x="69752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6" name="object 763">
                <a:extLst>
                  <a:ext uri="{FF2B5EF4-FFF2-40B4-BE49-F238E27FC236}">
                    <a16:creationId xmlns:a16="http://schemas.microsoft.com/office/drawing/2014/main" id="{AB9DFC7B-5A6B-474B-8E70-759A120B23EA}"/>
                  </a:ext>
                </a:extLst>
              </p:cNvPr>
              <p:cNvSpPr/>
              <p:nvPr/>
            </p:nvSpPr>
            <p:spPr>
              <a:xfrm>
                <a:off x="69752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7" name="object 764">
                <a:extLst>
                  <a:ext uri="{FF2B5EF4-FFF2-40B4-BE49-F238E27FC236}">
                    <a16:creationId xmlns:a16="http://schemas.microsoft.com/office/drawing/2014/main" id="{AE8424F7-A1D9-41E8-B91D-C190B7924C63}"/>
                  </a:ext>
                </a:extLst>
              </p:cNvPr>
              <p:cNvSpPr/>
              <p:nvPr/>
            </p:nvSpPr>
            <p:spPr>
              <a:xfrm>
                <a:off x="70803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8" name="object 765">
                <a:extLst>
                  <a:ext uri="{FF2B5EF4-FFF2-40B4-BE49-F238E27FC236}">
                    <a16:creationId xmlns:a16="http://schemas.microsoft.com/office/drawing/2014/main" id="{255E1B55-7F5E-46D0-A12A-39083ADF794F}"/>
                  </a:ext>
                </a:extLst>
              </p:cNvPr>
              <p:cNvSpPr/>
              <p:nvPr/>
            </p:nvSpPr>
            <p:spPr>
              <a:xfrm>
                <a:off x="70803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9" name="object 766">
                <a:extLst>
                  <a:ext uri="{FF2B5EF4-FFF2-40B4-BE49-F238E27FC236}">
                    <a16:creationId xmlns:a16="http://schemas.microsoft.com/office/drawing/2014/main" id="{FD4FCF5A-1BB9-4876-9A31-6BCCAC4035DE}"/>
                  </a:ext>
                </a:extLst>
              </p:cNvPr>
              <p:cNvSpPr/>
              <p:nvPr/>
            </p:nvSpPr>
            <p:spPr>
              <a:xfrm>
                <a:off x="7185545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0" name="object 767">
                <a:extLst>
                  <a:ext uri="{FF2B5EF4-FFF2-40B4-BE49-F238E27FC236}">
                    <a16:creationId xmlns:a16="http://schemas.microsoft.com/office/drawing/2014/main" id="{B75C1599-09E6-49E6-9CBA-778A81B217A4}"/>
                  </a:ext>
                </a:extLst>
              </p:cNvPr>
              <p:cNvSpPr/>
              <p:nvPr/>
            </p:nvSpPr>
            <p:spPr>
              <a:xfrm>
                <a:off x="7185545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1" name="object 768">
                <a:extLst>
                  <a:ext uri="{FF2B5EF4-FFF2-40B4-BE49-F238E27FC236}">
                    <a16:creationId xmlns:a16="http://schemas.microsoft.com/office/drawing/2014/main" id="{F4804179-744E-4F39-AD67-0318E7CC052C}"/>
                  </a:ext>
                </a:extLst>
              </p:cNvPr>
              <p:cNvSpPr/>
              <p:nvPr/>
            </p:nvSpPr>
            <p:spPr>
              <a:xfrm>
                <a:off x="7291450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2" name="object 769">
                <a:extLst>
                  <a:ext uri="{FF2B5EF4-FFF2-40B4-BE49-F238E27FC236}">
                    <a16:creationId xmlns:a16="http://schemas.microsoft.com/office/drawing/2014/main" id="{4EA62E00-8823-4E48-886F-7583BCA24E96}"/>
                  </a:ext>
                </a:extLst>
              </p:cNvPr>
              <p:cNvSpPr/>
              <p:nvPr/>
            </p:nvSpPr>
            <p:spPr>
              <a:xfrm>
                <a:off x="7291450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3" name="object 770">
                <a:extLst>
                  <a:ext uri="{FF2B5EF4-FFF2-40B4-BE49-F238E27FC236}">
                    <a16:creationId xmlns:a16="http://schemas.microsoft.com/office/drawing/2014/main" id="{BD0E69D4-07A9-4535-9BE1-6F46B1C5DD37}"/>
                  </a:ext>
                </a:extLst>
              </p:cNvPr>
              <p:cNvSpPr/>
              <p:nvPr/>
            </p:nvSpPr>
            <p:spPr>
              <a:xfrm>
                <a:off x="739661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4" name="object 771">
                <a:extLst>
                  <a:ext uri="{FF2B5EF4-FFF2-40B4-BE49-F238E27FC236}">
                    <a16:creationId xmlns:a16="http://schemas.microsoft.com/office/drawing/2014/main" id="{729A9422-9B17-4E12-821D-EC76DE867A1C}"/>
                  </a:ext>
                </a:extLst>
              </p:cNvPr>
              <p:cNvSpPr/>
              <p:nvPr/>
            </p:nvSpPr>
            <p:spPr>
              <a:xfrm>
                <a:off x="739661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5" name="object 772">
                <a:extLst>
                  <a:ext uri="{FF2B5EF4-FFF2-40B4-BE49-F238E27FC236}">
                    <a16:creationId xmlns:a16="http://schemas.microsoft.com/office/drawing/2014/main" id="{6F533574-933A-4B12-8C8B-CC9E4D700A4E}"/>
                  </a:ext>
                </a:extLst>
              </p:cNvPr>
              <p:cNvSpPr/>
              <p:nvPr/>
            </p:nvSpPr>
            <p:spPr>
              <a:xfrm>
                <a:off x="750176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6" name="object 773">
                <a:extLst>
                  <a:ext uri="{FF2B5EF4-FFF2-40B4-BE49-F238E27FC236}">
                    <a16:creationId xmlns:a16="http://schemas.microsoft.com/office/drawing/2014/main" id="{41BBAA99-2AC4-4EE8-AA3B-BCFC13F9F4DB}"/>
                  </a:ext>
                </a:extLst>
              </p:cNvPr>
              <p:cNvSpPr/>
              <p:nvPr/>
            </p:nvSpPr>
            <p:spPr>
              <a:xfrm>
                <a:off x="750176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7" name="object 774">
                <a:extLst>
                  <a:ext uri="{FF2B5EF4-FFF2-40B4-BE49-F238E27FC236}">
                    <a16:creationId xmlns:a16="http://schemas.microsoft.com/office/drawing/2014/main" id="{CA7E0A5E-F035-40A9-92FB-961B8F23A77D}"/>
                  </a:ext>
                </a:extLst>
              </p:cNvPr>
              <p:cNvSpPr/>
              <p:nvPr/>
            </p:nvSpPr>
            <p:spPr>
              <a:xfrm>
                <a:off x="760693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8" name="object 775">
                <a:extLst>
                  <a:ext uri="{FF2B5EF4-FFF2-40B4-BE49-F238E27FC236}">
                    <a16:creationId xmlns:a16="http://schemas.microsoft.com/office/drawing/2014/main" id="{0D73A196-4728-4752-9B5D-7F4395C2958B}"/>
                  </a:ext>
                </a:extLst>
              </p:cNvPr>
              <p:cNvSpPr/>
              <p:nvPr/>
            </p:nvSpPr>
            <p:spPr>
              <a:xfrm>
                <a:off x="760693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9" name="object 776">
                <a:extLst>
                  <a:ext uri="{FF2B5EF4-FFF2-40B4-BE49-F238E27FC236}">
                    <a16:creationId xmlns:a16="http://schemas.microsoft.com/office/drawing/2014/main" id="{EF292FB8-5065-4307-B42B-4ECA6CA43431}"/>
                  </a:ext>
                </a:extLst>
              </p:cNvPr>
              <p:cNvSpPr/>
              <p:nvPr/>
            </p:nvSpPr>
            <p:spPr>
              <a:xfrm>
                <a:off x="771207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0" name="object 777">
                <a:extLst>
                  <a:ext uri="{FF2B5EF4-FFF2-40B4-BE49-F238E27FC236}">
                    <a16:creationId xmlns:a16="http://schemas.microsoft.com/office/drawing/2014/main" id="{7B59BA77-A3B6-46EE-BC13-AE16164D4B90}"/>
                  </a:ext>
                </a:extLst>
              </p:cNvPr>
              <p:cNvSpPr/>
              <p:nvPr/>
            </p:nvSpPr>
            <p:spPr>
              <a:xfrm>
                <a:off x="771207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1" name="object 778">
                <a:extLst>
                  <a:ext uri="{FF2B5EF4-FFF2-40B4-BE49-F238E27FC236}">
                    <a16:creationId xmlns:a16="http://schemas.microsoft.com/office/drawing/2014/main" id="{04944AAD-A5A9-4FAF-A278-B4C567568FFF}"/>
                  </a:ext>
                </a:extLst>
              </p:cNvPr>
              <p:cNvSpPr/>
              <p:nvPr/>
            </p:nvSpPr>
            <p:spPr>
              <a:xfrm>
                <a:off x="7817243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2" name="object 779">
                <a:extLst>
                  <a:ext uri="{FF2B5EF4-FFF2-40B4-BE49-F238E27FC236}">
                    <a16:creationId xmlns:a16="http://schemas.microsoft.com/office/drawing/2014/main" id="{D14A8BA1-5D94-46E9-B6EA-17A38CE3B43E}"/>
                  </a:ext>
                </a:extLst>
              </p:cNvPr>
              <p:cNvSpPr/>
              <p:nvPr/>
            </p:nvSpPr>
            <p:spPr>
              <a:xfrm>
                <a:off x="7817243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3" name="object 780">
                <a:extLst>
                  <a:ext uri="{FF2B5EF4-FFF2-40B4-BE49-F238E27FC236}">
                    <a16:creationId xmlns:a16="http://schemas.microsoft.com/office/drawing/2014/main" id="{F7FA1322-9B6F-47E2-9A65-43D642FD2CBF}"/>
                  </a:ext>
                </a:extLst>
              </p:cNvPr>
              <p:cNvSpPr/>
              <p:nvPr/>
            </p:nvSpPr>
            <p:spPr>
              <a:xfrm>
                <a:off x="7923148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4" name="object 781">
                <a:extLst>
                  <a:ext uri="{FF2B5EF4-FFF2-40B4-BE49-F238E27FC236}">
                    <a16:creationId xmlns:a16="http://schemas.microsoft.com/office/drawing/2014/main" id="{97B89871-4EC9-4B6E-B367-36DA499371BB}"/>
                  </a:ext>
                </a:extLst>
              </p:cNvPr>
              <p:cNvSpPr/>
              <p:nvPr/>
            </p:nvSpPr>
            <p:spPr>
              <a:xfrm>
                <a:off x="7923148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5" name="object 782">
                <a:extLst>
                  <a:ext uri="{FF2B5EF4-FFF2-40B4-BE49-F238E27FC236}">
                    <a16:creationId xmlns:a16="http://schemas.microsoft.com/office/drawing/2014/main" id="{BA2465FD-1C67-4996-9762-F0D33969DAA2}"/>
                  </a:ext>
                </a:extLst>
              </p:cNvPr>
              <p:cNvSpPr/>
              <p:nvPr/>
            </p:nvSpPr>
            <p:spPr>
              <a:xfrm>
                <a:off x="802831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6" name="object 783">
                <a:extLst>
                  <a:ext uri="{FF2B5EF4-FFF2-40B4-BE49-F238E27FC236}">
                    <a16:creationId xmlns:a16="http://schemas.microsoft.com/office/drawing/2014/main" id="{98B14E9F-7581-469C-B4B0-21214A536142}"/>
                  </a:ext>
                </a:extLst>
              </p:cNvPr>
              <p:cNvSpPr/>
              <p:nvPr/>
            </p:nvSpPr>
            <p:spPr>
              <a:xfrm>
                <a:off x="802831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7" name="object 784">
                <a:extLst>
                  <a:ext uri="{FF2B5EF4-FFF2-40B4-BE49-F238E27FC236}">
                    <a16:creationId xmlns:a16="http://schemas.microsoft.com/office/drawing/2014/main" id="{EF85A01F-C236-49EC-9748-8630641CE3B8}"/>
                  </a:ext>
                </a:extLst>
              </p:cNvPr>
              <p:cNvSpPr/>
              <p:nvPr/>
            </p:nvSpPr>
            <p:spPr>
              <a:xfrm>
                <a:off x="81334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8" name="object 785">
                <a:extLst>
                  <a:ext uri="{FF2B5EF4-FFF2-40B4-BE49-F238E27FC236}">
                    <a16:creationId xmlns:a16="http://schemas.microsoft.com/office/drawing/2014/main" id="{F69E41B2-4FFC-4E1F-8496-39C90C32E54A}"/>
                  </a:ext>
                </a:extLst>
              </p:cNvPr>
              <p:cNvSpPr/>
              <p:nvPr/>
            </p:nvSpPr>
            <p:spPr>
              <a:xfrm>
                <a:off x="81334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9" name="object 786">
                <a:extLst>
                  <a:ext uri="{FF2B5EF4-FFF2-40B4-BE49-F238E27FC236}">
                    <a16:creationId xmlns:a16="http://schemas.microsoft.com/office/drawing/2014/main" id="{15CB8E85-1C13-492B-82F9-B0B0E25C4AF4}"/>
                  </a:ext>
                </a:extLst>
              </p:cNvPr>
              <p:cNvSpPr/>
              <p:nvPr/>
            </p:nvSpPr>
            <p:spPr>
              <a:xfrm>
                <a:off x="823862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0" name="object 787">
                <a:extLst>
                  <a:ext uri="{FF2B5EF4-FFF2-40B4-BE49-F238E27FC236}">
                    <a16:creationId xmlns:a16="http://schemas.microsoft.com/office/drawing/2014/main" id="{A482677E-B464-4195-9DED-B66B0EF44EE8}"/>
                  </a:ext>
                </a:extLst>
              </p:cNvPr>
              <p:cNvSpPr/>
              <p:nvPr/>
            </p:nvSpPr>
            <p:spPr>
              <a:xfrm>
                <a:off x="823862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1" name="object 788">
                <a:extLst>
                  <a:ext uri="{FF2B5EF4-FFF2-40B4-BE49-F238E27FC236}">
                    <a16:creationId xmlns:a16="http://schemas.microsoft.com/office/drawing/2014/main" id="{19EA912F-AF9D-41EB-AFFE-5D28E31C7755}"/>
                  </a:ext>
                </a:extLst>
              </p:cNvPr>
              <p:cNvSpPr/>
              <p:nvPr/>
            </p:nvSpPr>
            <p:spPr>
              <a:xfrm>
                <a:off x="83437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2" name="object 789">
                <a:extLst>
                  <a:ext uri="{FF2B5EF4-FFF2-40B4-BE49-F238E27FC236}">
                    <a16:creationId xmlns:a16="http://schemas.microsoft.com/office/drawing/2014/main" id="{0ED92BA1-02C2-4488-B348-D7F67F43B641}"/>
                  </a:ext>
                </a:extLst>
              </p:cNvPr>
              <p:cNvSpPr/>
              <p:nvPr/>
            </p:nvSpPr>
            <p:spPr>
              <a:xfrm>
                <a:off x="83437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3" name="object 790">
                <a:extLst>
                  <a:ext uri="{FF2B5EF4-FFF2-40B4-BE49-F238E27FC236}">
                    <a16:creationId xmlns:a16="http://schemas.microsoft.com/office/drawing/2014/main" id="{330C68F8-8113-46DC-837F-C0218C2F7107}"/>
                  </a:ext>
                </a:extLst>
              </p:cNvPr>
              <p:cNvSpPr/>
              <p:nvPr/>
            </p:nvSpPr>
            <p:spPr>
              <a:xfrm>
                <a:off x="844894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4" name="object 791">
                <a:extLst>
                  <a:ext uri="{FF2B5EF4-FFF2-40B4-BE49-F238E27FC236}">
                    <a16:creationId xmlns:a16="http://schemas.microsoft.com/office/drawing/2014/main" id="{916BAE9B-5E1A-4D16-B346-5C477A13A243}"/>
                  </a:ext>
                </a:extLst>
              </p:cNvPr>
              <p:cNvSpPr/>
              <p:nvPr/>
            </p:nvSpPr>
            <p:spPr>
              <a:xfrm>
                <a:off x="844894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5" name="object 792">
                <a:extLst>
                  <a:ext uri="{FF2B5EF4-FFF2-40B4-BE49-F238E27FC236}">
                    <a16:creationId xmlns:a16="http://schemas.microsoft.com/office/drawing/2014/main" id="{C23C2F3B-FA62-4137-B84D-2EB9FA45B6AA}"/>
                  </a:ext>
                </a:extLst>
              </p:cNvPr>
              <p:cNvSpPr/>
              <p:nvPr/>
            </p:nvSpPr>
            <p:spPr>
              <a:xfrm>
                <a:off x="855484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6" name="object 793">
                <a:extLst>
                  <a:ext uri="{FF2B5EF4-FFF2-40B4-BE49-F238E27FC236}">
                    <a16:creationId xmlns:a16="http://schemas.microsoft.com/office/drawing/2014/main" id="{1C7BB823-03A4-444F-AA43-FDBC3C237784}"/>
                  </a:ext>
                </a:extLst>
              </p:cNvPr>
              <p:cNvSpPr/>
              <p:nvPr/>
            </p:nvSpPr>
            <p:spPr>
              <a:xfrm>
                <a:off x="855484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7" name="object 794">
                <a:extLst>
                  <a:ext uri="{FF2B5EF4-FFF2-40B4-BE49-F238E27FC236}">
                    <a16:creationId xmlns:a16="http://schemas.microsoft.com/office/drawing/2014/main" id="{6D9DFB28-2219-4632-8631-1ED81204C72E}"/>
                  </a:ext>
                </a:extLst>
              </p:cNvPr>
              <p:cNvSpPr/>
              <p:nvPr/>
            </p:nvSpPr>
            <p:spPr>
              <a:xfrm>
                <a:off x="602806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8" name="object 795">
                <a:extLst>
                  <a:ext uri="{FF2B5EF4-FFF2-40B4-BE49-F238E27FC236}">
                    <a16:creationId xmlns:a16="http://schemas.microsoft.com/office/drawing/2014/main" id="{2A5778E4-C9C2-4EAE-B621-A681D2C551FC}"/>
                  </a:ext>
                </a:extLst>
              </p:cNvPr>
              <p:cNvSpPr/>
              <p:nvPr/>
            </p:nvSpPr>
            <p:spPr>
              <a:xfrm>
                <a:off x="602806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9" name="object 796">
                <a:extLst>
                  <a:ext uri="{FF2B5EF4-FFF2-40B4-BE49-F238E27FC236}">
                    <a16:creationId xmlns:a16="http://schemas.microsoft.com/office/drawing/2014/main" id="{8A6AC9E8-90AD-42C4-9B45-760FB91CF84E}"/>
                  </a:ext>
                </a:extLst>
              </p:cNvPr>
              <p:cNvSpPr/>
              <p:nvPr/>
            </p:nvSpPr>
            <p:spPr>
              <a:xfrm>
                <a:off x="613322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0" name="object 797">
                <a:extLst>
                  <a:ext uri="{FF2B5EF4-FFF2-40B4-BE49-F238E27FC236}">
                    <a16:creationId xmlns:a16="http://schemas.microsoft.com/office/drawing/2014/main" id="{21374350-C994-4A84-86FE-74291BF1CF17}"/>
                  </a:ext>
                </a:extLst>
              </p:cNvPr>
              <p:cNvSpPr/>
              <p:nvPr/>
            </p:nvSpPr>
            <p:spPr>
              <a:xfrm>
                <a:off x="613322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1" name="object 798">
                <a:extLst>
                  <a:ext uri="{FF2B5EF4-FFF2-40B4-BE49-F238E27FC236}">
                    <a16:creationId xmlns:a16="http://schemas.microsoft.com/office/drawing/2014/main" id="{70A3B2BB-4580-438E-8157-8702C73AF2FC}"/>
                  </a:ext>
                </a:extLst>
              </p:cNvPr>
              <p:cNvSpPr/>
              <p:nvPr/>
            </p:nvSpPr>
            <p:spPr>
              <a:xfrm>
                <a:off x="623837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2" name="object 799">
                <a:extLst>
                  <a:ext uri="{FF2B5EF4-FFF2-40B4-BE49-F238E27FC236}">
                    <a16:creationId xmlns:a16="http://schemas.microsoft.com/office/drawing/2014/main" id="{73999F24-773C-4AB1-A861-D2724AAA66E2}"/>
                  </a:ext>
                </a:extLst>
              </p:cNvPr>
              <p:cNvSpPr/>
              <p:nvPr/>
            </p:nvSpPr>
            <p:spPr>
              <a:xfrm>
                <a:off x="623837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3" name="object 800">
                <a:extLst>
                  <a:ext uri="{FF2B5EF4-FFF2-40B4-BE49-F238E27FC236}">
                    <a16:creationId xmlns:a16="http://schemas.microsoft.com/office/drawing/2014/main" id="{60672EBA-E557-4941-A569-615649DB89B7}"/>
                  </a:ext>
                </a:extLst>
              </p:cNvPr>
              <p:cNvSpPr/>
              <p:nvPr/>
            </p:nvSpPr>
            <p:spPr>
              <a:xfrm>
                <a:off x="634353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4" name="object 801">
                <a:extLst>
                  <a:ext uri="{FF2B5EF4-FFF2-40B4-BE49-F238E27FC236}">
                    <a16:creationId xmlns:a16="http://schemas.microsoft.com/office/drawing/2014/main" id="{4181B2F6-B0EE-4D87-A310-B76A6618B7FD}"/>
                  </a:ext>
                </a:extLst>
              </p:cNvPr>
              <p:cNvSpPr/>
              <p:nvPr/>
            </p:nvSpPr>
            <p:spPr>
              <a:xfrm>
                <a:off x="634353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5" name="object 802">
                <a:extLst>
                  <a:ext uri="{FF2B5EF4-FFF2-40B4-BE49-F238E27FC236}">
                    <a16:creationId xmlns:a16="http://schemas.microsoft.com/office/drawing/2014/main" id="{785CBB82-7744-4DEB-87F3-9275FD9A2D02}"/>
                  </a:ext>
                </a:extLst>
              </p:cNvPr>
              <p:cNvSpPr/>
              <p:nvPr/>
            </p:nvSpPr>
            <p:spPr>
              <a:xfrm>
                <a:off x="644869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6" name="object 803">
                <a:extLst>
                  <a:ext uri="{FF2B5EF4-FFF2-40B4-BE49-F238E27FC236}">
                    <a16:creationId xmlns:a16="http://schemas.microsoft.com/office/drawing/2014/main" id="{C199E21A-906F-4218-810F-94C7F40F6016}"/>
                  </a:ext>
                </a:extLst>
              </p:cNvPr>
              <p:cNvSpPr/>
              <p:nvPr/>
            </p:nvSpPr>
            <p:spPr>
              <a:xfrm>
                <a:off x="644869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7" name="object 804">
                <a:extLst>
                  <a:ext uri="{FF2B5EF4-FFF2-40B4-BE49-F238E27FC236}">
                    <a16:creationId xmlns:a16="http://schemas.microsoft.com/office/drawing/2014/main" id="{F88040CE-59EC-44A1-A841-7682F6CC51DE}"/>
                  </a:ext>
                </a:extLst>
              </p:cNvPr>
              <p:cNvSpPr/>
              <p:nvPr/>
            </p:nvSpPr>
            <p:spPr>
              <a:xfrm>
                <a:off x="655459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8" name="object 805">
                <a:extLst>
                  <a:ext uri="{FF2B5EF4-FFF2-40B4-BE49-F238E27FC236}">
                    <a16:creationId xmlns:a16="http://schemas.microsoft.com/office/drawing/2014/main" id="{100D3F1E-6AA7-4292-B904-E88C6DF96E74}"/>
                  </a:ext>
                </a:extLst>
              </p:cNvPr>
              <p:cNvSpPr/>
              <p:nvPr/>
            </p:nvSpPr>
            <p:spPr>
              <a:xfrm>
                <a:off x="655459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9" name="object 806">
                <a:extLst>
                  <a:ext uri="{FF2B5EF4-FFF2-40B4-BE49-F238E27FC236}">
                    <a16:creationId xmlns:a16="http://schemas.microsoft.com/office/drawing/2014/main" id="{8A876651-7EC7-4BDF-80C7-F1D1CC65A965}"/>
                  </a:ext>
                </a:extLst>
              </p:cNvPr>
              <p:cNvSpPr/>
              <p:nvPr/>
            </p:nvSpPr>
            <p:spPr>
              <a:xfrm>
                <a:off x="665976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0" name="object 807">
                <a:extLst>
                  <a:ext uri="{FF2B5EF4-FFF2-40B4-BE49-F238E27FC236}">
                    <a16:creationId xmlns:a16="http://schemas.microsoft.com/office/drawing/2014/main" id="{A9C36C84-B89D-4EB8-A2E2-7556CCABF8E4}"/>
                  </a:ext>
                </a:extLst>
              </p:cNvPr>
              <p:cNvSpPr/>
              <p:nvPr/>
            </p:nvSpPr>
            <p:spPr>
              <a:xfrm>
                <a:off x="665976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1" name="object 808">
                <a:extLst>
                  <a:ext uri="{FF2B5EF4-FFF2-40B4-BE49-F238E27FC236}">
                    <a16:creationId xmlns:a16="http://schemas.microsoft.com/office/drawing/2014/main" id="{D9709C48-4FE0-447F-860E-4F44E077CFCB}"/>
                  </a:ext>
                </a:extLst>
              </p:cNvPr>
              <p:cNvSpPr/>
              <p:nvPr/>
            </p:nvSpPr>
            <p:spPr>
              <a:xfrm>
                <a:off x="67649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2" name="object 809">
                <a:extLst>
                  <a:ext uri="{FF2B5EF4-FFF2-40B4-BE49-F238E27FC236}">
                    <a16:creationId xmlns:a16="http://schemas.microsoft.com/office/drawing/2014/main" id="{BB2BF228-0ABF-4123-9370-C1C4C2195150}"/>
                  </a:ext>
                </a:extLst>
              </p:cNvPr>
              <p:cNvSpPr/>
              <p:nvPr/>
            </p:nvSpPr>
            <p:spPr>
              <a:xfrm>
                <a:off x="67649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3" name="object 810">
                <a:extLst>
                  <a:ext uri="{FF2B5EF4-FFF2-40B4-BE49-F238E27FC236}">
                    <a16:creationId xmlns:a16="http://schemas.microsoft.com/office/drawing/2014/main" id="{7367D9F7-B989-4E00-A18C-A108950F4F6A}"/>
                  </a:ext>
                </a:extLst>
              </p:cNvPr>
              <p:cNvSpPr/>
              <p:nvPr/>
            </p:nvSpPr>
            <p:spPr>
              <a:xfrm>
                <a:off x="68700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4" name="object 811">
                <a:extLst>
                  <a:ext uri="{FF2B5EF4-FFF2-40B4-BE49-F238E27FC236}">
                    <a16:creationId xmlns:a16="http://schemas.microsoft.com/office/drawing/2014/main" id="{AEDE44DB-E0E9-4188-B142-ED7EA61B51BB}"/>
                  </a:ext>
                </a:extLst>
              </p:cNvPr>
              <p:cNvSpPr/>
              <p:nvPr/>
            </p:nvSpPr>
            <p:spPr>
              <a:xfrm>
                <a:off x="68700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5" name="object 812">
                <a:extLst>
                  <a:ext uri="{FF2B5EF4-FFF2-40B4-BE49-F238E27FC236}">
                    <a16:creationId xmlns:a16="http://schemas.microsoft.com/office/drawing/2014/main" id="{CBDC4B88-F6BE-4719-A247-31202B6A815D}"/>
                  </a:ext>
                </a:extLst>
              </p:cNvPr>
              <p:cNvSpPr/>
              <p:nvPr/>
            </p:nvSpPr>
            <p:spPr>
              <a:xfrm>
                <a:off x="69752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6" name="object 813">
                <a:extLst>
                  <a:ext uri="{FF2B5EF4-FFF2-40B4-BE49-F238E27FC236}">
                    <a16:creationId xmlns:a16="http://schemas.microsoft.com/office/drawing/2014/main" id="{6B500780-F702-470C-94D2-C3D1E49CC42B}"/>
                  </a:ext>
                </a:extLst>
              </p:cNvPr>
              <p:cNvSpPr/>
              <p:nvPr/>
            </p:nvSpPr>
            <p:spPr>
              <a:xfrm>
                <a:off x="69752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7" name="object 814">
                <a:extLst>
                  <a:ext uri="{FF2B5EF4-FFF2-40B4-BE49-F238E27FC236}">
                    <a16:creationId xmlns:a16="http://schemas.microsoft.com/office/drawing/2014/main" id="{9D6AFD6E-1830-4205-B786-0A84821AD77C}"/>
                  </a:ext>
                </a:extLst>
              </p:cNvPr>
              <p:cNvSpPr/>
              <p:nvPr/>
            </p:nvSpPr>
            <p:spPr>
              <a:xfrm>
                <a:off x="70803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8" name="object 815">
                <a:extLst>
                  <a:ext uri="{FF2B5EF4-FFF2-40B4-BE49-F238E27FC236}">
                    <a16:creationId xmlns:a16="http://schemas.microsoft.com/office/drawing/2014/main" id="{FC2A7D07-7E9C-40AA-82DF-E9C30804624E}"/>
                  </a:ext>
                </a:extLst>
              </p:cNvPr>
              <p:cNvSpPr/>
              <p:nvPr/>
            </p:nvSpPr>
            <p:spPr>
              <a:xfrm>
                <a:off x="70803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9" name="object 816">
                <a:extLst>
                  <a:ext uri="{FF2B5EF4-FFF2-40B4-BE49-F238E27FC236}">
                    <a16:creationId xmlns:a16="http://schemas.microsoft.com/office/drawing/2014/main" id="{600C690D-F126-427F-BE44-B9964E3A2BD3}"/>
                  </a:ext>
                </a:extLst>
              </p:cNvPr>
              <p:cNvSpPr/>
              <p:nvPr/>
            </p:nvSpPr>
            <p:spPr>
              <a:xfrm>
                <a:off x="7185545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0" name="object 817">
                <a:extLst>
                  <a:ext uri="{FF2B5EF4-FFF2-40B4-BE49-F238E27FC236}">
                    <a16:creationId xmlns:a16="http://schemas.microsoft.com/office/drawing/2014/main" id="{E7A41427-CC47-4003-8197-7C0AD206E405}"/>
                  </a:ext>
                </a:extLst>
              </p:cNvPr>
              <p:cNvSpPr/>
              <p:nvPr/>
            </p:nvSpPr>
            <p:spPr>
              <a:xfrm>
                <a:off x="7185545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1" name="object 818">
                <a:extLst>
                  <a:ext uri="{FF2B5EF4-FFF2-40B4-BE49-F238E27FC236}">
                    <a16:creationId xmlns:a16="http://schemas.microsoft.com/office/drawing/2014/main" id="{B676B8B9-00F9-4617-A623-80FAB0BBB05E}"/>
                  </a:ext>
                </a:extLst>
              </p:cNvPr>
              <p:cNvSpPr/>
              <p:nvPr/>
            </p:nvSpPr>
            <p:spPr>
              <a:xfrm>
                <a:off x="7291450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2" name="object 819">
                <a:extLst>
                  <a:ext uri="{FF2B5EF4-FFF2-40B4-BE49-F238E27FC236}">
                    <a16:creationId xmlns:a16="http://schemas.microsoft.com/office/drawing/2014/main" id="{98B55A74-7C9F-4A52-90D5-A3CA181E23D8}"/>
                  </a:ext>
                </a:extLst>
              </p:cNvPr>
              <p:cNvSpPr/>
              <p:nvPr/>
            </p:nvSpPr>
            <p:spPr>
              <a:xfrm>
                <a:off x="7291450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3" name="object 820">
                <a:extLst>
                  <a:ext uri="{FF2B5EF4-FFF2-40B4-BE49-F238E27FC236}">
                    <a16:creationId xmlns:a16="http://schemas.microsoft.com/office/drawing/2014/main" id="{7D133FEF-6650-49BC-84A4-6D9C62A672E9}"/>
                  </a:ext>
                </a:extLst>
              </p:cNvPr>
              <p:cNvSpPr/>
              <p:nvPr/>
            </p:nvSpPr>
            <p:spPr>
              <a:xfrm>
                <a:off x="739661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4" name="object 821">
                <a:extLst>
                  <a:ext uri="{FF2B5EF4-FFF2-40B4-BE49-F238E27FC236}">
                    <a16:creationId xmlns:a16="http://schemas.microsoft.com/office/drawing/2014/main" id="{4C245BD6-1390-45B3-A65F-60DD683AB1B5}"/>
                  </a:ext>
                </a:extLst>
              </p:cNvPr>
              <p:cNvSpPr/>
              <p:nvPr/>
            </p:nvSpPr>
            <p:spPr>
              <a:xfrm>
                <a:off x="739661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5" name="object 822">
                <a:extLst>
                  <a:ext uri="{FF2B5EF4-FFF2-40B4-BE49-F238E27FC236}">
                    <a16:creationId xmlns:a16="http://schemas.microsoft.com/office/drawing/2014/main" id="{1FAB5363-1A19-435D-8F70-95BB828FD620}"/>
                  </a:ext>
                </a:extLst>
              </p:cNvPr>
              <p:cNvSpPr/>
              <p:nvPr/>
            </p:nvSpPr>
            <p:spPr>
              <a:xfrm>
                <a:off x="750176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6" name="object 823">
                <a:extLst>
                  <a:ext uri="{FF2B5EF4-FFF2-40B4-BE49-F238E27FC236}">
                    <a16:creationId xmlns:a16="http://schemas.microsoft.com/office/drawing/2014/main" id="{D940391B-20E2-4E54-847E-616BA7A18EFC}"/>
                  </a:ext>
                </a:extLst>
              </p:cNvPr>
              <p:cNvSpPr/>
              <p:nvPr/>
            </p:nvSpPr>
            <p:spPr>
              <a:xfrm>
                <a:off x="750176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7" name="object 824">
                <a:extLst>
                  <a:ext uri="{FF2B5EF4-FFF2-40B4-BE49-F238E27FC236}">
                    <a16:creationId xmlns:a16="http://schemas.microsoft.com/office/drawing/2014/main" id="{EC971444-7430-4F55-B7B0-88B801B8E375}"/>
                  </a:ext>
                </a:extLst>
              </p:cNvPr>
              <p:cNvSpPr/>
              <p:nvPr/>
            </p:nvSpPr>
            <p:spPr>
              <a:xfrm>
                <a:off x="760693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8" name="object 825">
                <a:extLst>
                  <a:ext uri="{FF2B5EF4-FFF2-40B4-BE49-F238E27FC236}">
                    <a16:creationId xmlns:a16="http://schemas.microsoft.com/office/drawing/2014/main" id="{7C4371A2-F35D-44D1-87FB-737DE24A8488}"/>
                  </a:ext>
                </a:extLst>
              </p:cNvPr>
              <p:cNvSpPr/>
              <p:nvPr/>
            </p:nvSpPr>
            <p:spPr>
              <a:xfrm>
                <a:off x="760693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9" name="object 826">
                <a:extLst>
                  <a:ext uri="{FF2B5EF4-FFF2-40B4-BE49-F238E27FC236}">
                    <a16:creationId xmlns:a16="http://schemas.microsoft.com/office/drawing/2014/main" id="{AA285853-7513-47B9-857E-FA99B89C8FDA}"/>
                  </a:ext>
                </a:extLst>
              </p:cNvPr>
              <p:cNvSpPr/>
              <p:nvPr/>
            </p:nvSpPr>
            <p:spPr>
              <a:xfrm>
                <a:off x="771207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0" name="object 827">
                <a:extLst>
                  <a:ext uri="{FF2B5EF4-FFF2-40B4-BE49-F238E27FC236}">
                    <a16:creationId xmlns:a16="http://schemas.microsoft.com/office/drawing/2014/main" id="{C6368CF3-2D05-423D-ABCC-FC9E2337E4C1}"/>
                  </a:ext>
                </a:extLst>
              </p:cNvPr>
              <p:cNvSpPr/>
              <p:nvPr/>
            </p:nvSpPr>
            <p:spPr>
              <a:xfrm>
                <a:off x="771207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1" name="object 828">
                <a:extLst>
                  <a:ext uri="{FF2B5EF4-FFF2-40B4-BE49-F238E27FC236}">
                    <a16:creationId xmlns:a16="http://schemas.microsoft.com/office/drawing/2014/main" id="{C9AE6C91-A1B6-4408-96D1-E72E13101A97}"/>
                  </a:ext>
                </a:extLst>
              </p:cNvPr>
              <p:cNvSpPr/>
              <p:nvPr/>
            </p:nvSpPr>
            <p:spPr>
              <a:xfrm>
                <a:off x="7817243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2" name="object 829">
                <a:extLst>
                  <a:ext uri="{FF2B5EF4-FFF2-40B4-BE49-F238E27FC236}">
                    <a16:creationId xmlns:a16="http://schemas.microsoft.com/office/drawing/2014/main" id="{96B8FBF1-EBFB-4BDD-86A5-DF1F388E8957}"/>
                  </a:ext>
                </a:extLst>
              </p:cNvPr>
              <p:cNvSpPr/>
              <p:nvPr/>
            </p:nvSpPr>
            <p:spPr>
              <a:xfrm>
                <a:off x="7817243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3" name="object 830">
                <a:extLst>
                  <a:ext uri="{FF2B5EF4-FFF2-40B4-BE49-F238E27FC236}">
                    <a16:creationId xmlns:a16="http://schemas.microsoft.com/office/drawing/2014/main" id="{A9AC21B1-08F0-41F1-8BE8-E1D896D2CF65}"/>
                  </a:ext>
                </a:extLst>
              </p:cNvPr>
              <p:cNvSpPr/>
              <p:nvPr/>
            </p:nvSpPr>
            <p:spPr>
              <a:xfrm>
                <a:off x="7923148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4" name="object 831">
                <a:extLst>
                  <a:ext uri="{FF2B5EF4-FFF2-40B4-BE49-F238E27FC236}">
                    <a16:creationId xmlns:a16="http://schemas.microsoft.com/office/drawing/2014/main" id="{11C07CAF-BB2F-4A55-847A-B88B3FA700C1}"/>
                  </a:ext>
                </a:extLst>
              </p:cNvPr>
              <p:cNvSpPr/>
              <p:nvPr/>
            </p:nvSpPr>
            <p:spPr>
              <a:xfrm>
                <a:off x="7923148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5" name="object 832">
                <a:extLst>
                  <a:ext uri="{FF2B5EF4-FFF2-40B4-BE49-F238E27FC236}">
                    <a16:creationId xmlns:a16="http://schemas.microsoft.com/office/drawing/2014/main" id="{8302F4B0-0648-48C0-912F-7B49F78D201B}"/>
                  </a:ext>
                </a:extLst>
              </p:cNvPr>
              <p:cNvSpPr/>
              <p:nvPr/>
            </p:nvSpPr>
            <p:spPr>
              <a:xfrm>
                <a:off x="802831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6" name="object 833">
                <a:extLst>
                  <a:ext uri="{FF2B5EF4-FFF2-40B4-BE49-F238E27FC236}">
                    <a16:creationId xmlns:a16="http://schemas.microsoft.com/office/drawing/2014/main" id="{CA4AE525-8406-43DE-807E-E449BD8DCB3F}"/>
                  </a:ext>
                </a:extLst>
              </p:cNvPr>
              <p:cNvSpPr/>
              <p:nvPr/>
            </p:nvSpPr>
            <p:spPr>
              <a:xfrm>
                <a:off x="802831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7" name="object 834">
                <a:extLst>
                  <a:ext uri="{FF2B5EF4-FFF2-40B4-BE49-F238E27FC236}">
                    <a16:creationId xmlns:a16="http://schemas.microsoft.com/office/drawing/2014/main" id="{F794AFFA-AD30-4D8D-94D9-14F4D778AAC5}"/>
                  </a:ext>
                </a:extLst>
              </p:cNvPr>
              <p:cNvSpPr/>
              <p:nvPr/>
            </p:nvSpPr>
            <p:spPr>
              <a:xfrm>
                <a:off x="81334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8" name="object 835">
                <a:extLst>
                  <a:ext uri="{FF2B5EF4-FFF2-40B4-BE49-F238E27FC236}">
                    <a16:creationId xmlns:a16="http://schemas.microsoft.com/office/drawing/2014/main" id="{8380E940-48A5-43CE-96FB-6B6FB5C3315D}"/>
                  </a:ext>
                </a:extLst>
              </p:cNvPr>
              <p:cNvSpPr/>
              <p:nvPr/>
            </p:nvSpPr>
            <p:spPr>
              <a:xfrm>
                <a:off x="81334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9" name="object 836">
                <a:extLst>
                  <a:ext uri="{FF2B5EF4-FFF2-40B4-BE49-F238E27FC236}">
                    <a16:creationId xmlns:a16="http://schemas.microsoft.com/office/drawing/2014/main" id="{FC8BF6A7-F6F0-4E88-8546-2E45C30FFB63}"/>
                  </a:ext>
                </a:extLst>
              </p:cNvPr>
              <p:cNvSpPr/>
              <p:nvPr/>
            </p:nvSpPr>
            <p:spPr>
              <a:xfrm>
                <a:off x="823862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0" name="object 837">
                <a:extLst>
                  <a:ext uri="{FF2B5EF4-FFF2-40B4-BE49-F238E27FC236}">
                    <a16:creationId xmlns:a16="http://schemas.microsoft.com/office/drawing/2014/main" id="{05756FC2-62A4-43E0-9F40-A312B10D9352}"/>
                  </a:ext>
                </a:extLst>
              </p:cNvPr>
              <p:cNvSpPr/>
              <p:nvPr/>
            </p:nvSpPr>
            <p:spPr>
              <a:xfrm>
                <a:off x="823862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1" name="object 838">
                <a:extLst>
                  <a:ext uri="{FF2B5EF4-FFF2-40B4-BE49-F238E27FC236}">
                    <a16:creationId xmlns:a16="http://schemas.microsoft.com/office/drawing/2014/main" id="{69D6778B-BB98-4CEF-9532-A9FD2FDD7C9F}"/>
                  </a:ext>
                </a:extLst>
              </p:cNvPr>
              <p:cNvSpPr/>
              <p:nvPr/>
            </p:nvSpPr>
            <p:spPr>
              <a:xfrm>
                <a:off x="83437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2" name="object 839">
                <a:extLst>
                  <a:ext uri="{FF2B5EF4-FFF2-40B4-BE49-F238E27FC236}">
                    <a16:creationId xmlns:a16="http://schemas.microsoft.com/office/drawing/2014/main" id="{825BEA28-3BB4-47F9-AAE3-8E3789E6A516}"/>
                  </a:ext>
                </a:extLst>
              </p:cNvPr>
              <p:cNvSpPr/>
              <p:nvPr/>
            </p:nvSpPr>
            <p:spPr>
              <a:xfrm>
                <a:off x="83437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3" name="object 840">
                <a:extLst>
                  <a:ext uri="{FF2B5EF4-FFF2-40B4-BE49-F238E27FC236}">
                    <a16:creationId xmlns:a16="http://schemas.microsoft.com/office/drawing/2014/main" id="{4D8F5620-4C3B-4609-8541-B09719E8CB0E}"/>
                  </a:ext>
                </a:extLst>
              </p:cNvPr>
              <p:cNvSpPr/>
              <p:nvPr/>
            </p:nvSpPr>
            <p:spPr>
              <a:xfrm>
                <a:off x="844894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4" name="object 841">
                <a:extLst>
                  <a:ext uri="{FF2B5EF4-FFF2-40B4-BE49-F238E27FC236}">
                    <a16:creationId xmlns:a16="http://schemas.microsoft.com/office/drawing/2014/main" id="{938CC9AE-A4BC-4E77-8655-CF68BB540041}"/>
                  </a:ext>
                </a:extLst>
              </p:cNvPr>
              <p:cNvSpPr/>
              <p:nvPr/>
            </p:nvSpPr>
            <p:spPr>
              <a:xfrm>
                <a:off x="844894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5" name="object 842">
                <a:extLst>
                  <a:ext uri="{FF2B5EF4-FFF2-40B4-BE49-F238E27FC236}">
                    <a16:creationId xmlns:a16="http://schemas.microsoft.com/office/drawing/2014/main" id="{6B8C56C0-54A4-4942-B141-A5271D34EF2F}"/>
                  </a:ext>
                </a:extLst>
              </p:cNvPr>
              <p:cNvSpPr/>
              <p:nvPr/>
            </p:nvSpPr>
            <p:spPr>
              <a:xfrm>
                <a:off x="855484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6" name="object 843">
                <a:extLst>
                  <a:ext uri="{FF2B5EF4-FFF2-40B4-BE49-F238E27FC236}">
                    <a16:creationId xmlns:a16="http://schemas.microsoft.com/office/drawing/2014/main" id="{894F569C-48F7-442C-BD52-962D8F7A5F0F}"/>
                  </a:ext>
                </a:extLst>
              </p:cNvPr>
              <p:cNvSpPr/>
              <p:nvPr/>
            </p:nvSpPr>
            <p:spPr>
              <a:xfrm>
                <a:off x="855484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7" name="object 844">
                <a:extLst>
                  <a:ext uri="{FF2B5EF4-FFF2-40B4-BE49-F238E27FC236}">
                    <a16:creationId xmlns:a16="http://schemas.microsoft.com/office/drawing/2014/main" id="{41DFE4A1-AE41-42B1-86C2-F3DD9DD1F8BC}"/>
                  </a:ext>
                </a:extLst>
              </p:cNvPr>
              <p:cNvSpPr/>
              <p:nvPr/>
            </p:nvSpPr>
            <p:spPr>
              <a:xfrm>
                <a:off x="602806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8" name="object 845">
                <a:extLst>
                  <a:ext uri="{FF2B5EF4-FFF2-40B4-BE49-F238E27FC236}">
                    <a16:creationId xmlns:a16="http://schemas.microsoft.com/office/drawing/2014/main" id="{1DB172B8-4B00-473F-A9DF-9580BFE07307}"/>
                  </a:ext>
                </a:extLst>
              </p:cNvPr>
              <p:cNvSpPr/>
              <p:nvPr/>
            </p:nvSpPr>
            <p:spPr>
              <a:xfrm>
                <a:off x="602806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9" name="object 846">
                <a:extLst>
                  <a:ext uri="{FF2B5EF4-FFF2-40B4-BE49-F238E27FC236}">
                    <a16:creationId xmlns:a16="http://schemas.microsoft.com/office/drawing/2014/main" id="{ADBE183C-C466-40B7-AAA8-C2C9E23030E7}"/>
                  </a:ext>
                </a:extLst>
              </p:cNvPr>
              <p:cNvSpPr/>
              <p:nvPr/>
            </p:nvSpPr>
            <p:spPr>
              <a:xfrm>
                <a:off x="613322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0" name="object 847">
                <a:extLst>
                  <a:ext uri="{FF2B5EF4-FFF2-40B4-BE49-F238E27FC236}">
                    <a16:creationId xmlns:a16="http://schemas.microsoft.com/office/drawing/2014/main" id="{196988F0-BFD1-470B-8E4B-476A3D9D2C62}"/>
                  </a:ext>
                </a:extLst>
              </p:cNvPr>
              <p:cNvSpPr/>
              <p:nvPr/>
            </p:nvSpPr>
            <p:spPr>
              <a:xfrm>
                <a:off x="613322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1" name="object 848">
                <a:extLst>
                  <a:ext uri="{FF2B5EF4-FFF2-40B4-BE49-F238E27FC236}">
                    <a16:creationId xmlns:a16="http://schemas.microsoft.com/office/drawing/2014/main" id="{C84F2ACD-19D2-46E9-B81B-BD1880DB6B1C}"/>
                  </a:ext>
                </a:extLst>
              </p:cNvPr>
              <p:cNvSpPr/>
              <p:nvPr/>
            </p:nvSpPr>
            <p:spPr>
              <a:xfrm>
                <a:off x="623837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2" name="object 849">
                <a:extLst>
                  <a:ext uri="{FF2B5EF4-FFF2-40B4-BE49-F238E27FC236}">
                    <a16:creationId xmlns:a16="http://schemas.microsoft.com/office/drawing/2014/main" id="{FA27AB6A-AFFE-46B9-9F91-B19BC883C294}"/>
                  </a:ext>
                </a:extLst>
              </p:cNvPr>
              <p:cNvSpPr/>
              <p:nvPr/>
            </p:nvSpPr>
            <p:spPr>
              <a:xfrm>
                <a:off x="623837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3" name="object 850">
                <a:extLst>
                  <a:ext uri="{FF2B5EF4-FFF2-40B4-BE49-F238E27FC236}">
                    <a16:creationId xmlns:a16="http://schemas.microsoft.com/office/drawing/2014/main" id="{2F050B2C-2D09-40E6-AD6C-43754C97DC4C}"/>
                  </a:ext>
                </a:extLst>
              </p:cNvPr>
              <p:cNvSpPr/>
              <p:nvPr/>
            </p:nvSpPr>
            <p:spPr>
              <a:xfrm>
                <a:off x="634353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4" name="object 851">
                <a:extLst>
                  <a:ext uri="{FF2B5EF4-FFF2-40B4-BE49-F238E27FC236}">
                    <a16:creationId xmlns:a16="http://schemas.microsoft.com/office/drawing/2014/main" id="{0C9B63B3-2E02-41D4-801A-40C4DD1B0ED1}"/>
                  </a:ext>
                </a:extLst>
              </p:cNvPr>
              <p:cNvSpPr/>
              <p:nvPr/>
            </p:nvSpPr>
            <p:spPr>
              <a:xfrm>
                <a:off x="634353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5" name="object 852">
                <a:extLst>
                  <a:ext uri="{FF2B5EF4-FFF2-40B4-BE49-F238E27FC236}">
                    <a16:creationId xmlns:a16="http://schemas.microsoft.com/office/drawing/2014/main" id="{6C94333C-E44E-416F-9005-9C8334EC01CB}"/>
                  </a:ext>
                </a:extLst>
              </p:cNvPr>
              <p:cNvSpPr/>
              <p:nvPr/>
            </p:nvSpPr>
            <p:spPr>
              <a:xfrm>
                <a:off x="644869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6" name="object 853">
                <a:extLst>
                  <a:ext uri="{FF2B5EF4-FFF2-40B4-BE49-F238E27FC236}">
                    <a16:creationId xmlns:a16="http://schemas.microsoft.com/office/drawing/2014/main" id="{53BF7BCC-F60D-4D4F-9E04-0914D0010B1F}"/>
                  </a:ext>
                </a:extLst>
              </p:cNvPr>
              <p:cNvSpPr/>
              <p:nvPr/>
            </p:nvSpPr>
            <p:spPr>
              <a:xfrm>
                <a:off x="644869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7" name="object 854">
                <a:extLst>
                  <a:ext uri="{FF2B5EF4-FFF2-40B4-BE49-F238E27FC236}">
                    <a16:creationId xmlns:a16="http://schemas.microsoft.com/office/drawing/2014/main" id="{90944EF9-375B-429C-911F-DF8F2882FD7C}"/>
                  </a:ext>
                </a:extLst>
              </p:cNvPr>
              <p:cNvSpPr/>
              <p:nvPr/>
            </p:nvSpPr>
            <p:spPr>
              <a:xfrm>
                <a:off x="655459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8" name="object 855">
                <a:extLst>
                  <a:ext uri="{FF2B5EF4-FFF2-40B4-BE49-F238E27FC236}">
                    <a16:creationId xmlns:a16="http://schemas.microsoft.com/office/drawing/2014/main" id="{060DAB62-5707-4C51-8767-7D7F3C0CB339}"/>
                  </a:ext>
                </a:extLst>
              </p:cNvPr>
              <p:cNvSpPr/>
              <p:nvPr/>
            </p:nvSpPr>
            <p:spPr>
              <a:xfrm>
                <a:off x="655459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9" name="object 856">
                <a:extLst>
                  <a:ext uri="{FF2B5EF4-FFF2-40B4-BE49-F238E27FC236}">
                    <a16:creationId xmlns:a16="http://schemas.microsoft.com/office/drawing/2014/main" id="{BADB92D7-1D31-41E8-8EAA-56D8722458B9}"/>
                  </a:ext>
                </a:extLst>
              </p:cNvPr>
              <p:cNvSpPr/>
              <p:nvPr/>
            </p:nvSpPr>
            <p:spPr>
              <a:xfrm>
                <a:off x="665976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0" name="object 857">
                <a:extLst>
                  <a:ext uri="{FF2B5EF4-FFF2-40B4-BE49-F238E27FC236}">
                    <a16:creationId xmlns:a16="http://schemas.microsoft.com/office/drawing/2014/main" id="{91063D5E-9988-4D93-B63B-60F718861CD0}"/>
                  </a:ext>
                </a:extLst>
              </p:cNvPr>
              <p:cNvSpPr/>
              <p:nvPr/>
            </p:nvSpPr>
            <p:spPr>
              <a:xfrm>
                <a:off x="665976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1" name="object 858">
                <a:extLst>
                  <a:ext uri="{FF2B5EF4-FFF2-40B4-BE49-F238E27FC236}">
                    <a16:creationId xmlns:a16="http://schemas.microsoft.com/office/drawing/2014/main" id="{1F487583-7930-464D-8F94-FF98A3640BBA}"/>
                  </a:ext>
                </a:extLst>
              </p:cNvPr>
              <p:cNvSpPr/>
              <p:nvPr/>
            </p:nvSpPr>
            <p:spPr>
              <a:xfrm>
                <a:off x="67649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2" name="object 859">
                <a:extLst>
                  <a:ext uri="{FF2B5EF4-FFF2-40B4-BE49-F238E27FC236}">
                    <a16:creationId xmlns:a16="http://schemas.microsoft.com/office/drawing/2014/main" id="{CDA7351A-81F1-454E-AA33-07FC537C11A2}"/>
                  </a:ext>
                </a:extLst>
              </p:cNvPr>
              <p:cNvSpPr/>
              <p:nvPr/>
            </p:nvSpPr>
            <p:spPr>
              <a:xfrm>
                <a:off x="67649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3" name="object 860">
                <a:extLst>
                  <a:ext uri="{FF2B5EF4-FFF2-40B4-BE49-F238E27FC236}">
                    <a16:creationId xmlns:a16="http://schemas.microsoft.com/office/drawing/2014/main" id="{95BAA2DD-2F8E-4866-A006-DBC18AFCEB56}"/>
                  </a:ext>
                </a:extLst>
              </p:cNvPr>
              <p:cNvSpPr/>
              <p:nvPr/>
            </p:nvSpPr>
            <p:spPr>
              <a:xfrm>
                <a:off x="68700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4" name="object 861">
                <a:extLst>
                  <a:ext uri="{FF2B5EF4-FFF2-40B4-BE49-F238E27FC236}">
                    <a16:creationId xmlns:a16="http://schemas.microsoft.com/office/drawing/2014/main" id="{CBC4536D-D9AC-4240-9347-693E5A3730B2}"/>
                  </a:ext>
                </a:extLst>
              </p:cNvPr>
              <p:cNvSpPr/>
              <p:nvPr/>
            </p:nvSpPr>
            <p:spPr>
              <a:xfrm>
                <a:off x="68700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5" name="object 862">
                <a:extLst>
                  <a:ext uri="{FF2B5EF4-FFF2-40B4-BE49-F238E27FC236}">
                    <a16:creationId xmlns:a16="http://schemas.microsoft.com/office/drawing/2014/main" id="{12C0E0EA-42D8-4A92-BC8C-E25CD0F9CB1B}"/>
                  </a:ext>
                </a:extLst>
              </p:cNvPr>
              <p:cNvSpPr/>
              <p:nvPr/>
            </p:nvSpPr>
            <p:spPr>
              <a:xfrm>
                <a:off x="69752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6" name="object 863">
                <a:extLst>
                  <a:ext uri="{FF2B5EF4-FFF2-40B4-BE49-F238E27FC236}">
                    <a16:creationId xmlns:a16="http://schemas.microsoft.com/office/drawing/2014/main" id="{204FDE06-4CFC-4274-AAF4-51347CA43888}"/>
                  </a:ext>
                </a:extLst>
              </p:cNvPr>
              <p:cNvSpPr/>
              <p:nvPr/>
            </p:nvSpPr>
            <p:spPr>
              <a:xfrm>
                <a:off x="69752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7" name="object 864">
                <a:extLst>
                  <a:ext uri="{FF2B5EF4-FFF2-40B4-BE49-F238E27FC236}">
                    <a16:creationId xmlns:a16="http://schemas.microsoft.com/office/drawing/2014/main" id="{D98CB669-CC12-4E0F-87C2-29CBCDBA1D4D}"/>
                  </a:ext>
                </a:extLst>
              </p:cNvPr>
              <p:cNvSpPr/>
              <p:nvPr/>
            </p:nvSpPr>
            <p:spPr>
              <a:xfrm>
                <a:off x="70803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8" name="object 865">
                <a:extLst>
                  <a:ext uri="{FF2B5EF4-FFF2-40B4-BE49-F238E27FC236}">
                    <a16:creationId xmlns:a16="http://schemas.microsoft.com/office/drawing/2014/main" id="{39C9CEDA-8107-4480-BB65-01CB408C6A96}"/>
                  </a:ext>
                </a:extLst>
              </p:cNvPr>
              <p:cNvSpPr/>
              <p:nvPr/>
            </p:nvSpPr>
            <p:spPr>
              <a:xfrm>
                <a:off x="70803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9" name="object 866">
                <a:extLst>
                  <a:ext uri="{FF2B5EF4-FFF2-40B4-BE49-F238E27FC236}">
                    <a16:creationId xmlns:a16="http://schemas.microsoft.com/office/drawing/2014/main" id="{2822D54D-D069-46D4-98C3-1DCBEB83B365}"/>
                  </a:ext>
                </a:extLst>
              </p:cNvPr>
              <p:cNvSpPr/>
              <p:nvPr/>
            </p:nvSpPr>
            <p:spPr>
              <a:xfrm>
                <a:off x="7185545" y="6311658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0"/>
                    </a:moveTo>
                    <a:lnTo>
                      <a:pt x="0" y="0"/>
                    </a:lnTo>
                    <a:lnTo>
                      <a:pt x="0" y="97536"/>
                    </a:ln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97536"/>
                    </a:lnTo>
                    <a:lnTo>
                      <a:pt x="105918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0" name="object 867">
                <a:extLst>
                  <a:ext uri="{FF2B5EF4-FFF2-40B4-BE49-F238E27FC236}">
                    <a16:creationId xmlns:a16="http://schemas.microsoft.com/office/drawing/2014/main" id="{9876843C-57AA-4E8C-B3D4-E6B0D781E648}"/>
                  </a:ext>
                </a:extLst>
              </p:cNvPr>
              <p:cNvSpPr/>
              <p:nvPr/>
            </p:nvSpPr>
            <p:spPr>
              <a:xfrm>
                <a:off x="7185545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1" name="object 868">
                <a:extLst>
                  <a:ext uri="{FF2B5EF4-FFF2-40B4-BE49-F238E27FC236}">
                    <a16:creationId xmlns:a16="http://schemas.microsoft.com/office/drawing/2014/main" id="{FF408AE4-7679-45EE-BE96-3E99C870E15E}"/>
                  </a:ext>
                </a:extLst>
              </p:cNvPr>
              <p:cNvSpPr/>
              <p:nvPr/>
            </p:nvSpPr>
            <p:spPr>
              <a:xfrm>
                <a:off x="7291450" y="6311645"/>
                <a:ext cx="10541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97789">
                    <a:moveTo>
                      <a:pt x="0" y="97536"/>
                    </a:moveTo>
                    <a:lnTo>
                      <a:pt x="105155" y="97536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9753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2" name="object 869">
                <a:extLst>
                  <a:ext uri="{FF2B5EF4-FFF2-40B4-BE49-F238E27FC236}">
                    <a16:creationId xmlns:a16="http://schemas.microsoft.com/office/drawing/2014/main" id="{F7367D76-224E-45D7-A211-C7877F87E4C6}"/>
                  </a:ext>
                </a:extLst>
              </p:cNvPr>
              <p:cNvSpPr/>
              <p:nvPr/>
            </p:nvSpPr>
            <p:spPr>
              <a:xfrm>
                <a:off x="7291450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3" name="object 870">
                <a:extLst>
                  <a:ext uri="{FF2B5EF4-FFF2-40B4-BE49-F238E27FC236}">
                    <a16:creationId xmlns:a16="http://schemas.microsoft.com/office/drawing/2014/main" id="{D7467AE6-2EF6-44EB-8287-24B7660DFE2F}"/>
                  </a:ext>
                </a:extLst>
              </p:cNvPr>
              <p:cNvSpPr/>
              <p:nvPr/>
            </p:nvSpPr>
            <p:spPr>
              <a:xfrm>
                <a:off x="7396620" y="6311658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43" y="0"/>
                    </a:moveTo>
                    <a:lnTo>
                      <a:pt x="0" y="0"/>
                    </a:lnTo>
                    <a:lnTo>
                      <a:pt x="0" y="97536"/>
                    </a:lnTo>
                    <a:lnTo>
                      <a:pt x="0" y="105156"/>
                    </a:lnTo>
                    <a:lnTo>
                      <a:pt x="105143" y="105156"/>
                    </a:lnTo>
                    <a:lnTo>
                      <a:pt x="105143" y="97536"/>
                    </a:lnTo>
                    <a:lnTo>
                      <a:pt x="105143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4" name="object 871">
                <a:extLst>
                  <a:ext uri="{FF2B5EF4-FFF2-40B4-BE49-F238E27FC236}">
                    <a16:creationId xmlns:a16="http://schemas.microsoft.com/office/drawing/2014/main" id="{828442BD-600D-4269-92F7-8DBA2A50D23C}"/>
                  </a:ext>
                </a:extLst>
              </p:cNvPr>
              <p:cNvSpPr/>
              <p:nvPr/>
            </p:nvSpPr>
            <p:spPr>
              <a:xfrm>
                <a:off x="739661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5" name="object 872">
                <a:extLst>
                  <a:ext uri="{FF2B5EF4-FFF2-40B4-BE49-F238E27FC236}">
                    <a16:creationId xmlns:a16="http://schemas.microsoft.com/office/drawing/2014/main" id="{F133F3FE-1660-402B-9695-130548B90E80}"/>
                  </a:ext>
                </a:extLst>
              </p:cNvPr>
              <p:cNvSpPr/>
              <p:nvPr/>
            </p:nvSpPr>
            <p:spPr>
              <a:xfrm>
                <a:off x="750176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6" name="object 873">
                <a:extLst>
                  <a:ext uri="{FF2B5EF4-FFF2-40B4-BE49-F238E27FC236}">
                    <a16:creationId xmlns:a16="http://schemas.microsoft.com/office/drawing/2014/main" id="{BB9F7A47-F204-442F-9AAB-9395F4FC997D}"/>
                  </a:ext>
                </a:extLst>
              </p:cNvPr>
              <p:cNvSpPr/>
              <p:nvPr/>
            </p:nvSpPr>
            <p:spPr>
              <a:xfrm>
                <a:off x="750176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7" name="object 874">
                <a:extLst>
                  <a:ext uri="{FF2B5EF4-FFF2-40B4-BE49-F238E27FC236}">
                    <a16:creationId xmlns:a16="http://schemas.microsoft.com/office/drawing/2014/main" id="{F5F703C0-CF86-4E42-81D0-9144819A801B}"/>
                  </a:ext>
                </a:extLst>
              </p:cNvPr>
              <p:cNvSpPr/>
              <p:nvPr/>
            </p:nvSpPr>
            <p:spPr>
              <a:xfrm>
                <a:off x="760693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8" name="object 875">
                <a:extLst>
                  <a:ext uri="{FF2B5EF4-FFF2-40B4-BE49-F238E27FC236}">
                    <a16:creationId xmlns:a16="http://schemas.microsoft.com/office/drawing/2014/main" id="{A3AD957F-32E1-4A4D-9411-439885075702}"/>
                  </a:ext>
                </a:extLst>
              </p:cNvPr>
              <p:cNvSpPr/>
              <p:nvPr/>
            </p:nvSpPr>
            <p:spPr>
              <a:xfrm>
                <a:off x="760693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9" name="object 876">
                <a:extLst>
                  <a:ext uri="{FF2B5EF4-FFF2-40B4-BE49-F238E27FC236}">
                    <a16:creationId xmlns:a16="http://schemas.microsoft.com/office/drawing/2014/main" id="{B19EB9A7-20CC-4056-924F-DD4BDCFCBEF5}"/>
                  </a:ext>
                </a:extLst>
              </p:cNvPr>
              <p:cNvSpPr/>
              <p:nvPr/>
            </p:nvSpPr>
            <p:spPr>
              <a:xfrm>
                <a:off x="771207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0" name="object 877">
                <a:extLst>
                  <a:ext uri="{FF2B5EF4-FFF2-40B4-BE49-F238E27FC236}">
                    <a16:creationId xmlns:a16="http://schemas.microsoft.com/office/drawing/2014/main" id="{CAE8030D-E8DA-4FEB-BFC5-28B95255106F}"/>
                  </a:ext>
                </a:extLst>
              </p:cNvPr>
              <p:cNvSpPr/>
              <p:nvPr/>
            </p:nvSpPr>
            <p:spPr>
              <a:xfrm>
                <a:off x="771207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1" name="object 878">
                <a:extLst>
                  <a:ext uri="{FF2B5EF4-FFF2-40B4-BE49-F238E27FC236}">
                    <a16:creationId xmlns:a16="http://schemas.microsoft.com/office/drawing/2014/main" id="{9CA6EA3E-ECB3-4679-B575-7B449E2F7B0A}"/>
                  </a:ext>
                </a:extLst>
              </p:cNvPr>
              <p:cNvSpPr/>
              <p:nvPr/>
            </p:nvSpPr>
            <p:spPr>
              <a:xfrm>
                <a:off x="7817243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2" name="object 879">
                <a:extLst>
                  <a:ext uri="{FF2B5EF4-FFF2-40B4-BE49-F238E27FC236}">
                    <a16:creationId xmlns:a16="http://schemas.microsoft.com/office/drawing/2014/main" id="{CFAFD12A-E96F-4461-B328-6E45F7A934EB}"/>
                  </a:ext>
                </a:extLst>
              </p:cNvPr>
              <p:cNvSpPr/>
              <p:nvPr/>
            </p:nvSpPr>
            <p:spPr>
              <a:xfrm>
                <a:off x="7817243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3" name="object 880">
                <a:extLst>
                  <a:ext uri="{FF2B5EF4-FFF2-40B4-BE49-F238E27FC236}">
                    <a16:creationId xmlns:a16="http://schemas.microsoft.com/office/drawing/2014/main" id="{F149AAFE-7B8A-47EC-850E-9EF5FC7EA0AC}"/>
                  </a:ext>
                </a:extLst>
              </p:cNvPr>
              <p:cNvSpPr/>
              <p:nvPr/>
            </p:nvSpPr>
            <p:spPr>
              <a:xfrm>
                <a:off x="7923148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4" name="object 881">
                <a:extLst>
                  <a:ext uri="{FF2B5EF4-FFF2-40B4-BE49-F238E27FC236}">
                    <a16:creationId xmlns:a16="http://schemas.microsoft.com/office/drawing/2014/main" id="{651A109A-7A55-4792-9722-0A3FDAD5D5AB}"/>
                  </a:ext>
                </a:extLst>
              </p:cNvPr>
              <p:cNvSpPr/>
              <p:nvPr/>
            </p:nvSpPr>
            <p:spPr>
              <a:xfrm>
                <a:off x="7923148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5" name="object 882">
                <a:extLst>
                  <a:ext uri="{FF2B5EF4-FFF2-40B4-BE49-F238E27FC236}">
                    <a16:creationId xmlns:a16="http://schemas.microsoft.com/office/drawing/2014/main" id="{8B05B610-4D39-4CC0-8BF1-AA68B13A1F2B}"/>
                  </a:ext>
                </a:extLst>
              </p:cNvPr>
              <p:cNvSpPr/>
              <p:nvPr/>
            </p:nvSpPr>
            <p:spPr>
              <a:xfrm>
                <a:off x="802831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6" name="object 883">
                <a:extLst>
                  <a:ext uri="{FF2B5EF4-FFF2-40B4-BE49-F238E27FC236}">
                    <a16:creationId xmlns:a16="http://schemas.microsoft.com/office/drawing/2014/main" id="{1304BF9B-0137-4E12-92F1-CFB1370C4A4B}"/>
                  </a:ext>
                </a:extLst>
              </p:cNvPr>
              <p:cNvSpPr/>
              <p:nvPr/>
            </p:nvSpPr>
            <p:spPr>
              <a:xfrm>
                <a:off x="802831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7" name="object 884">
                <a:extLst>
                  <a:ext uri="{FF2B5EF4-FFF2-40B4-BE49-F238E27FC236}">
                    <a16:creationId xmlns:a16="http://schemas.microsoft.com/office/drawing/2014/main" id="{2989F68F-1ECF-498A-A7E0-A1DA0215DAB2}"/>
                  </a:ext>
                </a:extLst>
              </p:cNvPr>
              <p:cNvSpPr/>
              <p:nvPr/>
            </p:nvSpPr>
            <p:spPr>
              <a:xfrm>
                <a:off x="81334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8" name="object 885">
                <a:extLst>
                  <a:ext uri="{FF2B5EF4-FFF2-40B4-BE49-F238E27FC236}">
                    <a16:creationId xmlns:a16="http://schemas.microsoft.com/office/drawing/2014/main" id="{2BF581F8-AF58-4900-A36F-E0E935FCA1CF}"/>
                  </a:ext>
                </a:extLst>
              </p:cNvPr>
              <p:cNvSpPr/>
              <p:nvPr/>
            </p:nvSpPr>
            <p:spPr>
              <a:xfrm>
                <a:off x="81334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9" name="object 886">
                <a:extLst>
                  <a:ext uri="{FF2B5EF4-FFF2-40B4-BE49-F238E27FC236}">
                    <a16:creationId xmlns:a16="http://schemas.microsoft.com/office/drawing/2014/main" id="{9262DAB3-6DF1-4D3B-A4F3-93C96268442E}"/>
                  </a:ext>
                </a:extLst>
              </p:cNvPr>
              <p:cNvSpPr/>
              <p:nvPr/>
            </p:nvSpPr>
            <p:spPr>
              <a:xfrm>
                <a:off x="823862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0" name="object 887">
                <a:extLst>
                  <a:ext uri="{FF2B5EF4-FFF2-40B4-BE49-F238E27FC236}">
                    <a16:creationId xmlns:a16="http://schemas.microsoft.com/office/drawing/2014/main" id="{3CFFAFE0-EEB8-482B-8671-22B953284F06}"/>
                  </a:ext>
                </a:extLst>
              </p:cNvPr>
              <p:cNvSpPr/>
              <p:nvPr/>
            </p:nvSpPr>
            <p:spPr>
              <a:xfrm>
                <a:off x="823862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1" name="object 888">
                <a:extLst>
                  <a:ext uri="{FF2B5EF4-FFF2-40B4-BE49-F238E27FC236}">
                    <a16:creationId xmlns:a16="http://schemas.microsoft.com/office/drawing/2014/main" id="{DFFA63CE-0AEB-49A5-9E52-B4F52F2FF72D}"/>
                  </a:ext>
                </a:extLst>
              </p:cNvPr>
              <p:cNvSpPr/>
              <p:nvPr/>
            </p:nvSpPr>
            <p:spPr>
              <a:xfrm>
                <a:off x="83437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2" name="object 889">
                <a:extLst>
                  <a:ext uri="{FF2B5EF4-FFF2-40B4-BE49-F238E27FC236}">
                    <a16:creationId xmlns:a16="http://schemas.microsoft.com/office/drawing/2014/main" id="{53FFAD91-45E7-4B77-90A8-85376F8FDE81}"/>
                  </a:ext>
                </a:extLst>
              </p:cNvPr>
              <p:cNvSpPr/>
              <p:nvPr/>
            </p:nvSpPr>
            <p:spPr>
              <a:xfrm>
                <a:off x="83437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3" name="object 890">
                <a:extLst>
                  <a:ext uri="{FF2B5EF4-FFF2-40B4-BE49-F238E27FC236}">
                    <a16:creationId xmlns:a16="http://schemas.microsoft.com/office/drawing/2014/main" id="{273F2FAC-C7D9-40E9-A922-29C469681063}"/>
                  </a:ext>
                </a:extLst>
              </p:cNvPr>
              <p:cNvSpPr/>
              <p:nvPr/>
            </p:nvSpPr>
            <p:spPr>
              <a:xfrm>
                <a:off x="844894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4" name="object 891">
                <a:extLst>
                  <a:ext uri="{FF2B5EF4-FFF2-40B4-BE49-F238E27FC236}">
                    <a16:creationId xmlns:a16="http://schemas.microsoft.com/office/drawing/2014/main" id="{FA638D19-3A37-4862-9E5C-829FC0AE5086}"/>
                  </a:ext>
                </a:extLst>
              </p:cNvPr>
              <p:cNvSpPr/>
              <p:nvPr/>
            </p:nvSpPr>
            <p:spPr>
              <a:xfrm>
                <a:off x="844894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5" name="object 892">
                <a:extLst>
                  <a:ext uri="{FF2B5EF4-FFF2-40B4-BE49-F238E27FC236}">
                    <a16:creationId xmlns:a16="http://schemas.microsoft.com/office/drawing/2014/main" id="{D3B0E141-EDC4-42B7-98DB-3222745A6C31}"/>
                  </a:ext>
                </a:extLst>
              </p:cNvPr>
              <p:cNvSpPr/>
              <p:nvPr/>
            </p:nvSpPr>
            <p:spPr>
              <a:xfrm>
                <a:off x="855484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6" name="object 893">
                <a:extLst>
                  <a:ext uri="{FF2B5EF4-FFF2-40B4-BE49-F238E27FC236}">
                    <a16:creationId xmlns:a16="http://schemas.microsoft.com/office/drawing/2014/main" id="{1F227202-9BF8-426B-B8DB-429D6BDABD25}"/>
                  </a:ext>
                </a:extLst>
              </p:cNvPr>
              <p:cNvSpPr/>
              <p:nvPr/>
            </p:nvSpPr>
            <p:spPr>
              <a:xfrm>
                <a:off x="855484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7" name="object 894">
                <a:extLst>
                  <a:ext uri="{FF2B5EF4-FFF2-40B4-BE49-F238E27FC236}">
                    <a16:creationId xmlns:a16="http://schemas.microsoft.com/office/drawing/2014/main" id="{835B7E60-4F0D-40C6-9199-5F49C0C57383}"/>
                  </a:ext>
                </a:extLst>
              </p:cNvPr>
              <p:cNvSpPr/>
              <p:nvPr/>
            </p:nvSpPr>
            <p:spPr>
              <a:xfrm>
                <a:off x="6521081" y="4125467"/>
                <a:ext cx="2927985" cy="165735"/>
              </a:xfrm>
              <a:custGeom>
                <a:avLst/>
                <a:gdLst/>
                <a:ahLst/>
                <a:cxnLst/>
                <a:rect l="l" t="t" r="r" b="b"/>
                <a:pathLst>
                  <a:path w="2927984" h="165735">
                    <a:moveTo>
                      <a:pt x="0" y="149352"/>
                    </a:moveTo>
                    <a:lnTo>
                      <a:pt x="298691" y="0"/>
                    </a:lnTo>
                  </a:path>
                  <a:path w="2927984" h="165735">
                    <a:moveTo>
                      <a:pt x="2599169" y="165354"/>
                    </a:moveTo>
                    <a:lnTo>
                      <a:pt x="2927591" y="762"/>
                    </a:lnTo>
                  </a:path>
                </a:pathLst>
              </a:custGeom>
              <a:ln w="7429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8" name="object 895">
                <a:extLst>
                  <a:ext uri="{FF2B5EF4-FFF2-40B4-BE49-F238E27FC236}">
                    <a16:creationId xmlns:a16="http://schemas.microsoft.com/office/drawing/2014/main" id="{225BA084-B84F-4AE4-8844-8CF8C62A2E08}"/>
                  </a:ext>
                </a:extLst>
              </p:cNvPr>
              <p:cNvSpPr/>
              <p:nvPr/>
            </p:nvSpPr>
            <p:spPr>
              <a:xfrm>
                <a:off x="8660015" y="5995416"/>
                <a:ext cx="842010" cy="421640"/>
              </a:xfrm>
              <a:custGeom>
                <a:avLst/>
                <a:gdLst/>
                <a:ahLst/>
                <a:cxnLst/>
                <a:rect l="l" t="t" r="r" b="b"/>
                <a:pathLst>
                  <a:path w="842009" h="421639">
                    <a:moveTo>
                      <a:pt x="0" y="421386"/>
                    </a:moveTo>
                    <a:lnTo>
                      <a:pt x="842010" y="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9" name="object 896">
                <a:extLst>
                  <a:ext uri="{FF2B5EF4-FFF2-40B4-BE49-F238E27FC236}">
                    <a16:creationId xmlns:a16="http://schemas.microsoft.com/office/drawing/2014/main" id="{DF6B444F-535C-4D28-B2E6-FD8AADF2BE87}"/>
                  </a:ext>
                </a:extLst>
              </p:cNvPr>
              <p:cNvSpPr/>
              <p:nvPr/>
            </p:nvSpPr>
            <p:spPr>
              <a:xfrm>
                <a:off x="8660015" y="6377177"/>
                <a:ext cx="40005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53339">
                    <a:moveTo>
                      <a:pt x="12953" y="0"/>
                    </a:moveTo>
                    <a:lnTo>
                      <a:pt x="0" y="39624"/>
                    </a:lnTo>
                    <a:lnTo>
                      <a:pt x="39623" y="5334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70" name="object 897">
                <a:extLst>
                  <a:ext uri="{FF2B5EF4-FFF2-40B4-BE49-F238E27FC236}">
                    <a16:creationId xmlns:a16="http://schemas.microsoft.com/office/drawing/2014/main" id="{0E6F34EB-2410-41F7-B1CB-ACA5D18ABE6A}"/>
                  </a:ext>
                </a:extLst>
              </p:cNvPr>
              <p:cNvSpPr/>
              <p:nvPr/>
            </p:nvSpPr>
            <p:spPr>
              <a:xfrm>
                <a:off x="9461627" y="5982461"/>
                <a:ext cx="4064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40640" h="53339">
                    <a:moveTo>
                      <a:pt x="26670" y="53339"/>
                    </a:moveTo>
                    <a:lnTo>
                      <a:pt x="40386" y="12953"/>
                    </a:lnTo>
                    <a:lnTo>
                      <a:pt x="0" y="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71" name="object 898">
                <a:extLst>
                  <a:ext uri="{FF2B5EF4-FFF2-40B4-BE49-F238E27FC236}">
                    <a16:creationId xmlns:a16="http://schemas.microsoft.com/office/drawing/2014/main" id="{AA1C4666-6409-4698-87A1-C7D66D9C6A3B}"/>
                  </a:ext>
                </a:extLst>
              </p:cNvPr>
              <p:cNvSpPr/>
              <p:nvPr/>
            </p:nvSpPr>
            <p:spPr>
              <a:xfrm>
                <a:off x="8913748" y="6051041"/>
                <a:ext cx="33464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334645" h="311150">
                    <a:moveTo>
                      <a:pt x="334518" y="191262"/>
                    </a:moveTo>
                    <a:lnTo>
                      <a:pt x="239267" y="0"/>
                    </a:lnTo>
                    <a:lnTo>
                      <a:pt x="0" y="119634"/>
                    </a:lnTo>
                    <a:lnTo>
                      <a:pt x="95250" y="310896"/>
                    </a:lnTo>
                    <a:lnTo>
                      <a:pt x="334518" y="191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72" name="object 899">
                <a:extLst>
                  <a:ext uri="{FF2B5EF4-FFF2-40B4-BE49-F238E27FC236}">
                    <a16:creationId xmlns:a16="http://schemas.microsoft.com/office/drawing/2014/main" id="{C1B2009E-7CED-4E73-AA29-60E6B5C9AB71}"/>
                  </a:ext>
                </a:extLst>
              </p:cNvPr>
              <p:cNvSpPr/>
              <p:nvPr/>
            </p:nvSpPr>
            <p:spPr>
              <a:xfrm>
                <a:off x="8964053" y="6104191"/>
                <a:ext cx="246126" cy="203644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817" name="object 5571">
              <a:extLst>
                <a:ext uri="{FF2B5EF4-FFF2-40B4-BE49-F238E27FC236}">
                  <a16:creationId xmlns:a16="http://schemas.microsoft.com/office/drawing/2014/main" id="{C9CCA56D-C468-4A5D-B159-C0FDD2A71E52}"/>
                </a:ext>
              </a:extLst>
            </p:cNvPr>
            <p:cNvSpPr/>
            <p:nvPr/>
          </p:nvSpPr>
          <p:spPr>
            <a:xfrm>
              <a:off x="3423920" y="4882897"/>
              <a:ext cx="245363" cy="3901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18" name="object 5572">
              <a:extLst>
                <a:ext uri="{FF2B5EF4-FFF2-40B4-BE49-F238E27FC236}">
                  <a16:creationId xmlns:a16="http://schemas.microsoft.com/office/drawing/2014/main" id="{EA967212-82CF-49D5-89A8-F759F8298417}"/>
                </a:ext>
              </a:extLst>
            </p:cNvPr>
            <p:cNvSpPr/>
            <p:nvPr/>
          </p:nvSpPr>
          <p:spPr>
            <a:xfrm>
              <a:off x="3186938" y="4148329"/>
              <a:ext cx="706373" cy="37261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19" name="object 5573">
              <a:extLst>
                <a:ext uri="{FF2B5EF4-FFF2-40B4-BE49-F238E27FC236}">
                  <a16:creationId xmlns:a16="http://schemas.microsoft.com/office/drawing/2014/main" id="{B2F94814-1DFE-40C1-8C2D-BF647304F6EC}"/>
                </a:ext>
              </a:extLst>
            </p:cNvPr>
            <p:cNvSpPr/>
            <p:nvPr/>
          </p:nvSpPr>
          <p:spPr>
            <a:xfrm>
              <a:off x="3186938" y="4516375"/>
              <a:ext cx="706373" cy="3726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0" name="object 5574">
              <a:extLst>
                <a:ext uri="{FF2B5EF4-FFF2-40B4-BE49-F238E27FC236}">
                  <a16:creationId xmlns:a16="http://schemas.microsoft.com/office/drawing/2014/main" id="{FEC08B77-90C9-496A-AC07-30DF4E65EBC8}"/>
                </a:ext>
              </a:extLst>
            </p:cNvPr>
            <p:cNvSpPr/>
            <p:nvPr/>
          </p:nvSpPr>
          <p:spPr>
            <a:xfrm>
              <a:off x="3186938" y="4885183"/>
              <a:ext cx="706374" cy="37261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1" name="object 5575">
              <a:extLst>
                <a:ext uri="{FF2B5EF4-FFF2-40B4-BE49-F238E27FC236}">
                  <a16:creationId xmlns:a16="http://schemas.microsoft.com/office/drawing/2014/main" id="{199967CA-2911-408B-AE24-15D239DC0466}"/>
                </a:ext>
              </a:extLst>
            </p:cNvPr>
            <p:cNvSpPr/>
            <p:nvPr/>
          </p:nvSpPr>
          <p:spPr>
            <a:xfrm>
              <a:off x="3226562" y="4333495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2" name="object 5576">
              <a:extLst>
                <a:ext uri="{FF2B5EF4-FFF2-40B4-BE49-F238E27FC236}">
                  <a16:creationId xmlns:a16="http://schemas.microsoft.com/office/drawing/2014/main" id="{E41811E6-1FF3-4F4C-BD59-FA1F12C3E481}"/>
                </a:ext>
              </a:extLst>
            </p:cNvPr>
            <p:cNvSpPr/>
            <p:nvPr/>
          </p:nvSpPr>
          <p:spPr>
            <a:xfrm>
              <a:off x="3305048" y="4188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3" name="object 5577">
              <a:extLst>
                <a:ext uri="{FF2B5EF4-FFF2-40B4-BE49-F238E27FC236}">
                  <a16:creationId xmlns:a16="http://schemas.microsoft.com/office/drawing/2014/main" id="{BC15F85D-D57F-4AE7-99F9-F7442921CB4B}"/>
                </a:ext>
              </a:extLst>
            </p:cNvPr>
            <p:cNvSpPr/>
            <p:nvPr/>
          </p:nvSpPr>
          <p:spPr>
            <a:xfrm>
              <a:off x="3462020" y="4333495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4" name="object 5578">
              <a:extLst>
                <a:ext uri="{FF2B5EF4-FFF2-40B4-BE49-F238E27FC236}">
                  <a16:creationId xmlns:a16="http://schemas.microsoft.com/office/drawing/2014/main" id="{357F47C2-EA6D-4980-AEAA-D973BD3DE80F}"/>
                </a:ext>
              </a:extLst>
            </p:cNvPr>
            <p:cNvSpPr/>
            <p:nvPr/>
          </p:nvSpPr>
          <p:spPr>
            <a:xfrm>
              <a:off x="3540506" y="4188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5" name="object 5579">
              <a:extLst>
                <a:ext uri="{FF2B5EF4-FFF2-40B4-BE49-F238E27FC236}">
                  <a16:creationId xmlns:a16="http://schemas.microsoft.com/office/drawing/2014/main" id="{591860EA-F2CC-4FB7-A346-58D54618C221}"/>
                </a:ext>
              </a:extLst>
            </p:cNvPr>
            <p:cNvSpPr/>
            <p:nvPr/>
          </p:nvSpPr>
          <p:spPr>
            <a:xfrm>
              <a:off x="3697478" y="4333495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6" name="object 5580">
              <a:extLst>
                <a:ext uri="{FF2B5EF4-FFF2-40B4-BE49-F238E27FC236}">
                  <a16:creationId xmlns:a16="http://schemas.microsoft.com/office/drawing/2014/main" id="{18E4E364-758D-4A0F-9B88-9FFC96C605CB}"/>
                </a:ext>
              </a:extLst>
            </p:cNvPr>
            <p:cNvSpPr/>
            <p:nvPr/>
          </p:nvSpPr>
          <p:spPr>
            <a:xfrm>
              <a:off x="3775964" y="4188715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7" name="object 5581">
              <a:extLst>
                <a:ext uri="{FF2B5EF4-FFF2-40B4-BE49-F238E27FC236}">
                  <a16:creationId xmlns:a16="http://schemas.microsoft.com/office/drawing/2014/main" id="{1A4E874E-749B-4822-8E18-C0C239A69ACA}"/>
                </a:ext>
              </a:extLst>
            </p:cNvPr>
            <p:cNvSpPr/>
            <p:nvPr/>
          </p:nvSpPr>
          <p:spPr>
            <a:xfrm>
              <a:off x="3226562" y="4702303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8" name="object 5582">
              <a:extLst>
                <a:ext uri="{FF2B5EF4-FFF2-40B4-BE49-F238E27FC236}">
                  <a16:creationId xmlns:a16="http://schemas.microsoft.com/office/drawing/2014/main" id="{4872CF76-748C-46E1-ACF6-FE03F599CB8C}"/>
                </a:ext>
              </a:extLst>
            </p:cNvPr>
            <p:cNvSpPr/>
            <p:nvPr/>
          </p:nvSpPr>
          <p:spPr>
            <a:xfrm>
              <a:off x="3305048" y="4557523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29" name="object 5583">
              <a:extLst>
                <a:ext uri="{FF2B5EF4-FFF2-40B4-BE49-F238E27FC236}">
                  <a16:creationId xmlns:a16="http://schemas.microsoft.com/office/drawing/2014/main" id="{D082E85A-83C4-460E-887E-E047E9CB083B}"/>
                </a:ext>
              </a:extLst>
            </p:cNvPr>
            <p:cNvSpPr/>
            <p:nvPr/>
          </p:nvSpPr>
          <p:spPr>
            <a:xfrm>
              <a:off x="3462020" y="4702303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0" name="object 5584">
              <a:extLst>
                <a:ext uri="{FF2B5EF4-FFF2-40B4-BE49-F238E27FC236}">
                  <a16:creationId xmlns:a16="http://schemas.microsoft.com/office/drawing/2014/main" id="{F0A3BC4A-D8C4-46AD-B4C7-256A06DA6502}"/>
                </a:ext>
              </a:extLst>
            </p:cNvPr>
            <p:cNvSpPr/>
            <p:nvPr/>
          </p:nvSpPr>
          <p:spPr>
            <a:xfrm>
              <a:off x="3540506" y="4557523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1" name="object 5585">
              <a:extLst>
                <a:ext uri="{FF2B5EF4-FFF2-40B4-BE49-F238E27FC236}">
                  <a16:creationId xmlns:a16="http://schemas.microsoft.com/office/drawing/2014/main" id="{126B6B7F-18A0-4F70-A5B5-075898EC0996}"/>
                </a:ext>
              </a:extLst>
            </p:cNvPr>
            <p:cNvSpPr/>
            <p:nvPr/>
          </p:nvSpPr>
          <p:spPr>
            <a:xfrm>
              <a:off x="3697478" y="4702303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2" name="object 5586">
              <a:extLst>
                <a:ext uri="{FF2B5EF4-FFF2-40B4-BE49-F238E27FC236}">
                  <a16:creationId xmlns:a16="http://schemas.microsoft.com/office/drawing/2014/main" id="{6F241317-EE8E-42C7-AB0C-08B2818840A1}"/>
                </a:ext>
              </a:extLst>
            </p:cNvPr>
            <p:cNvSpPr/>
            <p:nvPr/>
          </p:nvSpPr>
          <p:spPr>
            <a:xfrm>
              <a:off x="3775964" y="4557523"/>
              <a:ext cx="0" cy="287655"/>
            </a:xfrm>
            <a:custGeom>
              <a:avLst/>
              <a:gdLst/>
              <a:ahLst/>
              <a:cxnLst/>
              <a:rect l="l" t="t" r="r" b="b"/>
              <a:pathLst>
                <a:path h="287654">
                  <a:moveTo>
                    <a:pt x="0" y="0"/>
                  </a:moveTo>
                  <a:lnTo>
                    <a:pt x="0" y="287274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3" name="object 5587">
              <a:extLst>
                <a:ext uri="{FF2B5EF4-FFF2-40B4-BE49-F238E27FC236}">
                  <a16:creationId xmlns:a16="http://schemas.microsoft.com/office/drawing/2014/main" id="{73425142-6ED0-4561-9B77-FB567E7F00C3}"/>
                </a:ext>
              </a:extLst>
            </p:cNvPr>
            <p:cNvSpPr/>
            <p:nvPr/>
          </p:nvSpPr>
          <p:spPr>
            <a:xfrm>
              <a:off x="3226562" y="5071111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4" name="object 5588">
              <a:extLst>
                <a:ext uri="{FF2B5EF4-FFF2-40B4-BE49-F238E27FC236}">
                  <a16:creationId xmlns:a16="http://schemas.microsoft.com/office/drawing/2014/main" id="{95A9E34F-38F8-4D1E-93AE-51B345A8684D}"/>
                </a:ext>
              </a:extLst>
            </p:cNvPr>
            <p:cNvSpPr/>
            <p:nvPr/>
          </p:nvSpPr>
          <p:spPr>
            <a:xfrm>
              <a:off x="3305048" y="4926331"/>
              <a:ext cx="0" cy="287020"/>
            </a:xfrm>
            <a:custGeom>
              <a:avLst/>
              <a:gdLst/>
              <a:ahLst/>
              <a:cxnLst/>
              <a:rect l="l" t="t" r="r" b="b"/>
              <a:pathLst>
                <a:path h="287020">
                  <a:moveTo>
                    <a:pt x="0" y="0"/>
                  </a:moveTo>
                  <a:lnTo>
                    <a:pt x="0" y="286512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5" name="object 5589">
              <a:extLst>
                <a:ext uri="{FF2B5EF4-FFF2-40B4-BE49-F238E27FC236}">
                  <a16:creationId xmlns:a16="http://schemas.microsoft.com/office/drawing/2014/main" id="{A862D59C-FCE8-48CA-AED8-887F8EBEC37C}"/>
                </a:ext>
              </a:extLst>
            </p:cNvPr>
            <p:cNvSpPr/>
            <p:nvPr/>
          </p:nvSpPr>
          <p:spPr>
            <a:xfrm>
              <a:off x="3462020" y="5071111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80">
                  <a:moveTo>
                    <a:pt x="0" y="0"/>
                  </a:moveTo>
                  <a:lnTo>
                    <a:pt x="156971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6" name="object 5590">
              <a:extLst>
                <a:ext uri="{FF2B5EF4-FFF2-40B4-BE49-F238E27FC236}">
                  <a16:creationId xmlns:a16="http://schemas.microsoft.com/office/drawing/2014/main" id="{CAC54729-C581-45D3-ACB7-2D877504F1AD}"/>
                </a:ext>
              </a:extLst>
            </p:cNvPr>
            <p:cNvSpPr/>
            <p:nvPr/>
          </p:nvSpPr>
          <p:spPr>
            <a:xfrm>
              <a:off x="3540506" y="4926331"/>
              <a:ext cx="0" cy="287020"/>
            </a:xfrm>
            <a:custGeom>
              <a:avLst/>
              <a:gdLst/>
              <a:ahLst/>
              <a:cxnLst/>
              <a:rect l="l" t="t" r="r" b="b"/>
              <a:pathLst>
                <a:path h="287020">
                  <a:moveTo>
                    <a:pt x="0" y="0"/>
                  </a:moveTo>
                  <a:lnTo>
                    <a:pt x="0" y="286512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7" name="object 5591">
              <a:extLst>
                <a:ext uri="{FF2B5EF4-FFF2-40B4-BE49-F238E27FC236}">
                  <a16:creationId xmlns:a16="http://schemas.microsoft.com/office/drawing/2014/main" id="{5D37068F-FC86-49E4-949C-30E299B0A2A7}"/>
                </a:ext>
              </a:extLst>
            </p:cNvPr>
            <p:cNvSpPr/>
            <p:nvPr/>
          </p:nvSpPr>
          <p:spPr>
            <a:xfrm>
              <a:off x="3697478" y="5071111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>
                  <a:moveTo>
                    <a:pt x="0" y="0"/>
                  </a:moveTo>
                  <a:lnTo>
                    <a:pt x="156972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8" name="object 5592">
              <a:extLst>
                <a:ext uri="{FF2B5EF4-FFF2-40B4-BE49-F238E27FC236}">
                  <a16:creationId xmlns:a16="http://schemas.microsoft.com/office/drawing/2014/main" id="{7D79CD93-F150-4472-A597-A9D25993A14E}"/>
                </a:ext>
              </a:extLst>
            </p:cNvPr>
            <p:cNvSpPr/>
            <p:nvPr/>
          </p:nvSpPr>
          <p:spPr>
            <a:xfrm>
              <a:off x="3775964" y="4926331"/>
              <a:ext cx="0" cy="287020"/>
            </a:xfrm>
            <a:custGeom>
              <a:avLst/>
              <a:gdLst/>
              <a:ahLst/>
              <a:cxnLst/>
              <a:rect l="l" t="t" r="r" b="b"/>
              <a:pathLst>
                <a:path h="287020">
                  <a:moveTo>
                    <a:pt x="0" y="0"/>
                  </a:moveTo>
                  <a:lnTo>
                    <a:pt x="0" y="286512"/>
                  </a:lnTo>
                </a:path>
              </a:pathLst>
            </a:custGeom>
            <a:ln w="372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39" name="object 5593">
              <a:extLst>
                <a:ext uri="{FF2B5EF4-FFF2-40B4-BE49-F238E27FC236}">
                  <a16:creationId xmlns:a16="http://schemas.microsoft.com/office/drawing/2014/main" id="{8D69E21F-FA48-4658-9A0F-32A5199E20CD}"/>
                </a:ext>
              </a:extLst>
            </p:cNvPr>
            <p:cNvSpPr/>
            <p:nvPr/>
          </p:nvSpPr>
          <p:spPr>
            <a:xfrm>
              <a:off x="3226562" y="4215398"/>
              <a:ext cx="628015" cy="224790"/>
            </a:xfrm>
            <a:custGeom>
              <a:avLst/>
              <a:gdLst/>
              <a:ahLst/>
              <a:cxnLst/>
              <a:rect l="l" t="t" r="r" b="b"/>
              <a:pathLst>
                <a:path w="628014" h="224789">
                  <a:moveTo>
                    <a:pt x="38862" y="204978"/>
                  </a:moveTo>
                  <a:lnTo>
                    <a:pt x="37363" y="196938"/>
                  </a:lnTo>
                  <a:lnTo>
                    <a:pt x="33235" y="190398"/>
                  </a:lnTo>
                  <a:lnTo>
                    <a:pt x="26962" y="186004"/>
                  </a:lnTo>
                  <a:lnTo>
                    <a:pt x="19050" y="184404"/>
                  </a:lnTo>
                  <a:lnTo>
                    <a:pt x="11569" y="186004"/>
                  </a:lnTo>
                  <a:lnTo>
                    <a:pt x="5524" y="190398"/>
                  </a:lnTo>
                  <a:lnTo>
                    <a:pt x="1473" y="196938"/>
                  </a:lnTo>
                  <a:lnTo>
                    <a:pt x="0" y="204978"/>
                  </a:lnTo>
                  <a:lnTo>
                    <a:pt x="1473" y="212572"/>
                  </a:lnTo>
                  <a:lnTo>
                    <a:pt x="5524" y="218884"/>
                  </a:lnTo>
                  <a:lnTo>
                    <a:pt x="11569" y="223189"/>
                  </a:lnTo>
                  <a:lnTo>
                    <a:pt x="19050" y="224790"/>
                  </a:lnTo>
                  <a:lnTo>
                    <a:pt x="26962" y="223189"/>
                  </a:lnTo>
                  <a:lnTo>
                    <a:pt x="33235" y="218884"/>
                  </a:lnTo>
                  <a:lnTo>
                    <a:pt x="37363" y="212572"/>
                  </a:lnTo>
                  <a:lnTo>
                    <a:pt x="38862" y="204978"/>
                  </a:lnTo>
                  <a:close/>
                </a:path>
                <a:path w="628014" h="224789">
                  <a:moveTo>
                    <a:pt x="38862" y="20574"/>
                  </a:moveTo>
                  <a:lnTo>
                    <a:pt x="37363" y="12534"/>
                  </a:lnTo>
                  <a:lnTo>
                    <a:pt x="33235" y="5994"/>
                  </a:lnTo>
                  <a:lnTo>
                    <a:pt x="26962" y="1600"/>
                  </a:lnTo>
                  <a:lnTo>
                    <a:pt x="19050" y="0"/>
                  </a:lnTo>
                  <a:lnTo>
                    <a:pt x="11569" y="1600"/>
                  </a:lnTo>
                  <a:lnTo>
                    <a:pt x="5524" y="5994"/>
                  </a:lnTo>
                  <a:lnTo>
                    <a:pt x="1473" y="12534"/>
                  </a:lnTo>
                  <a:lnTo>
                    <a:pt x="0" y="20574"/>
                  </a:lnTo>
                  <a:lnTo>
                    <a:pt x="1473" y="28282"/>
                  </a:lnTo>
                  <a:lnTo>
                    <a:pt x="5524" y="34861"/>
                  </a:lnTo>
                  <a:lnTo>
                    <a:pt x="11569" y="39433"/>
                  </a:lnTo>
                  <a:lnTo>
                    <a:pt x="19050" y="41148"/>
                  </a:lnTo>
                  <a:lnTo>
                    <a:pt x="26962" y="39433"/>
                  </a:lnTo>
                  <a:lnTo>
                    <a:pt x="33235" y="34861"/>
                  </a:lnTo>
                  <a:lnTo>
                    <a:pt x="37363" y="28282"/>
                  </a:lnTo>
                  <a:lnTo>
                    <a:pt x="38862" y="20574"/>
                  </a:lnTo>
                  <a:close/>
                </a:path>
                <a:path w="628014" h="224789">
                  <a:moveTo>
                    <a:pt x="156972" y="204978"/>
                  </a:moveTo>
                  <a:lnTo>
                    <a:pt x="155371" y="196938"/>
                  </a:lnTo>
                  <a:lnTo>
                    <a:pt x="151066" y="190398"/>
                  </a:lnTo>
                  <a:lnTo>
                    <a:pt x="144754" y="186004"/>
                  </a:lnTo>
                  <a:lnTo>
                    <a:pt x="137160" y="184404"/>
                  </a:lnTo>
                  <a:lnTo>
                    <a:pt x="129552" y="186004"/>
                  </a:lnTo>
                  <a:lnTo>
                    <a:pt x="123253" y="190398"/>
                  </a:lnTo>
                  <a:lnTo>
                    <a:pt x="118935" y="196938"/>
                  </a:lnTo>
                  <a:lnTo>
                    <a:pt x="117348" y="204978"/>
                  </a:lnTo>
                  <a:lnTo>
                    <a:pt x="118935" y="212572"/>
                  </a:lnTo>
                  <a:lnTo>
                    <a:pt x="123253" y="218884"/>
                  </a:lnTo>
                  <a:lnTo>
                    <a:pt x="129552" y="223189"/>
                  </a:lnTo>
                  <a:lnTo>
                    <a:pt x="137160" y="224790"/>
                  </a:lnTo>
                  <a:lnTo>
                    <a:pt x="144754" y="223189"/>
                  </a:lnTo>
                  <a:lnTo>
                    <a:pt x="151066" y="218884"/>
                  </a:lnTo>
                  <a:lnTo>
                    <a:pt x="155371" y="212572"/>
                  </a:lnTo>
                  <a:lnTo>
                    <a:pt x="156972" y="204978"/>
                  </a:lnTo>
                  <a:close/>
                </a:path>
                <a:path w="628014" h="224789">
                  <a:moveTo>
                    <a:pt x="156972" y="20574"/>
                  </a:moveTo>
                  <a:lnTo>
                    <a:pt x="155371" y="12534"/>
                  </a:lnTo>
                  <a:lnTo>
                    <a:pt x="151066" y="5994"/>
                  </a:lnTo>
                  <a:lnTo>
                    <a:pt x="144754" y="1600"/>
                  </a:lnTo>
                  <a:lnTo>
                    <a:pt x="137160" y="0"/>
                  </a:lnTo>
                  <a:lnTo>
                    <a:pt x="129552" y="1600"/>
                  </a:lnTo>
                  <a:lnTo>
                    <a:pt x="123253" y="5994"/>
                  </a:lnTo>
                  <a:lnTo>
                    <a:pt x="118935" y="12534"/>
                  </a:lnTo>
                  <a:lnTo>
                    <a:pt x="117348" y="20574"/>
                  </a:lnTo>
                  <a:lnTo>
                    <a:pt x="118935" y="28282"/>
                  </a:lnTo>
                  <a:lnTo>
                    <a:pt x="123253" y="34861"/>
                  </a:lnTo>
                  <a:lnTo>
                    <a:pt x="129552" y="39433"/>
                  </a:lnTo>
                  <a:lnTo>
                    <a:pt x="137160" y="41148"/>
                  </a:lnTo>
                  <a:lnTo>
                    <a:pt x="144754" y="39433"/>
                  </a:lnTo>
                  <a:lnTo>
                    <a:pt x="151066" y="34861"/>
                  </a:lnTo>
                  <a:lnTo>
                    <a:pt x="155371" y="28282"/>
                  </a:lnTo>
                  <a:lnTo>
                    <a:pt x="156972" y="20574"/>
                  </a:lnTo>
                  <a:close/>
                </a:path>
                <a:path w="628014" h="224789">
                  <a:moveTo>
                    <a:pt x="274320" y="204978"/>
                  </a:moveTo>
                  <a:lnTo>
                    <a:pt x="272821" y="196938"/>
                  </a:lnTo>
                  <a:lnTo>
                    <a:pt x="268693" y="190398"/>
                  </a:lnTo>
                  <a:lnTo>
                    <a:pt x="262420" y="186004"/>
                  </a:lnTo>
                  <a:lnTo>
                    <a:pt x="254508" y="184404"/>
                  </a:lnTo>
                  <a:lnTo>
                    <a:pt x="247027" y="186004"/>
                  </a:lnTo>
                  <a:lnTo>
                    <a:pt x="240982" y="190398"/>
                  </a:lnTo>
                  <a:lnTo>
                    <a:pt x="236931" y="196938"/>
                  </a:lnTo>
                  <a:lnTo>
                    <a:pt x="235458" y="204978"/>
                  </a:lnTo>
                  <a:lnTo>
                    <a:pt x="236931" y="212572"/>
                  </a:lnTo>
                  <a:lnTo>
                    <a:pt x="240982" y="218884"/>
                  </a:lnTo>
                  <a:lnTo>
                    <a:pt x="247027" y="223189"/>
                  </a:lnTo>
                  <a:lnTo>
                    <a:pt x="254508" y="224790"/>
                  </a:lnTo>
                  <a:lnTo>
                    <a:pt x="262420" y="223189"/>
                  </a:lnTo>
                  <a:lnTo>
                    <a:pt x="268693" y="218884"/>
                  </a:lnTo>
                  <a:lnTo>
                    <a:pt x="272821" y="212572"/>
                  </a:lnTo>
                  <a:lnTo>
                    <a:pt x="274320" y="204978"/>
                  </a:lnTo>
                  <a:close/>
                </a:path>
                <a:path w="628014" h="224789">
                  <a:moveTo>
                    <a:pt x="274320" y="20574"/>
                  </a:moveTo>
                  <a:lnTo>
                    <a:pt x="272821" y="12534"/>
                  </a:lnTo>
                  <a:lnTo>
                    <a:pt x="268693" y="5994"/>
                  </a:lnTo>
                  <a:lnTo>
                    <a:pt x="262420" y="1600"/>
                  </a:lnTo>
                  <a:lnTo>
                    <a:pt x="254508" y="0"/>
                  </a:lnTo>
                  <a:lnTo>
                    <a:pt x="247027" y="1600"/>
                  </a:lnTo>
                  <a:lnTo>
                    <a:pt x="240982" y="5994"/>
                  </a:lnTo>
                  <a:lnTo>
                    <a:pt x="236931" y="12534"/>
                  </a:lnTo>
                  <a:lnTo>
                    <a:pt x="235458" y="20574"/>
                  </a:lnTo>
                  <a:lnTo>
                    <a:pt x="236931" y="28282"/>
                  </a:lnTo>
                  <a:lnTo>
                    <a:pt x="240982" y="34861"/>
                  </a:lnTo>
                  <a:lnTo>
                    <a:pt x="247027" y="39433"/>
                  </a:lnTo>
                  <a:lnTo>
                    <a:pt x="254508" y="41148"/>
                  </a:lnTo>
                  <a:lnTo>
                    <a:pt x="262420" y="39433"/>
                  </a:lnTo>
                  <a:lnTo>
                    <a:pt x="268693" y="34861"/>
                  </a:lnTo>
                  <a:lnTo>
                    <a:pt x="272821" y="28282"/>
                  </a:lnTo>
                  <a:lnTo>
                    <a:pt x="274320" y="20574"/>
                  </a:lnTo>
                  <a:close/>
                </a:path>
                <a:path w="628014" h="224789">
                  <a:moveTo>
                    <a:pt x="392430" y="204978"/>
                  </a:moveTo>
                  <a:lnTo>
                    <a:pt x="390829" y="196938"/>
                  </a:lnTo>
                  <a:lnTo>
                    <a:pt x="386524" y="190398"/>
                  </a:lnTo>
                  <a:lnTo>
                    <a:pt x="380212" y="186004"/>
                  </a:lnTo>
                  <a:lnTo>
                    <a:pt x="372618" y="184404"/>
                  </a:lnTo>
                  <a:lnTo>
                    <a:pt x="365010" y="186004"/>
                  </a:lnTo>
                  <a:lnTo>
                    <a:pt x="358711" y="190398"/>
                  </a:lnTo>
                  <a:lnTo>
                    <a:pt x="354393" y="196938"/>
                  </a:lnTo>
                  <a:lnTo>
                    <a:pt x="352806" y="204978"/>
                  </a:lnTo>
                  <a:lnTo>
                    <a:pt x="354393" y="212572"/>
                  </a:lnTo>
                  <a:lnTo>
                    <a:pt x="358711" y="218884"/>
                  </a:lnTo>
                  <a:lnTo>
                    <a:pt x="365010" y="223189"/>
                  </a:lnTo>
                  <a:lnTo>
                    <a:pt x="372618" y="224790"/>
                  </a:lnTo>
                  <a:lnTo>
                    <a:pt x="380212" y="223189"/>
                  </a:lnTo>
                  <a:lnTo>
                    <a:pt x="386524" y="218884"/>
                  </a:lnTo>
                  <a:lnTo>
                    <a:pt x="390829" y="212572"/>
                  </a:lnTo>
                  <a:lnTo>
                    <a:pt x="392430" y="204978"/>
                  </a:lnTo>
                  <a:close/>
                </a:path>
                <a:path w="628014" h="224789">
                  <a:moveTo>
                    <a:pt x="392430" y="20574"/>
                  </a:moveTo>
                  <a:lnTo>
                    <a:pt x="390829" y="12534"/>
                  </a:lnTo>
                  <a:lnTo>
                    <a:pt x="386524" y="5994"/>
                  </a:lnTo>
                  <a:lnTo>
                    <a:pt x="380212" y="1600"/>
                  </a:lnTo>
                  <a:lnTo>
                    <a:pt x="372618" y="0"/>
                  </a:lnTo>
                  <a:lnTo>
                    <a:pt x="365010" y="1600"/>
                  </a:lnTo>
                  <a:lnTo>
                    <a:pt x="358711" y="5994"/>
                  </a:lnTo>
                  <a:lnTo>
                    <a:pt x="354393" y="12534"/>
                  </a:lnTo>
                  <a:lnTo>
                    <a:pt x="352806" y="20574"/>
                  </a:lnTo>
                  <a:lnTo>
                    <a:pt x="354393" y="28282"/>
                  </a:lnTo>
                  <a:lnTo>
                    <a:pt x="358711" y="34861"/>
                  </a:lnTo>
                  <a:lnTo>
                    <a:pt x="365010" y="39433"/>
                  </a:lnTo>
                  <a:lnTo>
                    <a:pt x="372618" y="41148"/>
                  </a:lnTo>
                  <a:lnTo>
                    <a:pt x="380212" y="39433"/>
                  </a:lnTo>
                  <a:lnTo>
                    <a:pt x="386524" y="34861"/>
                  </a:lnTo>
                  <a:lnTo>
                    <a:pt x="390829" y="28282"/>
                  </a:lnTo>
                  <a:lnTo>
                    <a:pt x="392430" y="20574"/>
                  </a:lnTo>
                  <a:close/>
                </a:path>
                <a:path w="628014" h="224789">
                  <a:moveTo>
                    <a:pt x="509778" y="204978"/>
                  </a:moveTo>
                  <a:lnTo>
                    <a:pt x="508292" y="196938"/>
                  </a:lnTo>
                  <a:lnTo>
                    <a:pt x="504253" y="190398"/>
                  </a:lnTo>
                  <a:lnTo>
                    <a:pt x="498195" y="186004"/>
                  </a:lnTo>
                  <a:lnTo>
                    <a:pt x="490728" y="184404"/>
                  </a:lnTo>
                  <a:lnTo>
                    <a:pt x="482803" y="186004"/>
                  </a:lnTo>
                  <a:lnTo>
                    <a:pt x="476529" y="190398"/>
                  </a:lnTo>
                  <a:lnTo>
                    <a:pt x="472401" y="196938"/>
                  </a:lnTo>
                  <a:lnTo>
                    <a:pt x="470916" y="204978"/>
                  </a:lnTo>
                  <a:lnTo>
                    <a:pt x="472401" y="212572"/>
                  </a:lnTo>
                  <a:lnTo>
                    <a:pt x="476529" y="218884"/>
                  </a:lnTo>
                  <a:lnTo>
                    <a:pt x="482803" y="223189"/>
                  </a:lnTo>
                  <a:lnTo>
                    <a:pt x="490728" y="224790"/>
                  </a:lnTo>
                  <a:lnTo>
                    <a:pt x="498195" y="223189"/>
                  </a:lnTo>
                  <a:lnTo>
                    <a:pt x="504253" y="218884"/>
                  </a:lnTo>
                  <a:lnTo>
                    <a:pt x="508292" y="212572"/>
                  </a:lnTo>
                  <a:lnTo>
                    <a:pt x="509778" y="204978"/>
                  </a:lnTo>
                  <a:close/>
                </a:path>
                <a:path w="628014" h="224789">
                  <a:moveTo>
                    <a:pt x="509778" y="20574"/>
                  </a:moveTo>
                  <a:lnTo>
                    <a:pt x="508292" y="12534"/>
                  </a:lnTo>
                  <a:lnTo>
                    <a:pt x="504253" y="5994"/>
                  </a:lnTo>
                  <a:lnTo>
                    <a:pt x="498195" y="1600"/>
                  </a:lnTo>
                  <a:lnTo>
                    <a:pt x="490728" y="0"/>
                  </a:lnTo>
                  <a:lnTo>
                    <a:pt x="482803" y="1600"/>
                  </a:lnTo>
                  <a:lnTo>
                    <a:pt x="476529" y="5994"/>
                  </a:lnTo>
                  <a:lnTo>
                    <a:pt x="472401" y="12534"/>
                  </a:lnTo>
                  <a:lnTo>
                    <a:pt x="470916" y="20574"/>
                  </a:lnTo>
                  <a:lnTo>
                    <a:pt x="472401" y="28282"/>
                  </a:lnTo>
                  <a:lnTo>
                    <a:pt x="476529" y="34861"/>
                  </a:lnTo>
                  <a:lnTo>
                    <a:pt x="482803" y="39433"/>
                  </a:lnTo>
                  <a:lnTo>
                    <a:pt x="490728" y="41148"/>
                  </a:lnTo>
                  <a:lnTo>
                    <a:pt x="498195" y="39433"/>
                  </a:lnTo>
                  <a:lnTo>
                    <a:pt x="504253" y="34861"/>
                  </a:lnTo>
                  <a:lnTo>
                    <a:pt x="508292" y="28282"/>
                  </a:lnTo>
                  <a:lnTo>
                    <a:pt x="509778" y="20574"/>
                  </a:lnTo>
                  <a:close/>
                </a:path>
                <a:path w="628014" h="224789">
                  <a:moveTo>
                    <a:pt x="627888" y="204978"/>
                  </a:moveTo>
                  <a:lnTo>
                    <a:pt x="626287" y="196938"/>
                  </a:lnTo>
                  <a:lnTo>
                    <a:pt x="621982" y="190398"/>
                  </a:lnTo>
                  <a:lnTo>
                    <a:pt x="615670" y="186004"/>
                  </a:lnTo>
                  <a:lnTo>
                    <a:pt x="608076" y="184404"/>
                  </a:lnTo>
                  <a:lnTo>
                    <a:pt x="600468" y="186004"/>
                  </a:lnTo>
                  <a:lnTo>
                    <a:pt x="594156" y="190398"/>
                  </a:lnTo>
                  <a:lnTo>
                    <a:pt x="589851" y="196938"/>
                  </a:lnTo>
                  <a:lnTo>
                    <a:pt x="588251" y="204978"/>
                  </a:lnTo>
                  <a:lnTo>
                    <a:pt x="589851" y="212572"/>
                  </a:lnTo>
                  <a:lnTo>
                    <a:pt x="594156" y="218884"/>
                  </a:lnTo>
                  <a:lnTo>
                    <a:pt x="600468" y="223189"/>
                  </a:lnTo>
                  <a:lnTo>
                    <a:pt x="608076" y="224790"/>
                  </a:lnTo>
                  <a:lnTo>
                    <a:pt x="615670" y="223189"/>
                  </a:lnTo>
                  <a:lnTo>
                    <a:pt x="621982" y="218884"/>
                  </a:lnTo>
                  <a:lnTo>
                    <a:pt x="626287" y="212572"/>
                  </a:lnTo>
                  <a:lnTo>
                    <a:pt x="627888" y="204978"/>
                  </a:lnTo>
                  <a:close/>
                </a:path>
                <a:path w="628014" h="224789">
                  <a:moveTo>
                    <a:pt x="627888" y="20574"/>
                  </a:moveTo>
                  <a:lnTo>
                    <a:pt x="626287" y="12534"/>
                  </a:lnTo>
                  <a:lnTo>
                    <a:pt x="621982" y="5994"/>
                  </a:lnTo>
                  <a:lnTo>
                    <a:pt x="615670" y="1600"/>
                  </a:lnTo>
                  <a:lnTo>
                    <a:pt x="608076" y="0"/>
                  </a:lnTo>
                  <a:lnTo>
                    <a:pt x="600468" y="1600"/>
                  </a:lnTo>
                  <a:lnTo>
                    <a:pt x="594156" y="5994"/>
                  </a:lnTo>
                  <a:lnTo>
                    <a:pt x="589851" y="12534"/>
                  </a:lnTo>
                  <a:lnTo>
                    <a:pt x="588251" y="20574"/>
                  </a:lnTo>
                  <a:lnTo>
                    <a:pt x="589851" y="28282"/>
                  </a:lnTo>
                  <a:lnTo>
                    <a:pt x="594156" y="34861"/>
                  </a:lnTo>
                  <a:lnTo>
                    <a:pt x="600468" y="39433"/>
                  </a:lnTo>
                  <a:lnTo>
                    <a:pt x="608076" y="41148"/>
                  </a:lnTo>
                  <a:lnTo>
                    <a:pt x="615670" y="39433"/>
                  </a:lnTo>
                  <a:lnTo>
                    <a:pt x="621982" y="34861"/>
                  </a:lnTo>
                  <a:lnTo>
                    <a:pt x="626287" y="28282"/>
                  </a:lnTo>
                  <a:lnTo>
                    <a:pt x="627888" y="20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0" name="object 5594">
              <a:extLst>
                <a:ext uri="{FF2B5EF4-FFF2-40B4-BE49-F238E27FC236}">
                  <a16:creationId xmlns:a16="http://schemas.microsoft.com/office/drawing/2014/main" id="{759B5429-2225-4E0E-AE52-80A8D7B1DAD4}"/>
                </a:ext>
              </a:extLst>
            </p:cNvPr>
            <p:cNvSpPr/>
            <p:nvPr/>
          </p:nvSpPr>
          <p:spPr>
            <a:xfrm>
              <a:off x="3226562" y="4702303"/>
              <a:ext cx="628015" cy="0"/>
            </a:xfrm>
            <a:custGeom>
              <a:avLst/>
              <a:gdLst/>
              <a:ahLst/>
              <a:cxnLst/>
              <a:rect l="l" t="t" r="r" b="b"/>
              <a:pathLst>
                <a:path w="628014">
                  <a:moveTo>
                    <a:pt x="0" y="0"/>
                  </a:moveTo>
                  <a:lnTo>
                    <a:pt x="156971" y="0"/>
                  </a:lnTo>
                </a:path>
                <a:path w="628014">
                  <a:moveTo>
                    <a:pt x="235457" y="0"/>
                  </a:moveTo>
                  <a:lnTo>
                    <a:pt x="392429" y="0"/>
                  </a:lnTo>
                </a:path>
                <a:path w="628014">
                  <a:moveTo>
                    <a:pt x="470915" y="0"/>
                  </a:moveTo>
                  <a:lnTo>
                    <a:pt x="627887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1" name="object 5595">
              <a:extLst>
                <a:ext uri="{FF2B5EF4-FFF2-40B4-BE49-F238E27FC236}">
                  <a16:creationId xmlns:a16="http://schemas.microsoft.com/office/drawing/2014/main" id="{F8BB7797-C577-4048-ADCD-7DC36234C58A}"/>
                </a:ext>
              </a:extLst>
            </p:cNvPr>
            <p:cNvSpPr/>
            <p:nvPr/>
          </p:nvSpPr>
          <p:spPr>
            <a:xfrm>
              <a:off x="3226562" y="4584206"/>
              <a:ext cx="628015" cy="224790"/>
            </a:xfrm>
            <a:custGeom>
              <a:avLst/>
              <a:gdLst/>
              <a:ahLst/>
              <a:cxnLst/>
              <a:rect l="l" t="t" r="r" b="b"/>
              <a:pathLst>
                <a:path w="628014" h="224789">
                  <a:moveTo>
                    <a:pt x="38862" y="204216"/>
                  </a:moveTo>
                  <a:lnTo>
                    <a:pt x="37363" y="196176"/>
                  </a:lnTo>
                  <a:lnTo>
                    <a:pt x="33235" y="189636"/>
                  </a:lnTo>
                  <a:lnTo>
                    <a:pt x="26962" y="185242"/>
                  </a:lnTo>
                  <a:lnTo>
                    <a:pt x="19050" y="183642"/>
                  </a:lnTo>
                  <a:lnTo>
                    <a:pt x="11569" y="185242"/>
                  </a:lnTo>
                  <a:lnTo>
                    <a:pt x="5524" y="189636"/>
                  </a:lnTo>
                  <a:lnTo>
                    <a:pt x="1473" y="196176"/>
                  </a:lnTo>
                  <a:lnTo>
                    <a:pt x="0" y="204216"/>
                  </a:lnTo>
                  <a:lnTo>
                    <a:pt x="1473" y="212242"/>
                  </a:lnTo>
                  <a:lnTo>
                    <a:pt x="5524" y="218782"/>
                  </a:lnTo>
                  <a:lnTo>
                    <a:pt x="11569" y="223177"/>
                  </a:lnTo>
                  <a:lnTo>
                    <a:pt x="19050" y="224790"/>
                  </a:lnTo>
                  <a:lnTo>
                    <a:pt x="26962" y="223177"/>
                  </a:lnTo>
                  <a:lnTo>
                    <a:pt x="33235" y="218782"/>
                  </a:lnTo>
                  <a:lnTo>
                    <a:pt x="37363" y="212242"/>
                  </a:lnTo>
                  <a:lnTo>
                    <a:pt x="38862" y="204216"/>
                  </a:lnTo>
                  <a:close/>
                </a:path>
                <a:path w="628014" h="224789">
                  <a:moveTo>
                    <a:pt x="38862" y="19812"/>
                  </a:moveTo>
                  <a:lnTo>
                    <a:pt x="37363" y="12204"/>
                  </a:lnTo>
                  <a:lnTo>
                    <a:pt x="33235" y="5905"/>
                  </a:lnTo>
                  <a:lnTo>
                    <a:pt x="26962" y="1587"/>
                  </a:lnTo>
                  <a:lnTo>
                    <a:pt x="19050" y="0"/>
                  </a:lnTo>
                  <a:lnTo>
                    <a:pt x="11569" y="1587"/>
                  </a:lnTo>
                  <a:lnTo>
                    <a:pt x="5524" y="5905"/>
                  </a:lnTo>
                  <a:lnTo>
                    <a:pt x="1473" y="12204"/>
                  </a:lnTo>
                  <a:lnTo>
                    <a:pt x="0" y="19812"/>
                  </a:lnTo>
                  <a:lnTo>
                    <a:pt x="1473" y="27838"/>
                  </a:lnTo>
                  <a:lnTo>
                    <a:pt x="5524" y="34378"/>
                  </a:lnTo>
                  <a:lnTo>
                    <a:pt x="11569" y="38773"/>
                  </a:lnTo>
                  <a:lnTo>
                    <a:pt x="19050" y="40386"/>
                  </a:lnTo>
                  <a:lnTo>
                    <a:pt x="26962" y="38773"/>
                  </a:lnTo>
                  <a:lnTo>
                    <a:pt x="33235" y="34378"/>
                  </a:lnTo>
                  <a:lnTo>
                    <a:pt x="37363" y="27838"/>
                  </a:lnTo>
                  <a:lnTo>
                    <a:pt x="38862" y="19812"/>
                  </a:lnTo>
                  <a:close/>
                </a:path>
                <a:path w="628014" h="224789">
                  <a:moveTo>
                    <a:pt x="156972" y="204216"/>
                  </a:moveTo>
                  <a:lnTo>
                    <a:pt x="155371" y="196176"/>
                  </a:lnTo>
                  <a:lnTo>
                    <a:pt x="151066" y="189636"/>
                  </a:lnTo>
                  <a:lnTo>
                    <a:pt x="144754" y="185242"/>
                  </a:lnTo>
                  <a:lnTo>
                    <a:pt x="137160" y="183642"/>
                  </a:lnTo>
                  <a:lnTo>
                    <a:pt x="129552" y="185242"/>
                  </a:lnTo>
                  <a:lnTo>
                    <a:pt x="123253" y="189636"/>
                  </a:lnTo>
                  <a:lnTo>
                    <a:pt x="118935" y="196176"/>
                  </a:lnTo>
                  <a:lnTo>
                    <a:pt x="117348" y="204216"/>
                  </a:lnTo>
                  <a:lnTo>
                    <a:pt x="118935" y="212242"/>
                  </a:lnTo>
                  <a:lnTo>
                    <a:pt x="123253" y="218782"/>
                  </a:lnTo>
                  <a:lnTo>
                    <a:pt x="129552" y="223177"/>
                  </a:lnTo>
                  <a:lnTo>
                    <a:pt x="137160" y="224790"/>
                  </a:lnTo>
                  <a:lnTo>
                    <a:pt x="144754" y="223177"/>
                  </a:lnTo>
                  <a:lnTo>
                    <a:pt x="151066" y="218782"/>
                  </a:lnTo>
                  <a:lnTo>
                    <a:pt x="155371" y="212242"/>
                  </a:lnTo>
                  <a:lnTo>
                    <a:pt x="156972" y="204216"/>
                  </a:lnTo>
                  <a:close/>
                </a:path>
                <a:path w="628014" h="224789">
                  <a:moveTo>
                    <a:pt x="156972" y="19812"/>
                  </a:moveTo>
                  <a:lnTo>
                    <a:pt x="155371" y="12204"/>
                  </a:lnTo>
                  <a:lnTo>
                    <a:pt x="151066" y="5905"/>
                  </a:lnTo>
                  <a:lnTo>
                    <a:pt x="144754" y="1587"/>
                  </a:lnTo>
                  <a:lnTo>
                    <a:pt x="137160" y="0"/>
                  </a:lnTo>
                  <a:lnTo>
                    <a:pt x="129552" y="1587"/>
                  </a:lnTo>
                  <a:lnTo>
                    <a:pt x="123253" y="5905"/>
                  </a:lnTo>
                  <a:lnTo>
                    <a:pt x="118935" y="12204"/>
                  </a:lnTo>
                  <a:lnTo>
                    <a:pt x="117348" y="19812"/>
                  </a:lnTo>
                  <a:lnTo>
                    <a:pt x="118935" y="27838"/>
                  </a:lnTo>
                  <a:lnTo>
                    <a:pt x="123253" y="34378"/>
                  </a:lnTo>
                  <a:lnTo>
                    <a:pt x="129552" y="38773"/>
                  </a:lnTo>
                  <a:lnTo>
                    <a:pt x="137160" y="40386"/>
                  </a:lnTo>
                  <a:lnTo>
                    <a:pt x="144754" y="38773"/>
                  </a:lnTo>
                  <a:lnTo>
                    <a:pt x="151066" y="34378"/>
                  </a:lnTo>
                  <a:lnTo>
                    <a:pt x="155371" y="27838"/>
                  </a:lnTo>
                  <a:lnTo>
                    <a:pt x="156972" y="19812"/>
                  </a:lnTo>
                  <a:close/>
                </a:path>
                <a:path w="628014" h="224789">
                  <a:moveTo>
                    <a:pt x="274320" y="204216"/>
                  </a:moveTo>
                  <a:lnTo>
                    <a:pt x="272821" y="196176"/>
                  </a:lnTo>
                  <a:lnTo>
                    <a:pt x="268693" y="189636"/>
                  </a:lnTo>
                  <a:lnTo>
                    <a:pt x="262420" y="185242"/>
                  </a:lnTo>
                  <a:lnTo>
                    <a:pt x="254508" y="183642"/>
                  </a:lnTo>
                  <a:lnTo>
                    <a:pt x="247027" y="185242"/>
                  </a:lnTo>
                  <a:lnTo>
                    <a:pt x="240982" y="189636"/>
                  </a:lnTo>
                  <a:lnTo>
                    <a:pt x="236931" y="196176"/>
                  </a:lnTo>
                  <a:lnTo>
                    <a:pt x="235458" y="204216"/>
                  </a:lnTo>
                  <a:lnTo>
                    <a:pt x="236931" y="212242"/>
                  </a:lnTo>
                  <a:lnTo>
                    <a:pt x="240982" y="218782"/>
                  </a:lnTo>
                  <a:lnTo>
                    <a:pt x="247027" y="223177"/>
                  </a:lnTo>
                  <a:lnTo>
                    <a:pt x="254508" y="224790"/>
                  </a:lnTo>
                  <a:lnTo>
                    <a:pt x="262420" y="223177"/>
                  </a:lnTo>
                  <a:lnTo>
                    <a:pt x="268693" y="218782"/>
                  </a:lnTo>
                  <a:lnTo>
                    <a:pt x="272821" y="212242"/>
                  </a:lnTo>
                  <a:lnTo>
                    <a:pt x="274320" y="204216"/>
                  </a:lnTo>
                  <a:close/>
                </a:path>
                <a:path w="628014" h="224789">
                  <a:moveTo>
                    <a:pt x="274320" y="19812"/>
                  </a:moveTo>
                  <a:lnTo>
                    <a:pt x="272821" y="12204"/>
                  </a:lnTo>
                  <a:lnTo>
                    <a:pt x="268693" y="5905"/>
                  </a:lnTo>
                  <a:lnTo>
                    <a:pt x="262420" y="1587"/>
                  </a:lnTo>
                  <a:lnTo>
                    <a:pt x="254508" y="0"/>
                  </a:lnTo>
                  <a:lnTo>
                    <a:pt x="247027" y="1587"/>
                  </a:lnTo>
                  <a:lnTo>
                    <a:pt x="240982" y="5905"/>
                  </a:lnTo>
                  <a:lnTo>
                    <a:pt x="236931" y="12204"/>
                  </a:lnTo>
                  <a:lnTo>
                    <a:pt x="235458" y="19812"/>
                  </a:lnTo>
                  <a:lnTo>
                    <a:pt x="236931" y="27838"/>
                  </a:lnTo>
                  <a:lnTo>
                    <a:pt x="240982" y="34378"/>
                  </a:lnTo>
                  <a:lnTo>
                    <a:pt x="247027" y="38773"/>
                  </a:lnTo>
                  <a:lnTo>
                    <a:pt x="254508" y="40386"/>
                  </a:lnTo>
                  <a:lnTo>
                    <a:pt x="262420" y="38773"/>
                  </a:lnTo>
                  <a:lnTo>
                    <a:pt x="268693" y="34378"/>
                  </a:lnTo>
                  <a:lnTo>
                    <a:pt x="272821" y="27838"/>
                  </a:lnTo>
                  <a:lnTo>
                    <a:pt x="274320" y="19812"/>
                  </a:lnTo>
                  <a:close/>
                </a:path>
                <a:path w="628014" h="224789">
                  <a:moveTo>
                    <a:pt x="392430" y="204216"/>
                  </a:moveTo>
                  <a:lnTo>
                    <a:pt x="390829" y="196176"/>
                  </a:lnTo>
                  <a:lnTo>
                    <a:pt x="386524" y="189636"/>
                  </a:lnTo>
                  <a:lnTo>
                    <a:pt x="380212" y="185242"/>
                  </a:lnTo>
                  <a:lnTo>
                    <a:pt x="372618" y="183642"/>
                  </a:lnTo>
                  <a:lnTo>
                    <a:pt x="365010" y="185242"/>
                  </a:lnTo>
                  <a:lnTo>
                    <a:pt x="358711" y="189636"/>
                  </a:lnTo>
                  <a:lnTo>
                    <a:pt x="354393" y="196176"/>
                  </a:lnTo>
                  <a:lnTo>
                    <a:pt x="352806" y="204216"/>
                  </a:lnTo>
                  <a:lnTo>
                    <a:pt x="354393" y="212242"/>
                  </a:lnTo>
                  <a:lnTo>
                    <a:pt x="358711" y="218782"/>
                  </a:lnTo>
                  <a:lnTo>
                    <a:pt x="365010" y="223177"/>
                  </a:lnTo>
                  <a:lnTo>
                    <a:pt x="372618" y="224790"/>
                  </a:lnTo>
                  <a:lnTo>
                    <a:pt x="380212" y="223177"/>
                  </a:lnTo>
                  <a:lnTo>
                    <a:pt x="386524" y="218782"/>
                  </a:lnTo>
                  <a:lnTo>
                    <a:pt x="390829" y="212242"/>
                  </a:lnTo>
                  <a:lnTo>
                    <a:pt x="392430" y="204216"/>
                  </a:lnTo>
                  <a:close/>
                </a:path>
                <a:path w="628014" h="224789">
                  <a:moveTo>
                    <a:pt x="392430" y="19812"/>
                  </a:moveTo>
                  <a:lnTo>
                    <a:pt x="390829" y="12204"/>
                  </a:lnTo>
                  <a:lnTo>
                    <a:pt x="386524" y="5905"/>
                  </a:lnTo>
                  <a:lnTo>
                    <a:pt x="380212" y="1587"/>
                  </a:lnTo>
                  <a:lnTo>
                    <a:pt x="372618" y="0"/>
                  </a:lnTo>
                  <a:lnTo>
                    <a:pt x="365010" y="1587"/>
                  </a:lnTo>
                  <a:lnTo>
                    <a:pt x="358711" y="5905"/>
                  </a:lnTo>
                  <a:lnTo>
                    <a:pt x="354393" y="12204"/>
                  </a:lnTo>
                  <a:lnTo>
                    <a:pt x="352806" y="19812"/>
                  </a:lnTo>
                  <a:lnTo>
                    <a:pt x="354393" y="27838"/>
                  </a:lnTo>
                  <a:lnTo>
                    <a:pt x="358711" y="34378"/>
                  </a:lnTo>
                  <a:lnTo>
                    <a:pt x="365010" y="38773"/>
                  </a:lnTo>
                  <a:lnTo>
                    <a:pt x="372618" y="40386"/>
                  </a:lnTo>
                  <a:lnTo>
                    <a:pt x="380212" y="38773"/>
                  </a:lnTo>
                  <a:lnTo>
                    <a:pt x="386524" y="34378"/>
                  </a:lnTo>
                  <a:lnTo>
                    <a:pt x="390829" y="27838"/>
                  </a:lnTo>
                  <a:lnTo>
                    <a:pt x="392430" y="19812"/>
                  </a:lnTo>
                  <a:close/>
                </a:path>
                <a:path w="628014" h="224789">
                  <a:moveTo>
                    <a:pt x="509778" y="204216"/>
                  </a:moveTo>
                  <a:lnTo>
                    <a:pt x="508292" y="196176"/>
                  </a:lnTo>
                  <a:lnTo>
                    <a:pt x="504253" y="189636"/>
                  </a:lnTo>
                  <a:lnTo>
                    <a:pt x="498195" y="185242"/>
                  </a:lnTo>
                  <a:lnTo>
                    <a:pt x="490728" y="183642"/>
                  </a:lnTo>
                  <a:lnTo>
                    <a:pt x="482803" y="185242"/>
                  </a:lnTo>
                  <a:lnTo>
                    <a:pt x="476529" y="189636"/>
                  </a:lnTo>
                  <a:lnTo>
                    <a:pt x="472401" y="196176"/>
                  </a:lnTo>
                  <a:lnTo>
                    <a:pt x="470916" y="204216"/>
                  </a:lnTo>
                  <a:lnTo>
                    <a:pt x="472401" y="212242"/>
                  </a:lnTo>
                  <a:lnTo>
                    <a:pt x="476529" y="218782"/>
                  </a:lnTo>
                  <a:lnTo>
                    <a:pt x="482803" y="223177"/>
                  </a:lnTo>
                  <a:lnTo>
                    <a:pt x="490728" y="224790"/>
                  </a:lnTo>
                  <a:lnTo>
                    <a:pt x="498195" y="223177"/>
                  </a:lnTo>
                  <a:lnTo>
                    <a:pt x="504253" y="218782"/>
                  </a:lnTo>
                  <a:lnTo>
                    <a:pt x="508292" y="212242"/>
                  </a:lnTo>
                  <a:lnTo>
                    <a:pt x="509778" y="204216"/>
                  </a:lnTo>
                  <a:close/>
                </a:path>
                <a:path w="628014" h="224789">
                  <a:moveTo>
                    <a:pt x="509778" y="19812"/>
                  </a:moveTo>
                  <a:lnTo>
                    <a:pt x="508292" y="12204"/>
                  </a:lnTo>
                  <a:lnTo>
                    <a:pt x="504253" y="5905"/>
                  </a:lnTo>
                  <a:lnTo>
                    <a:pt x="498195" y="1587"/>
                  </a:lnTo>
                  <a:lnTo>
                    <a:pt x="490728" y="0"/>
                  </a:lnTo>
                  <a:lnTo>
                    <a:pt x="482803" y="1587"/>
                  </a:lnTo>
                  <a:lnTo>
                    <a:pt x="476529" y="5905"/>
                  </a:lnTo>
                  <a:lnTo>
                    <a:pt x="472401" y="12204"/>
                  </a:lnTo>
                  <a:lnTo>
                    <a:pt x="470916" y="19812"/>
                  </a:lnTo>
                  <a:lnTo>
                    <a:pt x="472401" y="27838"/>
                  </a:lnTo>
                  <a:lnTo>
                    <a:pt x="476529" y="34378"/>
                  </a:lnTo>
                  <a:lnTo>
                    <a:pt x="482803" y="38773"/>
                  </a:lnTo>
                  <a:lnTo>
                    <a:pt x="490728" y="40386"/>
                  </a:lnTo>
                  <a:lnTo>
                    <a:pt x="498195" y="38773"/>
                  </a:lnTo>
                  <a:lnTo>
                    <a:pt x="504253" y="34378"/>
                  </a:lnTo>
                  <a:lnTo>
                    <a:pt x="508292" y="27838"/>
                  </a:lnTo>
                  <a:lnTo>
                    <a:pt x="509778" y="19812"/>
                  </a:lnTo>
                  <a:close/>
                </a:path>
                <a:path w="628014" h="224789">
                  <a:moveTo>
                    <a:pt x="627888" y="204216"/>
                  </a:moveTo>
                  <a:lnTo>
                    <a:pt x="626287" y="196176"/>
                  </a:lnTo>
                  <a:lnTo>
                    <a:pt x="621982" y="189636"/>
                  </a:lnTo>
                  <a:lnTo>
                    <a:pt x="615670" y="185242"/>
                  </a:lnTo>
                  <a:lnTo>
                    <a:pt x="608076" y="183642"/>
                  </a:lnTo>
                  <a:lnTo>
                    <a:pt x="600468" y="185242"/>
                  </a:lnTo>
                  <a:lnTo>
                    <a:pt x="594156" y="189636"/>
                  </a:lnTo>
                  <a:lnTo>
                    <a:pt x="589851" y="196176"/>
                  </a:lnTo>
                  <a:lnTo>
                    <a:pt x="588251" y="204216"/>
                  </a:lnTo>
                  <a:lnTo>
                    <a:pt x="589851" y="212242"/>
                  </a:lnTo>
                  <a:lnTo>
                    <a:pt x="594156" y="218782"/>
                  </a:lnTo>
                  <a:lnTo>
                    <a:pt x="600468" y="223177"/>
                  </a:lnTo>
                  <a:lnTo>
                    <a:pt x="608076" y="224790"/>
                  </a:lnTo>
                  <a:lnTo>
                    <a:pt x="615670" y="223177"/>
                  </a:lnTo>
                  <a:lnTo>
                    <a:pt x="621982" y="218782"/>
                  </a:lnTo>
                  <a:lnTo>
                    <a:pt x="626287" y="212242"/>
                  </a:lnTo>
                  <a:lnTo>
                    <a:pt x="627888" y="204216"/>
                  </a:lnTo>
                  <a:close/>
                </a:path>
                <a:path w="628014" h="224789">
                  <a:moveTo>
                    <a:pt x="627888" y="19812"/>
                  </a:moveTo>
                  <a:lnTo>
                    <a:pt x="626287" y="12204"/>
                  </a:lnTo>
                  <a:lnTo>
                    <a:pt x="621982" y="5905"/>
                  </a:lnTo>
                  <a:lnTo>
                    <a:pt x="615670" y="1587"/>
                  </a:lnTo>
                  <a:lnTo>
                    <a:pt x="608076" y="0"/>
                  </a:lnTo>
                  <a:lnTo>
                    <a:pt x="600468" y="1587"/>
                  </a:lnTo>
                  <a:lnTo>
                    <a:pt x="594156" y="5905"/>
                  </a:lnTo>
                  <a:lnTo>
                    <a:pt x="589851" y="12204"/>
                  </a:lnTo>
                  <a:lnTo>
                    <a:pt x="588251" y="19812"/>
                  </a:lnTo>
                  <a:lnTo>
                    <a:pt x="589851" y="27838"/>
                  </a:lnTo>
                  <a:lnTo>
                    <a:pt x="594156" y="34378"/>
                  </a:lnTo>
                  <a:lnTo>
                    <a:pt x="600468" y="38773"/>
                  </a:lnTo>
                  <a:lnTo>
                    <a:pt x="608076" y="40386"/>
                  </a:lnTo>
                  <a:lnTo>
                    <a:pt x="615670" y="38773"/>
                  </a:lnTo>
                  <a:lnTo>
                    <a:pt x="621982" y="34378"/>
                  </a:lnTo>
                  <a:lnTo>
                    <a:pt x="626287" y="27838"/>
                  </a:lnTo>
                  <a:lnTo>
                    <a:pt x="627888" y="198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2" name="object 5596">
              <a:extLst>
                <a:ext uri="{FF2B5EF4-FFF2-40B4-BE49-F238E27FC236}">
                  <a16:creationId xmlns:a16="http://schemas.microsoft.com/office/drawing/2014/main" id="{11BE7B48-C2B1-48CA-8874-AC0531B5706D}"/>
                </a:ext>
              </a:extLst>
            </p:cNvPr>
            <p:cNvSpPr/>
            <p:nvPr/>
          </p:nvSpPr>
          <p:spPr>
            <a:xfrm>
              <a:off x="3226562" y="5071111"/>
              <a:ext cx="628015" cy="0"/>
            </a:xfrm>
            <a:custGeom>
              <a:avLst/>
              <a:gdLst/>
              <a:ahLst/>
              <a:cxnLst/>
              <a:rect l="l" t="t" r="r" b="b"/>
              <a:pathLst>
                <a:path w="628014">
                  <a:moveTo>
                    <a:pt x="0" y="0"/>
                  </a:moveTo>
                  <a:lnTo>
                    <a:pt x="156971" y="0"/>
                  </a:lnTo>
                </a:path>
                <a:path w="628014">
                  <a:moveTo>
                    <a:pt x="235457" y="0"/>
                  </a:moveTo>
                  <a:lnTo>
                    <a:pt x="392429" y="0"/>
                  </a:lnTo>
                </a:path>
                <a:path w="628014">
                  <a:moveTo>
                    <a:pt x="470915" y="0"/>
                  </a:moveTo>
                  <a:lnTo>
                    <a:pt x="627888" y="0"/>
                  </a:lnTo>
                </a:path>
              </a:pathLst>
            </a:custGeom>
            <a:ln w="370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3" name="object 5597">
              <a:extLst>
                <a:ext uri="{FF2B5EF4-FFF2-40B4-BE49-F238E27FC236}">
                  <a16:creationId xmlns:a16="http://schemas.microsoft.com/office/drawing/2014/main" id="{D5695082-C8DC-4693-B6FD-5A6A01C4A24E}"/>
                </a:ext>
              </a:extLst>
            </p:cNvPr>
            <p:cNvSpPr/>
            <p:nvPr/>
          </p:nvSpPr>
          <p:spPr>
            <a:xfrm>
              <a:off x="3226562" y="4952252"/>
              <a:ext cx="628015" cy="226060"/>
            </a:xfrm>
            <a:custGeom>
              <a:avLst/>
              <a:gdLst/>
              <a:ahLst/>
              <a:cxnLst/>
              <a:rect l="l" t="t" r="r" b="b"/>
              <a:pathLst>
                <a:path w="628014" h="226060">
                  <a:moveTo>
                    <a:pt x="38862" y="204978"/>
                  </a:moveTo>
                  <a:lnTo>
                    <a:pt x="37363" y="196938"/>
                  </a:lnTo>
                  <a:lnTo>
                    <a:pt x="33235" y="190398"/>
                  </a:lnTo>
                  <a:lnTo>
                    <a:pt x="26962" y="186004"/>
                  </a:lnTo>
                  <a:lnTo>
                    <a:pt x="19050" y="184404"/>
                  </a:lnTo>
                  <a:lnTo>
                    <a:pt x="11569" y="186004"/>
                  </a:lnTo>
                  <a:lnTo>
                    <a:pt x="5524" y="190398"/>
                  </a:lnTo>
                  <a:lnTo>
                    <a:pt x="1473" y="196938"/>
                  </a:lnTo>
                  <a:lnTo>
                    <a:pt x="0" y="204978"/>
                  </a:lnTo>
                  <a:lnTo>
                    <a:pt x="1473" y="213004"/>
                  </a:lnTo>
                  <a:lnTo>
                    <a:pt x="5524" y="219544"/>
                  </a:lnTo>
                  <a:lnTo>
                    <a:pt x="11569" y="223939"/>
                  </a:lnTo>
                  <a:lnTo>
                    <a:pt x="19050" y="225552"/>
                  </a:lnTo>
                  <a:lnTo>
                    <a:pt x="26962" y="223939"/>
                  </a:lnTo>
                  <a:lnTo>
                    <a:pt x="33235" y="219544"/>
                  </a:lnTo>
                  <a:lnTo>
                    <a:pt x="37363" y="213004"/>
                  </a:lnTo>
                  <a:lnTo>
                    <a:pt x="38862" y="204978"/>
                  </a:lnTo>
                  <a:close/>
                </a:path>
                <a:path w="628014" h="226060">
                  <a:moveTo>
                    <a:pt x="38862" y="20574"/>
                  </a:moveTo>
                  <a:lnTo>
                    <a:pt x="37363" y="12534"/>
                  </a:lnTo>
                  <a:lnTo>
                    <a:pt x="33235" y="5994"/>
                  </a:lnTo>
                  <a:lnTo>
                    <a:pt x="26962" y="1600"/>
                  </a:lnTo>
                  <a:lnTo>
                    <a:pt x="19050" y="0"/>
                  </a:lnTo>
                  <a:lnTo>
                    <a:pt x="11569" y="1600"/>
                  </a:lnTo>
                  <a:lnTo>
                    <a:pt x="5524" y="5994"/>
                  </a:lnTo>
                  <a:lnTo>
                    <a:pt x="1473" y="12534"/>
                  </a:lnTo>
                  <a:lnTo>
                    <a:pt x="0" y="20574"/>
                  </a:lnTo>
                  <a:lnTo>
                    <a:pt x="1473" y="28600"/>
                  </a:lnTo>
                  <a:lnTo>
                    <a:pt x="5524" y="35140"/>
                  </a:lnTo>
                  <a:lnTo>
                    <a:pt x="11569" y="39535"/>
                  </a:lnTo>
                  <a:lnTo>
                    <a:pt x="19050" y="41148"/>
                  </a:lnTo>
                  <a:lnTo>
                    <a:pt x="26962" y="39535"/>
                  </a:lnTo>
                  <a:lnTo>
                    <a:pt x="33235" y="35140"/>
                  </a:lnTo>
                  <a:lnTo>
                    <a:pt x="37363" y="28600"/>
                  </a:lnTo>
                  <a:lnTo>
                    <a:pt x="38862" y="20574"/>
                  </a:lnTo>
                  <a:close/>
                </a:path>
                <a:path w="628014" h="226060">
                  <a:moveTo>
                    <a:pt x="156972" y="204978"/>
                  </a:moveTo>
                  <a:lnTo>
                    <a:pt x="155371" y="196938"/>
                  </a:lnTo>
                  <a:lnTo>
                    <a:pt x="151066" y="190398"/>
                  </a:lnTo>
                  <a:lnTo>
                    <a:pt x="144754" y="186004"/>
                  </a:lnTo>
                  <a:lnTo>
                    <a:pt x="137160" y="184404"/>
                  </a:lnTo>
                  <a:lnTo>
                    <a:pt x="129552" y="186004"/>
                  </a:lnTo>
                  <a:lnTo>
                    <a:pt x="123253" y="190398"/>
                  </a:lnTo>
                  <a:lnTo>
                    <a:pt x="118935" y="196938"/>
                  </a:lnTo>
                  <a:lnTo>
                    <a:pt x="117348" y="204978"/>
                  </a:lnTo>
                  <a:lnTo>
                    <a:pt x="118935" y="213004"/>
                  </a:lnTo>
                  <a:lnTo>
                    <a:pt x="123253" y="219544"/>
                  </a:lnTo>
                  <a:lnTo>
                    <a:pt x="129552" y="223939"/>
                  </a:lnTo>
                  <a:lnTo>
                    <a:pt x="137160" y="225552"/>
                  </a:lnTo>
                  <a:lnTo>
                    <a:pt x="144754" y="223939"/>
                  </a:lnTo>
                  <a:lnTo>
                    <a:pt x="151066" y="219544"/>
                  </a:lnTo>
                  <a:lnTo>
                    <a:pt x="155371" y="213004"/>
                  </a:lnTo>
                  <a:lnTo>
                    <a:pt x="156972" y="204978"/>
                  </a:lnTo>
                  <a:close/>
                </a:path>
                <a:path w="628014" h="226060">
                  <a:moveTo>
                    <a:pt x="156972" y="20574"/>
                  </a:moveTo>
                  <a:lnTo>
                    <a:pt x="155371" y="12534"/>
                  </a:lnTo>
                  <a:lnTo>
                    <a:pt x="151066" y="5994"/>
                  </a:lnTo>
                  <a:lnTo>
                    <a:pt x="144754" y="1600"/>
                  </a:lnTo>
                  <a:lnTo>
                    <a:pt x="137160" y="0"/>
                  </a:lnTo>
                  <a:lnTo>
                    <a:pt x="129552" y="1600"/>
                  </a:lnTo>
                  <a:lnTo>
                    <a:pt x="123253" y="5994"/>
                  </a:lnTo>
                  <a:lnTo>
                    <a:pt x="118935" y="12534"/>
                  </a:lnTo>
                  <a:lnTo>
                    <a:pt x="117348" y="20574"/>
                  </a:lnTo>
                  <a:lnTo>
                    <a:pt x="118935" y="28600"/>
                  </a:lnTo>
                  <a:lnTo>
                    <a:pt x="123253" y="35140"/>
                  </a:lnTo>
                  <a:lnTo>
                    <a:pt x="129552" y="39535"/>
                  </a:lnTo>
                  <a:lnTo>
                    <a:pt x="137160" y="41148"/>
                  </a:lnTo>
                  <a:lnTo>
                    <a:pt x="144754" y="39535"/>
                  </a:lnTo>
                  <a:lnTo>
                    <a:pt x="151066" y="35140"/>
                  </a:lnTo>
                  <a:lnTo>
                    <a:pt x="155371" y="28600"/>
                  </a:lnTo>
                  <a:lnTo>
                    <a:pt x="156972" y="20574"/>
                  </a:lnTo>
                  <a:close/>
                </a:path>
                <a:path w="628014" h="226060">
                  <a:moveTo>
                    <a:pt x="274320" y="204978"/>
                  </a:moveTo>
                  <a:lnTo>
                    <a:pt x="272821" y="196938"/>
                  </a:lnTo>
                  <a:lnTo>
                    <a:pt x="268693" y="190398"/>
                  </a:lnTo>
                  <a:lnTo>
                    <a:pt x="262420" y="186004"/>
                  </a:lnTo>
                  <a:lnTo>
                    <a:pt x="254508" y="184404"/>
                  </a:lnTo>
                  <a:lnTo>
                    <a:pt x="247027" y="186004"/>
                  </a:lnTo>
                  <a:lnTo>
                    <a:pt x="240982" y="190398"/>
                  </a:lnTo>
                  <a:lnTo>
                    <a:pt x="236931" y="196938"/>
                  </a:lnTo>
                  <a:lnTo>
                    <a:pt x="235458" y="204978"/>
                  </a:lnTo>
                  <a:lnTo>
                    <a:pt x="236931" y="213004"/>
                  </a:lnTo>
                  <a:lnTo>
                    <a:pt x="240982" y="219544"/>
                  </a:lnTo>
                  <a:lnTo>
                    <a:pt x="247027" y="223939"/>
                  </a:lnTo>
                  <a:lnTo>
                    <a:pt x="254508" y="225552"/>
                  </a:lnTo>
                  <a:lnTo>
                    <a:pt x="262420" y="223939"/>
                  </a:lnTo>
                  <a:lnTo>
                    <a:pt x="268693" y="219544"/>
                  </a:lnTo>
                  <a:lnTo>
                    <a:pt x="272821" y="213004"/>
                  </a:lnTo>
                  <a:lnTo>
                    <a:pt x="274320" y="204978"/>
                  </a:lnTo>
                  <a:close/>
                </a:path>
                <a:path w="628014" h="226060">
                  <a:moveTo>
                    <a:pt x="274320" y="20574"/>
                  </a:moveTo>
                  <a:lnTo>
                    <a:pt x="272821" y="12534"/>
                  </a:lnTo>
                  <a:lnTo>
                    <a:pt x="268693" y="5994"/>
                  </a:lnTo>
                  <a:lnTo>
                    <a:pt x="262420" y="1600"/>
                  </a:lnTo>
                  <a:lnTo>
                    <a:pt x="254508" y="0"/>
                  </a:lnTo>
                  <a:lnTo>
                    <a:pt x="247027" y="1600"/>
                  </a:lnTo>
                  <a:lnTo>
                    <a:pt x="240982" y="5994"/>
                  </a:lnTo>
                  <a:lnTo>
                    <a:pt x="236931" y="12534"/>
                  </a:lnTo>
                  <a:lnTo>
                    <a:pt x="235458" y="20574"/>
                  </a:lnTo>
                  <a:lnTo>
                    <a:pt x="236931" y="28600"/>
                  </a:lnTo>
                  <a:lnTo>
                    <a:pt x="240982" y="35140"/>
                  </a:lnTo>
                  <a:lnTo>
                    <a:pt x="247027" y="39535"/>
                  </a:lnTo>
                  <a:lnTo>
                    <a:pt x="254508" y="41148"/>
                  </a:lnTo>
                  <a:lnTo>
                    <a:pt x="262420" y="39535"/>
                  </a:lnTo>
                  <a:lnTo>
                    <a:pt x="268693" y="35140"/>
                  </a:lnTo>
                  <a:lnTo>
                    <a:pt x="272821" y="28600"/>
                  </a:lnTo>
                  <a:lnTo>
                    <a:pt x="274320" y="20574"/>
                  </a:lnTo>
                  <a:close/>
                </a:path>
                <a:path w="628014" h="226060">
                  <a:moveTo>
                    <a:pt x="392430" y="204978"/>
                  </a:moveTo>
                  <a:lnTo>
                    <a:pt x="390829" y="196938"/>
                  </a:lnTo>
                  <a:lnTo>
                    <a:pt x="386524" y="190398"/>
                  </a:lnTo>
                  <a:lnTo>
                    <a:pt x="380212" y="186004"/>
                  </a:lnTo>
                  <a:lnTo>
                    <a:pt x="372618" y="184404"/>
                  </a:lnTo>
                  <a:lnTo>
                    <a:pt x="365010" y="186004"/>
                  </a:lnTo>
                  <a:lnTo>
                    <a:pt x="358711" y="190398"/>
                  </a:lnTo>
                  <a:lnTo>
                    <a:pt x="354393" y="196938"/>
                  </a:lnTo>
                  <a:lnTo>
                    <a:pt x="352806" y="204978"/>
                  </a:lnTo>
                  <a:lnTo>
                    <a:pt x="354393" y="213004"/>
                  </a:lnTo>
                  <a:lnTo>
                    <a:pt x="358711" y="219544"/>
                  </a:lnTo>
                  <a:lnTo>
                    <a:pt x="365010" y="223939"/>
                  </a:lnTo>
                  <a:lnTo>
                    <a:pt x="372618" y="225552"/>
                  </a:lnTo>
                  <a:lnTo>
                    <a:pt x="380212" y="223939"/>
                  </a:lnTo>
                  <a:lnTo>
                    <a:pt x="386524" y="219544"/>
                  </a:lnTo>
                  <a:lnTo>
                    <a:pt x="390829" y="213004"/>
                  </a:lnTo>
                  <a:lnTo>
                    <a:pt x="392430" y="204978"/>
                  </a:lnTo>
                  <a:close/>
                </a:path>
                <a:path w="628014" h="226060">
                  <a:moveTo>
                    <a:pt x="392430" y="20574"/>
                  </a:moveTo>
                  <a:lnTo>
                    <a:pt x="390829" y="12534"/>
                  </a:lnTo>
                  <a:lnTo>
                    <a:pt x="386524" y="5994"/>
                  </a:lnTo>
                  <a:lnTo>
                    <a:pt x="380212" y="1600"/>
                  </a:lnTo>
                  <a:lnTo>
                    <a:pt x="372618" y="0"/>
                  </a:lnTo>
                  <a:lnTo>
                    <a:pt x="365010" y="1600"/>
                  </a:lnTo>
                  <a:lnTo>
                    <a:pt x="358711" y="5994"/>
                  </a:lnTo>
                  <a:lnTo>
                    <a:pt x="354393" y="12534"/>
                  </a:lnTo>
                  <a:lnTo>
                    <a:pt x="352806" y="20574"/>
                  </a:lnTo>
                  <a:lnTo>
                    <a:pt x="354393" y="28600"/>
                  </a:lnTo>
                  <a:lnTo>
                    <a:pt x="358711" y="35140"/>
                  </a:lnTo>
                  <a:lnTo>
                    <a:pt x="365010" y="39535"/>
                  </a:lnTo>
                  <a:lnTo>
                    <a:pt x="372618" y="41148"/>
                  </a:lnTo>
                  <a:lnTo>
                    <a:pt x="380212" y="39535"/>
                  </a:lnTo>
                  <a:lnTo>
                    <a:pt x="386524" y="35140"/>
                  </a:lnTo>
                  <a:lnTo>
                    <a:pt x="390829" y="28600"/>
                  </a:lnTo>
                  <a:lnTo>
                    <a:pt x="392430" y="20574"/>
                  </a:lnTo>
                  <a:close/>
                </a:path>
                <a:path w="628014" h="226060">
                  <a:moveTo>
                    <a:pt x="509778" y="204978"/>
                  </a:moveTo>
                  <a:lnTo>
                    <a:pt x="508292" y="196938"/>
                  </a:lnTo>
                  <a:lnTo>
                    <a:pt x="504253" y="190398"/>
                  </a:lnTo>
                  <a:lnTo>
                    <a:pt x="498195" y="186004"/>
                  </a:lnTo>
                  <a:lnTo>
                    <a:pt x="490728" y="184404"/>
                  </a:lnTo>
                  <a:lnTo>
                    <a:pt x="482803" y="186004"/>
                  </a:lnTo>
                  <a:lnTo>
                    <a:pt x="476529" y="190398"/>
                  </a:lnTo>
                  <a:lnTo>
                    <a:pt x="472401" y="196938"/>
                  </a:lnTo>
                  <a:lnTo>
                    <a:pt x="470916" y="204978"/>
                  </a:lnTo>
                  <a:lnTo>
                    <a:pt x="472401" y="213004"/>
                  </a:lnTo>
                  <a:lnTo>
                    <a:pt x="476529" y="219544"/>
                  </a:lnTo>
                  <a:lnTo>
                    <a:pt x="482803" y="223939"/>
                  </a:lnTo>
                  <a:lnTo>
                    <a:pt x="490728" y="225552"/>
                  </a:lnTo>
                  <a:lnTo>
                    <a:pt x="498195" y="223939"/>
                  </a:lnTo>
                  <a:lnTo>
                    <a:pt x="504253" y="219544"/>
                  </a:lnTo>
                  <a:lnTo>
                    <a:pt x="508292" y="213004"/>
                  </a:lnTo>
                  <a:lnTo>
                    <a:pt x="509778" y="204978"/>
                  </a:lnTo>
                  <a:close/>
                </a:path>
                <a:path w="628014" h="226060">
                  <a:moveTo>
                    <a:pt x="509778" y="20574"/>
                  </a:moveTo>
                  <a:lnTo>
                    <a:pt x="508292" y="12534"/>
                  </a:lnTo>
                  <a:lnTo>
                    <a:pt x="504253" y="5994"/>
                  </a:lnTo>
                  <a:lnTo>
                    <a:pt x="498195" y="1600"/>
                  </a:lnTo>
                  <a:lnTo>
                    <a:pt x="490728" y="0"/>
                  </a:lnTo>
                  <a:lnTo>
                    <a:pt x="482803" y="1600"/>
                  </a:lnTo>
                  <a:lnTo>
                    <a:pt x="476529" y="5994"/>
                  </a:lnTo>
                  <a:lnTo>
                    <a:pt x="472401" y="12534"/>
                  </a:lnTo>
                  <a:lnTo>
                    <a:pt x="470916" y="20574"/>
                  </a:lnTo>
                  <a:lnTo>
                    <a:pt x="472401" y="28600"/>
                  </a:lnTo>
                  <a:lnTo>
                    <a:pt x="476529" y="35140"/>
                  </a:lnTo>
                  <a:lnTo>
                    <a:pt x="482803" y="39535"/>
                  </a:lnTo>
                  <a:lnTo>
                    <a:pt x="490728" y="41148"/>
                  </a:lnTo>
                  <a:lnTo>
                    <a:pt x="498195" y="39535"/>
                  </a:lnTo>
                  <a:lnTo>
                    <a:pt x="504253" y="35140"/>
                  </a:lnTo>
                  <a:lnTo>
                    <a:pt x="508292" y="28600"/>
                  </a:lnTo>
                  <a:lnTo>
                    <a:pt x="509778" y="20574"/>
                  </a:lnTo>
                  <a:close/>
                </a:path>
                <a:path w="628014" h="226060">
                  <a:moveTo>
                    <a:pt x="627888" y="204978"/>
                  </a:moveTo>
                  <a:lnTo>
                    <a:pt x="626287" y="196938"/>
                  </a:lnTo>
                  <a:lnTo>
                    <a:pt x="621982" y="190398"/>
                  </a:lnTo>
                  <a:lnTo>
                    <a:pt x="615670" y="186004"/>
                  </a:lnTo>
                  <a:lnTo>
                    <a:pt x="608076" y="184404"/>
                  </a:lnTo>
                  <a:lnTo>
                    <a:pt x="600468" y="186004"/>
                  </a:lnTo>
                  <a:lnTo>
                    <a:pt x="594169" y="190398"/>
                  </a:lnTo>
                  <a:lnTo>
                    <a:pt x="589851" y="196938"/>
                  </a:lnTo>
                  <a:lnTo>
                    <a:pt x="588264" y="204978"/>
                  </a:lnTo>
                  <a:lnTo>
                    <a:pt x="589851" y="213004"/>
                  </a:lnTo>
                  <a:lnTo>
                    <a:pt x="594169" y="219544"/>
                  </a:lnTo>
                  <a:lnTo>
                    <a:pt x="600468" y="223939"/>
                  </a:lnTo>
                  <a:lnTo>
                    <a:pt x="608076" y="225552"/>
                  </a:lnTo>
                  <a:lnTo>
                    <a:pt x="615670" y="223939"/>
                  </a:lnTo>
                  <a:lnTo>
                    <a:pt x="621982" y="219544"/>
                  </a:lnTo>
                  <a:lnTo>
                    <a:pt x="626287" y="213004"/>
                  </a:lnTo>
                  <a:lnTo>
                    <a:pt x="627888" y="204978"/>
                  </a:lnTo>
                  <a:close/>
                </a:path>
                <a:path w="628014" h="226060">
                  <a:moveTo>
                    <a:pt x="627888" y="20574"/>
                  </a:moveTo>
                  <a:lnTo>
                    <a:pt x="626287" y="12534"/>
                  </a:lnTo>
                  <a:lnTo>
                    <a:pt x="621982" y="5994"/>
                  </a:lnTo>
                  <a:lnTo>
                    <a:pt x="615670" y="1600"/>
                  </a:lnTo>
                  <a:lnTo>
                    <a:pt x="608076" y="0"/>
                  </a:lnTo>
                  <a:lnTo>
                    <a:pt x="600468" y="1600"/>
                  </a:lnTo>
                  <a:lnTo>
                    <a:pt x="594156" y="5994"/>
                  </a:lnTo>
                  <a:lnTo>
                    <a:pt x="589851" y="12534"/>
                  </a:lnTo>
                  <a:lnTo>
                    <a:pt x="588251" y="20574"/>
                  </a:lnTo>
                  <a:lnTo>
                    <a:pt x="589851" y="28600"/>
                  </a:lnTo>
                  <a:lnTo>
                    <a:pt x="594156" y="35140"/>
                  </a:lnTo>
                  <a:lnTo>
                    <a:pt x="600468" y="39535"/>
                  </a:lnTo>
                  <a:lnTo>
                    <a:pt x="608076" y="41148"/>
                  </a:lnTo>
                  <a:lnTo>
                    <a:pt x="615670" y="39535"/>
                  </a:lnTo>
                  <a:lnTo>
                    <a:pt x="621982" y="35140"/>
                  </a:lnTo>
                  <a:lnTo>
                    <a:pt x="626287" y="28600"/>
                  </a:lnTo>
                  <a:lnTo>
                    <a:pt x="627888" y="20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cxnSp>
          <p:nvCxnSpPr>
            <p:cNvPr id="2896" name="Straight Arrow Connector 2895">
              <a:extLst>
                <a:ext uri="{FF2B5EF4-FFF2-40B4-BE49-F238E27FC236}">
                  <a16:creationId xmlns:a16="http://schemas.microsoft.com/office/drawing/2014/main" id="{C46694F2-0A50-43D6-B82F-D9B289171CCB}"/>
                </a:ext>
              </a:extLst>
            </p:cNvPr>
            <p:cNvCxnSpPr>
              <a:cxnSpLocks/>
            </p:cNvCxnSpPr>
            <p:nvPr/>
          </p:nvCxnSpPr>
          <p:spPr>
            <a:xfrm>
              <a:off x="2257480" y="4968538"/>
              <a:ext cx="0" cy="814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97" name="Straight Arrow Connector 2896">
              <a:extLst>
                <a:ext uri="{FF2B5EF4-FFF2-40B4-BE49-F238E27FC236}">
                  <a16:creationId xmlns:a16="http://schemas.microsoft.com/office/drawing/2014/main" id="{D22C8AF9-6656-4301-8980-C1173C4F4D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6251" y="3851288"/>
              <a:ext cx="0" cy="7536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898" name="object 13">
              <a:extLst>
                <a:ext uri="{FF2B5EF4-FFF2-40B4-BE49-F238E27FC236}">
                  <a16:creationId xmlns:a16="http://schemas.microsoft.com/office/drawing/2014/main" id="{CF31C4B8-A535-4800-9F07-43450972CC90}"/>
                </a:ext>
              </a:extLst>
            </p:cNvPr>
            <p:cNvSpPr txBox="1"/>
            <p:nvPr/>
          </p:nvSpPr>
          <p:spPr>
            <a:xfrm>
              <a:off x="2094754" y="4614562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800" dirty="0">
                  <a:cs typeface="+mn-ea"/>
                  <a:sym typeface="+mn-lt"/>
                </a:rPr>
                <a:t>18</a:t>
              </a:r>
              <a:endParaRPr sz="1800" dirty="0">
                <a:cs typeface="+mn-ea"/>
                <a:sym typeface="+mn-lt"/>
              </a:endParaRPr>
            </a:p>
          </p:txBody>
        </p:sp>
        <p:cxnSp>
          <p:nvCxnSpPr>
            <p:cNvPr id="2899" name="Straight Arrow Connector 2898">
              <a:extLst>
                <a:ext uri="{FF2B5EF4-FFF2-40B4-BE49-F238E27FC236}">
                  <a16:creationId xmlns:a16="http://schemas.microsoft.com/office/drawing/2014/main" id="{DA2384B4-C4BC-4D34-A083-8C05F1B40E51}"/>
                </a:ext>
              </a:extLst>
            </p:cNvPr>
            <p:cNvCxnSpPr>
              <a:cxnSpLocks/>
            </p:cNvCxnSpPr>
            <p:nvPr/>
          </p:nvCxnSpPr>
          <p:spPr>
            <a:xfrm>
              <a:off x="3920418" y="5906742"/>
              <a:ext cx="11141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0" name="Straight Arrow Connector 2899">
              <a:extLst>
                <a:ext uri="{FF2B5EF4-FFF2-40B4-BE49-F238E27FC236}">
                  <a16:creationId xmlns:a16="http://schemas.microsoft.com/office/drawing/2014/main" id="{A85D139F-05E3-4909-8DF4-39C21EB2C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9109" y="5906742"/>
              <a:ext cx="12114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1" name="object 13">
              <a:extLst>
                <a:ext uri="{FF2B5EF4-FFF2-40B4-BE49-F238E27FC236}">
                  <a16:creationId xmlns:a16="http://schemas.microsoft.com/office/drawing/2014/main" id="{C5DDE1DF-D3D8-4A3F-93A4-77182D33B042}"/>
                </a:ext>
              </a:extLst>
            </p:cNvPr>
            <p:cNvSpPr txBox="1"/>
            <p:nvPr/>
          </p:nvSpPr>
          <p:spPr>
            <a:xfrm>
              <a:off x="3642978" y="5760697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800" dirty="0">
                  <a:cs typeface="+mn-ea"/>
                  <a:sym typeface="+mn-lt"/>
                </a:rPr>
                <a:t>25</a:t>
              </a:r>
              <a:endParaRPr sz="1800" dirty="0">
                <a:cs typeface="+mn-ea"/>
                <a:sym typeface="+mn-lt"/>
              </a:endParaRPr>
            </a:p>
          </p:txBody>
        </p:sp>
      </p:grpSp>
      <p:grpSp>
        <p:nvGrpSpPr>
          <p:cNvPr id="2948" name="Group 2947">
            <a:extLst>
              <a:ext uri="{FF2B5EF4-FFF2-40B4-BE49-F238E27FC236}">
                <a16:creationId xmlns:a16="http://schemas.microsoft.com/office/drawing/2014/main" id="{8F66A4B7-ED35-40A9-9140-8BF178F6ABC6}"/>
              </a:ext>
            </a:extLst>
          </p:cNvPr>
          <p:cNvGrpSpPr/>
          <p:nvPr/>
        </p:nvGrpSpPr>
        <p:grpSpPr>
          <a:xfrm>
            <a:off x="7092825" y="3567948"/>
            <a:ext cx="2629989" cy="2032516"/>
            <a:chOff x="6317434" y="3475483"/>
            <a:chExt cx="2629989" cy="2032516"/>
          </a:xfrm>
        </p:grpSpPr>
        <p:sp>
          <p:nvSpPr>
            <p:cNvPr id="2844" name="object 5598">
              <a:extLst>
                <a:ext uri="{FF2B5EF4-FFF2-40B4-BE49-F238E27FC236}">
                  <a16:creationId xmlns:a16="http://schemas.microsoft.com/office/drawing/2014/main" id="{B10B2B33-3152-4E17-A249-452A8A747E68}"/>
                </a:ext>
              </a:extLst>
            </p:cNvPr>
            <p:cNvSpPr/>
            <p:nvPr/>
          </p:nvSpPr>
          <p:spPr>
            <a:xfrm>
              <a:off x="7195820" y="4788409"/>
              <a:ext cx="233679" cy="128905"/>
            </a:xfrm>
            <a:custGeom>
              <a:avLst/>
              <a:gdLst/>
              <a:ahLst/>
              <a:cxnLst/>
              <a:rect l="l" t="t" r="r" b="b"/>
              <a:pathLst>
                <a:path w="233679" h="128904">
                  <a:moveTo>
                    <a:pt x="0" y="128777"/>
                  </a:moveTo>
                  <a:lnTo>
                    <a:pt x="233172" y="128777"/>
                  </a:lnTo>
                  <a:lnTo>
                    <a:pt x="233172" y="0"/>
                  </a:lnTo>
                  <a:lnTo>
                    <a:pt x="0" y="0"/>
                  </a:lnTo>
                  <a:lnTo>
                    <a:pt x="0" y="12877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5" name="object 5599">
              <a:extLst>
                <a:ext uri="{FF2B5EF4-FFF2-40B4-BE49-F238E27FC236}">
                  <a16:creationId xmlns:a16="http://schemas.microsoft.com/office/drawing/2014/main" id="{C61FDFE6-1BA4-4E7A-A1A5-42F8BCE480D6}"/>
                </a:ext>
              </a:extLst>
            </p:cNvPr>
            <p:cNvSpPr/>
            <p:nvPr/>
          </p:nvSpPr>
          <p:spPr>
            <a:xfrm>
              <a:off x="7732268" y="3475483"/>
              <a:ext cx="1207770" cy="1209040"/>
            </a:xfrm>
            <a:custGeom>
              <a:avLst/>
              <a:gdLst/>
              <a:ahLst/>
              <a:cxnLst/>
              <a:rect l="l" t="t" r="r" b="b"/>
              <a:pathLst>
                <a:path w="1207770" h="1209039">
                  <a:moveTo>
                    <a:pt x="1207770" y="1208531"/>
                  </a:moveTo>
                  <a:lnTo>
                    <a:pt x="1207770" y="0"/>
                  </a:lnTo>
                  <a:lnTo>
                    <a:pt x="0" y="0"/>
                  </a:lnTo>
                  <a:lnTo>
                    <a:pt x="0" y="1208531"/>
                  </a:lnTo>
                  <a:lnTo>
                    <a:pt x="1207770" y="120853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6" name="object 5600">
              <a:extLst>
                <a:ext uri="{FF2B5EF4-FFF2-40B4-BE49-F238E27FC236}">
                  <a16:creationId xmlns:a16="http://schemas.microsoft.com/office/drawing/2014/main" id="{4FEE7360-1E95-4F75-9184-B60E967AAAB2}"/>
                </a:ext>
              </a:extLst>
            </p:cNvPr>
            <p:cNvSpPr/>
            <p:nvPr/>
          </p:nvSpPr>
          <p:spPr>
            <a:xfrm>
              <a:off x="7195821" y="3709430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635495" y="1078992"/>
                  </a:lnTo>
                  <a:lnTo>
                    <a:pt x="635495" y="1207770"/>
                  </a:lnTo>
                  <a:lnTo>
                    <a:pt x="1207770" y="1207770"/>
                  </a:lnTo>
                  <a:lnTo>
                    <a:pt x="1207770" y="1078992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7" name="object 5601">
              <a:extLst>
                <a:ext uri="{FF2B5EF4-FFF2-40B4-BE49-F238E27FC236}">
                  <a16:creationId xmlns:a16="http://schemas.microsoft.com/office/drawing/2014/main" id="{0C89586D-BF9B-4999-9A96-770ACD2B1E38}"/>
                </a:ext>
              </a:extLst>
            </p:cNvPr>
            <p:cNvSpPr/>
            <p:nvPr/>
          </p:nvSpPr>
          <p:spPr>
            <a:xfrm>
              <a:off x="7195820" y="3709417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70"/>
                  </a:lnTo>
                  <a:lnTo>
                    <a:pt x="1207770" y="1207770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8" name="object 5602">
              <a:extLst>
                <a:ext uri="{FF2B5EF4-FFF2-40B4-BE49-F238E27FC236}">
                  <a16:creationId xmlns:a16="http://schemas.microsoft.com/office/drawing/2014/main" id="{6BE125E6-C6B4-48F5-8BF9-90DE0331C389}"/>
                </a:ext>
              </a:extLst>
            </p:cNvPr>
            <p:cNvSpPr/>
            <p:nvPr/>
          </p:nvSpPr>
          <p:spPr>
            <a:xfrm>
              <a:off x="6926822" y="3843542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944880"/>
                  </a:lnTo>
                  <a:lnTo>
                    <a:pt x="0" y="1207770"/>
                  </a:lnTo>
                  <a:lnTo>
                    <a:pt x="99060" y="1207770"/>
                  </a:lnTo>
                  <a:lnTo>
                    <a:pt x="99060" y="944880"/>
                  </a:lnTo>
                  <a:lnTo>
                    <a:pt x="904494" y="944880"/>
                  </a:lnTo>
                  <a:lnTo>
                    <a:pt x="904494" y="1207770"/>
                  </a:lnTo>
                  <a:lnTo>
                    <a:pt x="1207770" y="1207770"/>
                  </a:lnTo>
                  <a:lnTo>
                    <a:pt x="1207770" y="944880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49" name="object 5603">
              <a:extLst>
                <a:ext uri="{FF2B5EF4-FFF2-40B4-BE49-F238E27FC236}">
                  <a16:creationId xmlns:a16="http://schemas.microsoft.com/office/drawing/2014/main" id="{9151046B-1627-4D20-A098-33F3C8B9AA02}"/>
                </a:ext>
              </a:extLst>
            </p:cNvPr>
            <p:cNvSpPr/>
            <p:nvPr/>
          </p:nvSpPr>
          <p:spPr>
            <a:xfrm>
              <a:off x="6926822" y="3843529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69"/>
                  </a:lnTo>
                  <a:lnTo>
                    <a:pt x="1207770" y="1207769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50" name="object 5604">
              <a:extLst>
                <a:ext uri="{FF2B5EF4-FFF2-40B4-BE49-F238E27FC236}">
                  <a16:creationId xmlns:a16="http://schemas.microsoft.com/office/drawing/2014/main" id="{7ECCF801-F6C6-4FA3-97D6-B9479A1E24DE}"/>
                </a:ext>
              </a:extLst>
            </p:cNvPr>
            <p:cNvSpPr/>
            <p:nvPr/>
          </p:nvSpPr>
          <p:spPr>
            <a:xfrm>
              <a:off x="7227811" y="3488437"/>
              <a:ext cx="1655445" cy="220979"/>
            </a:xfrm>
            <a:custGeom>
              <a:avLst/>
              <a:gdLst/>
              <a:ahLst/>
              <a:cxnLst/>
              <a:rect l="l" t="t" r="r" b="b"/>
              <a:pathLst>
                <a:path w="1655445" h="220979">
                  <a:moveTo>
                    <a:pt x="0" y="189737"/>
                  </a:moveTo>
                  <a:lnTo>
                    <a:pt x="381000" y="0"/>
                  </a:lnTo>
                </a:path>
                <a:path w="1655445" h="220979">
                  <a:moveTo>
                    <a:pt x="1236726" y="220979"/>
                  </a:moveTo>
                  <a:lnTo>
                    <a:pt x="1655064" y="11429"/>
                  </a:lnTo>
                </a:path>
              </a:pathLst>
            </a:custGeom>
            <a:ln w="9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51" name="object 5605">
              <a:extLst>
                <a:ext uri="{FF2B5EF4-FFF2-40B4-BE49-F238E27FC236}">
                  <a16:creationId xmlns:a16="http://schemas.microsoft.com/office/drawing/2014/main" id="{F20AE50A-233E-447A-A103-9F15C59F2F01}"/>
                </a:ext>
              </a:extLst>
            </p:cNvPr>
            <p:cNvSpPr/>
            <p:nvPr/>
          </p:nvSpPr>
          <p:spPr>
            <a:xfrm>
              <a:off x="6658610" y="5320285"/>
              <a:ext cx="1207770" cy="0"/>
            </a:xfrm>
            <a:custGeom>
              <a:avLst/>
              <a:gdLst/>
              <a:ahLst/>
              <a:cxnLst/>
              <a:rect l="l" t="t" r="r" b="b"/>
              <a:pathLst>
                <a:path w="1207770">
                  <a:moveTo>
                    <a:pt x="0" y="0"/>
                  </a:moveTo>
                  <a:lnTo>
                    <a:pt x="547103" y="0"/>
                  </a:lnTo>
                </a:path>
                <a:path w="1207770">
                  <a:moveTo>
                    <a:pt x="660641" y="0"/>
                  </a:moveTo>
                  <a:lnTo>
                    <a:pt x="1207769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52" name="object 5606">
              <a:extLst>
                <a:ext uri="{FF2B5EF4-FFF2-40B4-BE49-F238E27FC236}">
                  <a16:creationId xmlns:a16="http://schemas.microsoft.com/office/drawing/2014/main" id="{49B5E640-19B7-42F0-BD57-2B186613482F}"/>
                </a:ext>
              </a:extLst>
            </p:cNvPr>
            <p:cNvSpPr/>
            <p:nvPr/>
          </p:nvSpPr>
          <p:spPr>
            <a:xfrm>
              <a:off x="665861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853" name="object 5607">
              <a:extLst>
                <a:ext uri="{FF2B5EF4-FFF2-40B4-BE49-F238E27FC236}">
                  <a16:creationId xmlns:a16="http://schemas.microsoft.com/office/drawing/2014/main" id="{A085075C-7CC6-4381-8DB6-C9400B38DACC}"/>
                </a:ext>
              </a:extLst>
            </p:cNvPr>
            <p:cNvSpPr/>
            <p:nvPr/>
          </p:nvSpPr>
          <p:spPr>
            <a:xfrm>
              <a:off x="782828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76200"/>
                  </a:moveTo>
                  <a:lnTo>
                    <a:pt x="38100" y="38100"/>
                  </a:lnTo>
                  <a:lnTo>
                    <a:pt x="0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2905" name="Group 2904">
              <a:extLst>
                <a:ext uri="{FF2B5EF4-FFF2-40B4-BE49-F238E27FC236}">
                  <a16:creationId xmlns:a16="http://schemas.microsoft.com/office/drawing/2014/main" id="{F693A870-0A67-4E96-99CE-1FB1AEA5F5E8}"/>
                </a:ext>
              </a:extLst>
            </p:cNvPr>
            <p:cNvGrpSpPr/>
            <p:nvPr/>
          </p:nvGrpSpPr>
          <p:grpSpPr>
            <a:xfrm>
              <a:off x="6317434" y="3967862"/>
              <a:ext cx="2629989" cy="1540137"/>
              <a:chOff x="6317434" y="3967862"/>
              <a:chExt cx="2629989" cy="1540137"/>
            </a:xfrm>
          </p:grpSpPr>
          <p:grpSp>
            <p:nvGrpSpPr>
              <p:cNvPr id="2855" name="object 5615">
                <a:extLst>
                  <a:ext uri="{FF2B5EF4-FFF2-40B4-BE49-F238E27FC236}">
                    <a16:creationId xmlns:a16="http://schemas.microsoft.com/office/drawing/2014/main" id="{B8B99C76-DC9B-4D02-9D95-C3AAF1453EEC}"/>
                  </a:ext>
                </a:extLst>
              </p:cNvPr>
              <p:cNvGrpSpPr/>
              <p:nvPr/>
            </p:nvGrpSpPr>
            <p:grpSpPr>
              <a:xfrm>
                <a:off x="6609353" y="3968770"/>
                <a:ext cx="2338070" cy="1241425"/>
                <a:chOff x="6105302" y="4848116"/>
                <a:chExt cx="2338070" cy="1241425"/>
              </a:xfrm>
            </p:grpSpPr>
            <p:sp>
              <p:nvSpPr>
                <p:cNvPr id="2856" name="object 5616">
                  <a:extLst>
                    <a:ext uri="{FF2B5EF4-FFF2-40B4-BE49-F238E27FC236}">
                      <a16:creationId xmlns:a16="http://schemas.microsoft.com/office/drawing/2014/main" id="{08488DB0-FB9D-4AAD-8655-3DF079AEBD1A}"/>
                    </a:ext>
                  </a:extLst>
                </p:cNvPr>
                <p:cNvSpPr/>
                <p:nvPr/>
              </p:nvSpPr>
              <p:spPr>
                <a:xfrm>
                  <a:off x="7362329" y="5528309"/>
                  <a:ext cx="1073785" cy="537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784" h="537210">
                      <a:moveTo>
                        <a:pt x="0" y="537210"/>
                      </a:moveTo>
                      <a:lnTo>
                        <a:pt x="1073658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7" name="object 5617">
                  <a:extLst>
                    <a:ext uri="{FF2B5EF4-FFF2-40B4-BE49-F238E27FC236}">
                      <a16:creationId xmlns:a16="http://schemas.microsoft.com/office/drawing/2014/main" id="{C2E7A962-3B42-40E5-88C1-A7F0CC6A93BD}"/>
                    </a:ext>
                  </a:extLst>
                </p:cNvPr>
                <p:cNvSpPr/>
                <p:nvPr/>
              </p:nvSpPr>
              <p:spPr>
                <a:xfrm>
                  <a:off x="7362329" y="6014465"/>
                  <a:ext cx="51435" cy="67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7945">
                      <a:moveTo>
                        <a:pt x="16764" y="0"/>
                      </a:moveTo>
                      <a:lnTo>
                        <a:pt x="0" y="51053"/>
                      </a:lnTo>
                      <a:lnTo>
                        <a:pt x="51054" y="67818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8" name="object 5618">
                  <a:extLst>
                    <a:ext uri="{FF2B5EF4-FFF2-40B4-BE49-F238E27FC236}">
                      <a16:creationId xmlns:a16="http://schemas.microsoft.com/office/drawing/2014/main" id="{D126D70F-593F-4B02-9918-A5198944A21C}"/>
                    </a:ext>
                  </a:extLst>
                </p:cNvPr>
                <p:cNvSpPr/>
                <p:nvPr/>
              </p:nvSpPr>
              <p:spPr>
                <a:xfrm>
                  <a:off x="8384933" y="5510783"/>
                  <a:ext cx="51435" cy="68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8579">
                      <a:moveTo>
                        <a:pt x="34290" y="68579"/>
                      </a:moveTo>
                      <a:lnTo>
                        <a:pt x="51054" y="17525"/>
                      </a:lnTo>
                      <a:lnTo>
                        <a:pt x="0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9" name="object 5619">
                  <a:extLst>
                    <a:ext uri="{FF2B5EF4-FFF2-40B4-BE49-F238E27FC236}">
                      <a16:creationId xmlns:a16="http://schemas.microsoft.com/office/drawing/2014/main" id="{52C6343D-B78E-4C3A-A962-DBA4D8548700}"/>
                    </a:ext>
                  </a:extLst>
                </p:cNvPr>
                <p:cNvSpPr/>
                <p:nvPr/>
              </p:nvSpPr>
              <p:spPr>
                <a:xfrm>
                  <a:off x="7685405" y="5598413"/>
                  <a:ext cx="42799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990" h="396239">
                      <a:moveTo>
                        <a:pt x="427481" y="243839"/>
                      </a:moveTo>
                      <a:lnTo>
                        <a:pt x="305561" y="0"/>
                      </a:lnTo>
                      <a:lnTo>
                        <a:pt x="0" y="152399"/>
                      </a:lnTo>
                      <a:lnTo>
                        <a:pt x="122681" y="396239"/>
                      </a:lnTo>
                      <a:lnTo>
                        <a:pt x="427481" y="2438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0" name="object 5620">
                  <a:extLst>
                    <a:ext uri="{FF2B5EF4-FFF2-40B4-BE49-F238E27FC236}">
                      <a16:creationId xmlns:a16="http://schemas.microsoft.com/office/drawing/2014/main" id="{5888740C-0E91-48BF-9E31-FB6D0B48E411}"/>
                    </a:ext>
                  </a:extLst>
                </p:cNvPr>
                <p:cNvSpPr/>
                <p:nvPr/>
              </p:nvSpPr>
              <p:spPr>
                <a:xfrm>
                  <a:off x="7750187" y="5666612"/>
                  <a:ext cx="314325" cy="259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259079">
                      <a:moveTo>
                        <a:pt x="48767" y="109347"/>
                      </a:moveTo>
                      <a:lnTo>
                        <a:pt x="48005" y="88773"/>
                      </a:lnTo>
                      <a:lnTo>
                        <a:pt x="0" y="112395"/>
                      </a:lnTo>
                      <a:lnTo>
                        <a:pt x="0" y="177927"/>
                      </a:lnTo>
                      <a:lnTo>
                        <a:pt x="8381" y="174305"/>
                      </a:lnTo>
                      <a:lnTo>
                        <a:pt x="8381" y="129921"/>
                      </a:lnTo>
                      <a:lnTo>
                        <a:pt x="48767" y="109347"/>
                      </a:lnTo>
                      <a:close/>
                    </a:path>
                    <a:path w="314325" h="259079">
                      <a:moveTo>
                        <a:pt x="94487" y="205359"/>
                      </a:moveTo>
                      <a:lnTo>
                        <a:pt x="94487" y="190119"/>
                      </a:lnTo>
                      <a:lnTo>
                        <a:pt x="92201" y="183261"/>
                      </a:lnTo>
                      <a:lnTo>
                        <a:pt x="60197" y="150495"/>
                      </a:lnTo>
                      <a:lnTo>
                        <a:pt x="35432" y="146970"/>
                      </a:lnTo>
                      <a:lnTo>
                        <a:pt x="22264" y="148459"/>
                      </a:lnTo>
                      <a:lnTo>
                        <a:pt x="8381" y="152019"/>
                      </a:lnTo>
                      <a:lnTo>
                        <a:pt x="8381" y="174305"/>
                      </a:lnTo>
                      <a:lnTo>
                        <a:pt x="9286" y="173914"/>
                      </a:lnTo>
                      <a:lnTo>
                        <a:pt x="17716" y="170973"/>
                      </a:lnTo>
                      <a:lnTo>
                        <a:pt x="25288" y="169033"/>
                      </a:lnTo>
                      <a:lnTo>
                        <a:pt x="31241" y="168135"/>
                      </a:lnTo>
                      <a:lnTo>
                        <a:pt x="41147" y="168126"/>
                      </a:lnTo>
                      <a:lnTo>
                        <a:pt x="48029" y="169075"/>
                      </a:lnTo>
                      <a:lnTo>
                        <a:pt x="81533" y="192405"/>
                      </a:lnTo>
                      <a:lnTo>
                        <a:pt x="84867" y="231949"/>
                      </a:lnTo>
                      <a:lnTo>
                        <a:pt x="86105" y="230505"/>
                      </a:lnTo>
                      <a:lnTo>
                        <a:pt x="89153" y="225171"/>
                      </a:lnTo>
                      <a:lnTo>
                        <a:pt x="91439" y="218313"/>
                      </a:lnTo>
                      <a:lnTo>
                        <a:pt x="93725" y="212217"/>
                      </a:lnTo>
                      <a:lnTo>
                        <a:pt x="94487" y="205359"/>
                      </a:lnTo>
                      <a:close/>
                    </a:path>
                    <a:path w="314325" h="259079">
                      <a:moveTo>
                        <a:pt x="84867" y="231949"/>
                      </a:moveTo>
                      <a:lnTo>
                        <a:pt x="84867" y="205359"/>
                      </a:lnTo>
                      <a:lnTo>
                        <a:pt x="84641" y="211907"/>
                      </a:lnTo>
                      <a:lnTo>
                        <a:pt x="83057" y="218313"/>
                      </a:lnTo>
                      <a:lnTo>
                        <a:pt x="80009" y="227457"/>
                      </a:lnTo>
                      <a:lnTo>
                        <a:pt x="74675" y="233553"/>
                      </a:lnTo>
                      <a:lnTo>
                        <a:pt x="66960" y="237417"/>
                      </a:lnTo>
                      <a:lnTo>
                        <a:pt x="61721" y="240411"/>
                      </a:lnTo>
                      <a:lnTo>
                        <a:pt x="56387" y="241173"/>
                      </a:lnTo>
                      <a:lnTo>
                        <a:pt x="49529" y="239649"/>
                      </a:lnTo>
                      <a:lnTo>
                        <a:pt x="44957" y="238887"/>
                      </a:lnTo>
                      <a:lnTo>
                        <a:pt x="30479" y="248031"/>
                      </a:lnTo>
                      <a:lnTo>
                        <a:pt x="30479" y="249555"/>
                      </a:lnTo>
                      <a:lnTo>
                        <a:pt x="46481" y="258699"/>
                      </a:lnTo>
                      <a:lnTo>
                        <a:pt x="53339" y="257175"/>
                      </a:lnTo>
                      <a:lnTo>
                        <a:pt x="81533" y="235839"/>
                      </a:lnTo>
                      <a:lnTo>
                        <a:pt x="84867" y="231949"/>
                      </a:lnTo>
                      <a:close/>
                    </a:path>
                    <a:path w="314325" h="259079">
                      <a:moveTo>
                        <a:pt x="205739" y="177927"/>
                      </a:moveTo>
                      <a:lnTo>
                        <a:pt x="203453" y="174117"/>
                      </a:lnTo>
                      <a:lnTo>
                        <a:pt x="197357" y="177165"/>
                      </a:lnTo>
                      <a:lnTo>
                        <a:pt x="193547" y="178689"/>
                      </a:lnTo>
                      <a:lnTo>
                        <a:pt x="188213" y="178689"/>
                      </a:lnTo>
                      <a:lnTo>
                        <a:pt x="185927" y="177927"/>
                      </a:lnTo>
                      <a:lnTo>
                        <a:pt x="182879" y="174879"/>
                      </a:lnTo>
                      <a:lnTo>
                        <a:pt x="119633" y="49149"/>
                      </a:lnTo>
                      <a:lnTo>
                        <a:pt x="116585" y="50673"/>
                      </a:lnTo>
                      <a:lnTo>
                        <a:pt x="92201" y="83439"/>
                      </a:lnTo>
                      <a:lnTo>
                        <a:pt x="94487" y="85725"/>
                      </a:lnTo>
                      <a:lnTo>
                        <a:pt x="98297" y="81153"/>
                      </a:lnTo>
                      <a:lnTo>
                        <a:pt x="101345" y="78867"/>
                      </a:lnTo>
                      <a:lnTo>
                        <a:pt x="103631" y="77343"/>
                      </a:lnTo>
                      <a:lnTo>
                        <a:pt x="105155" y="76581"/>
                      </a:lnTo>
                      <a:lnTo>
                        <a:pt x="108965" y="76581"/>
                      </a:lnTo>
                      <a:lnTo>
                        <a:pt x="112013" y="78105"/>
                      </a:lnTo>
                      <a:lnTo>
                        <a:pt x="113537" y="79629"/>
                      </a:lnTo>
                      <a:lnTo>
                        <a:pt x="115823" y="82677"/>
                      </a:lnTo>
                      <a:lnTo>
                        <a:pt x="118871" y="88773"/>
                      </a:lnTo>
                      <a:lnTo>
                        <a:pt x="124205" y="98679"/>
                      </a:lnTo>
                      <a:lnTo>
                        <a:pt x="160019" y="171069"/>
                      </a:lnTo>
                      <a:lnTo>
                        <a:pt x="164591" y="179451"/>
                      </a:lnTo>
                      <a:lnTo>
                        <a:pt x="166115" y="184023"/>
                      </a:lnTo>
                      <a:lnTo>
                        <a:pt x="166115" y="186309"/>
                      </a:lnTo>
                      <a:lnTo>
                        <a:pt x="166877" y="187833"/>
                      </a:lnTo>
                      <a:lnTo>
                        <a:pt x="166877" y="197067"/>
                      </a:lnTo>
                      <a:lnTo>
                        <a:pt x="205739" y="177927"/>
                      </a:lnTo>
                      <a:close/>
                    </a:path>
                    <a:path w="314325" h="259079">
                      <a:moveTo>
                        <a:pt x="166877" y="197067"/>
                      </a:moveTo>
                      <a:lnTo>
                        <a:pt x="166877" y="187833"/>
                      </a:lnTo>
                      <a:lnTo>
                        <a:pt x="166115" y="190119"/>
                      </a:lnTo>
                      <a:lnTo>
                        <a:pt x="164591" y="191643"/>
                      </a:lnTo>
                      <a:lnTo>
                        <a:pt x="163067" y="193929"/>
                      </a:lnTo>
                      <a:lnTo>
                        <a:pt x="159257" y="196215"/>
                      </a:lnTo>
                      <a:lnTo>
                        <a:pt x="153161" y="200025"/>
                      </a:lnTo>
                      <a:lnTo>
                        <a:pt x="154685" y="203073"/>
                      </a:lnTo>
                      <a:lnTo>
                        <a:pt x="166877" y="197067"/>
                      </a:lnTo>
                      <a:close/>
                    </a:path>
                    <a:path w="314325" h="259079">
                      <a:moveTo>
                        <a:pt x="269747" y="54066"/>
                      </a:moveTo>
                      <a:lnTo>
                        <a:pt x="269747" y="35433"/>
                      </a:lnTo>
                      <a:lnTo>
                        <a:pt x="267461" y="27813"/>
                      </a:lnTo>
                      <a:lnTo>
                        <a:pt x="233171" y="116"/>
                      </a:lnTo>
                      <a:lnTo>
                        <a:pt x="224694" y="0"/>
                      </a:lnTo>
                      <a:lnTo>
                        <a:pt x="216467" y="1690"/>
                      </a:lnTo>
                      <a:lnTo>
                        <a:pt x="187451" y="27813"/>
                      </a:lnTo>
                      <a:lnTo>
                        <a:pt x="185070" y="43815"/>
                      </a:lnTo>
                      <a:lnTo>
                        <a:pt x="186273" y="52673"/>
                      </a:lnTo>
                      <a:lnTo>
                        <a:pt x="188975" y="62103"/>
                      </a:lnTo>
                      <a:lnTo>
                        <a:pt x="191261" y="61188"/>
                      </a:lnTo>
                      <a:lnTo>
                        <a:pt x="191261" y="51435"/>
                      </a:lnTo>
                      <a:lnTo>
                        <a:pt x="192023" y="43815"/>
                      </a:lnTo>
                      <a:lnTo>
                        <a:pt x="195833" y="37719"/>
                      </a:lnTo>
                      <a:lnTo>
                        <a:pt x="198881" y="30861"/>
                      </a:lnTo>
                      <a:lnTo>
                        <a:pt x="204215" y="26289"/>
                      </a:lnTo>
                      <a:lnTo>
                        <a:pt x="210311" y="22479"/>
                      </a:lnTo>
                      <a:lnTo>
                        <a:pt x="217931" y="19431"/>
                      </a:lnTo>
                      <a:lnTo>
                        <a:pt x="225551" y="18669"/>
                      </a:lnTo>
                      <a:lnTo>
                        <a:pt x="233171" y="21717"/>
                      </a:lnTo>
                      <a:lnTo>
                        <a:pt x="241553" y="24765"/>
                      </a:lnTo>
                      <a:lnTo>
                        <a:pt x="257472" y="69663"/>
                      </a:lnTo>
                      <a:lnTo>
                        <a:pt x="257472" y="108435"/>
                      </a:lnTo>
                      <a:lnTo>
                        <a:pt x="266318" y="77140"/>
                      </a:lnTo>
                      <a:lnTo>
                        <a:pt x="268604" y="65246"/>
                      </a:lnTo>
                      <a:lnTo>
                        <a:pt x="269747" y="54066"/>
                      </a:lnTo>
                      <a:close/>
                    </a:path>
                    <a:path w="314325" h="259079">
                      <a:moveTo>
                        <a:pt x="192785" y="60579"/>
                      </a:moveTo>
                      <a:lnTo>
                        <a:pt x="191261" y="51435"/>
                      </a:lnTo>
                      <a:lnTo>
                        <a:pt x="191261" y="61188"/>
                      </a:lnTo>
                      <a:lnTo>
                        <a:pt x="192785" y="60579"/>
                      </a:lnTo>
                      <a:close/>
                    </a:path>
                    <a:path w="314325" h="259079">
                      <a:moveTo>
                        <a:pt x="257472" y="108435"/>
                      </a:moveTo>
                      <a:lnTo>
                        <a:pt x="257472" y="69663"/>
                      </a:lnTo>
                      <a:lnTo>
                        <a:pt x="256031" y="82677"/>
                      </a:lnTo>
                      <a:lnTo>
                        <a:pt x="252888" y="97809"/>
                      </a:lnTo>
                      <a:lnTo>
                        <a:pt x="248030" y="115728"/>
                      </a:lnTo>
                      <a:lnTo>
                        <a:pt x="241458" y="136362"/>
                      </a:lnTo>
                      <a:lnTo>
                        <a:pt x="233171" y="159639"/>
                      </a:lnTo>
                      <a:lnTo>
                        <a:pt x="234695" y="163449"/>
                      </a:lnTo>
                      <a:lnTo>
                        <a:pt x="248411" y="156591"/>
                      </a:lnTo>
                      <a:lnTo>
                        <a:pt x="248411" y="137541"/>
                      </a:lnTo>
                      <a:lnTo>
                        <a:pt x="250567" y="131540"/>
                      </a:lnTo>
                      <a:lnTo>
                        <a:pt x="253650" y="121539"/>
                      </a:lnTo>
                      <a:lnTo>
                        <a:pt x="257472" y="108435"/>
                      </a:lnTo>
                      <a:close/>
                    </a:path>
                    <a:path w="314325" h="259079">
                      <a:moveTo>
                        <a:pt x="313943" y="123825"/>
                      </a:moveTo>
                      <a:lnTo>
                        <a:pt x="310895" y="93345"/>
                      </a:lnTo>
                      <a:lnTo>
                        <a:pt x="307085" y="94869"/>
                      </a:lnTo>
                      <a:lnTo>
                        <a:pt x="305561" y="102489"/>
                      </a:lnTo>
                      <a:lnTo>
                        <a:pt x="304037" y="104775"/>
                      </a:lnTo>
                      <a:lnTo>
                        <a:pt x="283463" y="120015"/>
                      </a:lnTo>
                      <a:lnTo>
                        <a:pt x="248411" y="137541"/>
                      </a:lnTo>
                      <a:lnTo>
                        <a:pt x="248411" y="156591"/>
                      </a:lnTo>
                      <a:lnTo>
                        <a:pt x="313943" y="1238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1" name="object 5621">
                  <a:extLst>
                    <a:ext uri="{FF2B5EF4-FFF2-40B4-BE49-F238E27FC236}">
                      <a16:creationId xmlns:a16="http://schemas.microsoft.com/office/drawing/2014/main" id="{8ED9C6C9-7622-4E24-935B-C669EDB94BB0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2" name="object 5622">
                  <a:extLst>
                    <a:ext uri="{FF2B5EF4-FFF2-40B4-BE49-F238E27FC236}">
                      <a16:creationId xmlns:a16="http://schemas.microsoft.com/office/drawing/2014/main" id="{C0B54BFA-0821-455D-90F7-D2061A354F77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3" name="object 5623">
                  <a:extLst>
                    <a:ext uri="{FF2B5EF4-FFF2-40B4-BE49-F238E27FC236}">
                      <a16:creationId xmlns:a16="http://schemas.microsoft.com/office/drawing/2014/main" id="{91BCBD53-F2E9-412C-9823-F41B72EE4482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4" name="object 5624">
                  <a:extLst>
                    <a:ext uri="{FF2B5EF4-FFF2-40B4-BE49-F238E27FC236}">
                      <a16:creationId xmlns:a16="http://schemas.microsoft.com/office/drawing/2014/main" id="{233CECAD-6D31-44AE-9111-80B71C797801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5" name="object 5625">
                  <a:extLst>
                    <a:ext uri="{FF2B5EF4-FFF2-40B4-BE49-F238E27FC236}">
                      <a16:creationId xmlns:a16="http://schemas.microsoft.com/office/drawing/2014/main" id="{1E67DAE0-B446-424A-A9DE-3F3FD5107E1E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6" name="object 5626">
                  <a:extLst>
                    <a:ext uri="{FF2B5EF4-FFF2-40B4-BE49-F238E27FC236}">
                      <a16:creationId xmlns:a16="http://schemas.microsoft.com/office/drawing/2014/main" id="{F2B971D1-E545-41F5-92E5-719C56226244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7" name="object 5627">
                  <a:extLst>
                    <a:ext uri="{FF2B5EF4-FFF2-40B4-BE49-F238E27FC236}">
                      <a16:creationId xmlns:a16="http://schemas.microsoft.com/office/drawing/2014/main" id="{24C93661-C584-4B5B-959E-7BAB926BCF29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403098" y="402336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3098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8" name="object 5628">
                  <a:extLst>
                    <a:ext uri="{FF2B5EF4-FFF2-40B4-BE49-F238E27FC236}">
                      <a16:creationId xmlns:a16="http://schemas.microsoft.com/office/drawing/2014/main" id="{3995F398-D9FC-4C7D-BF37-B449D5718978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3098" y="402336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9" name="object 5629">
                  <a:extLst>
                    <a:ext uri="{FF2B5EF4-FFF2-40B4-BE49-F238E27FC236}">
                      <a16:creationId xmlns:a16="http://schemas.microsoft.com/office/drawing/2014/main" id="{3D3EBAA4-F130-4142-845D-CBECC019F7B9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0" name="object 5630">
                  <a:extLst>
                    <a:ext uri="{FF2B5EF4-FFF2-40B4-BE49-F238E27FC236}">
                      <a16:creationId xmlns:a16="http://schemas.microsoft.com/office/drawing/2014/main" id="{24A89CEC-C1F3-4418-A835-C6062A959FED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1" name="object 5631">
                  <a:extLst>
                    <a:ext uri="{FF2B5EF4-FFF2-40B4-BE49-F238E27FC236}">
                      <a16:creationId xmlns:a16="http://schemas.microsoft.com/office/drawing/2014/main" id="{8032BE23-FF55-46EF-BC8F-87DD40907EEE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2" name="object 5632">
                  <a:extLst>
                    <a:ext uri="{FF2B5EF4-FFF2-40B4-BE49-F238E27FC236}">
                      <a16:creationId xmlns:a16="http://schemas.microsoft.com/office/drawing/2014/main" id="{ADE99DD0-C723-4299-ADB7-C2D329B66F6C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3" name="object 5633">
                  <a:extLst>
                    <a:ext uri="{FF2B5EF4-FFF2-40B4-BE49-F238E27FC236}">
                      <a16:creationId xmlns:a16="http://schemas.microsoft.com/office/drawing/2014/main" id="{0AD98B32-C46E-413F-9CA7-FB754B6D3D9A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4" name="object 5634">
                  <a:extLst>
                    <a:ext uri="{FF2B5EF4-FFF2-40B4-BE49-F238E27FC236}">
                      <a16:creationId xmlns:a16="http://schemas.microsoft.com/office/drawing/2014/main" id="{01D57AD4-8045-4092-BCDC-16359E45E75F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5" name="object 5635">
                  <a:extLst>
                    <a:ext uri="{FF2B5EF4-FFF2-40B4-BE49-F238E27FC236}">
                      <a16:creationId xmlns:a16="http://schemas.microsoft.com/office/drawing/2014/main" id="{BADEB38B-59B4-41F7-B348-0F61FC0D88BF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6" name="object 5636">
                  <a:extLst>
                    <a:ext uri="{FF2B5EF4-FFF2-40B4-BE49-F238E27FC236}">
                      <a16:creationId xmlns:a16="http://schemas.microsoft.com/office/drawing/2014/main" id="{A77452E9-157B-4AC8-9F4B-BBBE6BEE6C66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7" name="object 5637">
                  <a:extLst>
                    <a:ext uri="{FF2B5EF4-FFF2-40B4-BE49-F238E27FC236}">
                      <a16:creationId xmlns:a16="http://schemas.microsoft.com/office/drawing/2014/main" id="{B759B209-ACAB-4AAC-9520-1C411E039A1E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8" name="object 5638">
                  <a:extLst>
                    <a:ext uri="{FF2B5EF4-FFF2-40B4-BE49-F238E27FC236}">
                      <a16:creationId xmlns:a16="http://schemas.microsoft.com/office/drawing/2014/main" id="{EC56841D-8E13-42EC-B462-84C7A1DE3C3C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9" name="object 5639">
                  <a:extLst>
                    <a:ext uri="{FF2B5EF4-FFF2-40B4-BE49-F238E27FC236}">
                      <a16:creationId xmlns:a16="http://schemas.microsoft.com/office/drawing/2014/main" id="{15B885B0-4E50-4812-A05F-A9466E99A6FB}"/>
                    </a:ext>
                  </a:extLst>
                </p:cNvPr>
                <p:cNvSpPr/>
                <p:nvPr/>
              </p:nvSpPr>
              <p:spPr>
                <a:xfrm>
                  <a:off x="6253607" y="4996433"/>
                  <a:ext cx="134112" cy="134874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0" name="object 5640">
                  <a:extLst>
                    <a:ext uri="{FF2B5EF4-FFF2-40B4-BE49-F238E27FC236}">
                      <a16:creationId xmlns:a16="http://schemas.microsoft.com/office/drawing/2014/main" id="{43EFA1EC-7C74-47BD-867D-9DE2B0691A5B}"/>
                    </a:ext>
                  </a:extLst>
                </p:cNvPr>
                <p:cNvSpPr/>
                <p:nvPr/>
              </p:nvSpPr>
              <p:spPr>
                <a:xfrm>
                  <a:off x="6253607" y="5418581"/>
                  <a:ext cx="134112" cy="134112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1" name="object 5641">
                  <a:extLst>
                    <a:ext uri="{FF2B5EF4-FFF2-40B4-BE49-F238E27FC236}">
                      <a16:creationId xmlns:a16="http://schemas.microsoft.com/office/drawing/2014/main" id="{CDCFF0A8-96A9-4DFA-BA78-0FCBCCA7EEA3}"/>
                    </a:ext>
                  </a:extLst>
                </p:cNvPr>
                <p:cNvSpPr/>
                <p:nvPr/>
              </p:nvSpPr>
              <p:spPr>
                <a:xfrm>
                  <a:off x="6655955" y="4996433"/>
                  <a:ext cx="134111" cy="134874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2" name="object 5642">
                  <a:extLst>
                    <a:ext uri="{FF2B5EF4-FFF2-40B4-BE49-F238E27FC236}">
                      <a16:creationId xmlns:a16="http://schemas.microsoft.com/office/drawing/2014/main" id="{F0D92BF5-B6C9-4F4F-909B-CFFA107B4AD1}"/>
                    </a:ext>
                  </a:extLst>
                </p:cNvPr>
                <p:cNvSpPr/>
                <p:nvPr/>
              </p:nvSpPr>
              <p:spPr>
                <a:xfrm>
                  <a:off x="6655955" y="5418581"/>
                  <a:ext cx="134111" cy="134112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3" name="object 5643">
                  <a:extLst>
                    <a:ext uri="{FF2B5EF4-FFF2-40B4-BE49-F238E27FC236}">
                      <a16:creationId xmlns:a16="http://schemas.microsoft.com/office/drawing/2014/main" id="{A6F700B9-0EC5-4CB6-9E19-E66C0206AA8E}"/>
                    </a:ext>
                  </a:extLst>
                </p:cNvPr>
                <p:cNvSpPr/>
                <p:nvPr/>
              </p:nvSpPr>
              <p:spPr>
                <a:xfrm>
                  <a:off x="6253607" y="5801867"/>
                  <a:ext cx="134112" cy="134874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4" name="object 5644">
                  <a:extLst>
                    <a:ext uri="{FF2B5EF4-FFF2-40B4-BE49-F238E27FC236}">
                      <a16:creationId xmlns:a16="http://schemas.microsoft.com/office/drawing/2014/main" id="{98CBE31E-BCD0-4C6C-9B09-C35D887DE932}"/>
                    </a:ext>
                  </a:extLst>
                </p:cNvPr>
                <p:cNvSpPr/>
                <p:nvPr/>
              </p:nvSpPr>
              <p:spPr>
                <a:xfrm>
                  <a:off x="6655955" y="5801867"/>
                  <a:ext cx="134111" cy="134874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5" name="object 5645">
                  <a:extLst>
                    <a:ext uri="{FF2B5EF4-FFF2-40B4-BE49-F238E27FC236}">
                      <a16:creationId xmlns:a16="http://schemas.microsoft.com/office/drawing/2014/main" id="{026D1DA1-543D-4156-945B-4CDB62426B17}"/>
                    </a:ext>
                  </a:extLst>
                </p:cNvPr>
                <p:cNvSpPr/>
                <p:nvPr/>
              </p:nvSpPr>
              <p:spPr>
                <a:xfrm>
                  <a:off x="7078103" y="4996433"/>
                  <a:ext cx="134111" cy="134874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6" name="object 5646">
                  <a:extLst>
                    <a:ext uri="{FF2B5EF4-FFF2-40B4-BE49-F238E27FC236}">
                      <a16:creationId xmlns:a16="http://schemas.microsoft.com/office/drawing/2014/main" id="{C71B1C31-85C8-457B-9D17-CEA9A3A8B0A5}"/>
                    </a:ext>
                  </a:extLst>
                </p:cNvPr>
                <p:cNvSpPr/>
                <p:nvPr/>
              </p:nvSpPr>
              <p:spPr>
                <a:xfrm>
                  <a:off x="7078103" y="5418581"/>
                  <a:ext cx="134111" cy="134112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7" name="object 5647">
                  <a:extLst>
                    <a:ext uri="{FF2B5EF4-FFF2-40B4-BE49-F238E27FC236}">
                      <a16:creationId xmlns:a16="http://schemas.microsoft.com/office/drawing/2014/main" id="{4B7CF1E5-FA94-4D6E-9B94-929E29A249F5}"/>
                    </a:ext>
                  </a:extLst>
                </p:cNvPr>
                <p:cNvSpPr/>
                <p:nvPr/>
              </p:nvSpPr>
              <p:spPr>
                <a:xfrm>
                  <a:off x="7078103" y="5801867"/>
                  <a:ext cx="134111" cy="134874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90" name="object 5609">
                <a:extLst>
                  <a:ext uri="{FF2B5EF4-FFF2-40B4-BE49-F238E27FC236}">
                    <a16:creationId xmlns:a16="http://schemas.microsoft.com/office/drawing/2014/main" id="{9BE627CA-31F4-4F4E-90E2-D2E64B223C8C}"/>
                  </a:ext>
                </a:extLst>
              </p:cNvPr>
              <p:cNvGrpSpPr/>
              <p:nvPr/>
            </p:nvGrpSpPr>
            <p:grpSpPr>
              <a:xfrm>
                <a:off x="6322199" y="3967862"/>
                <a:ext cx="235585" cy="1223645"/>
                <a:chOff x="5884049" y="4849685"/>
                <a:chExt cx="235585" cy="1223645"/>
              </a:xfrm>
            </p:grpSpPr>
            <p:sp>
              <p:nvSpPr>
                <p:cNvPr id="2891" name="object 5610">
                  <a:extLst>
                    <a:ext uri="{FF2B5EF4-FFF2-40B4-BE49-F238E27FC236}">
                      <a16:creationId xmlns:a16="http://schemas.microsoft.com/office/drawing/2014/main" id="{DE6149B8-32BE-4EED-93BB-C1B6B2857452}"/>
                    </a:ext>
                  </a:extLst>
                </p:cNvPr>
                <p:cNvSpPr/>
                <p:nvPr/>
              </p:nvSpPr>
              <p:spPr>
                <a:xfrm>
                  <a:off x="6020447" y="4856987"/>
                  <a:ext cx="0" cy="120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209039">
                      <a:moveTo>
                        <a:pt x="0" y="660654"/>
                      </a:moveTo>
                      <a:lnTo>
                        <a:pt x="0" y="1208532"/>
                      </a:lnTo>
                    </a:path>
                    <a:path h="1209039">
                      <a:moveTo>
                        <a:pt x="0" y="0"/>
                      </a:moveTo>
                      <a:lnTo>
                        <a:pt x="0" y="547115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2" name="object 5611">
                  <a:extLst>
                    <a:ext uri="{FF2B5EF4-FFF2-40B4-BE49-F238E27FC236}">
                      <a16:creationId xmlns:a16="http://schemas.microsoft.com/office/drawing/2014/main" id="{E249B80F-4501-4A62-9CE3-7F04DBB26B7C}"/>
                    </a:ext>
                  </a:extLst>
                </p:cNvPr>
                <p:cNvSpPr/>
                <p:nvPr/>
              </p:nvSpPr>
              <p:spPr>
                <a:xfrm>
                  <a:off x="5982347" y="4856987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76200" y="38100"/>
                      </a:moveTo>
                      <a:lnTo>
                        <a:pt x="38100" y="0"/>
                      </a:lnTo>
                      <a:lnTo>
                        <a:pt x="0" y="3810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3" name="object 5612">
                  <a:extLst>
                    <a:ext uri="{FF2B5EF4-FFF2-40B4-BE49-F238E27FC236}">
                      <a16:creationId xmlns:a16="http://schemas.microsoft.com/office/drawing/2014/main" id="{9640FD19-8257-4209-A033-BEE3F504F57A}"/>
                    </a:ext>
                  </a:extLst>
                </p:cNvPr>
                <p:cNvSpPr/>
                <p:nvPr/>
              </p:nvSpPr>
              <p:spPr>
                <a:xfrm>
                  <a:off x="5982347" y="6027419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76200" y="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4" name="object 5613">
                  <a:extLst>
                    <a:ext uri="{FF2B5EF4-FFF2-40B4-BE49-F238E27FC236}">
                      <a16:creationId xmlns:a16="http://schemas.microsoft.com/office/drawing/2014/main" id="{F5D21AF3-E9FC-4BFF-97AA-BB5C95974873}"/>
                    </a:ext>
                  </a:extLst>
                </p:cNvPr>
                <p:cNvSpPr/>
                <p:nvPr/>
              </p:nvSpPr>
              <p:spPr>
                <a:xfrm>
                  <a:off x="5884049" y="5404103"/>
                  <a:ext cx="235585" cy="113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85" h="113664">
                      <a:moveTo>
                        <a:pt x="0" y="113538"/>
                      </a:moveTo>
                      <a:lnTo>
                        <a:pt x="235458" y="113538"/>
                      </a:lnTo>
                      <a:lnTo>
                        <a:pt x="235458" y="0"/>
                      </a:lnTo>
                      <a:lnTo>
                        <a:pt x="0" y="0"/>
                      </a:lnTo>
                      <a:lnTo>
                        <a:pt x="0" y="1135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02" name="Rectangle 2901">
                <a:extLst>
                  <a:ext uri="{FF2B5EF4-FFF2-40B4-BE49-F238E27FC236}">
                    <a16:creationId xmlns:a16="http://schemas.microsoft.com/office/drawing/2014/main" id="{D6A95B0C-E52B-4A45-8DCA-A11ED28C9921}"/>
                  </a:ext>
                </a:extLst>
              </p:cNvPr>
              <p:cNvSpPr/>
              <p:nvPr/>
            </p:nvSpPr>
            <p:spPr>
              <a:xfrm>
                <a:off x="7127059" y="513866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903" name="Rectangle 2902">
                <a:extLst>
                  <a:ext uri="{FF2B5EF4-FFF2-40B4-BE49-F238E27FC236}">
                    <a16:creationId xmlns:a16="http://schemas.microsoft.com/office/drawing/2014/main" id="{40B351E4-ECE9-43EC-9537-01E8514AF763}"/>
                  </a:ext>
                </a:extLst>
              </p:cNvPr>
              <p:cNvSpPr/>
              <p:nvPr/>
            </p:nvSpPr>
            <p:spPr>
              <a:xfrm>
                <a:off x="6317434" y="4377859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2950" name="Straight Arrow Connector 2949">
            <a:extLst>
              <a:ext uri="{FF2B5EF4-FFF2-40B4-BE49-F238E27FC236}">
                <a16:creationId xmlns:a16="http://schemas.microsoft.com/office/drawing/2014/main" id="{C74AC26F-F24B-49C2-B18E-CC66625BCCDB}"/>
              </a:ext>
            </a:extLst>
          </p:cNvPr>
          <p:cNvCxnSpPr/>
          <p:nvPr/>
        </p:nvCxnSpPr>
        <p:spPr>
          <a:xfrm flipV="1">
            <a:off x="5877715" y="4746275"/>
            <a:ext cx="1143000" cy="66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1" name="Rectangle 2950">
            <a:extLst>
              <a:ext uri="{FF2B5EF4-FFF2-40B4-BE49-F238E27FC236}">
                <a16:creationId xmlns:a16="http://schemas.microsoft.com/office/drawing/2014/main" id="{AC69F374-59E6-4A73-B956-8E364C06329F}"/>
              </a:ext>
            </a:extLst>
          </p:cNvPr>
          <p:cNvSpPr/>
          <p:nvPr/>
        </p:nvSpPr>
        <p:spPr>
          <a:xfrm>
            <a:off x="5710351" y="4268291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max pooling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4342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4CA9-B3FE-459F-919D-89B45AE7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线性插值（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Linear Interpolation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6A421-D062-4EA0-85DD-02056A3BC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313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通过插值计算</a:t>
                </a:r>
                <a14:m>
                  <m:oMath xmlns:m="http://schemas.openxmlformats.org/officeDocument/2006/math">
                    <m:r>
                      <a:rPr lang="zh-CN" altLang="en-US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𝑝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  <m:r>
                      <a:rPr lang="en-US" altLang="zh-CN" i="1" spc="-325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6A421-D062-4EA0-85DD-02056A3BC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31374"/>
              </a:xfrm>
              <a:blipFill>
                <a:blip r:embed="rId2"/>
                <a:stretch>
                  <a:fillRect l="-1043" t="-2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D00589-53E1-4781-9477-C3DBE1945F2A}"/>
                  </a:ext>
                </a:extLst>
              </p:cNvPr>
              <p:cNvSpPr txBox="1"/>
              <p:nvPr/>
            </p:nvSpPr>
            <p:spPr>
              <a:xfrm>
                <a:off x="6350998" y="3494388"/>
                <a:ext cx="4270208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×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D00589-53E1-4781-9477-C3DBE1945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998" y="3494388"/>
                <a:ext cx="4270208" cy="701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D8C1A02-695B-4233-9DFF-234503CC5015}"/>
              </a:ext>
            </a:extLst>
          </p:cNvPr>
          <p:cNvGrpSpPr/>
          <p:nvPr/>
        </p:nvGrpSpPr>
        <p:grpSpPr>
          <a:xfrm>
            <a:off x="1815840" y="3138254"/>
            <a:ext cx="3039110" cy="1732115"/>
            <a:chOff x="1846592" y="3840111"/>
            <a:chExt cx="3039110" cy="17321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977EAC9-3212-47B5-96C4-8AC52D5E4F68}"/>
                </a:ext>
              </a:extLst>
            </p:cNvPr>
            <p:cNvGrpSpPr/>
            <p:nvPr/>
          </p:nvGrpSpPr>
          <p:grpSpPr>
            <a:xfrm>
              <a:off x="1846592" y="3840111"/>
              <a:ext cx="3039110" cy="1732115"/>
              <a:chOff x="1789442" y="4135386"/>
              <a:chExt cx="3039110" cy="17321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bject 10">
                    <a:extLst>
                      <a:ext uri="{FF2B5EF4-FFF2-40B4-BE49-F238E27FC236}">
                        <a16:creationId xmlns:a16="http://schemas.microsoft.com/office/drawing/2014/main" id="{667BBB71-DE45-494D-834E-1B3C927F26A7}"/>
                      </a:ext>
                    </a:extLst>
                  </p:cNvPr>
                  <p:cNvSpPr txBox="1"/>
                  <p:nvPr/>
                </p:nvSpPr>
                <p:spPr>
                  <a:xfrm>
                    <a:off x="2092703" y="5065266"/>
                    <a:ext cx="311150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140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209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object 10">
                    <a:extLst>
                      <a:ext uri="{FF2B5EF4-FFF2-40B4-BE49-F238E27FC236}">
                        <a16:creationId xmlns:a16="http://schemas.microsoft.com/office/drawing/2014/main" id="{667BBB71-DE45-494D-834E-1B3C927F26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2703" y="5065266"/>
                    <a:ext cx="311150" cy="31284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308" b="-294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4458DA32-1BA2-4926-9681-10C50429FDBF}"/>
                  </a:ext>
                </a:extLst>
              </p:cNvPr>
              <p:cNvSpPr txBox="1"/>
              <p:nvPr/>
            </p:nvSpPr>
            <p:spPr>
              <a:xfrm>
                <a:off x="4214114" y="5089652"/>
                <a:ext cx="31686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-114" dirty="0">
                    <a:cs typeface="+mn-ea"/>
                    <a:sym typeface="+mn-lt"/>
                  </a:rPr>
                  <a:t>𝑝</a:t>
                </a:r>
                <a:r>
                  <a:rPr sz="2175" spc="-172" baseline="-15325" dirty="0">
                    <a:cs typeface="+mn-ea"/>
                    <a:sym typeface="+mn-lt"/>
                  </a:rPr>
                  <a:t>2</a:t>
                </a:r>
                <a:endParaRPr sz="2175" baseline="-15325" dirty="0"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bject 12">
                    <a:extLst>
                      <a:ext uri="{FF2B5EF4-FFF2-40B4-BE49-F238E27FC236}">
                        <a16:creationId xmlns:a16="http://schemas.microsoft.com/office/drawing/2014/main" id="{8F069618-A317-4C6F-A372-C72F7D05CA96}"/>
                      </a:ext>
                    </a:extLst>
                  </p:cNvPr>
                  <p:cNvSpPr txBox="1"/>
                  <p:nvPr/>
                </p:nvSpPr>
                <p:spPr>
                  <a:xfrm>
                    <a:off x="1979929" y="4427473"/>
                    <a:ext cx="680085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35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52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  <m:r>
                            <a:rPr lang="en-US" altLang="zh-CN" sz="2000" i="1" spc="-3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6" name="object 12">
                    <a:extLst>
                      <a:ext uri="{FF2B5EF4-FFF2-40B4-BE49-F238E27FC236}">
                        <a16:creationId xmlns:a16="http://schemas.microsoft.com/office/drawing/2014/main" id="{8F069618-A317-4C6F-A372-C72F7D05CA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9929" y="4427473"/>
                    <a:ext cx="680085" cy="3302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500" r="-8036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bject 13">
                    <a:extLst>
                      <a:ext uri="{FF2B5EF4-FFF2-40B4-BE49-F238E27FC236}">
                        <a16:creationId xmlns:a16="http://schemas.microsoft.com/office/drawing/2014/main" id="{9D922E5A-9D33-4D32-AA6D-F7C5430D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4059420" y="4435847"/>
                    <a:ext cx="726440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65" dirty="0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6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6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175" i="1" spc="-97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  <m:r>
                            <a:rPr lang="zh-CN" altLang="en-US" sz="2175" i="1" spc="-165" baseline="-1532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</m:t>
                          </m:r>
                          <m:r>
                            <a:rPr lang="en-US" altLang="zh-CN" sz="2000" i="1" spc="45" dirty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object 13">
                    <a:extLst>
                      <a:ext uri="{FF2B5EF4-FFF2-40B4-BE49-F238E27FC236}">
                        <a16:creationId xmlns:a16="http://schemas.microsoft.com/office/drawing/2014/main" id="{9D922E5A-9D33-4D32-AA6D-F7C5430D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9420" y="4435847"/>
                    <a:ext cx="726440" cy="3302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084" r="-5882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object 14">
                <a:extLst>
                  <a:ext uri="{FF2B5EF4-FFF2-40B4-BE49-F238E27FC236}">
                    <a16:creationId xmlns:a16="http://schemas.microsoft.com/office/drawing/2014/main" id="{DBBB2F6B-404D-4C45-A172-228543545EF2}"/>
                  </a:ext>
                </a:extLst>
              </p:cNvPr>
              <p:cNvSpPr txBox="1"/>
              <p:nvPr/>
            </p:nvSpPr>
            <p:spPr>
              <a:xfrm>
                <a:off x="3035549" y="5065272"/>
                <a:ext cx="167005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-145" dirty="0">
                    <a:solidFill>
                      <a:srgbClr val="FF0000"/>
                    </a:solidFill>
                    <a:cs typeface="+mn-ea"/>
                    <a:sym typeface="+mn-lt"/>
                  </a:rPr>
                  <a:t>𝑝</a:t>
                </a:r>
                <a:endParaRPr sz="2000" dirty="0"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bject 15">
                    <a:extLst>
                      <a:ext uri="{FF2B5EF4-FFF2-40B4-BE49-F238E27FC236}">
                        <a16:creationId xmlns:a16="http://schemas.microsoft.com/office/drawing/2014/main" id="{ACCBF1E6-5C67-461D-9803-86BF31EED4C4}"/>
                      </a:ext>
                    </a:extLst>
                  </p:cNvPr>
                  <p:cNvSpPr txBox="1"/>
                  <p:nvPr/>
                </p:nvSpPr>
                <p:spPr>
                  <a:xfrm>
                    <a:off x="2996314" y="4511929"/>
                    <a:ext cx="528320" cy="330200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15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𝑓</m:t>
                          </m:r>
                          <m:r>
                            <a:rPr lang="en-US" altLang="zh-CN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zh-CN" altLang="en-US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𝑝</m:t>
                          </m:r>
                          <m:r>
                            <a:rPr lang="en-US" altLang="zh-CN" sz="2000" i="1" spc="-15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sz="2000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9" name="object 15">
                    <a:extLst>
                      <a:ext uri="{FF2B5EF4-FFF2-40B4-BE49-F238E27FC236}">
                        <a16:creationId xmlns:a16="http://schemas.microsoft.com/office/drawing/2014/main" id="{ACCBF1E6-5C67-461D-9803-86BF31EED4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6314" y="4511929"/>
                    <a:ext cx="528320" cy="3302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930" r="-19767" b="-31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object 16">
                <a:extLst>
                  <a:ext uri="{FF2B5EF4-FFF2-40B4-BE49-F238E27FC236}">
                    <a16:creationId xmlns:a16="http://schemas.microsoft.com/office/drawing/2014/main" id="{108CAC0B-BEB1-4F71-8E8D-86AF12FDAB0D}"/>
                  </a:ext>
                </a:extLst>
              </p:cNvPr>
              <p:cNvGrpSpPr/>
              <p:nvPr/>
            </p:nvGrpSpPr>
            <p:grpSpPr>
              <a:xfrm>
                <a:off x="1789442" y="4867268"/>
                <a:ext cx="3039110" cy="284233"/>
                <a:chOff x="2103767" y="5572118"/>
                <a:chExt cx="3039110" cy="284233"/>
              </a:xfrm>
            </p:grpSpPr>
            <p:sp>
              <p:nvSpPr>
                <p:cNvPr id="11" name="object 17">
                  <a:extLst>
                    <a:ext uri="{FF2B5EF4-FFF2-40B4-BE49-F238E27FC236}">
                      <a16:creationId xmlns:a16="http://schemas.microsoft.com/office/drawing/2014/main" id="{19FA0EA4-BAA3-4856-ADDF-ED15F09EF0CB}"/>
                    </a:ext>
                  </a:extLst>
                </p:cNvPr>
                <p:cNvSpPr/>
                <p:nvPr/>
              </p:nvSpPr>
              <p:spPr>
                <a:xfrm>
                  <a:off x="2642501" y="5678424"/>
                  <a:ext cx="19646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689">
                      <a:moveTo>
                        <a:pt x="0" y="0"/>
                      </a:moveTo>
                      <a:lnTo>
                        <a:pt x="1964436" y="0"/>
                      </a:lnTo>
                    </a:path>
                  </a:pathLst>
                </a:custGeom>
                <a:ln w="19062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object 18">
                  <a:extLst>
                    <a:ext uri="{FF2B5EF4-FFF2-40B4-BE49-F238E27FC236}">
                      <a16:creationId xmlns:a16="http://schemas.microsoft.com/office/drawing/2014/main" id="{EB2DF9F3-0414-4DF3-8D53-4D2D0E7436DE}"/>
                    </a:ext>
                  </a:extLst>
                </p:cNvPr>
                <p:cNvSpPr/>
                <p:nvPr/>
              </p:nvSpPr>
              <p:spPr>
                <a:xfrm>
                  <a:off x="2454662" y="5578976"/>
                  <a:ext cx="197370" cy="199656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object 19">
                  <a:extLst>
                    <a:ext uri="{FF2B5EF4-FFF2-40B4-BE49-F238E27FC236}">
                      <a16:creationId xmlns:a16="http://schemas.microsoft.com/office/drawing/2014/main" id="{0E5695B5-C3FA-472A-87F7-E95B003F22C1}"/>
                    </a:ext>
                  </a:extLst>
                </p:cNvPr>
                <p:cNvSpPr/>
                <p:nvPr/>
              </p:nvSpPr>
              <p:spPr>
                <a:xfrm>
                  <a:off x="4786007" y="5668892"/>
                  <a:ext cx="356870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870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6615" y="19062"/>
                      </a:lnTo>
                      <a:lnTo>
                        <a:pt x="35661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object 20">
                  <a:extLst>
                    <a:ext uri="{FF2B5EF4-FFF2-40B4-BE49-F238E27FC236}">
                      <a16:creationId xmlns:a16="http://schemas.microsoft.com/office/drawing/2014/main" id="{B297C493-A4CD-4C2C-B2AF-E9E11AC3980F}"/>
                    </a:ext>
                  </a:extLst>
                </p:cNvPr>
                <p:cNvSpPr/>
                <p:nvPr/>
              </p:nvSpPr>
              <p:spPr>
                <a:xfrm>
                  <a:off x="4597406" y="5578976"/>
                  <a:ext cx="198132" cy="199656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object 21">
                  <a:extLst>
                    <a:ext uri="{FF2B5EF4-FFF2-40B4-BE49-F238E27FC236}">
                      <a16:creationId xmlns:a16="http://schemas.microsoft.com/office/drawing/2014/main" id="{063F82F8-1B24-40A1-8808-FBFB76DD544D}"/>
                    </a:ext>
                  </a:extLst>
                </p:cNvPr>
                <p:cNvSpPr/>
                <p:nvPr/>
              </p:nvSpPr>
              <p:spPr>
                <a:xfrm>
                  <a:off x="3357257" y="5588508"/>
                  <a:ext cx="178308" cy="180594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object 22">
                  <a:extLst>
                    <a:ext uri="{FF2B5EF4-FFF2-40B4-BE49-F238E27FC236}">
                      <a16:creationId xmlns:a16="http://schemas.microsoft.com/office/drawing/2014/main" id="{1B9D33CC-FE9A-4FAE-BD2D-2DD1F5B2CCDB}"/>
                    </a:ext>
                  </a:extLst>
                </p:cNvPr>
                <p:cNvSpPr/>
                <p:nvPr/>
              </p:nvSpPr>
              <p:spPr>
                <a:xfrm>
                  <a:off x="2106815" y="5668892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5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8" y="19062"/>
                      </a:lnTo>
                      <a:lnTo>
                        <a:pt x="3573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object 23">
                  <a:extLst>
                    <a:ext uri="{FF2B5EF4-FFF2-40B4-BE49-F238E27FC236}">
                      <a16:creationId xmlns:a16="http://schemas.microsoft.com/office/drawing/2014/main" id="{689D05B2-B0FB-468C-9C5F-0CDBA5A14053}"/>
                    </a:ext>
                  </a:extLst>
                </p:cNvPr>
                <p:cNvSpPr/>
                <p:nvPr/>
              </p:nvSpPr>
              <p:spPr>
                <a:xfrm>
                  <a:off x="2639453" y="5671566"/>
                  <a:ext cx="1964689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689">
                      <a:moveTo>
                        <a:pt x="0" y="0"/>
                      </a:moveTo>
                      <a:lnTo>
                        <a:pt x="1964436" y="0"/>
                      </a:lnTo>
                    </a:path>
                  </a:pathLst>
                </a:custGeom>
                <a:ln w="19062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object 24">
                  <a:extLst>
                    <a:ext uri="{FF2B5EF4-FFF2-40B4-BE49-F238E27FC236}">
                      <a16:creationId xmlns:a16="http://schemas.microsoft.com/office/drawing/2014/main" id="{8D0E6890-79C3-4984-A0BE-B604668A16B9}"/>
                    </a:ext>
                  </a:extLst>
                </p:cNvPr>
                <p:cNvSpPr/>
                <p:nvPr/>
              </p:nvSpPr>
              <p:spPr>
                <a:xfrm>
                  <a:off x="4782197" y="5662034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4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7" y="19062"/>
                      </a:lnTo>
                      <a:lnTo>
                        <a:pt x="35737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object 25">
                  <a:extLst>
                    <a:ext uri="{FF2B5EF4-FFF2-40B4-BE49-F238E27FC236}">
                      <a16:creationId xmlns:a16="http://schemas.microsoft.com/office/drawing/2014/main" id="{6022DE6F-E771-43D8-B995-F5DA0DD36467}"/>
                    </a:ext>
                  </a:extLst>
                </p:cNvPr>
                <p:cNvSpPr/>
                <p:nvPr/>
              </p:nvSpPr>
              <p:spPr>
                <a:xfrm>
                  <a:off x="2451614" y="5572118"/>
                  <a:ext cx="197370" cy="198894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26">
                  <a:extLst>
                    <a:ext uri="{FF2B5EF4-FFF2-40B4-BE49-F238E27FC236}">
                      <a16:creationId xmlns:a16="http://schemas.microsoft.com/office/drawing/2014/main" id="{8A9B8743-0457-475C-AEED-1C798DB8E1A7}"/>
                    </a:ext>
                  </a:extLst>
                </p:cNvPr>
                <p:cNvSpPr/>
                <p:nvPr/>
              </p:nvSpPr>
              <p:spPr>
                <a:xfrm>
                  <a:off x="4594358" y="5572118"/>
                  <a:ext cx="197370" cy="198894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27">
                  <a:extLst>
                    <a:ext uri="{FF2B5EF4-FFF2-40B4-BE49-F238E27FC236}">
                      <a16:creationId xmlns:a16="http://schemas.microsoft.com/office/drawing/2014/main" id="{0D7D8EE2-7A5C-4807-8ECB-757370FFFD31}"/>
                    </a:ext>
                  </a:extLst>
                </p:cNvPr>
                <p:cNvSpPr/>
                <p:nvPr/>
              </p:nvSpPr>
              <p:spPr>
                <a:xfrm>
                  <a:off x="3353447" y="5581650"/>
                  <a:ext cx="179070" cy="179832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28">
                  <a:extLst>
                    <a:ext uri="{FF2B5EF4-FFF2-40B4-BE49-F238E27FC236}">
                      <a16:creationId xmlns:a16="http://schemas.microsoft.com/office/drawing/2014/main" id="{905F4845-F188-4586-80F4-D65619B760AD}"/>
                    </a:ext>
                  </a:extLst>
                </p:cNvPr>
                <p:cNvSpPr/>
                <p:nvPr/>
              </p:nvSpPr>
              <p:spPr>
                <a:xfrm>
                  <a:off x="2103767" y="5662034"/>
                  <a:ext cx="357505" cy="19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505" h="19685">
                      <a:moveTo>
                        <a:pt x="0" y="0"/>
                      </a:moveTo>
                      <a:lnTo>
                        <a:pt x="0" y="19062"/>
                      </a:lnTo>
                      <a:lnTo>
                        <a:pt x="357377" y="19062"/>
                      </a:lnTo>
                      <a:lnTo>
                        <a:pt x="35737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29">
                  <a:extLst>
                    <a:ext uri="{FF2B5EF4-FFF2-40B4-BE49-F238E27FC236}">
                      <a16:creationId xmlns:a16="http://schemas.microsoft.com/office/drawing/2014/main" id="{D415F27B-94FD-479C-8610-46491942306C}"/>
                    </a:ext>
                  </a:extLst>
                </p:cNvPr>
                <p:cNvSpPr/>
                <p:nvPr/>
              </p:nvSpPr>
              <p:spPr>
                <a:xfrm>
                  <a:off x="3094367" y="5671566"/>
                  <a:ext cx="259079" cy="18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079" h="182245">
                      <a:moveTo>
                        <a:pt x="259079" y="0"/>
                      </a:moveTo>
                      <a:lnTo>
                        <a:pt x="241889" y="44238"/>
                      </a:lnTo>
                      <a:lnTo>
                        <a:pt x="215514" y="84157"/>
                      </a:lnTo>
                      <a:lnTo>
                        <a:pt x="181502" y="118705"/>
                      </a:lnTo>
                      <a:lnTo>
                        <a:pt x="141398" y="146828"/>
                      </a:lnTo>
                      <a:lnTo>
                        <a:pt x="96749" y="167473"/>
                      </a:lnTo>
                      <a:lnTo>
                        <a:pt x="49101" y="179587"/>
                      </a:lnTo>
                      <a:lnTo>
                        <a:pt x="0" y="182118"/>
                      </a:lnTo>
                    </a:path>
                  </a:pathLst>
                </a:custGeom>
                <a:ln w="19100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object 30">
                  <a:extLst>
                    <a:ext uri="{FF2B5EF4-FFF2-40B4-BE49-F238E27FC236}">
                      <a16:creationId xmlns:a16="http://schemas.microsoft.com/office/drawing/2014/main" id="{4EBB2578-B287-4BE4-B326-2ABBC95C3FA2}"/>
                    </a:ext>
                  </a:extLst>
                </p:cNvPr>
                <p:cNvSpPr/>
                <p:nvPr/>
              </p:nvSpPr>
              <p:spPr>
                <a:xfrm>
                  <a:off x="3532517" y="5671566"/>
                  <a:ext cx="463550" cy="184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550" h="184785">
                      <a:moveTo>
                        <a:pt x="463295" y="182118"/>
                      </a:moveTo>
                      <a:lnTo>
                        <a:pt x="416705" y="184466"/>
                      </a:lnTo>
                      <a:lnTo>
                        <a:pt x="367637" y="181246"/>
                      </a:lnTo>
                      <a:lnTo>
                        <a:pt x="317042" y="172832"/>
                      </a:lnTo>
                      <a:lnTo>
                        <a:pt x="265870" y="159599"/>
                      </a:lnTo>
                      <a:lnTo>
                        <a:pt x="215074" y="141922"/>
                      </a:lnTo>
                      <a:lnTo>
                        <a:pt x="165603" y="120176"/>
                      </a:lnTo>
                      <a:lnTo>
                        <a:pt x="118410" y="94736"/>
                      </a:lnTo>
                      <a:lnTo>
                        <a:pt x="74444" y="65977"/>
                      </a:lnTo>
                      <a:lnTo>
                        <a:pt x="34657" y="34273"/>
                      </a:lnTo>
                      <a:lnTo>
                        <a:pt x="0" y="0"/>
                      </a:lnTo>
                    </a:path>
                  </a:pathLst>
                </a:custGeom>
                <a:ln w="19075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object 31">
                  <a:extLst>
                    <a:ext uri="{FF2B5EF4-FFF2-40B4-BE49-F238E27FC236}">
                      <a16:creationId xmlns:a16="http://schemas.microsoft.com/office/drawing/2014/main" id="{E0BB5D44-48EE-412D-8E74-61D837E766FE}"/>
                    </a:ext>
                  </a:extLst>
                </p:cNvPr>
                <p:cNvSpPr/>
                <p:nvPr/>
              </p:nvSpPr>
              <p:spPr>
                <a:xfrm>
                  <a:off x="4175645" y="5671566"/>
                  <a:ext cx="428625" cy="183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5" h="183514">
                      <a:moveTo>
                        <a:pt x="428244" y="0"/>
                      </a:moveTo>
                      <a:lnTo>
                        <a:pt x="399176" y="33244"/>
                      </a:lnTo>
                      <a:lnTo>
                        <a:pt x="364687" y="64148"/>
                      </a:lnTo>
                      <a:lnTo>
                        <a:pt x="325662" y="92336"/>
                      </a:lnTo>
                      <a:lnTo>
                        <a:pt x="282988" y="117433"/>
                      </a:lnTo>
                      <a:lnTo>
                        <a:pt x="237553" y="139064"/>
                      </a:lnTo>
                      <a:lnTo>
                        <a:pt x="190243" y="156856"/>
                      </a:lnTo>
                      <a:lnTo>
                        <a:pt x="141946" y="170431"/>
                      </a:lnTo>
                      <a:lnTo>
                        <a:pt x="93549" y="179417"/>
                      </a:lnTo>
                      <a:lnTo>
                        <a:pt x="45937" y="183437"/>
                      </a:lnTo>
                      <a:lnTo>
                        <a:pt x="0" y="182118"/>
                      </a:lnTo>
                    </a:path>
                  </a:pathLst>
                </a:custGeom>
                <a:ln w="19075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32">
                  <a:extLst>
                    <a:ext uri="{FF2B5EF4-FFF2-40B4-BE49-F238E27FC236}">
                      <a16:creationId xmlns:a16="http://schemas.microsoft.com/office/drawing/2014/main" id="{F926EE6A-5964-4144-9A99-1D3901FBB3DC}"/>
                    </a:ext>
                  </a:extLst>
                </p:cNvPr>
                <p:cNvSpPr/>
                <p:nvPr/>
              </p:nvSpPr>
              <p:spPr>
                <a:xfrm>
                  <a:off x="2639453" y="5671566"/>
                  <a:ext cx="257175" cy="18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82245">
                      <a:moveTo>
                        <a:pt x="256794" y="182118"/>
                      </a:moveTo>
                      <a:lnTo>
                        <a:pt x="209698" y="180707"/>
                      </a:lnTo>
                      <a:lnTo>
                        <a:pt x="163496" y="169339"/>
                      </a:lnTo>
                      <a:lnTo>
                        <a:pt x="119733" y="149067"/>
                      </a:lnTo>
                      <a:lnTo>
                        <a:pt x="79956" y="120944"/>
                      </a:lnTo>
                      <a:lnTo>
                        <a:pt x="45711" y="86023"/>
                      </a:lnTo>
                      <a:lnTo>
                        <a:pt x="18543" y="45357"/>
                      </a:lnTo>
                      <a:lnTo>
                        <a:pt x="0" y="0"/>
                      </a:lnTo>
                    </a:path>
                  </a:pathLst>
                </a:custGeom>
                <a:ln w="19100">
                  <a:solidFill>
                    <a:srgbClr val="00B050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bject 57">
                    <a:extLst>
                      <a:ext uri="{FF2B5EF4-FFF2-40B4-BE49-F238E27FC236}">
                        <a16:creationId xmlns:a16="http://schemas.microsoft.com/office/drawing/2014/main" id="{793E94C7-BE7F-434D-BEAA-F042F10FA356}"/>
                      </a:ext>
                    </a:extLst>
                  </p:cNvPr>
                  <p:cNvSpPr txBox="1"/>
                  <p:nvPr/>
                </p:nvSpPr>
                <p:spPr>
                  <a:xfrm>
                    <a:off x="2582672" y="4993640"/>
                    <a:ext cx="324485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9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  <m:r>
                            <a:rPr lang="en-US" altLang="zh-CN" sz="2175" i="1" spc="-135" baseline="-15325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1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9" name="object 57">
                    <a:extLst>
                      <a:ext uri="{FF2B5EF4-FFF2-40B4-BE49-F238E27FC236}">
                        <a16:creationId xmlns:a16="http://schemas.microsoft.com/office/drawing/2014/main" id="{793E94C7-BE7F-434D-BEAA-F042F10FA3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2672" y="4993640"/>
                    <a:ext cx="324485" cy="31284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6981" b="-156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bject 58">
                    <a:extLst>
                      <a:ext uri="{FF2B5EF4-FFF2-40B4-BE49-F238E27FC236}">
                        <a16:creationId xmlns:a16="http://schemas.microsoft.com/office/drawing/2014/main" id="{1C66A32F-2F62-434D-BF5B-F7DED38BA31B}"/>
                      </a:ext>
                    </a:extLst>
                  </p:cNvPr>
                  <p:cNvSpPr txBox="1"/>
                  <p:nvPr/>
                </p:nvSpPr>
                <p:spPr>
                  <a:xfrm>
                    <a:off x="3588511" y="5049265"/>
                    <a:ext cx="330835" cy="312843"/>
                  </a:xfrm>
                  <a:prstGeom prst="rect">
                    <a:avLst/>
                  </a:prstGeom>
                </p:spPr>
                <p:txBody>
                  <a:bodyPr vert="horz" wrap="square" lIns="0" tIns="12065" rIns="0" bIns="0" rtlCol="0">
                    <a:spAutoFit/>
                  </a:bodyPr>
                  <a:lstStyle/>
                  <a:p>
                    <a:pPr marL="38100">
                      <a:lnSpc>
                        <a:spcPct val="100000"/>
                      </a:lnSpc>
                      <a:spcBef>
                        <a:spcPts val="95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000" i="1" spc="-65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𝑑</m:t>
                          </m:r>
                          <m:r>
                            <a:rPr lang="en-US" altLang="zh-CN" sz="2175" i="1" spc="-97" baseline="-15325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2</m:t>
                          </m:r>
                        </m:oMath>
                      </m:oMathPara>
                    </a14:m>
                    <a:endParaRPr sz="2175" baseline="-15325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0" name="object 58">
                    <a:extLst>
                      <a:ext uri="{FF2B5EF4-FFF2-40B4-BE49-F238E27FC236}">
                        <a16:creationId xmlns:a16="http://schemas.microsoft.com/office/drawing/2014/main" id="{1C66A32F-2F62-434D-BF5B-F7DED38BA3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8511" y="5049265"/>
                    <a:ext cx="330835" cy="3128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667" r="-1852" b="-134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object 59">
                <a:extLst>
                  <a:ext uri="{FF2B5EF4-FFF2-40B4-BE49-F238E27FC236}">
                    <a16:creationId xmlns:a16="http://schemas.microsoft.com/office/drawing/2014/main" id="{6AD8B408-8111-4581-958E-34178E5197C2}"/>
                  </a:ext>
                </a:extLst>
              </p:cNvPr>
              <p:cNvSpPr txBox="1"/>
              <p:nvPr/>
            </p:nvSpPr>
            <p:spPr>
              <a:xfrm>
                <a:off x="3187953" y="5239765"/>
                <a:ext cx="189230" cy="62773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spc="140" dirty="0">
                    <a:solidFill>
                      <a:srgbClr val="0070C0"/>
                    </a:solidFill>
                    <a:cs typeface="+mn-ea"/>
                    <a:sym typeface="+mn-lt"/>
                  </a:rPr>
                  <a:t>𝒅</a:t>
                </a:r>
                <a:endParaRPr sz="2000" dirty="0">
                  <a:cs typeface="+mn-ea"/>
                  <a:sym typeface="+mn-lt"/>
                </a:endParaRPr>
              </a:p>
            </p:txBody>
          </p:sp>
          <p:sp>
            <p:nvSpPr>
              <p:cNvPr id="32" name="object 61">
                <a:extLst>
                  <a:ext uri="{FF2B5EF4-FFF2-40B4-BE49-F238E27FC236}">
                    <a16:creationId xmlns:a16="http://schemas.microsoft.com/office/drawing/2014/main" id="{F5296015-BFE6-4D3C-B2B4-92D3F9626669}"/>
                  </a:ext>
                </a:extLst>
              </p:cNvPr>
              <p:cNvSpPr/>
              <p:nvPr/>
            </p:nvSpPr>
            <p:spPr>
              <a:xfrm>
                <a:off x="2603258" y="4135386"/>
                <a:ext cx="1463040" cy="943610"/>
              </a:xfrm>
              <a:custGeom>
                <a:avLst/>
                <a:gdLst/>
                <a:ahLst/>
                <a:cxnLst/>
                <a:rect l="l" t="t" r="r" b="b"/>
                <a:pathLst>
                  <a:path w="1463039" h="943610">
                    <a:moveTo>
                      <a:pt x="38100" y="441198"/>
                    </a:moveTo>
                    <a:lnTo>
                      <a:pt x="12954" y="427482"/>
                    </a:lnTo>
                    <a:lnTo>
                      <a:pt x="0" y="452628"/>
                    </a:lnTo>
                    <a:lnTo>
                      <a:pt x="25146" y="466344"/>
                    </a:lnTo>
                    <a:lnTo>
                      <a:pt x="38100" y="441198"/>
                    </a:lnTo>
                    <a:close/>
                  </a:path>
                  <a:path w="1463039" h="943610">
                    <a:moveTo>
                      <a:pt x="65532" y="390906"/>
                    </a:moveTo>
                    <a:lnTo>
                      <a:pt x="40386" y="377190"/>
                    </a:lnTo>
                    <a:lnTo>
                      <a:pt x="26670" y="402336"/>
                    </a:lnTo>
                    <a:lnTo>
                      <a:pt x="51816" y="416052"/>
                    </a:lnTo>
                    <a:lnTo>
                      <a:pt x="65532" y="390906"/>
                    </a:lnTo>
                    <a:close/>
                  </a:path>
                  <a:path w="1463039" h="943610">
                    <a:moveTo>
                      <a:pt x="92964" y="341376"/>
                    </a:moveTo>
                    <a:lnTo>
                      <a:pt x="68580" y="326898"/>
                    </a:lnTo>
                    <a:lnTo>
                      <a:pt x="64770" y="333756"/>
                    </a:lnTo>
                    <a:lnTo>
                      <a:pt x="54102" y="352044"/>
                    </a:lnTo>
                    <a:lnTo>
                      <a:pt x="79248" y="365760"/>
                    </a:lnTo>
                    <a:lnTo>
                      <a:pt x="92964" y="341376"/>
                    </a:lnTo>
                    <a:close/>
                  </a:path>
                  <a:path w="1463039" h="943610">
                    <a:moveTo>
                      <a:pt x="121920" y="291846"/>
                    </a:moveTo>
                    <a:lnTo>
                      <a:pt x="96774" y="277368"/>
                    </a:lnTo>
                    <a:lnTo>
                      <a:pt x="82296" y="302514"/>
                    </a:lnTo>
                    <a:lnTo>
                      <a:pt x="107442" y="316230"/>
                    </a:lnTo>
                    <a:lnTo>
                      <a:pt x="115062" y="302514"/>
                    </a:lnTo>
                    <a:lnTo>
                      <a:pt x="121920" y="291846"/>
                    </a:lnTo>
                    <a:close/>
                  </a:path>
                  <a:path w="1463039" h="943610">
                    <a:moveTo>
                      <a:pt x="150876" y="243078"/>
                    </a:moveTo>
                    <a:lnTo>
                      <a:pt x="127254" y="228600"/>
                    </a:lnTo>
                    <a:lnTo>
                      <a:pt x="117348" y="243840"/>
                    </a:lnTo>
                    <a:lnTo>
                      <a:pt x="112014" y="252984"/>
                    </a:lnTo>
                    <a:lnTo>
                      <a:pt x="136398" y="267462"/>
                    </a:lnTo>
                    <a:lnTo>
                      <a:pt x="141732" y="258318"/>
                    </a:lnTo>
                    <a:lnTo>
                      <a:pt x="141732" y="259080"/>
                    </a:lnTo>
                    <a:lnTo>
                      <a:pt x="150876" y="243078"/>
                    </a:lnTo>
                    <a:close/>
                  </a:path>
                  <a:path w="1463039" h="943610">
                    <a:moveTo>
                      <a:pt x="182118" y="196596"/>
                    </a:moveTo>
                    <a:lnTo>
                      <a:pt x="159258" y="179832"/>
                    </a:lnTo>
                    <a:lnTo>
                      <a:pt x="157734" y="181356"/>
                    </a:lnTo>
                    <a:lnTo>
                      <a:pt x="144018" y="201168"/>
                    </a:lnTo>
                    <a:lnTo>
                      <a:pt x="142494" y="204216"/>
                    </a:lnTo>
                    <a:lnTo>
                      <a:pt x="166878" y="219456"/>
                    </a:lnTo>
                    <a:lnTo>
                      <a:pt x="167640" y="218313"/>
                    </a:lnTo>
                    <a:lnTo>
                      <a:pt x="168402" y="217170"/>
                    </a:lnTo>
                    <a:lnTo>
                      <a:pt x="167640" y="217170"/>
                    </a:lnTo>
                    <a:lnTo>
                      <a:pt x="181356" y="197358"/>
                    </a:lnTo>
                    <a:lnTo>
                      <a:pt x="181356" y="198120"/>
                    </a:lnTo>
                    <a:lnTo>
                      <a:pt x="182118" y="196596"/>
                    </a:lnTo>
                    <a:close/>
                  </a:path>
                  <a:path w="1463039" h="943610">
                    <a:moveTo>
                      <a:pt x="215646" y="150876"/>
                    </a:moveTo>
                    <a:lnTo>
                      <a:pt x="193548" y="133350"/>
                    </a:lnTo>
                    <a:lnTo>
                      <a:pt x="176022" y="156210"/>
                    </a:lnTo>
                    <a:lnTo>
                      <a:pt x="198882" y="173736"/>
                    </a:lnTo>
                    <a:lnTo>
                      <a:pt x="208026" y="160782"/>
                    </a:lnTo>
                    <a:lnTo>
                      <a:pt x="215646" y="150876"/>
                    </a:lnTo>
                    <a:close/>
                  </a:path>
                  <a:path w="1463039" h="943610">
                    <a:moveTo>
                      <a:pt x="252222" y="108966"/>
                    </a:moveTo>
                    <a:lnTo>
                      <a:pt x="231648" y="89154"/>
                    </a:lnTo>
                    <a:lnTo>
                      <a:pt x="228600" y="92202"/>
                    </a:lnTo>
                    <a:lnTo>
                      <a:pt x="214122" y="108204"/>
                    </a:lnTo>
                    <a:lnTo>
                      <a:pt x="211836" y="111252"/>
                    </a:lnTo>
                    <a:lnTo>
                      <a:pt x="233934" y="129540"/>
                    </a:lnTo>
                    <a:lnTo>
                      <a:pt x="235458" y="127254"/>
                    </a:lnTo>
                    <a:lnTo>
                      <a:pt x="249174" y="112014"/>
                    </a:lnTo>
                    <a:lnTo>
                      <a:pt x="252222" y="108966"/>
                    </a:lnTo>
                    <a:close/>
                  </a:path>
                  <a:path w="1463039" h="943610">
                    <a:moveTo>
                      <a:pt x="275082" y="805434"/>
                    </a:moveTo>
                    <a:lnTo>
                      <a:pt x="249936" y="791718"/>
                    </a:lnTo>
                    <a:lnTo>
                      <a:pt x="236220" y="816864"/>
                    </a:lnTo>
                    <a:lnTo>
                      <a:pt x="261366" y="830580"/>
                    </a:lnTo>
                    <a:lnTo>
                      <a:pt x="275082" y="805434"/>
                    </a:lnTo>
                    <a:close/>
                  </a:path>
                  <a:path w="1463039" h="943610">
                    <a:moveTo>
                      <a:pt x="292608" y="71628"/>
                    </a:moveTo>
                    <a:lnTo>
                      <a:pt x="275844" y="49530"/>
                    </a:lnTo>
                    <a:lnTo>
                      <a:pt x="273558" y="51054"/>
                    </a:lnTo>
                    <a:lnTo>
                      <a:pt x="265938" y="57150"/>
                    </a:lnTo>
                    <a:lnTo>
                      <a:pt x="258318" y="64008"/>
                    </a:lnTo>
                    <a:lnTo>
                      <a:pt x="252984" y="68580"/>
                    </a:lnTo>
                    <a:lnTo>
                      <a:pt x="272034" y="89916"/>
                    </a:lnTo>
                    <a:lnTo>
                      <a:pt x="276606" y="85344"/>
                    </a:lnTo>
                    <a:lnTo>
                      <a:pt x="277368" y="84734"/>
                    </a:lnTo>
                    <a:lnTo>
                      <a:pt x="284226" y="79248"/>
                    </a:lnTo>
                    <a:lnTo>
                      <a:pt x="291084" y="73152"/>
                    </a:lnTo>
                    <a:lnTo>
                      <a:pt x="292608" y="71628"/>
                    </a:lnTo>
                    <a:close/>
                  </a:path>
                  <a:path w="1463039" h="943610">
                    <a:moveTo>
                      <a:pt x="301752" y="755142"/>
                    </a:moveTo>
                    <a:lnTo>
                      <a:pt x="277368" y="741426"/>
                    </a:lnTo>
                    <a:lnTo>
                      <a:pt x="265938" y="762000"/>
                    </a:lnTo>
                    <a:lnTo>
                      <a:pt x="263652" y="766572"/>
                    </a:lnTo>
                    <a:lnTo>
                      <a:pt x="288798" y="780288"/>
                    </a:lnTo>
                    <a:lnTo>
                      <a:pt x="291084" y="775716"/>
                    </a:lnTo>
                    <a:lnTo>
                      <a:pt x="301752" y="755142"/>
                    </a:lnTo>
                    <a:close/>
                  </a:path>
                  <a:path w="1463039" h="943610">
                    <a:moveTo>
                      <a:pt x="315468" y="834390"/>
                    </a:moveTo>
                    <a:lnTo>
                      <a:pt x="307848" y="820674"/>
                    </a:lnTo>
                    <a:lnTo>
                      <a:pt x="298704" y="818388"/>
                    </a:lnTo>
                    <a:lnTo>
                      <a:pt x="291846" y="822198"/>
                    </a:lnTo>
                    <a:lnTo>
                      <a:pt x="242074" y="852678"/>
                    </a:lnTo>
                    <a:lnTo>
                      <a:pt x="227761" y="844880"/>
                    </a:lnTo>
                    <a:lnTo>
                      <a:pt x="225552" y="787146"/>
                    </a:lnTo>
                    <a:lnTo>
                      <a:pt x="225552" y="778764"/>
                    </a:lnTo>
                    <a:lnTo>
                      <a:pt x="218694" y="772668"/>
                    </a:lnTo>
                    <a:lnTo>
                      <a:pt x="211074" y="773430"/>
                    </a:lnTo>
                    <a:lnTo>
                      <a:pt x="202692" y="773430"/>
                    </a:lnTo>
                    <a:lnTo>
                      <a:pt x="196596" y="780288"/>
                    </a:lnTo>
                    <a:lnTo>
                      <a:pt x="197358" y="787908"/>
                    </a:lnTo>
                    <a:lnTo>
                      <a:pt x="201168" y="911352"/>
                    </a:lnTo>
                    <a:lnTo>
                      <a:pt x="207264" y="907618"/>
                    </a:lnTo>
                    <a:lnTo>
                      <a:pt x="229362" y="894105"/>
                    </a:lnTo>
                    <a:lnTo>
                      <a:pt x="247650" y="882916"/>
                    </a:lnTo>
                    <a:lnTo>
                      <a:pt x="307086" y="846582"/>
                    </a:lnTo>
                    <a:lnTo>
                      <a:pt x="313944" y="842772"/>
                    </a:lnTo>
                    <a:lnTo>
                      <a:pt x="315468" y="834390"/>
                    </a:lnTo>
                    <a:close/>
                  </a:path>
                  <a:path w="1463039" h="943610">
                    <a:moveTo>
                      <a:pt x="329946" y="705612"/>
                    </a:moveTo>
                    <a:lnTo>
                      <a:pt x="304800" y="691896"/>
                    </a:lnTo>
                    <a:lnTo>
                      <a:pt x="291084" y="716280"/>
                    </a:lnTo>
                    <a:lnTo>
                      <a:pt x="316230" y="729996"/>
                    </a:lnTo>
                    <a:lnTo>
                      <a:pt x="329946" y="705612"/>
                    </a:lnTo>
                    <a:close/>
                  </a:path>
                  <a:path w="1463039" h="943610">
                    <a:moveTo>
                      <a:pt x="339090" y="43434"/>
                    </a:moveTo>
                    <a:lnTo>
                      <a:pt x="326136" y="17526"/>
                    </a:lnTo>
                    <a:lnTo>
                      <a:pt x="320802" y="19812"/>
                    </a:lnTo>
                    <a:lnTo>
                      <a:pt x="312420" y="24384"/>
                    </a:lnTo>
                    <a:lnTo>
                      <a:pt x="304800" y="28956"/>
                    </a:lnTo>
                    <a:lnTo>
                      <a:pt x="300228" y="32004"/>
                    </a:lnTo>
                    <a:lnTo>
                      <a:pt x="315468" y="56388"/>
                    </a:lnTo>
                    <a:lnTo>
                      <a:pt x="319278" y="53848"/>
                    </a:lnTo>
                    <a:lnTo>
                      <a:pt x="320040" y="53340"/>
                    </a:lnTo>
                    <a:lnTo>
                      <a:pt x="319278" y="53340"/>
                    </a:lnTo>
                    <a:lnTo>
                      <a:pt x="326136" y="49911"/>
                    </a:lnTo>
                    <a:lnTo>
                      <a:pt x="326898" y="49530"/>
                    </a:lnTo>
                    <a:lnTo>
                      <a:pt x="326136" y="49530"/>
                    </a:lnTo>
                    <a:lnTo>
                      <a:pt x="333756" y="45720"/>
                    </a:lnTo>
                    <a:lnTo>
                      <a:pt x="339090" y="43434"/>
                    </a:lnTo>
                    <a:close/>
                  </a:path>
                  <a:path w="1463039" h="943610">
                    <a:moveTo>
                      <a:pt x="357378" y="655320"/>
                    </a:moveTo>
                    <a:lnTo>
                      <a:pt x="332232" y="641604"/>
                    </a:lnTo>
                    <a:lnTo>
                      <a:pt x="318516" y="666750"/>
                    </a:lnTo>
                    <a:lnTo>
                      <a:pt x="343662" y="680466"/>
                    </a:lnTo>
                    <a:lnTo>
                      <a:pt x="357378" y="655320"/>
                    </a:lnTo>
                    <a:close/>
                  </a:path>
                  <a:path w="1463039" h="943610">
                    <a:moveTo>
                      <a:pt x="385572" y="605790"/>
                    </a:moveTo>
                    <a:lnTo>
                      <a:pt x="361188" y="592074"/>
                    </a:lnTo>
                    <a:lnTo>
                      <a:pt x="346710" y="616458"/>
                    </a:lnTo>
                    <a:lnTo>
                      <a:pt x="371094" y="630936"/>
                    </a:lnTo>
                    <a:lnTo>
                      <a:pt x="385572" y="605790"/>
                    </a:lnTo>
                    <a:close/>
                  </a:path>
                  <a:path w="1463039" h="943610">
                    <a:moveTo>
                      <a:pt x="388620" y="28956"/>
                    </a:moveTo>
                    <a:lnTo>
                      <a:pt x="385572" y="762"/>
                    </a:lnTo>
                    <a:lnTo>
                      <a:pt x="380238" y="762"/>
                    </a:lnTo>
                    <a:lnTo>
                      <a:pt x="371094" y="2286"/>
                    </a:lnTo>
                    <a:lnTo>
                      <a:pt x="362712" y="4572"/>
                    </a:lnTo>
                    <a:lnTo>
                      <a:pt x="355854" y="6096"/>
                    </a:lnTo>
                    <a:lnTo>
                      <a:pt x="362712" y="34290"/>
                    </a:lnTo>
                    <a:lnTo>
                      <a:pt x="369570" y="32232"/>
                    </a:lnTo>
                    <a:lnTo>
                      <a:pt x="370332" y="32004"/>
                    </a:lnTo>
                    <a:lnTo>
                      <a:pt x="369570" y="32004"/>
                    </a:lnTo>
                    <a:lnTo>
                      <a:pt x="376428" y="30632"/>
                    </a:lnTo>
                    <a:lnTo>
                      <a:pt x="377190" y="30480"/>
                    </a:lnTo>
                    <a:lnTo>
                      <a:pt x="376428" y="30480"/>
                    </a:lnTo>
                    <a:lnTo>
                      <a:pt x="384810" y="28956"/>
                    </a:lnTo>
                    <a:lnTo>
                      <a:pt x="384048" y="29718"/>
                    </a:lnTo>
                    <a:lnTo>
                      <a:pt x="384810" y="29591"/>
                    </a:lnTo>
                    <a:lnTo>
                      <a:pt x="388620" y="28956"/>
                    </a:lnTo>
                    <a:close/>
                  </a:path>
                  <a:path w="1463039" h="943610">
                    <a:moveTo>
                      <a:pt x="414528" y="557022"/>
                    </a:moveTo>
                    <a:lnTo>
                      <a:pt x="389382" y="541782"/>
                    </a:lnTo>
                    <a:lnTo>
                      <a:pt x="382524" y="554736"/>
                    </a:lnTo>
                    <a:lnTo>
                      <a:pt x="374904" y="566928"/>
                    </a:lnTo>
                    <a:lnTo>
                      <a:pt x="400050" y="581406"/>
                    </a:lnTo>
                    <a:lnTo>
                      <a:pt x="406908" y="569214"/>
                    </a:lnTo>
                    <a:lnTo>
                      <a:pt x="414528" y="557022"/>
                    </a:lnTo>
                    <a:close/>
                  </a:path>
                  <a:path w="1463039" h="943610">
                    <a:moveTo>
                      <a:pt x="443484" y="507492"/>
                    </a:moveTo>
                    <a:lnTo>
                      <a:pt x="419100" y="493014"/>
                    </a:lnTo>
                    <a:lnTo>
                      <a:pt x="404622" y="517398"/>
                    </a:lnTo>
                    <a:lnTo>
                      <a:pt x="429006" y="531876"/>
                    </a:lnTo>
                    <a:lnTo>
                      <a:pt x="443484" y="507492"/>
                    </a:lnTo>
                    <a:close/>
                  </a:path>
                  <a:path w="1463039" h="943610">
                    <a:moveTo>
                      <a:pt x="447294" y="4572"/>
                    </a:moveTo>
                    <a:lnTo>
                      <a:pt x="443484" y="3048"/>
                    </a:lnTo>
                    <a:lnTo>
                      <a:pt x="425196" y="0"/>
                    </a:lnTo>
                    <a:lnTo>
                      <a:pt x="416814" y="0"/>
                    </a:lnTo>
                    <a:lnTo>
                      <a:pt x="414528" y="28194"/>
                    </a:lnTo>
                    <a:lnTo>
                      <a:pt x="422148" y="28956"/>
                    </a:lnTo>
                    <a:lnTo>
                      <a:pt x="421386" y="28956"/>
                    </a:lnTo>
                    <a:lnTo>
                      <a:pt x="422148" y="29019"/>
                    </a:lnTo>
                    <a:lnTo>
                      <a:pt x="429768" y="29718"/>
                    </a:lnTo>
                    <a:lnTo>
                      <a:pt x="429006" y="29718"/>
                    </a:lnTo>
                    <a:lnTo>
                      <a:pt x="429768" y="29845"/>
                    </a:lnTo>
                    <a:lnTo>
                      <a:pt x="437388" y="31242"/>
                    </a:lnTo>
                    <a:lnTo>
                      <a:pt x="436626" y="31242"/>
                    </a:lnTo>
                    <a:lnTo>
                      <a:pt x="437388" y="31394"/>
                    </a:lnTo>
                    <a:lnTo>
                      <a:pt x="440436" y="32004"/>
                    </a:lnTo>
                    <a:lnTo>
                      <a:pt x="447294" y="4572"/>
                    </a:lnTo>
                    <a:close/>
                  </a:path>
                  <a:path w="1463039" h="943610">
                    <a:moveTo>
                      <a:pt x="473202" y="459486"/>
                    </a:moveTo>
                    <a:lnTo>
                      <a:pt x="448818" y="444246"/>
                    </a:lnTo>
                    <a:lnTo>
                      <a:pt x="440436" y="457962"/>
                    </a:lnTo>
                    <a:lnTo>
                      <a:pt x="433578" y="468630"/>
                    </a:lnTo>
                    <a:lnTo>
                      <a:pt x="457962" y="483108"/>
                    </a:lnTo>
                    <a:lnTo>
                      <a:pt x="464820" y="473202"/>
                    </a:lnTo>
                    <a:lnTo>
                      <a:pt x="473202" y="459486"/>
                    </a:lnTo>
                    <a:close/>
                  </a:path>
                  <a:path w="1463039" h="943610">
                    <a:moveTo>
                      <a:pt x="503682" y="411480"/>
                    </a:moveTo>
                    <a:lnTo>
                      <a:pt x="480060" y="395478"/>
                    </a:lnTo>
                    <a:lnTo>
                      <a:pt x="479298" y="397002"/>
                    </a:lnTo>
                    <a:lnTo>
                      <a:pt x="464820" y="419862"/>
                    </a:lnTo>
                    <a:lnTo>
                      <a:pt x="488442" y="435102"/>
                    </a:lnTo>
                    <a:lnTo>
                      <a:pt x="502920" y="413004"/>
                    </a:lnTo>
                    <a:lnTo>
                      <a:pt x="503682" y="411480"/>
                    </a:lnTo>
                    <a:close/>
                  </a:path>
                  <a:path w="1463039" h="943610">
                    <a:moveTo>
                      <a:pt x="503682" y="27432"/>
                    </a:moveTo>
                    <a:lnTo>
                      <a:pt x="499110" y="24384"/>
                    </a:lnTo>
                    <a:lnTo>
                      <a:pt x="480822" y="15240"/>
                    </a:lnTo>
                    <a:lnTo>
                      <a:pt x="476250" y="13716"/>
                    </a:lnTo>
                    <a:lnTo>
                      <a:pt x="465582" y="40386"/>
                    </a:lnTo>
                    <a:lnTo>
                      <a:pt x="468630" y="41605"/>
                    </a:lnTo>
                    <a:lnTo>
                      <a:pt x="469392" y="41910"/>
                    </a:lnTo>
                    <a:lnTo>
                      <a:pt x="468630" y="41148"/>
                    </a:lnTo>
                    <a:lnTo>
                      <a:pt x="485394" y="49885"/>
                    </a:lnTo>
                    <a:lnTo>
                      <a:pt x="486156" y="50292"/>
                    </a:lnTo>
                    <a:lnTo>
                      <a:pt x="485394" y="49530"/>
                    </a:lnTo>
                    <a:lnTo>
                      <a:pt x="489204" y="51816"/>
                    </a:lnTo>
                    <a:lnTo>
                      <a:pt x="503682" y="27432"/>
                    </a:lnTo>
                    <a:close/>
                  </a:path>
                  <a:path w="1463039" h="943610">
                    <a:moveTo>
                      <a:pt x="535686" y="364236"/>
                    </a:moveTo>
                    <a:lnTo>
                      <a:pt x="512064" y="348234"/>
                    </a:lnTo>
                    <a:lnTo>
                      <a:pt x="498348" y="368046"/>
                    </a:lnTo>
                    <a:lnTo>
                      <a:pt x="496062" y="371856"/>
                    </a:lnTo>
                    <a:lnTo>
                      <a:pt x="519684" y="387858"/>
                    </a:lnTo>
                    <a:lnTo>
                      <a:pt x="521970" y="385000"/>
                    </a:lnTo>
                    <a:lnTo>
                      <a:pt x="522732" y="384048"/>
                    </a:lnTo>
                    <a:lnTo>
                      <a:pt x="521970" y="384048"/>
                    </a:lnTo>
                    <a:lnTo>
                      <a:pt x="535686" y="364236"/>
                    </a:lnTo>
                    <a:close/>
                  </a:path>
                  <a:path w="1463039" h="943610">
                    <a:moveTo>
                      <a:pt x="552450" y="60198"/>
                    </a:moveTo>
                    <a:lnTo>
                      <a:pt x="537210" y="48006"/>
                    </a:lnTo>
                    <a:lnTo>
                      <a:pt x="528828" y="42672"/>
                    </a:lnTo>
                    <a:lnTo>
                      <a:pt x="512826" y="66294"/>
                    </a:lnTo>
                    <a:lnTo>
                      <a:pt x="520446" y="71628"/>
                    </a:lnTo>
                    <a:lnTo>
                      <a:pt x="520446" y="70866"/>
                    </a:lnTo>
                    <a:lnTo>
                      <a:pt x="535686" y="83058"/>
                    </a:lnTo>
                    <a:lnTo>
                      <a:pt x="552450" y="60198"/>
                    </a:lnTo>
                    <a:close/>
                  </a:path>
                  <a:path w="1463039" h="943610">
                    <a:moveTo>
                      <a:pt x="568452" y="317754"/>
                    </a:moveTo>
                    <a:lnTo>
                      <a:pt x="545592" y="300990"/>
                    </a:lnTo>
                    <a:lnTo>
                      <a:pt x="528828" y="324612"/>
                    </a:lnTo>
                    <a:lnTo>
                      <a:pt x="551688" y="341376"/>
                    </a:lnTo>
                    <a:lnTo>
                      <a:pt x="568452" y="317754"/>
                    </a:lnTo>
                    <a:close/>
                  </a:path>
                  <a:path w="1463039" h="943610">
                    <a:moveTo>
                      <a:pt x="597408" y="99060"/>
                    </a:moveTo>
                    <a:lnTo>
                      <a:pt x="595122" y="96774"/>
                    </a:lnTo>
                    <a:lnTo>
                      <a:pt x="576072" y="79248"/>
                    </a:lnTo>
                    <a:lnTo>
                      <a:pt x="556260" y="100584"/>
                    </a:lnTo>
                    <a:lnTo>
                      <a:pt x="575310" y="117348"/>
                    </a:lnTo>
                    <a:lnTo>
                      <a:pt x="576834" y="119634"/>
                    </a:lnTo>
                    <a:lnTo>
                      <a:pt x="597408" y="99060"/>
                    </a:lnTo>
                    <a:close/>
                  </a:path>
                  <a:path w="1463039" h="943610">
                    <a:moveTo>
                      <a:pt x="602742" y="272796"/>
                    </a:moveTo>
                    <a:lnTo>
                      <a:pt x="580644" y="255270"/>
                    </a:lnTo>
                    <a:lnTo>
                      <a:pt x="576834" y="259842"/>
                    </a:lnTo>
                    <a:lnTo>
                      <a:pt x="563118" y="278130"/>
                    </a:lnTo>
                    <a:lnTo>
                      <a:pt x="585216" y="295656"/>
                    </a:lnTo>
                    <a:lnTo>
                      <a:pt x="598932" y="277368"/>
                    </a:lnTo>
                    <a:lnTo>
                      <a:pt x="598932" y="278130"/>
                    </a:lnTo>
                    <a:lnTo>
                      <a:pt x="602742" y="272796"/>
                    </a:lnTo>
                    <a:close/>
                  </a:path>
                  <a:path w="1463039" h="943610">
                    <a:moveTo>
                      <a:pt x="637794" y="140970"/>
                    </a:moveTo>
                    <a:lnTo>
                      <a:pt x="634746" y="137160"/>
                    </a:lnTo>
                    <a:lnTo>
                      <a:pt x="617982" y="119634"/>
                    </a:lnTo>
                    <a:lnTo>
                      <a:pt x="596646" y="139446"/>
                    </a:lnTo>
                    <a:lnTo>
                      <a:pt x="613410" y="156972"/>
                    </a:lnTo>
                    <a:lnTo>
                      <a:pt x="613410" y="156210"/>
                    </a:lnTo>
                    <a:lnTo>
                      <a:pt x="616458" y="160020"/>
                    </a:lnTo>
                    <a:lnTo>
                      <a:pt x="637794" y="140970"/>
                    </a:lnTo>
                    <a:close/>
                  </a:path>
                  <a:path w="1463039" h="943610">
                    <a:moveTo>
                      <a:pt x="638556" y="230124"/>
                    </a:moveTo>
                    <a:lnTo>
                      <a:pt x="617982" y="211074"/>
                    </a:lnTo>
                    <a:lnTo>
                      <a:pt x="615696" y="212598"/>
                    </a:lnTo>
                    <a:lnTo>
                      <a:pt x="598932" y="232410"/>
                    </a:lnTo>
                    <a:lnTo>
                      <a:pt x="620268" y="251460"/>
                    </a:lnTo>
                    <a:lnTo>
                      <a:pt x="637794" y="230886"/>
                    </a:lnTo>
                    <a:lnTo>
                      <a:pt x="637794" y="231648"/>
                    </a:lnTo>
                    <a:lnTo>
                      <a:pt x="638556" y="230124"/>
                    </a:lnTo>
                    <a:close/>
                  </a:path>
                  <a:path w="1463039" h="943610">
                    <a:moveTo>
                      <a:pt x="677418" y="188976"/>
                    </a:moveTo>
                    <a:lnTo>
                      <a:pt x="673950" y="185381"/>
                    </a:lnTo>
                    <a:lnTo>
                      <a:pt x="675132" y="184404"/>
                    </a:lnTo>
                    <a:lnTo>
                      <a:pt x="674370" y="183642"/>
                    </a:lnTo>
                    <a:lnTo>
                      <a:pt x="656844" y="162306"/>
                    </a:lnTo>
                    <a:lnTo>
                      <a:pt x="634746" y="180594"/>
                    </a:lnTo>
                    <a:lnTo>
                      <a:pt x="639508" y="186397"/>
                    </a:lnTo>
                    <a:lnTo>
                      <a:pt x="637032" y="188976"/>
                    </a:lnTo>
                    <a:lnTo>
                      <a:pt x="657606" y="208788"/>
                    </a:lnTo>
                    <a:lnTo>
                      <a:pt x="675894" y="189738"/>
                    </a:lnTo>
                    <a:lnTo>
                      <a:pt x="675894" y="190500"/>
                    </a:lnTo>
                    <a:lnTo>
                      <a:pt x="677418" y="188976"/>
                    </a:lnTo>
                    <a:close/>
                  </a:path>
                  <a:path w="1463039" h="943610">
                    <a:moveTo>
                      <a:pt x="710946" y="229362"/>
                    </a:moveTo>
                    <a:lnTo>
                      <a:pt x="694944" y="208026"/>
                    </a:lnTo>
                    <a:lnTo>
                      <a:pt x="693420" y="206502"/>
                    </a:lnTo>
                    <a:lnTo>
                      <a:pt x="671322" y="224790"/>
                    </a:lnTo>
                    <a:lnTo>
                      <a:pt x="672846" y="226314"/>
                    </a:lnTo>
                    <a:lnTo>
                      <a:pt x="672084" y="226314"/>
                    </a:lnTo>
                    <a:lnTo>
                      <a:pt x="672846" y="227241"/>
                    </a:lnTo>
                    <a:lnTo>
                      <a:pt x="688848" y="246888"/>
                    </a:lnTo>
                    <a:lnTo>
                      <a:pt x="710946" y="229362"/>
                    </a:lnTo>
                    <a:close/>
                  </a:path>
                  <a:path w="1463039" h="943610">
                    <a:moveTo>
                      <a:pt x="718566" y="150876"/>
                    </a:moveTo>
                    <a:lnTo>
                      <a:pt x="700278" y="128778"/>
                    </a:lnTo>
                    <a:lnTo>
                      <a:pt x="694944" y="132588"/>
                    </a:lnTo>
                    <a:lnTo>
                      <a:pt x="678180" y="147828"/>
                    </a:lnTo>
                    <a:lnTo>
                      <a:pt x="697230" y="169164"/>
                    </a:lnTo>
                    <a:lnTo>
                      <a:pt x="713994" y="153924"/>
                    </a:lnTo>
                    <a:lnTo>
                      <a:pt x="713994" y="154686"/>
                    </a:lnTo>
                    <a:lnTo>
                      <a:pt x="718566" y="150876"/>
                    </a:lnTo>
                    <a:close/>
                  </a:path>
                  <a:path w="1463039" h="943610">
                    <a:moveTo>
                      <a:pt x="745236" y="275844"/>
                    </a:moveTo>
                    <a:lnTo>
                      <a:pt x="736092" y="262128"/>
                    </a:lnTo>
                    <a:lnTo>
                      <a:pt x="728472" y="252222"/>
                    </a:lnTo>
                    <a:lnTo>
                      <a:pt x="705612" y="269748"/>
                    </a:lnTo>
                    <a:lnTo>
                      <a:pt x="713232" y="279654"/>
                    </a:lnTo>
                    <a:lnTo>
                      <a:pt x="713232" y="278892"/>
                    </a:lnTo>
                    <a:lnTo>
                      <a:pt x="722376" y="292608"/>
                    </a:lnTo>
                    <a:lnTo>
                      <a:pt x="745236" y="275844"/>
                    </a:lnTo>
                    <a:close/>
                  </a:path>
                  <a:path w="1463039" h="943610">
                    <a:moveTo>
                      <a:pt x="762762" y="117348"/>
                    </a:moveTo>
                    <a:lnTo>
                      <a:pt x="746760" y="92964"/>
                    </a:lnTo>
                    <a:lnTo>
                      <a:pt x="735330" y="101346"/>
                    </a:lnTo>
                    <a:lnTo>
                      <a:pt x="723138" y="110490"/>
                    </a:lnTo>
                    <a:lnTo>
                      <a:pt x="739902" y="133350"/>
                    </a:lnTo>
                    <a:lnTo>
                      <a:pt x="751332" y="124777"/>
                    </a:lnTo>
                    <a:lnTo>
                      <a:pt x="752094" y="124206"/>
                    </a:lnTo>
                    <a:lnTo>
                      <a:pt x="751332" y="124206"/>
                    </a:lnTo>
                    <a:lnTo>
                      <a:pt x="762762" y="117348"/>
                    </a:lnTo>
                    <a:close/>
                  </a:path>
                  <a:path w="1463039" h="943610">
                    <a:moveTo>
                      <a:pt x="778764" y="322326"/>
                    </a:moveTo>
                    <a:lnTo>
                      <a:pt x="778002" y="320802"/>
                    </a:lnTo>
                    <a:lnTo>
                      <a:pt x="762000" y="298704"/>
                    </a:lnTo>
                    <a:lnTo>
                      <a:pt x="739140" y="315468"/>
                    </a:lnTo>
                    <a:lnTo>
                      <a:pt x="754380" y="337566"/>
                    </a:lnTo>
                    <a:lnTo>
                      <a:pt x="754380" y="336804"/>
                    </a:lnTo>
                    <a:lnTo>
                      <a:pt x="755142" y="338328"/>
                    </a:lnTo>
                    <a:lnTo>
                      <a:pt x="778764" y="322326"/>
                    </a:lnTo>
                    <a:close/>
                  </a:path>
                  <a:path w="1463039" h="943610">
                    <a:moveTo>
                      <a:pt x="810006" y="90678"/>
                    </a:moveTo>
                    <a:lnTo>
                      <a:pt x="799338" y="64008"/>
                    </a:lnTo>
                    <a:lnTo>
                      <a:pt x="796290" y="65532"/>
                    </a:lnTo>
                    <a:lnTo>
                      <a:pt x="775716" y="75438"/>
                    </a:lnTo>
                    <a:lnTo>
                      <a:pt x="771906" y="77724"/>
                    </a:lnTo>
                    <a:lnTo>
                      <a:pt x="786384" y="102870"/>
                    </a:lnTo>
                    <a:lnTo>
                      <a:pt x="789432" y="100584"/>
                    </a:lnTo>
                    <a:lnTo>
                      <a:pt x="788670" y="101346"/>
                    </a:lnTo>
                    <a:lnTo>
                      <a:pt x="789432" y="100965"/>
                    </a:lnTo>
                    <a:lnTo>
                      <a:pt x="807720" y="91821"/>
                    </a:lnTo>
                    <a:lnTo>
                      <a:pt x="808482" y="91440"/>
                    </a:lnTo>
                    <a:lnTo>
                      <a:pt x="807720" y="91440"/>
                    </a:lnTo>
                    <a:lnTo>
                      <a:pt x="810006" y="90678"/>
                    </a:lnTo>
                    <a:close/>
                  </a:path>
                  <a:path w="1463039" h="943610">
                    <a:moveTo>
                      <a:pt x="810768" y="369570"/>
                    </a:moveTo>
                    <a:lnTo>
                      <a:pt x="798576" y="352044"/>
                    </a:lnTo>
                    <a:lnTo>
                      <a:pt x="794766" y="345948"/>
                    </a:lnTo>
                    <a:lnTo>
                      <a:pt x="771144" y="361950"/>
                    </a:lnTo>
                    <a:lnTo>
                      <a:pt x="774954" y="368046"/>
                    </a:lnTo>
                    <a:lnTo>
                      <a:pt x="774954" y="367284"/>
                    </a:lnTo>
                    <a:lnTo>
                      <a:pt x="787146" y="385572"/>
                    </a:lnTo>
                    <a:lnTo>
                      <a:pt x="810768" y="369570"/>
                    </a:lnTo>
                    <a:close/>
                  </a:path>
                  <a:path w="1463039" h="943610">
                    <a:moveTo>
                      <a:pt x="835914" y="80772"/>
                    </a:moveTo>
                    <a:lnTo>
                      <a:pt x="835850" y="80606"/>
                    </a:lnTo>
                    <a:lnTo>
                      <a:pt x="835152" y="80772"/>
                    </a:lnTo>
                    <a:lnTo>
                      <a:pt x="835914" y="80772"/>
                    </a:lnTo>
                    <a:close/>
                  </a:path>
                  <a:path w="1463039" h="943610">
                    <a:moveTo>
                      <a:pt x="842772" y="417576"/>
                    </a:moveTo>
                    <a:lnTo>
                      <a:pt x="841248" y="416052"/>
                    </a:lnTo>
                    <a:lnTo>
                      <a:pt x="826770" y="393954"/>
                    </a:lnTo>
                    <a:lnTo>
                      <a:pt x="803148" y="409194"/>
                    </a:lnTo>
                    <a:lnTo>
                      <a:pt x="817626" y="432054"/>
                    </a:lnTo>
                    <a:lnTo>
                      <a:pt x="818388" y="433578"/>
                    </a:lnTo>
                    <a:lnTo>
                      <a:pt x="842772" y="417576"/>
                    </a:lnTo>
                    <a:close/>
                  </a:path>
                  <a:path w="1463039" h="943610">
                    <a:moveTo>
                      <a:pt x="861822" y="74676"/>
                    </a:moveTo>
                    <a:lnTo>
                      <a:pt x="856488" y="46482"/>
                    </a:lnTo>
                    <a:lnTo>
                      <a:pt x="848106" y="48006"/>
                    </a:lnTo>
                    <a:lnTo>
                      <a:pt x="837438" y="50292"/>
                    </a:lnTo>
                    <a:lnTo>
                      <a:pt x="826770" y="53340"/>
                    </a:lnTo>
                    <a:lnTo>
                      <a:pt x="826770" y="54102"/>
                    </a:lnTo>
                    <a:lnTo>
                      <a:pt x="835850" y="80606"/>
                    </a:lnTo>
                    <a:lnTo>
                      <a:pt x="844296" y="78651"/>
                    </a:lnTo>
                    <a:lnTo>
                      <a:pt x="845058" y="78486"/>
                    </a:lnTo>
                    <a:lnTo>
                      <a:pt x="844296" y="78486"/>
                    </a:lnTo>
                    <a:lnTo>
                      <a:pt x="853440" y="76365"/>
                    </a:lnTo>
                    <a:lnTo>
                      <a:pt x="854202" y="76200"/>
                    </a:lnTo>
                    <a:lnTo>
                      <a:pt x="853440" y="76200"/>
                    </a:lnTo>
                    <a:lnTo>
                      <a:pt x="861822" y="74676"/>
                    </a:lnTo>
                    <a:close/>
                  </a:path>
                  <a:path w="1463039" h="943610">
                    <a:moveTo>
                      <a:pt x="873252" y="466344"/>
                    </a:moveTo>
                    <a:lnTo>
                      <a:pt x="863346" y="449580"/>
                    </a:lnTo>
                    <a:lnTo>
                      <a:pt x="858012" y="441960"/>
                    </a:lnTo>
                    <a:lnTo>
                      <a:pt x="833628" y="457200"/>
                    </a:lnTo>
                    <a:lnTo>
                      <a:pt x="838962" y="464820"/>
                    </a:lnTo>
                    <a:lnTo>
                      <a:pt x="848868" y="481584"/>
                    </a:lnTo>
                    <a:lnTo>
                      <a:pt x="873252" y="466344"/>
                    </a:lnTo>
                    <a:close/>
                  </a:path>
                  <a:path w="1463039" h="943610">
                    <a:moveTo>
                      <a:pt x="903732" y="515112"/>
                    </a:moveTo>
                    <a:lnTo>
                      <a:pt x="888492" y="490728"/>
                    </a:lnTo>
                    <a:lnTo>
                      <a:pt x="864108" y="505206"/>
                    </a:lnTo>
                    <a:lnTo>
                      <a:pt x="879348" y="529590"/>
                    </a:lnTo>
                    <a:lnTo>
                      <a:pt x="903732" y="515112"/>
                    </a:lnTo>
                    <a:close/>
                  </a:path>
                  <a:path w="1463039" h="943610">
                    <a:moveTo>
                      <a:pt x="916686" y="41910"/>
                    </a:moveTo>
                    <a:lnTo>
                      <a:pt x="889254" y="41910"/>
                    </a:lnTo>
                    <a:lnTo>
                      <a:pt x="886206" y="42672"/>
                    </a:lnTo>
                    <a:lnTo>
                      <a:pt x="888492" y="70866"/>
                    </a:lnTo>
                    <a:lnTo>
                      <a:pt x="890778" y="70866"/>
                    </a:lnTo>
                    <a:lnTo>
                      <a:pt x="900684" y="70104"/>
                    </a:lnTo>
                    <a:lnTo>
                      <a:pt x="899922" y="70866"/>
                    </a:lnTo>
                    <a:lnTo>
                      <a:pt x="900684" y="70866"/>
                    </a:lnTo>
                    <a:lnTo>
                      <a:pt x="915162" y="70866"/>
                    </a:lnTo>
                    <a:lnTo>
                      <a:pt x="916686" y="41910"/>
                    </a:lnTo>
                    <a:close/>
                  </a:path>
                  <a:path w="1463039" h="943610">
                    <a:moveTo>
                      <a:pt x="933450" y="563880"/>
                    </a:moveTo>
                    <a:lnTo>
                      <a:pt x="928116" y="554736"/>
                    </a:lnTo>
                    <a:lnTo>
                      <a:pt x="918210" y="539496"/>
                    </a:lnTo>
                    <a:lnTo>
                      <a:pt x="893826" y="553974"/>
                    </a:lnTo>
                    <a:lnTo>
                      <a:pt x="903732" y="569976"/>
                    </a:lnTo>
                    <a:lnTo>
                      <a:pt x="909066" y="578358"/>
                    </a:lnTo>
                    <a:lnTo>
                      <a:pt x="933450" y="563880"/>
                    </a:lnTo>
                    <a:close/>
                  </a:path>
                  <a:path w="1463039" h="943610">
                    <a:moveTo>
                      <a:pt x="962406" y="612648"/>
                    </a:moveTo>
                    <a:lnTo>
                      <a:pt x="947928" y="588264"/>
                    </a:lnTo>
                    <a:lnTo>
                      <a:pt x="923544" y="602742"/>
                    </a:lnTo>
                    <a:lnTo>
                      <a:pt x="938022" y="627888"/>
                    </a:lnTo>
                    <a:lnTo>
                      <a:pt x="962406" y="612648"/>
                    </a:lnTo>
                    <a:close/>
                  </a:path>
                  <a:path w="1463039" h="943610">
                    <a:moveTo>
                      <a:pt x="976122" y="51816"/>
                    </a:moveTo>
                    <a:lnTo>
                      <a:pt x="972312" y="50292"/>
                    </a:lnTo>
                    <a:lnTo>
                      <a:pt x="961644" y="48006"/>
                    </a:lnTo>
                    <a:lnTo>
                      <a:pt x="950976" y="46482"/>
                    </a:lnTo>
                    <a:lnTo>
                      <a:pt x="946404" y="45720"/>
                    </a:lnTo>
                    <a:lnTo>
                      <a:pt x="941832" y="73914"/>
                    </a:lnTo>
                    <a:lnTo>
                      <a:pt x="946404" y="74676"/>
                    </a:lnTo>
                    <a:lnTo>
                      <a:pt x="946404" y="73914"/>
                    </a:lnTo>
                    <a:lnTo>
                      <a:pt x="956310" y="76200"/>
                    </a:lnTo>
                    <a:lnTo>
                      <a:pt x="955548" y="76200"/>
                    </a:lnTo>
                    <a:lnTo>
                      <a:pt x="956310" y="76365"/>
                    </a:lnTo>
                    <a:lnTo>
                      <a:pt x="965454" y="78486"/>
                    </a:lnTo>
                    <a:lnTo>
                      <a:pt x="964692" y="78486"/>
                    </a:lnTo>
                    <a:lnTo>
                      <a:pt x="965454" y="78638"/>
                    </a:lnTo>
                    <a:lnTo>
                      <a:pt x="968502" y="79248"/>
                    </a:lnTo>
                    <a:lnTo>
                      <a:pt x="976122" y="51816"/>
                    </a:lnTo>
                    <a:close/>
                  </a:path>
                  <a:path w="1463039" h="943610">
                    <a:moveTo>
                      <a:pt x="992124" y="662178"/>
                    </a:moveTo>
                    <a:lnTo>
                      <a:pt x="977646" y="637794"/>
                    </a:lnTo>
                    <a:lnTo>
                      <a:pt x="952500" y="652272"/>
                    </a:lnTo>
                    <a:lnTo>
                      <a:pt x="966978" y="676656"/>
                    </a:lnTo>
                    <a:lnTo>
                      <a:pt x="992124" y="662178"/>
                    </a:lnTo>
                    <a:close/>
                  </a:path>
                  <a:path w="1463039" h="943610">
                    <a:moveTo>
                      <a:pt x="1020318" y="711708"/>
                    </a:moveTo>
                    <a:lnTo>
                      <a:pt x="1015746" y="703326"/>
                    </a:lnTo>
                    <a:lnTo>
                      <a:pt x="1005840" y="686562"/>
                    </a:lnTo>
                    <a:lnTo>
                      <a:pt x="981456" y="701040"/>
                    </a:lnTo>
                    <a:lnTo>
                      <a:pt x="991362" y="717804"/>
                    </a:lnTo>
                    <a:lnTo>
                      <a:pt x="995934" y="726186"/>
                    </a:lnTo>
                    <a:lnTo>
                      <a:pt x="1020318" y="711708"/>
                    </a:lnTo>
                    <a:close/>
                  </a:path>
                  <a:path w="1463039" h="943610">
                    <a:moveTo>
                      <a:pt x="1031748" y="70866"/>
                    </a:moveTo>
                    <a:lnTo>
                      <a:pt x="1023366" y="67818"/>
                    </a:lnTo>
                    <a:lnTo>
                      <a:pt x="1012698" y="63246"/>
                    </a:lnTo>
                    <a:lnTo>
                      <a:pt x="1004316" y="60198"/>
                    </a:lnTo>
                    <a:lnTo>
                      <a:pt x="994410" y="86868"/>
                    </a:lnTo>
                    <a:lnTo>
                      <a:pt x="1002792" y="89916"/>
                    </a:lnTo>
                    <a:lnTo>
                      <a:pt x="1012698" y="93726"/>
                    </a:lnTo>
                    <a:lnTo>
                      <a:pt x="1011936" y="93726"/>
                    </a:lnTo>
                    <a:lnTo>
                      <a:pt x="1012698" y="94068"/>
                    </a:lnTo>
                    <a:lnTo>
                      <a:pt x="1020318" y="97536"/>
                    </a:lnTo>
                    <a:lnTo>
                      <a:pt x="1031748" y="70866"/>
                    </a:lnTo>
                    <a:close/>
                  </a:path>
                  <a:path w="1463039" h="943610">
                    <a:moveTo>
                      <a:pt x="1049274" y="761238"/>
                    </a:moveTo>
                    <a:lnTo>
                      <a:pt x="1034796" y="736092"/>
                    </a:lnTo>
                    <a:lnTo>
                      <a:pt x="1010412" y="750570"/>
                    </a:lnTo>
                    <a:lnTo>
                      <a:pt x="1024890" y="775716"/>
                    </a:lnTo>
                    <a:lnTo>
                      <a:pt x="1049274" y="761238"/>
                    </a:lnTo>
                    <a:close/>
                  </a:path>
                  <a:path w="1463039" h="943610">
                    <a:moveTo>
                      <a:pt x="1069848" y="122682"/>
                    </a:moveTo>
                    <a:lnTo>
                      <a:pt x="1069276" y="122364"/>
                    </a:lnTo>
                    <a:lnTo>
                      <a:pt x="1069086" y="122682"/>
                    </a:lnTo>
                    <a:lnTo>
                      <a:pt x="1069848" y="122682"/>
                    </a:lnTo>
                    <a:close/>
                  </a:path>
                  <a:path w="1463039" h="943610">
                    <a:moveTo>
                      <a:pt x="1077468" y="810768"/>
                    </a:moveTo>
                    <a:lnTo>
                      <a:pt x="1063752" y="785622"/>
                    </a:lnTo>
                    <a:lnTo>
                      <a:pt x="1038606" y="800100"/>
                    </a:lnTo>
                    <a:lnTo>
                      <a:pt x="1053084" y="824484"/>
                    </a:lnTo>
                    <a:lnTo>
                      <a:pt x="1077468" y="810768"/>
                    </a:lnTo>
                    <a:close/>
                  </a:path>
                  <a:path w="1463039" h="943610">
                    <a:moveTo>
                      <a:pt x="1084326" y="98298"/>
                    </a:moveTo>
                    <a:lnTo>
                      <a:pt x="1063752" y="86868"/>
                    </a:lnTo>
                    <a:lnTo>
                      <a:pt x="1058418" y="83820"/>
                    </a:lnTo>
                    <a:lnTo>
                      <a:pt x="1045464" y="109728"/>
                    </a:lnTo>
                    <a:lnTo>
                      <a:pt x="1050036" y="112014"/>
                    </a:lnTo>
                    <a:lnTo>
                      <a:pt x="1069276" y="122364"/>
                    </a:lnTo>
                    <a:lnTo>
                      <a:pt x="1084326" y="98298"/>
                    </a:lnTo>
                    <a:close/>
                  </a:path>
                  <a:path w="1463039" h="943610">
                    <a:moveTo>
                      <a:pt x="1106424" y="860298"/>
                    </a:moveTo>
                    <a:lnTo>
                      <a:pt x="1104900" y="858012"/>
                    </a:lnTo>
                    <a:lnTo>
                      <a:pt x="1091946" y="835152"/>
                    </a:lnTo>
                    <a:lnTo>
                      <a:pt x="1066800" y="849630"/>
                    </a:lnTo>
                    <a:lnTo>
                      <a:pt x="1079754" y="871728"/>
                    </a:lnTo>
                    <a:lnTo>
                      <a:pt x="1081278" y="874776"/>
                    </a:lnTo>
                    <a:lnTo>
                      <a:pt x="1106424" y="860298"/>
                    </a:lnTo>
                    <a:close/>
                  </a:path>
                  <a:path w="1463039" h="943610">
                    <a:moveTo>
                      <a:pt x="1133094" y="130302"/>
                    </a:moveTo>
                    <a:lnTo>
                      <a:pt x="1123950" y="124206"/>
                    </a:lnTo>
                    <a:lnTo>
                      <a:pt x="1108710" y="113538"/>
                    </a:lnTo>
                    <a:lnTo>
                      <a:pt x="1093470" y="137922"/>
                    </a:lnTo>
                    <a:lnTo>
                      <a:pt x="1107948" y="147828"/>
                    </a:lnTo>
                    <a:lnTo>
                      <a:pt x="1107948" y="147066"/>
                    </a:lnTo>
                    <a:lnTo>
                      <a:pt x="1116330" y="153162"/>
                    </a:lnTo>
                    <a:lnTo>
                      <a:pt x="1133094" y="130302"/>
                    </a:lnTo>
                    <a:close/>
                  </a:path>
                  <a:path w="1463039" h="943610">
                    <a:moveTo>
                      <a:pt x="1138428" y="811530"/>
                    </a:moveTo>
                    <a:lnTo>
                      <a:pt x="1131570" y="804672"/>
                    </a:lnTo>
                    <a:lnTo>
                      <a:pt x="1116330" y="804672"/>
                    </a:lnTo>
                    <a:lnTo>
                      <a:pt x="1109472" y="810768"/>
                    </a:lnTo>
                    <a:lnTo>
                      <a:pt x="1108913" y="891755"/>
                    </a:lnTo>
                    <a:lnTo>
                      <a:pt x="1108887" y="893851"/>
                    </a:lnTo>
                    <a:lnTo>
                      <a:pt x="1108710" y="918210"/>
                    </a:lnTo>
                    <a:lnTo>
                      <a:pt x="1108875" y="923239"/>
                    </a:lnTo>
                    <a:lnTo>
                      <a:pt x="1108710" y="922909"/>
                    </a:lnTo>
                    <a:lnTo>
                      <a:pt x="1108710" y="918210"/>
                    </a:lnTo>
                    <a:lnTo>
                      <a:pt x="1108710" y="893749"/>
                    </a:lnTo>
                    <a:lnTo>
                      <a:pt x="1108887" y="893851"/>
                    </a:lnTo>
                    <a:lnTo>
                      <a:pt x="1108887" y="891781"/>
                    </a:lnTo>
                    <a:lnTo>
                      <a:pt x="1107059" y="892797"/>
                    </a:lnTo>
                    <a:lnTo>
                      <a:pt x="1043940" y="856488"/>
                    </a:lnTo>
                    <a:lnTo>
                      <a:pt x="1037082" y="852678"/>
                    </a:lnTo>
                    <a:lnTo>
                      <a:pt x="1028700" y="854964"/>
                    </a:lnTo>
                    <a:lnTo>
                      <a:pt x="1024890" y="861822"/>
                    </a:lnTo>
                    <a:lnTo>
                      <a:pt x="1020318" y="868680"/>
                    </a:lnTo>
                    <a:lnTo>
                      <a:pt x="1022604" y="877062"/>
                    </a:lnTo>
                    <a:lnTo>
                      <a:pt x="1029462" y="880872"/>
                    </a:lnTo>
                    <a:lnTo>
                      <a:pt x="1095756" y="919416"/>
                    </a:lnTo>
                    <a:lnTo>
                      <a:pt x="1134618" y="942022"/>
                    </a:lnTo>
                    <a:lnTo>
                      <a:pt x="1136904" y="943356"/>
                    </a:lnTo>
                    <a:lnTo>
                      <a:pt x="1138428" y="819150"/>
                    </a:lnTo>
                    <a:lnTo>
                      <a:pt x="1138428" y="811530"/>
                    </a:lnTo>
                    <a:close/>
                  </a:path>
                  <a:path w="1463039" h="943610">
                    <a:moveTo>
                      <a:pt x="1178814" y="165354"/>
                    </a:moveTo>
                    <a:lnTo>
                      <a:pt x="1164336" y="153162"/>
                    </a:lnTo>
                    <a:lnTo>
                      <a:pt x="1155954" y="147066"/>
                    </a:lnTo>
                    <a:lnTo>
                      <a:pt x="1139190" y="169926"/>
                    </a:lnTo>
                    <a:lnTo>
                      <a:pt x="1146810" y="176022"/>
                    </a:lnTo>
                    <a:lnTo>
                      <a:pt x="1161288" y="187452"/>
                    </a:lnTo>
                    <a:lnTo>
                      <a:pt x="1178814" y="165354"/>
                    </a:lnTo>
                    <a:close/>
                  </a:path>
                  <a:path w="1463039" h="943610">
                    <a:moveTo>
                      <a:pt x="1223010" y="202692"/>
                    </a:moveTo>
                    <a:lnTo>
                      <a:pt x="1204722" y="186690"/>
                    </a:lnTo>
                    <a:lnTo>
                      <a:pt x="1200912" y="183642"/>
                    </a:lnTo>
                    <a:lnTo>
                      <a:pt x="1182624" y="205740"/>
                    </a:lnTo>
                    <a:lnTo>
                      <a:pt x="1185672" y="208026"/>
                    </a:lnTo>
                    <a:lnTo>
                      <a:pt x="1203960" y="224028"/>
                    </a:lnTo>
                    <a:lnTo>
                      <a:pt x="1223010" y="202692"/>
                    </a:lnTo>
                    <a:close/>
                  </a:path>
                  <a:path w="1463039" h="943610">
                    <a:moveTo>
                      <a:pt x="1265682" y="242316"/>
                    </a:moveTo>
                    <a:lnTo>
                      <a:pt x="1264158" y="240792"/>
                    </a:lnTo>
                    <a:lnTo>
                      <a:pt x="1244346" y="222504"/>
                    </a:lnTo>
                    <a:lnTo>
                      <a:pt x="1224534" y="243078"/>
                    </a:lnTo>
                    <a:lnTo>
                      <a:pt x="1244346" y="261366"/>
                    </a:lnTo>
                    <a:lnTo>
                      <a:pt x="1245870" y="262890"/>
                    </a:lnTo>
                    <a:lnTo>
                      <a:pt x="1265682" y="242316"/>
                    </a:lnTo>
                    <a:close/>
                  </a:path>
                  <a:path w="1463039" h="943610">
                    <a:moveTo>
                      <a:pt x="1306068" y="282702"/>
                    </a:moveTo>
                    <a:lnTo>
                      <a:pt x="1303782" y="280416"/>
                    </a:lnTo>
                    <a:lnTo>
                      <a:pt x="1286256" y="262128"/>
                    </a:lnTo>
                    <a:lnTo>
                      <a:pt x="1265682" y="282702"/>
                    </a:lnTo>
                    <a:lnTo>
                      <a:pt x="1283970" y="300228"/>
                    </a:lnTo>
                    <a:lnTo>
                      <a:pt x="1286256" y="302514"/>
                    </a:lnTo>
                    <a:lnTo>
                      <a:pt x="1306068" y="282702"/>
                    </a:lnTo>
                    <a:close/>
                  </a:path>
                  <a:path w="1463039" h="943610">
                    <a:moveTo>
                      <a:pt x="1346454" y="323850"/>
                    </a:moveTo>
                    <a:lnTo>
                      <a:pt x="1344168" y="320802"/>
                    </a:lnTo>
                    <a:lnTo>
                      <a:pt x="1326642" y="303276"/>
                    </a:lnTo>
                    <a:lnTo>
                      <a:pt x="1306068" y="323088"/>
                    </a:lnTo>
                    <a:lnTo>
                      <a:pt x="1322832" y="340614"/>
                    </a:lnTo>
                    <a:lnTo>
                      <a:pt x="1325880" y="343662"/>
                    </a:lnTo>
                    <a:lnTo>
                      <a:pt x="1346454" y="323850"/>
                    </a:lnTo>
                    <a:close/>
                  </a:path>
                  <a:path w="1463039" h="943610">
                    <a:moveTo>
                      <a:pt x="1385316" y="365760"/>
                    </a:moveTo>
                    <a:lnTo>
                      <a:pt x="1383792" y="363474"/>
                    </a:lnTo>
                    <a:lnTo>
                      <a:pt x="1366266" y="344424"/>
                    </a:lnTo>
                    <a:lnTo>
                      <a:pt x="1344930" y="364236"/>
                    </a:lnTo>
                    <a:lnTo>
                      <a:pt x="1362456" y="382524"/>
                    </a:lnTo>
                    <a:lnTo>
                      <a:pt x="1364742" y="384810"/>
                    </a:lnTo>
                    <a:lnTo>
                      <a:pt x="1385316" y="365760"/>
                    </a:lnTo>
                    <a:close/>
                  </a:path>
                  <a:path w="1463039" h="943610">
                    <a:moveTo>
                      <a:pt x="1424178" y="407670"/>
                    </a:moveTo>
                    <a:lnTo>
                      <a:pt x="1423416" y="406146"/>
                    </a:lnTo>
                    <a:lnTo>
                      <a:pt x="1405128" y="386334"/>
                    </a:lnTo>
                    <a:lnTo>
                      <a:pt x="1383792" y="406146"/>
                    </a:lnTo>
                    <a:lnTo>
                      <a:pt x="1402080" y="425958"/>
                    </a:lnTo>
                    <a:lnTo>
                      <a:pt x="1402842" y="426720"/>
                    </a:lnTo>
                    <a:lnTo>
                      <a:pt x="1424178" y="407670"/>
                    </a:lnTo>
                    <a:close/>
                  </a:path>
                  <a:path w="1463039" h="943610">
                    <a:moveTo>
                      <a:pt x="1463040" y="449580"/>
                    </a:moveTo>
                    <a:lnTo>
                      <a:pt x="1443228" y="429006"/>
                    </a:lnTo>
                    <a:lnTo>
                      <a:pt x="1422654" y="448056"/>
                    </a:lnTo>
                    <a:lnTo>
                      <a:pt x="1441704" y="469392"/>
                    </a:lnTo>
                    <a:lnTo>
                      <a:pt x="1463040" y="4495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bject 33">
              <a:extLst>
                <a:ext uri="{FF2B5EF4-FFF2-40B4-BE49-F238E27FC236}">
                  <a16:creationId xmlns:a16="http://schemas.microsoft.com/office/drawing/2014/main" id="{F26457B4-5D7C-48D0-BF0B-9E8FF38B8929}"/>
                </a:ext>
              </a:extLst>
            </p:cNvPr>
            <p:cNvSpPr/>
            <p:nvPr/>
          </p:nvSpPr>
          <p:spPr>
            <a:xfrm>
              <a:off x="2265437" y="4740262"/>
              <a:ext cx="725170" cy="453390"/>
            </a:xfrm>
            <a:custGeom>
              <a:avLst/>
              <a:gdLst/>
              <a:ahLst/>
              <a:cxnLst/>
              <a:rect l="l" t="t" r="r" b="b"/>
              <a:pathLst>
                <a:path w="725170" h="453389">
                  <a:moveTo>
                    <a:pt x="724662" y="453389"/>
                  </a:moveTo>
                  <a:lnTo>
                    <a:pt x="682868" y="441192"/>
                  </a:lnTo>
                  <a:lnTo>
                    <a:pt x="639449" y="426241"/>
                  </a:lnTo>
                  <a:lnTo>
                    <a:pt x="594708" y="408725"/>
                  </a:lnTo>
                  <a:lnTo>
                    <a:pt x="548951" y="388834"/>
                  </a:lnTo>
                  <a:lnTo>
                    <a:pt x="502480" y="366755"/>
                  </a:lnTo>
                  <a:lnTo>
                    <a:pt x="455601" y="342679"/>
                  </a:lnTo>
                  <a:lnTo>
                    <a:pt x="408618" y="316793"/>
                  </a:lnTo>
                  <a:lnTo>
                    <a:pt x="361835" y="289288"/>
                  </a:lnTo>
                  <a:lnTo>
                    <a:pt x="315556" y="260351"/>
                  </a:lnTo>
                  <a:lnTo>
                    <a:pt x="270086" y="230171"/>
                  </a:lnTo>
                  <a:lnTo>
                    <a:pt x="225729" y="198939"/>
                  </a:lnTo>
                  <a:lnTo>
                    <a:pt x="182789" y="166842"/>
                  </a:lnTo>
                  <a:lnTo>
                    <a:pt x="141571" y="134069"/>
                  </a:lnTo>
                  <a:lnTo>
                    <a:pt x="102378" y="100809"/>
                  </a:lnTo>
                  <a:lnTo>
                    <a:pt x="65516" y="67252"/>
                  </a:lnTo>
                  <a:lnTo>
                    <a:pt x="31288" y="33586"/>
                  </a:lnTo>
                  <a:lnTo>
                    <a:pt x="0" y="0"/>
                  </a:lnTo>
                </a:path>
              </a:pathLst>
            </a:custGeom>
            <a:ln w="19088">
              <a:solidFill>
                <a:srgbClr val="0070C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38" name="object 34">
              <a:extLst>
                <a:ext uri="{FF2B5EF4-FFF2-40B4-BE49-F238E27FC236}">
                  <a16:creationId xmlns:a16="http://schemas.microsoft.com/office/drawing/2014/main" id="{7E2D0423-177D-4C2B-AACF-B01321976F7A}"/>
                </a:ext>
              </a:extLst>
            </p:cNvPr>
            <p:cNvSpPr/>
            <p:nvPr/>
          </p:nvSpPr>
          <p:spPr>
            <a:xfrm>
              <a:off x="3710951" y="4740262"/>
              <a:ext cx="697230" cy="453390"/>
            </a:xfrm>
            <a:custGeom>
              <a:avLst/>
              <a:gdLst/>
              <a:ahLst/>
              <a:cxnLst/>
              <a:rect l="l" t="t" r="r" b="b"/>
              <a:pathLst>
                <a:path w="697229" h="453389">
                  <a:moveTo>
                    <a:pt x="697229" y="0"/>
                  </a:moveTo>
                  <a:lnTo>
                    <a:pt x="669482" y="32193"/>
                  </a:lnTo>
                  <a:lnTo>
                    <a:pt x="638611" y="64642"/>
                  </a:lnTo>
                  <a:lnTo>
                    <a:pt x="604910" y="97155"/>
                  </a:lnTo>
                  <a:lnTo>
                    <a:pt x="568670" y="129544"/>
                  </a:lnTo>
                  <a:lnTo>
                    <a:pt x="530186" y="161621"/>
                  </a:lnTo>
                  <a:lnTo>
                    <a:pt x="489750" y="193196"/>
                  </a:lnTo>
                  <a:lnTo>
                    <a:pt x="447656" y="224081"/>
                  </a:lnTo>
                  <a:lnTo>
                    <a:pt x="404197" y="254086"/>
                  </a:lnTo>
                  <a:lnTo>
                    <a:pt x="359666" y="283023"/>
                  </a:lnTo>
                  <a:lnTo>
                    <a:pt x="314356" y="310703"/>
                  </a:lnTo>
                  <a:lnTo>
                    <a:pt x="268560" y="336936"/>
                  </a:lnTo>
                  <a:lnTo>
                    <a:pt x="222572" y="361535"/>
                  </a:lnTo>
                  <a:lnTo>
                    <a:pt x="176684" y="384309"/>
                  </a:lnTo>
                  <a:lnTo>
                    <a:pt x="131189" y="405071"/>
                  </a:lnTo>
                  <a:lnTo>
                    <a:pt x="86382" y="423631"/>
                  </a:lnTo>
                  <a:lnTo>
                    <a:pt x="42554" y="439800"/>
                  </a:lnTo>
                  <a:lnTo>
                    <a:pt x="0" y="453389"/>
                  </a:lnTo>
                </a:path>
              </a:pathLst>
            </a:custGeom>
            <a:ln w="19088">
              <a:solidFill>
                <a:srgbClr val="0070C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14">
                  <a:extLst>
                    <a:ext uri="{FF2B5EF4-FFF2-40B4-BE49-F238E27FC236}">
                      <a16:creationId xmlns:a16="http://schemas.microsoft.com/office/drawing/2014/main" id="{C983A500-2640-482D-AC94-BE42A609734C}"/>
                    </a:ext>
                  </a:extLst>
                </p:cNvPr>
                <p:cNvSpPr txBox="1"/>
                <p:nvPr/>
              </p:nvSpPr>
              <p:spPr>
                <a:xfrm>
                  <a:off x="3273799" y="5047984"/>
                  <a:ext cx="167005" cy="330200"/>
                </a:xfrm>
                <a:prstGeom prst="rect">
                  <a:avLst/>
                </a:prstGeom>
              </p:spPr>
              <p:txBody>
                <a:bodyPr vert="horz" wrap="square" lIns="0" tIns="1206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5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oMath>
                    </m:oMathPara>
                  </a14:m>
                  <a:endParaRPr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40" name="object 14">
                  <a:extLst>
                    <a:ext uri="{FF2B5EF4-FFF2-40B4-BE49-F238E27FC236}">
                      <a16:creationId xmlns:a16="http://schemas.microsoft.com/office/drawing/2014/main" id="{C983A500-2640-482D-AC94-BE42A6097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799" y="5047984"/>
                  <a:ext cx="167005" cy="330200"/>
                </a:xfrm>
                <a:prstGeom prst="rect">
                  <a:avLst/>
                </a:prstGeom>
                <a:blipFill>
                  <a:blip r:embed="rId16"/>
                  <a:stretch>
                    <a:fillRect l="-48148" r="-51852" b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5411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1889-2C41-4EDD-AF7C-14C0B903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双线性插值（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Bilinear Interpolation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A1D7-6D9A-46EA-9D08-00B86AFB3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B050"/>
                </a:solidFill>
                <a:cs typeface="+mn-ea"/>
                <a:sym typeface="+mn-lt"/>
              </a:rPr>
              <a:t>通过两次线性插值进行计算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(x</a:t>
            </a:r>
            <a:r>
              <a:rPr lang="zh-CN" altLang="en-US" dirty="0">
                <a:cs typeface="+mn-ea"/>
                <a:sym typeface="+mn-lt"/>
              </a:rPr>
              <a:t>方向、</a:t>
            </a:r>
            <a:r>
              <a:rPr lang="en-US" altLang="zh-CN" dirty="0">
                <a:cs typeface="+mn-ea"/>
                <a:sym typeface="+mn-lt"/>
              </a:rPr>
              <a:t>y</a:t>
            </a:r>
            <a:r>
              <a:rPr lang="zh-CN" altLang="en-US" dirty="0">
                <a:cs typeface="+mn-ea"/>
                <a:sym typeface="+mn-lt"/>
              </a:rPr>
              <a:t>方向</a:t>
            </a:r>
            <a:r>
              <a:rPr lang="en-US" altLang="zh-CN" dirty="0">
                <a:cs typeface="+mn-ea"/>
                <a:sym typeface="+mn-lt"/>
              </a:rPr>
              <a:t>)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150DA-421E-49AA-8B69-41F49AD2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40" y="2794286"/>
            <a:ext cx="3281086" cy="3154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F5B97C-D63C-4D0E-B5AB-32CCAD343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342" y="3287756"/>
            <a:ext cx="5933634" cy="216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028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102B-0C70-4F3E-A6FB-CB8BDDC7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RoI Align:</a:t>
            </a:r>
            <a:r>
              <a:rPr lang="zh-CN" altLang="en-US" b="1" dirty="0">
                <a:solidFill>
                  <a:srgbClr val="00B050"/>
                </a:solidFill>
                <a:cs typeface="+mn-ea"/>
                <a:sym typeface="+mn-lt"/>
              </a:rPr>
              <a:t> 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Bilinear Interpolation</a:t>
            </a:r>
            <a:endParaRPr lang="zh-CN" altLang="en-US" b="1" dirty="0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98E5-84FE-447A-ABB1-BA04C69A9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81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通过最近的四个特征值进行插值计算</a:t>
            </a:r>
          </a:p>
        </p:txBody>
      </p: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4BF125DD-28C4-4281-82D3-0F841B822969}"/>
              </a:ext>
            </a:extLst>
          </p:cNvPr>
          <p:cNvGrpSpPr/>
          <p:nvPr/>
        </p:nvGrpSpPr>
        <p:grpSpPr>
          <a:xfrm>
            <a:off x="1688582" y="3368024"/>
            <a:ext cx="3779520" cy="2618740"/>
            <a:chOff x="6230374" y="3370007"/>
            <a:chExt cx="3779520" cy="2618740"/>
          </a:xfrm>
        </p:grpSpPr>
        <p:grpSp>
          <p:nvGrpSpPr>
            <p:cNvPr id="937" name="object 2">
              <a:extLst>
                <a:ext uri="{FF2B5EF4-FFF2-40B4-BE49-F238E27FC236}">
                  <a16:creationId xmlns:a16="http://schemas.microsoft.com/office/drawing/2014/main" id="{553D0A77-A605-4643-842B-5D6522D9845D}"/>
                </a:ext>
              </a:extLst>
            </p:cNvPr>
            <p:cNvGrpSpPr/>
            <p:nvPr/>
          </p:nvGrpSpPr>
          <p:grpSpPr>
            <a:xfrm>
              <a:off x="6230374" y="3370007"/>
              <a:ext cx="3779520" cy="2618740"/>
              <a:chOff x="5733173" y="4087367"/>
              <a:chExt cx="3779520" cy="2618740"/>
            </a:xfrm>
          </p:grpSpPr>
          <p:sp>
            <p:nvSpPr>
              <p:cNvPr id="978" name="object 3">
                <a:extLst>
                  <a:ext uri="{FF2B5EF4-FFF2-40B4-BE49-F238E27FC236}">
                    <a16:creationId xmlns:a16="http://schemas.microsoft.com/office/drawing/2014/main" id="{1174EFF5-28E0-4B30-9B55-94D17F45CDCA}"/>
                  </a:ext>
                </a:extLst>
              </p:cNvPr>
              <p:cNvSpPr/>
              <p:nvPr/>
            </p:nvSpPr>
            <p:spPr>
              <a:xfrm>
                <a:off x="5733173" y="4087367"/>
                <a:ext cx="3779520" cy="2618740"/>
              </a:xfrm>
              <a:custGeom>
                <a:avLst/>
                <a:gdLst/>
                <a:ahLst/>
                <a:cxnLst/>
                <a:rect l="l" t="t" r="r" b="b"/>
                <a:pathLst>
                  <a:path w="3779520" h="2618740">
                    <a:moveTo>
                      <a:pt x="3779519" y="2618232"/>
                    </a:moveTo>
                    <a:lnTo>
                      <a:pt x="3779519" y="0"/>
                    </a:lnTo>
                    <a:lnTo>
                      <a:pt x="0" y="0"/>
                    </a:lnTo>
                    <a:lnTo>
                      <a:pt x="0" y="2618232"/>
                    </a:lnTo>
                    <a:lnTo>
                      <a:pt x="3779519" y="261823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9" name="object 4">
                <a:extLst>
                  <a:ext uri="{FF2B5EF4-FFF2-40B4-BE49-F238E27FC236}">
                    <a16:creationId xmlns:a16="http://schemas.microsoft.com/office/drawing/2014/main" id="{3FCE254A-5FA9-470D-85F3-517D7F09C0F4}"/>
                  </a:ext>
                </a:extLst>
              </p:cNvPr>
              <p:cNvSpPr/>
              <p:nvPr/>
            </p:nvSpPr>
            <p:spPr>
              <a:xfrm>
                <a:off x="6870077" y="409955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8" y="1895856"/>
                    </a:moveTo>
                    <a:lnTo>
                      <a:pt x="2631948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8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0" name="object 5">
                <a:extLst>
                  <a:ext uri="{FF2B5EF4-FFF2-40B4-BE49-F238E27FC236}">
                    <a16:creationId xmlns:a16="http://schemas.microsoft.com/office/drawing/2014/main" id="{05F57187-3C6C-4C4C-8114-9E984FEF9384}"/>
                  </a:ext>
                </a:extLst>
              </p:cNvPr>
              <p:cNvSpPr/>
              <p:nvPr/>
            </p:nvSpPr>
            <p:spPr>
              <a:xfrm>
                <a:off x="6870077" y="409955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5"/>
                    </a:lnTo>
                    <a:lnTo>
                      <a:pt x="2631948" y="1895855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1" name="object 6">
                <a:extLst>
                  <a:ext uri="{FF2B5EF4-FFF2-40B4-BE49-F238E27FC236}">
                    <a16:creationId xmlns:a16="http://schemas.microsoft.com/office/drawing/2014/main" id="{5C920FE8-055B-4B94-9611-7374BB0FD102}"/>
                  </a:ext>
                </a:extLst>
              </p:cNvPr>
              <p:cNvSpPr/>
              <p:nvPr/>
            </p:nvSpPr>
            <p:spPr>
              <a:xfrm>
                <a:off x="6448691" y="4310633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7" y="1895856"/>
                    </a:moveTo>
                    <a:lnTo>
                      <a:pt x="2631947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7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2" name="object 7">
                <a:extLst>
                  <a:ext uri="{FF2B5EF4-FFF2-40B4-BE49-F238E27FC236}">
                    <a16:creationId xmlns:a16="http://schemas.microsoft.com/office/drawing/2014/main" id="{909F14F7-DE7E-4311-856C-7D70F97D8CCD}"/>
                  </a:ext>
                </a:extLst>
              </p:cNvPr>
              <p:cNvSpPr/>
              <p:nvPr/>
            </p:nvSpPr>
            <p:spPr>
              <a:xfrm>
                <a:off x="6448691" y="4310633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5"/>
                    </a:lnTo>
                    <a:lnTo>
                      <a:pt x="2631948" y="1895855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3" name="object 8">
                <a:extLst>
                  <a:ext uri="{FF2B5EF4-FFF2-40B4-BE49-F238E27FC236}">
                    <a16:creationId xmlns:a16="http://schemas.microsoft.com/office/drawing/2014/main" id="{035E9C3B-1845-49AC-BE3B-9CDA14253F19}"/>
                  </a:ext>
                </a:extLst>
              </p:cNvPr>
              <p:cNvSpPr/>
              <p:nvPr/>
            </p:nvSpPr>
            <p:spPr>
              <a:xfrm>
                <a:off x="6238379" y="441578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2631948" y="1895856"/>
                    </a:moveTo>
                    <a:lnTo>
                      <a:pt x="2631948" y="0"/>
                    </a:lnTo>
                    <a:lnTo>
                      <a:pt x="0" y="0"/>
                    </a:lnTo>
                    <a:lnTo>
                      <a:pt x="0" y="1895856"/>
                    </a:lnTo>
                    <a:lnTo>
                      <a:pt x="2631948" y="189585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4" name="object 9">
                <a:extLst>
                  <a:ext uri="{FF2B5EF4-FFF2-40B4-BE49-F238E27FC236}">
                    <a16:creationId xmlns:a16="http://schemas.microsoft.com/office/drawing/2014/main" id="{EDF3ACA5-C10E-463B-A011-A69100FE419D}"/>
                  </a:ext>
                </a:extLst>
              </p:cNvPr>
              <p:cNvSpPr/>
              <p:nvPr/>
            </p:nvSpPr>
            <p:spPr>
              <a:xfrm>
                <a:off x="6238379" y="4415789"/>
                <a:ext cx="2632075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w="2632075" h="1896110">
                    <a:moveTo>
                      <a:pt x="0" y="0"/>
                    </a:moveTo>
                    <a:lnTo>
                      <a:pt x="0" y="1895856"/>
                    </a:lnTo>
                    <a:lnTo>
                      <a:pt x="2631948" y="1895856"/>
                    </a:lnTo>
                    <a:lnTo>
                      <a:pt x="263194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5" name="object 10">
                <a:extLst>
                  <a:ext uri="{FF2B5EF4-FFF2-40B4-BE49-F238E27FC236}">
                    <a16:creationId xmlns:a16="http://schemas.microsoft.com/office/drawing/2014/main" id="{E72118FB-A858-4A4F-8FE3-E724D7794E3D}"/>
                  </a:ext>
                </a:extLst>
              </p:cNvPr>
              <p:cNvSpPr/>
              <p:nvPr/>
            </p:nvSpPr>
            <p:spPr>
              <a:xfrm>
                <a:off x="602806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6" name="object 11">
                <a:extLst>
                  <a:ext uri="{FF2B5EF4-FFF2-40B4-BE49-F238E27FC236}">
                    <a16:creationId xmlns:a16="http://schemas.microsoft.com/office/drawing/2014/main" id="{E279A5AD-C5B3-4B97-9A9A-A56C34DE7D55}"/>
                  </a:ext>
                </a:extLst>
              </p:cNvPr>
              <p:cNvSpPr/>
              <p:nvPr/>
            </p:nvSpPr>
            <p:spPr>
              <a:xfrm>
                <a:off x="602806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7" name="object 12">
                <a:extLst>
                  <a:ext uri="{FF2B5EF4-FFF2-40B4-BE49-F238E27FC236}">
                    <a16:creationId xmlns:a16="http://schemas.microsoft.com/office/drawing/2014/main" id="{F0CFC090-04A5-4B4F-BB3E-4AC1897D883B}"/>
                  </a:ext>
                </a:extLst>
              </p:cNvPr>
              <p:cNvSpPr/>
              <p:nvPr/>
            </p:nvSpPr>
            <p:spPr>
              <a:xfrm>
                <a:off x="613322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8" name="object 13">
                <a:extLst>
                  <a:ext uri="{FF2B5EF4-FFF2-40B4-BE49-F238E27FC236}">
                    <a16:creationId xmlns:a16="http://schemas.microsoft.com/office/drawing/2014/main" id="{2ED20094-D645-4771-8617-C702BB7FDE75}"/>
                  </a:ext>
                </a:extLst>
              </p:cNvPr>
              <p:cNvSpPr/>
              <p:nvPr/>
            </p:nvSpPr>
            <p:spPr>
              <a:xfrm>
                <a:off x="613322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9" name="object 14">
                <a:extLst>
                  <a:ext uri="{FF2B5EF4-FFF2-40B4-BE49-F238E27FC236}">
                    <a16:creationId xmlns:a16="http://schemas.microsoft.com/office/drawing/2014/main" id="{F87C032A-30CA-4EFC-AB03-2D1C486F48B9}"/>
                  </a:ext>
                </a:extLst>
              </p:cNvPr>
              <p:cNvSpPr/>
              <p:nvPr/>
            </p:nvSpPr>
            <p:spPr>
              <a:xfrm>
                <a:off x="623837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0" name="object 15">
                <a:extLst>
                  <a:ext uri="{FF2B5EF4-FFF2-40B4-BE49-F238E27FC236}">
                    <a16:creationId xmlns:a16="http://schemas.microsoft.com/office/drawing/2014/main" id="{0B20989A-C561-456F-BF85-4437F1CD73F9}"/>
                  </a:ext>
                </a:extLst>
              </p:cNvPr>
              <p:cNvSpPr/>
              <p:nvPr/>
            </p:nvSpPr>
            <p:spPr>
              <a:xfrm>
                <a:off x="623837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1" name="object 16">
                <a:extLst>
                  <a:ext uri="{FF2B5EF4-FFF2-40B4-BE49-F238E27FC236}">
                    <a16:creationId xmlns:a16="http://schemas.microsoft.com/office/drawing/2014/main" id="{B3C66D24-24E0-4408-959A-35A001D760A5}"/>
                  </a:ext>
                </a:extLst>
              </p:cNvPr>
              <p:cNvSpPr/>
              <p:nvPr/>
            </p:nvSpPr>
            <p:spPr>
              <a:xfrm>
                <a:off x="634353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2" name="object 17">
                <a:extLst>
                  <a:ext uri="{FF2B5EF4-FFF2-40B4-BE49-F238E27FC236}">
                    <a16:creationId xmlns:a16="http://schemas.microsoft.com/office/drawing/2014/main" id="{0BD5CE1E-B7A0-4A3C-9C85-A3F1C7D97129}"/>
                  </a:ext>
                </a:extLst>
              </p:cNvPr>
              <p:cNvSpPr/>
              <p:nvPr/>
            </p:nvSpPr>
            <p:spPr>
              <a:xfrm>
                <a:off x="634353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3" name="object 18">
                <a:extLst>
                  <a:ext uri="{FF2B5EF4-FFF2-40B4-BE49-F238E27FC236}">
                    <a16:creationId xmlns:a16="http://schemas.microsoft.com/office/drawing/2014/main" id="{6A748D3B-EA58-4B29-82E8-B6FEC63F8537}"/>
                  </a:ext>
                </a:extLst>
              </p:cNvPr>
              <p:cNvSpPr/>
              <p:nvPr/>
            </p:nvSpPr>
            <p:spPr>
              <a:xfrm>
                <a:off x="644869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4" name="object 19">
                <a:extLst>
                  <a:ext uri="{FF2B5EF4-FFF2-40B4-BE49-F238E27FC236}">
                    <a16:creationId xmlns:a16="http://schemas.microsoft.com/office/drawing/2014/main" id="{CF1E8B06-0696-4B91-8390-9AD3F309510D}"/>
                  </a:ext>
                </a:extLst>
              </p:cNvPr>
              <p:cNvSpPr/>
              <p:nvPr/>
            </p:nvSpPr>
            <p:spPr>
              <a:xfrm>
                <a:off x="644869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5" name="object 20">
                <a:extLst>
                  <a:ext uri="{FF2B5EF4-FFF2-40B4-BE49-F238E27FC236}">
                    <a16:creationId xmlns:a16="http://schemas.microsoft.com/office/drawing/2014/main" id="{08648AB6-4966-43FF-8BF9-D5546552B687}"/>
                  </a:ext>
                </a:extLst>
              </p:cNvPr>
              <p:cNvSpPr/>
              <p:nvPr/>
            </p:nvSpPr>
            <p:spPr>
              <a:xfrm>
                <a:off x="655459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6" name="object 21">
                <a:extLst>
                  <a:ext uri="{FF2B5EF4-FFF2-40B4-BE49-F238E27FC236}">
                    <a16:creationId xmlns:a16="http://schemas.microsoft.com/office/drawing/2014/main" id="{F8D894CA-2855-43D7-B681-0D3A7F80C1F4}"/>
                  </a:ext>
                </a:extLst>
              </p:cNvPr>
              <p:cNvSpPr/>
              <p:nvPr/>
            </p:nvSpPr>
            <p:spPr>
              <a:xfrm>
                <a:off x="655459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7" name="object 22">
                <a:extLst>
                  <a:ext uri="{FF2B5EF4-FFF2-40B4-BE49-F238E27FC236}">
                    <a16:creationId xmlns:a16="http://schemas.microsoft.com/office/drawing/2014/main" id="{3906DCA2-AE4C-42B9-8AF1-8BF1EBCAB2B7}"/>
                  </a:ext>
                </a:extLst>
              </p:cNvPr>
              <p:cNvSpPr/>
              <p:nvPr/>
            </p:nvSpPr>
            <p:spPr>
              <a:xfrm>
                <a:off x="665976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8" name="object 23">
                <a:extLst>
                  <a:ext uri="{FF2B5EF4-FFF2-40B4-BE49-F238E27FC236}">
                    <a16:creationId xmlns:a16="http://schemas.microsoft.com/office/drawing/2014/main" id="{442CCE26-D497-4183-BF25-BB855C96D489}"/>
                  </a:ext>
                </a:extLst>
              </p:cNvPr>
              <p:cNvSpPr/>
              <p:nvPr/>
            </p:nvSpPr>
            <p:spPr>
              <a:xfrm>
                <a:off x="665976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9" name="object 24">
                <a:extLst>
                  <a:ext uri="{FF2B5EF4-FFF2-40B4-BE49-F238E27FC236}">
                    <a16:creationId xmlns:a16="http://schemas.microsoft.com/office/drawing/2014/main" id="{CF82895D-89E0-43F9-962A-759D18A4DEBA}"/>
                  </a:ext>
                </a:extLst>
              </p:cNvPr>
              <p:cNvSpPr/>
              <p:nvPr/>
            </p:nvSpPr>
            <p:spPr>
              <a:xfrm>
                <a:off x="67649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0" name="object 25">
                <a:extLst>
                  <a:ext uri="{FF2B5EF4-FFF2-40B4-BE49-F238E27FC236}">
                    <a16:creationId xmlns:a16="http://schemas.microsoft.com/office/drawing/2014/main" id="{38B675DB-2F4D-4A18-8384-7998E52C3C49}"/>
                  </a:ext>
                </a:extLst>
              </p:cNvPr>
              <p:cNvSpPr/>
              <p:nvPr/>
            </p:nvSpPr>
            <p:spPr>
              <a:xfrm>
                <a:off x="67649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1" name="object 26">
                <a:extLst>
                  <a:ext uri="{FF2B5EF4-FFF2-40B4-BE49-F238E27FC236}">
                    <a16:creationId xmlns:a16="http://schemas.microsoft.com/office/drawing/2014/main" id="{6BC1B6F5-80C3-4E9D-A987-30F496CDE01C}"/>
                  </a:ext>
                </a:extLst>
              </p:cNvPr>
              <p:cNvSpPr/>
              <p:nvPr/>
            </p:nvSpPr>
            <p:spPr>
              <a:xfrm>
                <a:off x="68700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2" name="object 27">
                <a:extLst>
                  <a:ext uri="{FF2B5EF4-FFF2-40B4-BE49-F238E27FC236}">
                    <a16:creationId xmlns:a16="http://schemas.microsoft.com/office/drawing/2014/main" id="{FF1513A1-2A12-42D1-A826-15971CB1E588}"/>
                  </a:ext>
                </a:extLst>
              </p:cNvPr>
              <p:cNvSpPr/>
              <p:nvPr/>
            </p:nvSpPr>
            <p:spPr>
              <a:xfrm>
                <a:off x="68700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3" name="object 28">
                <a:extLst>
                  <a:ext uri="{FF2B5EF4-FFF2-40B4-BE49-F238E27FC236}">
                    <a16:creationId xmlns:a16="http://schemas.microsoft.com/office/drawing/2014/main" id="{7E79ABCA-CDF1-4111-BA9E-B48FE0A90041}"/>
                  </a:ext>
                </a:extLst>
              </p:cNvPr>
              <p:cNvSpPr/>
              <p:nvPr/>
            </p:nvSpPr>
            <p:spPr>
              <a:xfrm>
                <a:off x="69752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4" name="object 29">
                <a:extLst>
                  <a:ext uri="{FF2B5EF4-FFF2-40B4-BE49-F238E27FC236}">
                    <a16:creationId xmlns:a16="http://schemas.microsoft.com/office/drawing/2014/main" id="{20780D2C-7970-425C-8662-4B873F5EFE9B}"/>
                  </a:ext>
                </a:extLst>
              </p:cNvPr>
              <p:cNvSpPr/>
              <p:nvPr/>
            </p:nvSpPr>
            <p:spPr>
              <a:xfrm>
                <a:off x="697522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5" name="object 30">
                <a:extLst>
                  <a:ext uri="{FF2B5EF4-FFF2-40B4-BE49-F238E27FC236}">
                    <a16:creationId xmlns:a16="http://schemas.microsoft.com/office/drawing/2014/main" id="{9FB6C630-7E44-4D5D-83D6-E12F7568B63D}"/>
                  </a:ext>
                </a:extLst>
              </p:cNvPr>
              <p:cNvSpPr/>
              <p:nvPr/>
            </p:nvSpPr>
            <p:spPr>
              <a:xfrm>
                <a:off x="70803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6" name="object 31">
                <a:extLst>
                  <a:ext uri="{FF2B5EF4-FFF2-40B4-BE49-F238E27FC236}">
                    <a16:creationId xmlns:a16="http://schemas.microsoft.com/office/drawing/2014/main" id="{8D759766-FD01-4870-A583-5A30B7916360}"/>
                  </a:ext>
                </a:extLst>
              </p:cNvPr>
              <p:cNvSpPr/>
              <p:nvPr/>
            </p:nvSpPr>
            <p:spPr>
              <a:xfrm>
                <a:off x="708037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7" name="object 32">
                <a:extLst>
                  <a:ext uri="{FF2B5EF4-FFF2-40B4-BE49-F238E27FC236}">
                    <a16:creationId xmlns:a16="http://schemas.microsoft.com/office/drawing/2014/main" id="{87C4BDCD-76CD-4304-AB39-4A9CB709C1FB}"/>
                  </a:ext>
                </a:extLst>
              </p:cNvPr>
              <p:cNvSpPr/>
              <p:nvPr/>
            </p:nvSpPr>
            <p:spPr>
              <a:xfrm>
                <a:off x="7185545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8" name="object 33">
                <a:extLst>
                  <a:ext uri="{FF2B5EF4-FFF2-40B4-BE49-F238E27FC236}">
                    <a16:creationId xmlns:a16="http://schemas.microsoft.com/office/drawing/2014/main" id="{BC17E1D0-CD0D-4219-8E4A-E045EB2251B9}"/>
                  </a:ext>
                </a:extLst>
              </p:cNvPr>
              <p:cNvSpPr/>
              <p:nvPr/>
            </p:nvSpPr>
            <p:spPr>
              <a:xfrm>
                <a:off x="7185545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9" name="object 34">
                <a:extLst>
                  <a:ext uri="{FF2B5EF4-FFF2-40B4-BE49-F238E27FC236}">
                    <a16:creationId xmlns:a16="http://schemas.microsoft.com/office/drawing/2014/main" id="{4E4C9BF5-468D-44AC-A0CD-55B9E77AD0FF}"/>
                  </a:ext>
                </a:extLst>
              </p:cNvPr>
              <p:cNvSpPr/>
              <p:nvPr/>
            </p:nvSpPr>
            <p:spPr>
              <a:xfrm>
                <a:off x="7291450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0" name="object 35">
                <a:extLst>
                  <a:ext uri="{FF2B5EF4-FFF2-40B4-BE49-F238E27FC236}">
                    <a16:creationId xmlns:a16="http://schemas.microsoft.com/office/drawing/2014/main" id="{AEF3D734-4E4F-49DC-8795-3F4638AEE5BB}"/>
                  </a:ext>
                </a:extLst>
              </p:cNvPr>
              <p:cNvSpPr/>
              <p:nvPr/>
            </p:nvSpPr>
            <p:spPr>
              <a:xfrm>
                <a:off x="7291450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1" name="object 36">
                <a:extLst>
                  <a:ext uri="{FF2B5EF4-FFF2-40B4-BE49-F238E27FC236}">
                    <a16:creationId xmlns:a16="http://schemas.microsoft.com/office/drawing/2014/main" id="{23F88BB2-DE11-40DD-8C61-2EE55156568D}"/>
                  </a:ext>
                </a:extLst>
              </p:cNvPr>
              <p:cNvSpPr/>
              <p:nvPr/>
            </p:nvSpPr>
            <p:spPr>
              <a:xfrm>
                <a:off x="739661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2" name="object 37">
                <a:extLst>
                  <a:ext uri="{FF2B5EF4-FFF2-40B4-BE49-F238E27FC236}">
                    <a16:creationId xmlns:a16="http://schemas.microsoft.com/office/drawing/2014/main" id="{F9E0C7E2-AF41-4A7B-9C86-76E7844655AC}"/>
                  </a:ext>
                </a:extLst>
              </p:cNvPr>
              <p:cNvSpPr/>
              <p:nvPr/>
            </p:nvSpPr>
            <p:spPr>
              <a:xfrm>
                <a:off x="739661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3" name="object 38">
                <a:extLst>
                  <a:ext uri="{FF2B5EF4-FFF2-40B4-BE49-F238E27FC236}">
                    <a16:creationId xmlns:a16="http://schemas.microsoft.com/office/drawing/2014/main" id="{0FA9DC75-821A-437E-9048-F533BB4EC6AB}"/>
                  </a:ext>
                </a:extLst>
              </p:cNvPr>
              <p:cNvSpPr/>
              <p:nvPr/>
            </p:nvSpPr>
            <p:spPr>
              <a:xfrm>
                <a:off x="750176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4" name="object 39">
                <a:extLst>
                  <a:ext uri="{FF2B5EF4-FFF2-40B4-BE49-F238E27FC236}">
                    <a16:creationId xmlns:a16="http://schemas.microsoft.com/office/drawing/2014/main" id="{D60AC648-1782-4D8B-BEC1-9480F7C1B904}"/>
                  </a:ext>
                </a:extLst>
              </p:cNvPr>
              <p:cNvSpPr/>
              <p:nvPr/>
            </p:nvSpPr>
            <p:spPr>
              <a:xfrm>
                <a:off x="750176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5" name="object 40">
                <a:extLst>
                  <a:ext uri="{FF2B5EF4-FFF2-40B4-BE49-F238E27FC236}">
                    <a16:creationId xmlns:a16="http://schemas.microsoft.com/office/drawing/2014/main" id="{0964235A-4C7C-4868-AC85-3926C1E23C8D}"/>
                  </a:ext>
                </a:extLst>
              </p:cNvPr>
              <p:cNvSpPr/>
              <p:nvPr/>
            </p:nvSpPr>
            <p:spPr>
              <a:xfrm>
                <a:off x="760693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6" name="object 41">
                <a:extLst>
                  <a:ext uri="{FF2B5EF4-FFF2-40B4-BE49-F238E27FC236}">
                    <a16:creationId xmlns:a16="http://schemas.microsoft.com/office/drawing/2014/main" id="{0B3A5BB7-1E65-4EB6-B230-9FAF82C6CCBB}"/>
                  </a:ext>
                </a:extLst>
              </p:cNvPr>
              <p:cNvSpPr/>
              <p:nvPr/>
            </p:nvSpPr>
            <p:spPr>
              <a:xfrm>
                <a:off x="7606931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7" name="object 42">
                <a:extLst>
                  <a:ext uri="{FF2B5EF4-FFF2-40B4-BE49-F238E27FC236}">
                    <a16:creationId xmlns:a16="http://schemas.microsoft.com/office/drawing/2014/main" id="{E62A3D59-FE72-4915-A5C6-107AC00E8477}"/>
                  </a:ext>
                </a:extLst>
              </p:cNvPr>
              <p:cNvSpPr/>
              <p:nvPr/>
            </p:nvSpPr>
            <p:spPr>
              <a:xfrm>
                <a:off x="771207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8" name="object 43">
                <a:extLst>
                  <a:ext uri="{FF2B5EF4-FFF2-40B4-BE49-F238E27FC236}">
                    <a16:creationId xmlns:a16="http://schemas.microsoft.com/office/drawing/2014/main" id="{671271EA-163A-4E91-ABCC-7E64B123F82C}"/>
                  </a:ext>
                </a:extLst>
              </p:cNvPr>
              <p:cNvSpPr/>
              <p:nvPr/>
            </p:nvSpPr>
            <p:spPr>
              <a:xfrm>
                <a:off x="7712075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9" name="object 44">
                <a:extLst>
                  <a:ext uri="{FF2B5EF4-FFF2-40B4-BE49-F238E27FC236}">
                    <a16:creationId xmlns:a16="http://schemas.microsoft.com/office/drawing/2014/main" id="{8B55F44F-10BD-4664-8D48-335BC54EED33}"/>
                  </a:ext>
                </a:extLst>
              </p:cNvPr>
              <p:cNvSpPr/>
              <p:nvPr/>
            </p:nvSpPr>
            <p:spPr>
              <a:xfrm>
                <a:off x="7817243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0" name="object 45">
                <a:extLst>
                  <a:ext uri="{FF2B5EF4-FFF2-40B4-BE49-F238E27FC236}">
                    <a16:creationId xmlns:a16="http://schemas.microsoft.com/office/drawing/2014/main" id="{E2109224-8467-45AA-9BD6-4264D1193F85}"/>
                  </a:ext>
                </a:extLst>
              </p:cNvPr>
              <p:cNvSpPr/>
              <p:nvPr/>
            </p:nvSpPr>
            <p:spPr>
              <a:xfrm>
                <a:off x="7817243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1" name="object 46">
                <a:extLst>
                  <a:ext uri="{FF2B5EF4-FFF2-40B4-BE49-F238E27FC236}">
                    <a16:creationId xmlns:a16="http://schemas.microsoft.com/office/drawing/2014/main" id="{A06A8B6C-075B-4225-B306-D1A8FA2CBAD2}"/>
                  </a:ext>
                </a:extLst>
              </p:cNvPr>
              <p:cNvSpPr/>
              <p:nvPr/>
            </p:nvSpPr>
            <p:spPr>
              <a:xfrm>
                <a:off x="7923148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2" name="object 47">
                <a:extLst>
                  <a:ext uri="{FF2B5EF4-FFF2-40B4-BE49-F238E27FC236}">
                    <a16:creationId xmlns:a16="http://schemas.microsoft.com/office/drawing/2014/main" id="{87D63CFD-3753-4A25-91FB-A5D16C081095}"/>
                  </a:ext>
                </a:extLst>
              </p:cNvPr>
              <p:cNvSpPr/>
              <p:nvPr/>
            </p:nvSpPr>
            <p:spPr>
              <a:xfrm>
                <a:off x="7923148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3" name="object 48">
                <a:extLst>
                  <a:ext uri="{FF2B5EF4-FFF2-40B4-BE49-F238E27FC236}">
                    <a16:creationId xmlns:a16="http://schemas.microsoft.com/office/drawing/2014/main" id="{8FBC8DAD-D5E4-4AC3-A9C0-B313832928E6}"/>
                  </a:ext>
                </a:extLst>
              </p:cNvPr>
              <p:cNvSpPr/>
              <p:nvPr/>
            </p:nvSpPr>
            <p:spPr>
              <a:xfrm>
                <a:off x="802831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4" name="object 49">
                <a:extLst>
                  <a:ext uri="{FF2B5EF4-FFF2-40B4-BE49-F238E27FC236}">
                    <a16:creationId xmlns:a16="http://schemas.microsoft.com/office/drawing/2014/main" id="{D9732D0B-65D3-4E15-B92E-00AF9839CECE}"/>
                  </a:ext>
                </a:extLst>
              </p:cNvPr>
              <p:cNvSpPr/>
              <p:nvPr/>
            </p:nvSpPr>
            <p:spPr>
              <a:xfrm>
                <a:off x="802831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5" name="object 50">
                <a:extLst>
                  <a:ext uri="{FF2B5EF4-FFF2-40B4-BE49-F238E27FC236}">
                    <a16:creationId xmlns:a16="http://schemas.microsoft.com/office/drawing/2014/main" id="{BBC5819B-305C-446C-B835-9F7470C762BA}"/>
                  </a:ext>
                </a:extLst>
              </p:cNvPr>
              <p:cNvSpPr/>
              <p:nvPr/>
            </p:nvSpPr>
            <p:spPr>
              <a:xfrm>
                <a:off x="81334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6" name="object 51">
                <a:extLst>
                  <a:ext uri="{FF2B5EF4-FFF2-40B4-BE49-F238E27FC236}">
                    <a16:creationId xmlns:a16="http://schemas.microsoft.com/office/drawing/2014/main" id="{6DB7410D-4C83-4B91-B8EE-B39F19A6C767}"/>
                  </a:ext>
                </a:extLst>
              </p:cNvPr>
              <p:cNvSpPr/>
              <p:nvPr/>
            </p:nvSpPr>
            <p:spPr>
              <a:xfrm>
                <a:off x="81334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7" name="object 52">
                <a:extLst>
                  <a:ext uri="{FF2B5EF4-FFF2-40B4-BE49-F238E27FC236}">
                    <a16:creationId xmlns:a16="http://schemas.microsoft.com/office/drawing/2014/main" id="{50B4AF7D-6EEA-48D3-8FAC-716E01B37250}"/>
                  </a:ext>
                </a:extLst>
              </p:cNvPr>
              <p:cNvSpPr/>
              <p:nvPr/>
            </p:nvSpPr>
            <p:spPr>
              <a:xfrm>
                <a:off x="823862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8" name="object 53">
                <a:extLst>
                  <a:ext uri="{FF2B5EF4-FFF2-40B4-BE49-F238E27FC236}">
                    <a16:creationId xmlns:a16="http://schemas.microsoft.com/office/drawing/2014/main" id="{D0E9AC2E-63FD-487D-8A21-8F878B3323E9}"/>
                  </a:ext>
                </a:extLst>
              </p:cNvPr>
              <p:cNvSpPr/>
              <p:nvPr/>
            </p:nvSpPr>
            <p:spPr>
              <a:xfrm>
                <a:off x="8238629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9" name="object 54">
                <a:extLst>
                  <a:ext uri="{FF2B5EF4-FFF2-40B4-BE49-F238E27FC236}">
                    <a16:creationId xmlns:a16="http://schemas.microsoft.com/office/drawing/2014/main" id="{36515AB7-EACD-47F2-9968-FBA278CAF639}"/>
                  </a:ext>
                </a:extLst>
              </p:cNvPr>
              <p:cNvSpPr/>
              <p:nvPr/>
            </p:nvSpPr>
            <p:spPr>
              <a:xfrm>
                <a:off x="83437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0" name="object 55">
                <a:extLst>
                  <a:ext uri="{FF2B5EF4-FFF2-40B4-BE49-F238E27FC236}">
                    <a16:creationId xmlns:a16="http://schemas.microsoft.com/office/drawing/2014/main" id="{1D7D606B-1DA0-4DA3-92DD-63FAB97A1EDF}"/>
                  </a:ext>
                </a:extLst>
              </p:cNvPr>
              <p:cNvSpPr/>
              <p:nvPr/>
            </p:nvSpPr>
            <p:spPr>
              <a:xfrm>
                <a:off x="8343773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1" name="object 56">
                <a:extLst>
                  <a:ext uri="{FF2B5EF4-FFF2-40B4-BE49-F238E27FC236}">
                    <a16:creationId xmlns:a16="http://schemas.microsoft.com/office/drawing/2014/main" id="{5060FA14-04A3-40C1-B019-DBF104DF1B8B}"/>
                  </a:ext>
                </a:extLst>
              </p:cNvPr>
              <p:cNvSpPr/>
              <p:nvPr/>
            </p:nvSpPr>
            <p:spPr>
              <a:xfrm>
                <a:off x="844894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2" name="object 57">
                <a:extLst>
                  <a:ext uri="{FF2B5EF4-FFF2-40B4-BE49-F238E27FC236}">
                    <a16:creationId xmlns:a16="http://schemas.microsoft.com/office/drawing/2014/main" id="{48180FCF-C2F2-4D60-BEDC-CC83CC2A3884}"/>
                  </a:ext>
                </a:extLst>
              </p:cNvPr>
              <p:cNvSpPr/>
              <p:nvPr/>
            </p:nvSpPr>
            <p:spPr>
              <a:xfrm>
                <a:off x="8448941" y="45209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3" name="object 58">
                <a:extLst>
                  <a:ext uri="{FF2B5EF4-FFF2-40B4-BE49-F238E27FC236}">
                    <a16:creationId xmlns:a16="http://schemas.microsoft.com/office/drawing/2014/main" id="{F7B7955A-EA19-42FC-AD0A-4FC24165CA09}"/>
                  </a:ext>
                </a:extLst>
              </p:cNvPr>
              <p:cNvSpPr/>
              <p:nvPr/>
            </p:nvSpPr>
            <p:spPr>
              <a:xfrm>
                <a:off x="855484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4" name="object 59">
                <a:extLst>
                  <a:ext uri="{FF2B5EF4-FFF2-40B4-BE49-F238E27FC236}">
                    <a16:creationId xmlns:a16="http://schemas.microsoft.com/office/drawing/2014/main" id="{3BA90CF2-55D1-44B8-AF2E-767C395BC28D}"/>
                  </a:ext>
                </a:extLst>
              </p:cNvPr>
              <p:cNvSpPr/>
              <p:nvPr/>
            </p:nvSpPr>
            <p:spPr>
              <a:xfrm>
                <a:off x="8554847" y="45209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5" name="object 60">
                <a:extLst>
                  <a:ext uri="{FF2B5EF4-FFF2-40B4-BE49-F238E27FC236}">
                    <a16:creationId xmlns:a16="http://schemas.microsoft.com/office/drawing/2014/main" id="{ABF82D41-9288-49EA-A7B2-A2007DC2B4E3}"/>
                  </a:ext>
                </a:extLst>
              </p:cNvPr>
              <p:cNvSpPr/>
              <p:nvPr/>
            </p:nvSpPr>
            <p:spPr>
              <a:xfrm>
                <a:off x="602806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6" name="object 61">
                <a:extLst>
                  <a:ext uri="{FF2B5EF4-FFF2-40B4-BE49-F238E27FC236}">
                    <a16:creationId xmlns:a16="http://schemas.microsoft.com/office/drawing/2014/main" id="{B6831C8C-0709-4906-90A7-EF6661CF8FE8}"/>
                  </a:ext>
                </a:extLst>
              </p:cNvPr>
              <p:cNvSpPr/>
              <p:nvPr/>
            </p:nvSpPr>
            <p:spPr>
              <a:xfrm>
                <a:off x="602806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7" name="object 62">
                <a:extLst>
                  <a:ext uri="{FF2B5EF4-FFF2-40B4-BE49-F238E27FC236}">
                    <a16:creationId xmlns:a16="http://schemas.microsoft.com/office/drawing/2014/main" id="{A9AAE8E0-DABA-4C99-A2BD-8BC9C66AA847}"/>
                  </a:ext>
                </a:extLst>
              </p:cNvPr>
              <p:cNvSpPr/>
              <p:nvPr/>
            </p:nvSpPr>
            <p:spPr>
              <a:xfrm>
                <a:off x="613322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8" name="object 63">
                <a:extLst>
                  <a:ext uri="{FF2B5EF4-FFF2-40B4-BE49-F238E27FC236}">
                    <a16:creationId xmlns:a16="http://schemas.microsoft.com/office/drawing/2014/main" id="{6327C81A-DBCA-4A73-9D1C-DBC0D9949A0F}"/>
                  </a:ext>
                </a:extLst>
              </p:cNvPr>
              <p:cNvSpPr/>
              <p:nvPr/>
            </p:nvSpPr>
            <p:spPr>
              <a:xfrm>
                <a:off x="613322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9" name="object 64">
                <a:extLst>
                  <a:ext uri="{FF2B5EF4-FFF2-40B4-BE49-F238E27FC236}">
                    <a16:creationId xmlns:a16="http://schemas.microsoft.com/office/drawing/2014/main" id="{C614B93A-7DFC-4520-AF46-C1192373D128}"/>
                  </a:ext>
                </a:extLst>
              </p:cNvPr>
              <p:cNvSpPr/>
              <p:nvPr/>
            </p:nvSpPr>
            <p:spPr>
              <a:xfrm>
                <a:off x="623837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0" name="object 65">
                <a:extLst>
                  <a:ext uri="{FF2B5EF4-FFF2-40B4-BE49-F238E27FC236}">
                    <a16:creationId xmlns:a16="http://schemas.microsoft.com/office/drawing/2014/main" id="{7A6BBF92-2CD9-440F-B04B-A96D72F39EF9}"/>
                  </a:ext>
                </a:extLst>
              </p:cNvPr>
              <p:cNvSpPr/>
              <p:nvPr/>
            </p:nvSpPr>
            <p:spPr>
              <a:xfrm>
                <a:off x="623837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1" name="object 66">
                <a:extLst>
                  <a:ext uri="{FF2B5EF4-FFF2-40B4-BE49-F238E27FC236}">
                    <a16:creationId xmlns:a16="http://schemas.microsoft.com/office/drawing/2014/main" id="{6D496417-B38A-4118-B136-D6AA858CB90C}"/>
                  </a:ext>
                </a:extLst>
              </p:cNvPr>
              <p:cNvSpPr/>
              <p:nvPr/>
            </p:nvSpPr>
            <p:spPr>
              <a:xfrm>
                <a:off x="634353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2" name="object 67">
                <a:extLst>
                  <a:ext uri="{FF2B5EF4-FFF2-40B4-BE49-F238E27FC236}">
                    <a16:creationId xmlns:a16="http://schemas.microsoft.com/office/drawing/2014/main" id="{755148A3-C4D7-4A68-AB7B-0C23922044AA}"/>
                  </a:ext>
                </a:extLst>
              </p:cNvPr>
              <p:cNvSpPr/>
              <p:nvPr/>
            </p:nvSpPr>
            <p:spPr>
              <a:xfrm>
                <a:off x="634353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3" name="object 68">
                <a:extLst>
                  <a:ext uri="{FF2B5EF4-FFF2-40B4-BE49-F238E27FC236}">
                    <a16:creationId xmlns:a16="http://schemas.microsoft.com/office/drawing/2014/main" id="{52CB7E3F-7179-476B-AA58-22A8842E30A8}"/>
                  </a:ext>
                </a:extLst>
              </p:cNvPr>
              <p:cNvSpPr/>
              <p:nvPr/>
            </p:nvSpPr>
            <p:spPr>
              <a:xfrm>
                <a:off x="644869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4" name="object 69">
                <a:extLst>
                  <a:ext uri="{FF2B5EF4-FFF2-40B4-BE49-F238E27FC236}">
                    <a16:creationId xmlns:a16="http://schemas.microsoft.com/office/drawing/2014/main" id="{AE9797BB-6869-4F19-A787-FAF88CDC5FE7}"/>
                  </a:ext>
                </a:extLst>
              </p:cNvPr>
              <p:cNvSpPr/>
              <p:nvPr/>
            </p:nvSpPr>
            <p:spPr>
              <a:xfrm>
                <a:off x="644869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5" name="object 70">
                <a:extLst>
                  <a:ext uri="{FF2B5EF4-FFF2-40B4-BE49-F238E27FC236}">
                    <a16:creationId xmlns:a16="http://schemas.microsoft.com/office/drawing/2014/main" id="{D46866AC-0A6E-426C-BBE4-9CF345556FC9}"/>
                  </a:ext>
                </a:extLst>
              </p:cNvPr>
              <p:cNvSpPr/>
              <p:nvPr/>
            </p:nvSpPr>
            <p:spPr>
              <a:xfrm>
                <a:off x="655459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6" name="object 71">
                <a:extLst>
                  <a:ext uri="{FF2B5EF4-FFF2-40B4-BE49-F238E27FC236}">
                    <a16:creationId xmlns:a16="http://schemas.microsoft.com/office/drawing/2014/main" id="{FFFF8B36-31BE-4259-83EE-7C7B00B7FE7A}"/>
                  </a:ext>
                </a:extLst>
              </p:cNvPr>
              <p:cNvSpPr/>
              <p:nvPr/>
            </p:nvSpPr>
            <p:spPr>
              <a:xfrm>
                <a:off x="655459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7" name="object 72">
                <a:extLst>
                  <a:ext uri="{FF2B5EF4-FFF2-40B4-BE49-F238E27FC236}">
                    <a16:creationId xmlns:a16="http://schemas.microsoft.com/office/drawing/2014/main" id="{D68CF680-BFB9-47D2-9340-28D689A0A772}"/>
                  </a:ext>
                </a:extLst>
              </p:cNvPr>
              <p:cNvSpPr/>
              <p:nvPr/>
            </p:nvSpPr>
            <p:spPr>
              <a:xfrm>
                <a:off x="665976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8" name="object 73">
                <a:extLst>
                  <a:ext uri="{FF2B5EF4-FFF2-40B4-BE49-F238E27FC236}">
                    <a16:creationId xmlns:a16="http://schemas.microsoft.com/office/drawing/2014/main" id="{6E49FEC3-A5DF-49A2-8369-FFC742E6BC3B}"/>
                  </a:ext>
                </a:extLst>
              </p:cNvPr>
              <p:cNvSpPr/>
              <p:nvPr/>
            </p:nvSpPr>
            <p:spPr>
              <a:xfrm>
                <a:off x="665976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9" name="object 74">
                <a:extLst>
                  <a:ext uri="{FF2B5EF4-FFF2-40B4-BE49-F238E27FC236}">
                    <a16:creationId xmlns:a16="http://schemas.microsoft.com/office/drawing/2014/main" id="{629230FE-1FD1-4A41-92A6-3DDB3A0DE96E}"/>
                  </a:ext>
                </a:extLst>
              </p:cNvPr>
              <p:cNvSpPr/>
              <p:nvPr/>
            </p:nvSpPr>
            <p:spPr>
              <a:xfrm>
                <a:off x="67649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0" name="object 75">
                <a:extLst>
                  <a:ext uri="{FF2B5EF4-FFF2-40B4-BE49-F238E27FC236}">
                    <a16:creationId xmlns:a16="http://schemas.microsoft.com/office/drawing/2014/main" id="{425AA1AF-CF92-4383-B268-F8098CC3956F}"/>
                  </a:ext>
                </a:extLst>
              </p:cNvPr>
              <p:cNvSpPr/>
              <p:nvPr/>
            </p:nvSpPr>
            <p:spPr>
              <a:xfrm>
                <a:off x="67649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1" name="object 76">
                <a:extLst>
                  <a:ext uri="{FF2B5EF4-FFF2-40B4-BE49-F238E27FC236}">
                    <a16:creationId xmlns:a16="http://schemas.microsoft.com/office/drawing/2014/main" id="{5DCB31B5-ACEC-4A1B-88E4-06B33245B4FB}"/>
                  </a:ext>
                </a:extLst>
              </p:cNvPr>
              <p:cNvSpPr/>
              <p:nvPr/>
            </p:nvSpPr>
            <p:spPr>
              <a:xfrm>
                <a:off x="68700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2" name="object 77">
                <a:extLst>
                  <a:ext uri="{FF2B5EF4-FFF2-40B4-BE49-F238E27FC236}">
                    <a16:creationId xmlns:a16="http://schemas.microsoft.com/office/drawing/2014/main" id="{95C9320E-90CD-462F-B7BB-A1ECCDF08B6D}"/>
                  </a:ext>
                </a:extLst>
              </p:cNvPr>
              <p:cNvSpPr/>
              <p:nvPr/>
            </p:nvSpPr>
            <p:spPr>
              <a:xfrm>
                <a:off x="68700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3" name="object 78">
                <a:extLst>
                  <a:ext uri="{FF2B5EF4-FFF2-40B4-BE49-F238E27FC236}">
                    <a16:creationId xmlns:a16="http://schemas.microsoft.com/office/drawing/2014/main" id="{4DA424C3-FB6C-4144-B926-3B31AB8EF52F}"/>
                  </a:ext>
                </a:extLst>
              </p:cNvPr>
              <p:cNvSpPr/>
              <p:nvPr/>
            </p:nvSpPr>
            <p:spPr>
              <a:xfrm>
                <a:off x="69752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4" name="object 79">
                <a:extLst>
                  <a:ext uri="{FF2B5EF4-FFF2-40B4-BE49-F238E27FC236}">
                    <a16:creationId xmlns:a16="http://schemas.microsoft.com/office/drawing/2014/main" id="{38074114-9613-4A69-A180-12FC8B4C3027}"/>
                  </a:ext>
                </a:extLst>
              </p:cNvPr>
              <p:cNvSpPr/>
              <p:nvPr/>
            </p:nvSpPr>
            <p:spPr>
              <a:xfrm>
                <a:off x="697522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5" name="object 80">
                <a:extLst>
                  <a:ext uri="{FF2B5EF4-FFF2-40B4-BE49-F238E27FC236}">
                    <a16:creationId xmlns:a16="http://schemas.microsoft.com/office/drawing/2014/main" id="{7C9E5AFE-D227-4706-AF07-0D877CB40EC3}"/>
                  </a:ext>
                </a:extLst>
              </p:cNvPr>
              <p:cNvSpPr/>
              <p:nvPr/>
            </p:nvSpPr>
            <p:spPr>
              <a:xfrm>
                <a:off x="70803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6" name="object 81">
                <a:extLst>
                  <a:ext uri="{FF2B5EF4-FFF2-40B4-BE49-F238E27FC236}">
                    <a16:creationId xmlns:a16="http://schemas.microsoft.com/office/drawing/2014/main" id="{907FE9B7-4449-4611-94AF-9C5AF650426D}"/>
                  </a:ext>
                </a:extLst>
              </p:cNvPr>
              <p:cNvSpPr/>
              <p:nvPr/>
            </p:nvSpPr>
            <p:spPr>
              <a:xfrm>
                <a:off x="708037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7" name="object 82">
                <a:extLst>
                  <a:ext uri="{FF2B5EF4-FFF2-40B4-BE49-F238E27FC236}">
                    <a16:creationId xmlns:a16="http://schemas.microsoft.com/office/drawing/2014/main" id="{903B0B2B-50AF-4B75-AC7E-039B10239FEC}"/>
                  </a:ext>
                </a:extLst>
              </p:cNvPr>
              <p:cNvSpPr/>
              <p:nvPr/>
            </p:nvSpPr>
            <p:spPr>
              <a:xfrm>
                <a:off x="7185545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8" name="object 83">
                <a:extLst>
                  <a:ext uri="{FF2B5EF4-FFF2-40B4-BE49-F238E27FC236}">
                    <a16:creationId xmlns:a16="http://schemas.microsoft.com/office/drawing/2014/main" id="{F40BD924-6529-4DDA-B829-B06ADE170C24}"/>
                  </a:ext>
                </a:extLst>
              </p:cNvPr>
              <p:cNvSpPr/>
              <p:nvPr/>
            </p:nvSpPr>
            <p:spPr>
              <a:xfrm>
                <a:off x="7185545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9" name="object 84">
                <a:extLst>
                  <a:ext uri="{FF2B5EF4-FFF2-40B4-BE49-F238E27FC236}">
                    <a16:creationId xmlns:a16="http://schemas.microsoft.com/office/drawing/2014/main" id="{A04CF6D2-2BD1-440A-92F4-C7BCC5B36DB6}"/>
                  </a:ext>
                </a:extLst>
              </p:cNvPr>
              <p:cNvSpPr/>
              <p:nvPr/>
            </p:nvSpPr>
            <p:spPr>
              <a:xfrm>
                <a:off x="7291450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0" name="object 85">
                <a:extLst>
                  <a:ext uri="{FF2B5EF4-FFF2-40B4-BE49-F238E27FC236}">
                    <a16:creationId xmlns:a16="http://schemas.microsoft.com/office/drawing/2014/main" id="{643BEFE6-F3E4-40DF-B673-DDA73B6D78AF}"/>
                  </a:ext>
                </a:extLst>
              </p:cNvPr>
              <p:cNvSpPr/>
              <p:nvPr/>
            </p:nvSpPr>
            <p:spPr>
              <a:xfrm>
                <a:off x="7291450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1" name="object 86">
                <a:extLst>
                  <a:ext uri="{FF2B5EF4-FFF2-40B4-BE49-F238E27FC236}">
                    <a16:creationId xmlns:a16="http://schemas.microsoft.com/office/drawing/2014/main" id="{94C4DFF1-9F55-4FBF-9B62-FF9534BD62DA}"/>
                  </a:ext>
                </a:extLst>
              </p:cNvPr>
              <p:cNvSpPr/>
              <p:nvPr/>
            </p:nvSpPr>
            <p:spPr>
              <a:xfrm>
                <a:off x="739661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2" name="object 87">
                <a:extLst>
                  <a:ext uri="{FF2B5EF4-FFF2-40B4-BE49-F238E27FC236}">
                    <a16:creationId xmlns:a16="http://schemas.microsoft.com/office/drawing/2014/main" id="{7EB0B6AA-C390-474D-B188-79D28C2DFF5A}"/>
                  </a:ext>
                </a:extLst>
              </p:cNvPr>
              <p:cNvSpPr/>
              <p:nvPr/>
            </p:nvSpPr>
            <p:spPr>
              <a:xfrm>
                <a:off x="739661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3" name="object 88">
                <a:extLst>
                  <a:ext uri="{FF2B5EF4-FFF2-40B4-BE49-F238E27FC236}">
                    <a16:creationId xmlns:a16="http://schemas.microsoft.com/office/drawing/2014/main" id="{18051B88-CA8C-4A84-A78C-D017A95C337E}"/>
                  </a:ext>
                </a:extLst>
              </p:cNvPr>
              <p:cNvSpPr/>
              <p:nvPr/>
            </p:nvSpPr>
            <p:spPr>
              <a:xfrm>
                <a:off x="750176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4" name="object 89">
                <a:extLst>
                  <a:ext uri="{FF2B5EF4-FFF2-40B4-BE49-F238E27FC236}">
                    <a16:creationId xmlns:a16="http://schemas.microsoft.com/office/drawing/2014/main" id="{9768E209-0665-493B-B512-47F8809D9CC3}"/>
                  </a:ext>
                </a:extLst>
              </p:cNvPr>
              <p:cNvSpPr/>
              <p:nvPr/>
            </p:nvSpPr>
            <p:spPr>
              <a:xfrm>
                <a:off x="750176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5" name="object 90">
                <a:extLst>
                  <a:ext uri="{FF2B5EF4-FFF2-40B4-BE49-F238E27FC236}">
                    <a16:creationId xmlns:a16="http://schemas.microsoft.com/office/drawing/2014/main" id="{B07CA3CB-834D-41CC-978B-22F05AFCBB4E}"/>
                  </a:ext>
                </a:extLst>
              </p:cNvPr>
              <p:cNvSpPr/>
              <p:nvPr/>
            </p:nvSpPr>
            <p:spPr>
              <a:xfrm>
                <a:off x="760693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6" name="object 91">
                <a:extLst>
                  <a:ext uri="{FF2B5EF4-FFF2-40B4-BE49-F238E27FC236}">
                    <a16:creationId xmlns:a16="http://schemas.microsoft.com/office/drawing/2014/main" id="{9D1DAF24-C28A-4DA6-9E17-CF6507EE2051}"/>
                  </a:ext>
                </a:extLst>
              </p:cNvPr>
              <p:cNvSpPr/>
              <p:nvPr/>
            </p:nvSpPr>
            <p:spPr>
              <a:xfrm>
                <a:off x="7606931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7" name="object 92">
                <a:extLst>
                  <a:ext uri="{FF2B5EF4-FFF2-40B4-BE49-F238E27FC236}">
                    <a16:creationId xmlns:a16="http://schemas.microsoft.com/office/drawing/2014/main" id="{0E647D14-EF3A-41ED-BBE9-81AF862AFFAD}"/>
                  </a:ext>
                </a:extLst>
              </p:cNvPr>
              <p:cNvSpPr/>
              <p:nvPr/>
            </p:nvSpPr>
            <p:spPr>
              <a:xfrm>
                <a:off x="771207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8" name="object 93">
                <a:extLst>
                  <a:ext uri="{FF2B5EF4-FFF2-40B4-BE49-F238E27FC236}">
                    <a16:creationId xmlns:a16="http://schemas.microsoft.com/office/drawing/2014/main" id="{61AF6B1B-E2D9-4121-B07B-DD7200BB8F08}"/>
                  </a:ext>
                </a:extLst>
              </p:cNvPr>
              <p:cNvSpPr/>
              <p:nvPr/>
            </p:nvSpPr>
            <p:spPr>
              <a:xfrm>
                <a:off x="7712075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9" name="object 94">
                <a:extLst>
                  <a:ext uri="{FF2B5EF4-FFF2-40B4-BE49-F238E27FC236}">
                    <a16:creationId xmlns:a16="http://schemas.microsoft.com/office/drawing/2014/main" id="{04D78EBC-7AD9-4D2D-BD81-20290B984C16}"/>
                  </a:ext>
                </a:extLst>
              </p:cNvPr>
              <p:cNvSpPr/>
              <p:nvPr/>
            </p:nvSpPr>
            <p:spPr>
              <a:xfrm>
                <a:off x="7817243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0" name="object 95">
                <a:extLst>
                  <a:ext uri="{FF2B5EF4-FFF2-40B4-BE49-F238E27FC236}">
                    <a16:creationId xmlns:a16="http://schemas.microsoft.com/office/drawing/2014/main" id="{EE907C7C-5F38-44C9-9629-B65B06B936D2}"/>
                  </a:ext>
                </a:extLst>
              </p:cNvPr>
              <p:cNvSpPr/>
              <p:nvPr/>
            </p:nvSpPr>
            <p:spPr>
              <a:xfrm>
                <a:off x="7817243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1" name="object 96">
                <a:extLst>
                  <a:ext uri="{FF2B5EF4-FFF2-40B4-BE49-F238E27FC236}">
                    <a16:creationId xmlns:a16="http://schemas.microsoft.com/office/drawing/2014/main" id="{D9389E1A-6333-47A5-938D-401E5410FAA0}"/>
                  </a:ext>
                </a:extLst>
              </p:cNvPr>
              <p:cNvSpPr/>
              <p:nvPr/>
            </p:nvSpPr>
            <p:spPr>
              <a:xfrm>
                <a:off x="7923148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2" name="object 97">
                <a:extLst>
                  <a:ext uri="{FF2B5EF4-FFF2-40B4-BE49-F238E27FC236}">
                    <a16:creationId xmlns:a16="http://schemas.microsoft.com/office/drawing/2014/main" id="{560860B0-A865-40F1-B6F7-1397A17B91D8}"/>
                  </a:ext>
                </a:extLst>
              </p:cNvPr>
              <p:cNvSpPr/>
              <p:nvPr/>
            </p:nvSpPr>
            <p:spPr>
              <a:xfrm>
                <a:off x="7923148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3" name="object 98">
                <a:extLst>
                  <a:ext uri="{FF2B5EF4-FFF2-40B4-BE49-F238E27FC236}">
                    <a16:creationId xmlns:a16="http://schemas.microsoft.com/office/drawing/2014/main" id="{BAF4C42D-17CD-4605-A03F-1455735DE733}"/>
                  </a:ext>
                </a:extLst>
              </p:cNvPr>
              <p:cNvSpPr/>
              <p:nvPr/>
            </p:nvSpPr>
            <p:spPr>
              <a:xfrm>
                <a:off x="802831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4" name="object 99">
                <a:extLst>
                  <a:ext uri="{FF2B5EF4-FFF2-40B4-BE49-F238E27FC236}">
                    <a16:creationId xmlns:a16="http://schemas.microsoft.com/office/drawing/2014/main" id="{7F1985BD-B79D-4457-BCB6-7541DB952EA9}"/>
                  </a:ext>
                </a:extLst>
              </p:cNvPr>
              <p:cNvSpPr/>
              <p:nvPr/>
            </p:nvSpPr>
            <p:spPr>
              <a:xfrm>
                <a:off x="802831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5" name="object 100">
                <a:extLst>
                  <a:ext uri="{FF2B5EF4-FFF2-40B4-BE49-F238E27FC236}">
                    <a16:creationId xmlns:a16="http://schemas.microsoft.com/office/drawing/2014/main" id="{ECDFF881-9F79-4E2D-BAF1-F2A1D45E96B2}"/>
                  </a:ext>
                </a:extLst>
              </p:cNvPr>
              <p:cNvSpPr/>
              <p:nvPr/>
            </p:nvSpPr>
            <p:spPr>
              <a:xfrm>
                <a:off x="81334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6" name="object 101">
                <a:extLst>
                  <a:ext uri="{FF2B5EF4-FFF2-40B4-BE49-F238E27FC236}">
                    <a16:creationId xmlns:a16="http://schemas.microsoft.com/office/drawing/2014/main" id="{7C4BDAB0-0D0B-43C8-B367-AB2521EEA302}"/>
                  </a:ext>
                </a:extLst>
              </p:cNvPr>
              <p:cNvSpPr/>
              <p:nvPr/>
            </p:nvSpPr>
            <p:spPr>
              <a:xfrm>
                <a:off x="81334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7" name="object 102">
                <a:extLst>
                  <a:ext uri="{FF2B5EF4-FFF2-40B4-BE49-F238E27FC236}">
                    <a16:creationId xmlns:a16="http://schemas.microsoft.com/office/drawing/2014/main" id="{0E898606-DCDA-4A80-8679-FC2C0A4DC164}"/>
                  </a:ext>
                </a:extLst>
              </p:cNvPr>
              <p:cNvSpPr/>
              <p:nvPr/>
            </p:nvSpPr>
            <p:spPr>
              <a:xfrm>
                <a:off x="823862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8" name="object 103">
                <a:extLst>
                  <a:ext uri="{FF2B5EF4-FFF2-40B4-BE49-F238E27FC236}">
                    <a16:creationId xmlns:a16="http://schemas.microsoft.com/office/drawing/2014/main" id="{DACC7DA3-E6FF-4A27-B642-754FFF946E8D}"/>
                  </a:ext>
                </a:extLst>
              </p:cNvPr>
              <p:cNvSpPr/>
              <p:nvPr/>
            </p:nvSpPr>
            <p:spPr>
              <a:xfrm>
                <a:off x="8238629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9" name="object 104">
                <a:extLst>
                  <a:ext uri="{FF2B5EF4-FFF2-40B4-BE49-F238E27FC236}">
                    <a16:creationId xmlns:a16="http://schemas.microsoft.com/office/drawing/2014/main" id="{4DBA4D8B-D2DB-4FD0-9549-C7A7BEEC7B07}"/>
                  </a:ext>
                </a:extLst>
              </p:cNvPr>
              <p:cNvSpPr/>
              <p:nvPr/>
            </p:nvSpPr>
            <p:spPr>
              <a:xfrm>
                <a:off x="83437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0" name="object 105">
                <a:extLst>
                  <a:ext uri="{FF2B5EF4-FFF2-40B4-BE49-F238E27FC236}">
                    <a16:creationId xmlns:a16="http://schemas.microsoft.com/office/drawing/2014/main" id="{89B0ABF4-2AB0-4AD4-9F11-64F03074D1D2}"/>
                  </a:ext>
                </a:extLst>
              </p:cNvPr>
              <p:cNvSpPr/>
              <p:nvPr/>
            </p:nvSpPr>
            <p:spPr>
              <a:xfrm>
                <a:off x="8343773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1" name="object 106">
                <a:extLst>
                  <a:ext uri="{FF2B5EF4-FFF2-40B4-BE49-F238E27FC236}">
                    <a16:creationId xmlns:a16="http://schemas.microsoft.com/office/drawing/2014/main" id="{E35B8A1A-1F71-40A3-881A-D90B45FB2CF7}"/>
                  </a:ext>
                </a:extLst>
              </p:cNvPr>
              <p:cNvSpPr/>
              <p:nvPr/>
            </p:nvSpPr>
            <p:spPr>
              <a:xfrm>
                <a:off x="844894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2" name="object 107">
                <a:extLst>
                  <a:ext uri="{FF2B5EF4-FFF2-40B4-BE49-F238E27FC236}">
                    <a16:creationId xmlns:a16="http://schemas.microsoft.com/office/drawing/2014/main" id="{F44951D0-0B7F-4B71-8920-A5131BFC2D73}"/>
                  </a:ext>
                </a:extLst>
              </p:cNvPr>
              <p:cNvSpPr/>
              <p:nvPr/>
            </p:nvSpPr>
            <p:spPr>
              <a:xfrm>
                <a:off x="8448941" y="4626101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3" name="object 108">
                <a:extLst>
                  <a:ext uri="{FF2B5EF4-FFF2-40B4-BE49-F238E27FC236}">
                    <a16:creationId xmlns:a16="http://schemas.microsoft.com/office/drawing/2014/main" id="{FCE1C55C-11C9-48DF-88C4-B4258A47A43D}"/>
                  </a:ext>
                </a:extLst>
              </p:cNvPr>
              <p:cNvSpPr/>
              <p:nvPr/>
            </p:nvSpPr>
            <p:spPr>
              <a:xfrm>
                <a:off x="855484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4" name="object 109">
                <a:extLst>
                  <a:ext uri="{FF2B5EF4-FFF2-40B4-BE49-F238E27FC236}">
                    <a16:creationId xmlns:a16="http://schemas.microsoft.com/office/drawing/2014/main" id="{2033B68E-C678-4E8B-B9C6-14915DA9F77B}"/>
                  </a:ext>
                </a:extLst>
              </p:cNvPr>
              <p:cNvSpPr/>
              <p:nvPr/>
            </p:nvSpPr>
            <p:spPr>
              <a:xfrm>
                <a:off x="8554847" y="4626101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5" name="object 110">
                <a:extLst>
                  <a:ext uri="{FF2B5EF4-FFF2-40B4-BE49-F238E27FC236}">
                    <a16:creationId xmlns:a16="http://schemas.microsoft.com/office/drawing/2014/main" id="{38751920-97AB-48CA-8183-126AB5E4234F}"/>
                  </a:ext>
                </a:extLst>
              </p:cNvPr>
              <p:cNvSpPr/>
              <p:nvPr/>
            </p:nvSpPr>
            <p:spPr>
              <a:xfrm>
                <a:off x="602806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6" name="object 111">
                <a:extLst>
                  <a:ext uri="{FF2B5EF4-FFF2-40B4-BE49-F238E27FC236}">
                    <a16:creationId xmlns:a16="http://schemas.microsoft.com/office/drawing/2014/main" id="{7E5E7FFA-9955-4504-8F83-1566A7590664}"/>
                  </a:ext>
                </a:extLst>
              </p:cNvPr>
              <p:cNvSpPr/>
              <p:nvPr/>
            </p:nvSpPr>
            <p:spPr>
              <a:xfrm>
                <a:off x="602806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7" name="object 112">
                <a:extLst>
                  <a:ext uri="{FF2B5EF4-FFF2-40B4-BE49-F238E27FC236}">
                    <a16:creationId xmlns:a16="http://schemas.microsoft.com/office/drawing/2014/main" id="{1FD4281A-043C-449B-AA5B-862F2456E216}"/>
                  </a:ext>
                </a:extLst>
              </p:cNvPr>
              <p:cNvSpPr/>
              <p:nvPr/>
            </p:nvSpPr>
            <p:spPr>
              <a:xfrm>
                <a:off x="613322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8" name="object 113">
                <a:extLst>
                  <a:ext uri="{FF2B5EF4-FFF2-40B4-BE49-F238E27FC236}">
                    <a16:creationId xmlns:a16="http://schemas.microsoft.com/office/drawing/2014/main" id="{ADB342DD-D575-4E81-BC4E-B213992DFCF8}"/>
                  </a:ext>
                </a:extLst>
              </p:cNvPr>
              <p:cNvSpPr/>
              <p:nvPr/>
            </p:nvSpPr>
            <p:spPr>
              <a:xfrm>
                <a:off x="613322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9" name="object 114">
                <a:extLst>
                  <a:ext uri="{FF2B5EF4-FFF2-40B4-BE49-F238E27FC236}">
                    <a16:creationId xmlns:a16="http://schemas.microsoft.com/office/drawing/2014/main" id="{3AFCA07E-47BE-48DD-B414-4E7E3F9A8357}"/>
                  </a:ext>
                </a:extLst>
              </p:cNvPr>
              <p:cNvSpPr/>
              <p:nvPr/>
            </p:nvSpPr>
            <p:spPr>
              <a:xfrm>
                <a:off x="623837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0" name="object 115">
                <a:extLst>
                  <a:ext uri="{FF2B5EF4-FFF2-40B4-BE49-F238E27FC236}">
                    <a16:creationId xmlns:a16="http://schemas.microsoft.com/office/drawing/2014/main" id="{B1E29B8A-E611-4FA6-9226-EEBB24F5C1E0}"/>
                  </a:ext>
                </a:extLst>
              </p:cNvPr>
              <p:cNvSpPr/>
              <p:nvPr/>
            </p:nvSpPr>
            <p:spPr>
              <a:xfrm>
                <a:off x="623837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1" name="object 116">
                <a:extLst>
                  <a:ext uri="{FF2B5EF4-FFF2-40B4-BE49-F238E27FC236}">
                    <a16:creationId xmlns:a16="http://schemas.microsoft.com/office/drawing/2014/main" id="{FAAE05A9-3D60-4A40-99DC-5C28B829E90B}"/>
                  </a:ext>
                </a:extLst>
              </p:cNvPr>
              <p:cNvSpPr/>
              <p:nvPr/>
            </p:nvSpPr>
            <p:spPr>
              <a:xfrm>
                <a:off x="634353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2" name="object 117">
                <a:extLst>
                  <a:ext uri="{FF2B5EF4-FFF2-40B4-BE49-F238E27FC236}">
                    <a16:creationId xmlns:a16="http://schemas.microsoft.com/office/drawing/2014/main" id="{018534D8-E85F-4F8C-89FA-D9DA2E7E5CC4}"/>
                  </a:ext>
                </a:extLst>
              </p:cNvPr>
              <p:cNvSpPr/>
              <p:nvPr/>
            </p:nvSpPr>
            <p:spPr>
              <a:xfrm>
                <a:off x="634353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3" name="object 118">
                <a:extLst>
                  <a:ext uri="{FF2B5EF4-FFF2-40B4-BE49-F238E27FC236}">
                    <a16:creationId xmlns:a16="http://schemas.microsoft.com/office/drawing/2014/main" id="{C51B3DB2-778E-42F0-914F-EA7B8FE1EF56}"/>
                  </a:ext>
                </a:extLst>
              </p:cNvPr>
              <p:cNvSpPr/>
              <p:nvPr/>
            </p:nvSpPr>
            <p:spPr>
              <a:xfrm>
                <a:off x="644869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4" name="object 119">
                <a:extLst>
                  <a:ext uri="{FF2B5EF4-FFF2-40B4-BE49-F238E27FC236}">
                    <a16:creationId xmlns:a16="http://schemas.microsoft.com/office/drawing/2014/main" id="{AB97CC72-1548-439F-83D6-3D6A4C9C9874}"/>
                  </a:ext>
                </a:extLst>
              </p:cNvPr>
              <p:cNvSpPr/>
              <p:nvPr/>
            </p:nvSpPr>
            <p:spPr>
              <a:xfrm>
                <a:off x="644869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5" name="object 120">
                <a:extLst>
                  <a:ext uri="{FF2B5EF4-FFF2-40B4-BE49-F238E27FC236}">
                    <a16:creationId xmlns:a16="http://schemas.microsoft.com/office/drawing/2014/main" id="{443A8CF2-CB89-4EEC-B36A-DE5FA21CA0C1}"/>
                  </a:ext>
                </a:extLst>
              </p:cNvPr>
              <p:cNvSpPr/>
              <p:nvPr/>
            </p:nvSpPr>
            <p:spPr>
              <a:xfrm>
                <a:off x="655459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6" name="object 121">
                <a:extLst>
                  <a:ext uri="{FF2B5EF4-FFF2-40B4-BE49-F238E27FC236}">
                    <a16:creationId xmlns:a16="http://schemas.microsoft.com/office/drawing/2014/main" id="{3676D7D5-4419-4492-B698-618EC45CFAD9}"/>
                  </a:ext>
                </a:extLst>
              </p:cNvPr>
              <p:cNvSpPr/>
              <p:nvPr/>
            </p:nvSpPr>
            <p:spPr>
              <a:xfrm>
                <a:off x="655459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7" name="object 122">
                <a:extLst>
                  <a:ext uri="{FF2B5EF4-FFF2-40B4-BE49-F238E27FC236}">
                    <a16:creationId xmlns:a16="http://schemas.microsoft.com/office/drawing/2014/main" id="{D68048E1-8AE2-411F-9B5E-BB31B5E9D4B8}"/>
                  </a:ext>
                </a:extLst>
              </p:cNvPr>
              <p:cNvSpPr/>
              <p:nvPr/>
            </p:nvSpPr>
            <p:spPr>
              <a:xfrm>
                <a:off x="665976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8" name="object 123">
                <a:extLst>
                  <a:ext uri="{FF2B5EF4-FFF2-40B4-BE49-F238E27FC236}">
                    <a16:creationId xmlns:a16="http://schemas.microsoft.com/office/drawing/2014/main" id="{4C6C14F7-387B-448A-95BD-668B9EB6FD62}"/>
                  </a:ext>
                </a:extLst>
              </p:cNvPr>
              <p:cNvSpPr/>
              <p:nvPr/>
            </p:nvSpPr>
            <p:spPr>
              <a:xfrm>
                <a:off x="665976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9" name="object 124">
                <a:extLst>
                  <a:ext uri="{FF2B5EF4-FFF2-40B4-BE49-F238E27FC236}">
                    <a16:creationId xmlns:a16="http://schemas.microsoft.com/office/drawing/2014/main" id="{4975474E-4872-4313-A474-A869C441A12C}"/>
                  </a:ext>
                </a:extLst>
              </p:cNvPr>
              <p:cNvSpPr/>
              <p:nvPr/>
            </p:nvSpPr>
            <p:spPr>
              <a:xfrm>
                <a:off x="67649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0" name="object 125">
                <a:extLst>
                  <a:ext uri="{FF2B5EF4-FFF2-40B4-BE49-F238E27FC236}">
                    <a16:creationId xmlns:a16="http://schemas.microsoft.com/office/drawing/2014/main" id="{67226F65-C01C-4938-9A37-2F90062C7B65}"/>
                  </a:ext>
                </a:extLst>
              </p:cNvPr>
              <p:cNvSpPr/>
              <p:nvPr/>
            </p:nvSpPr>
            <p:spPr>
              <a:xfrm>
                <a:off x="67649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1" name="object 126">
                <a:extLst>
                  <a:ext uri="{FF2B5EF4-FFF2-40B4-BE49-F238E27FC236}">
                    <a16:creationId xmlns:a16="http://schemas.microsoft.com/office/drawing/2014/main" id="{F4C11BCD-C5DB-4C8E-9454-BAD515808A21}"/>
                  </a:ext>
                </a:extLst>
              </p:cNvPr>
              <p:cNvSpPr/>
              <p:nvPr/>
            </p:nvSpPr>
            <p:spPr>
              <a:xfrm>
                <a:off x="68700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2" name="object 127">
                <a:extLst>
                  <a:ext uri="{FF2B5EF4-FFF2-40B4-BE49-F238E27FC236}">
                    <a16:creationId xmlns:a16="http://schemas.microsoft.com/office/drawing/2014/main" id="{50951030-5014-4051-96AA-69444FE9E341}"/>
                  </a:ext>
                </a:extLst>
              </p:cNvPr>
              <p:cNvSpPr/>
              <p:nvPr/>
            </p:nvSpPr>
            <p:spPr>
              <a:xfrm>
                <a:off x="68700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3" name="object 128">
                <a:extLst>
                  <a:ext uri="{FF2B5EF4-FFF2-40B4-BE49-F238E27FC236}">
                    <a16:creationId xmlns:a16="http://schemas.microsoft.com/office/drawing/2014/main" id="{70A092D3-0260-49FB-8AA7-ECD2D56E2BCE}"/>
                  </a:ext>
                </a:extLst>
              </p:cNvPr>
              <p:cNvSpPr/>
              <p:nvPr/>
            </p:nvSpPr>
            <p:spPr>
              <a:xfrm>
                <a:off x="69752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4" name="object 129">
                <a:extLst>
                  <a:ext uri="{FF2B5EF4-FFF2-40B4-BE49-F238E27FC236}">
                    <a16:creationId xmlns:a16="http://schemas.microsoft.com/office/drawing/2014/main" id="{F2A2A033-D58C-45C2-86AB-ECDB8882CF87}"/>
                  </a:ext>
                </a:extLst>
              </p:cNvPr>
              <p:cNvSpPr/>
              <p:nvPr/>
            </p:nvSpPr>
            <p:spPr>
              <a:xfrm>
                <a:off x="697522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5" name="object 130">
                <a:extLst>
                  <a:ext uri="{FF2B5EF4-FFF2-40B4-BE49-F238E27FC236}">
                    <a16:creationId xmlns:a16="http://schemas.microsoft.com/office/drawing/2014/main" id="{66493C75-C382-438C-AE89-11DCAE1D5778}"/>
                  </a:ext>
                </a:extLst>
              </p:cNvPr>
              <p:cNvSpPr/>
              <p:nvPr/>
            </p:nvSpPr>
            <p:spPr>
              <a:xfrm>
                <a:off x="70803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6" name="object 131">
                <a:extLst>
                  <a:ext uri="{FF2B5EF4-FFF2-40B4-BE49-F238E27FC236}">
                    <a16:creationId xmlns:a16="http://schemas.microsoft.com/office/drawing/2014/main" id="{1BDE4C5A-E68B-4E65-84CE-351627ECA499}"/>
                  </a:ext>
                </a:extLst>
              </p:cNvPr>
              <p:cNvSpPr/>
              <p:nvPr/>
            </p:nvSpPr>
            <p:spPr>
              <a:xfrm>
                <a:off x="708037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7" name="object 132">
                <a:extLst>
                  <a:ext uri="{FF2B5EF4-FFF2-40B4-BE49-F238E27FC236}">
                    <a16:creationId xmlns:a16="http://schemas.microsoft.com/office/drawing/2014/main" id="{BD103EC7-27AA-459B-A9C5-7B3560D8A319}"/>
                  </a:ext>
                </a:extLst>
              </p:cNvPr>
              <p:cNvSpPr/>
              <p:nvPr/>
            </p:nvSpPr>
            <p:spPr>
              <a:xfrm>
                <a:off x="7185545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8" name="object 133">
                <a:extLst>
                  <a:ext uri="{FF2B5EF4-FFF2-40B4-BE49-F238E27FC236}">
                    <a16:creationId xmlns:a16="http://schemas.microsoft.com/office/drawing/2014/main" id="{5C466C45-5DC5-4BCC-92C2-3C15B0E614D6}"/>
                  </a:ext>
                </a:extLst>
              </p:cNvPr>
              <p:cNvSpPr/>
              <p:nvPr/>
            </p:nvSpPr>
            <p:spPr>
              <a:xfrm>
                <a:off x="7185545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9" name="object 134">
                <a:extLst>
                  <a:ext uri="{FF2B5EF4-FFF2-40B4-BE49-F238E27FC236}">
                    <a16:creationId xmlns:a16="http://schemas.microsoft.com/office/drawing/2014/main" id="{276AF0AC-FCEF-42F3-B48C-EA967B069342}"/>
                  </a:ext>
                </a:extLst>
              </p:cNvPr>
              <p:cNvSpPr/>
              <p:nvPr/>
            </p:nvSpPr>
            <p:spPr>
              <a:xfrm>
                <a:off x="7291450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0" name="object 135">
                <a:extLst>
                  <a:ext uri="{FF2B5EF4-FFF2-40B4-BE49-F238E27FC236}">
                    <a16:creationId xmlns:a16="http://schemas.microsoft.com/office/drawing/2014/main" id="{3A325C9B-E036-4851-A04D-C6FFCDDD92E2}"/>
                  </a:ext>
                </a:extLst>
              </p:cNvPr>
              <p:cNvSpPr/>
              <p:nvPr/>
            </p:nvSpPr>
            <p:spPr>
              <a:xfrm>
                <a:off x="7291450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1" name="object 136">
                <a:extLst>
                  <a:ext uri="{FF2B5EF4-FFF2-40B4-BE49-F238E27FC236}">
                    <a16:creationId xmlns:a16="http://schemas.microsoft.com/office/drawing/2014/main" id="{9C8644DB-9B66-4AF1-BB86-726A15746B31}"/>
                  </a:ext>
                </a:extLst>
              </p:cNvPr>
              <p:cNvSpPr/>
              <p:nvPr/>
            </p:nvSpPr>
            <p:spPr>
              <a:xfrm>
                <a:off x="739661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2" name="object 137">
                <a:extLst>
                  <a:ext uri="{FF2B5EF4-FFF2-40B4-BE49-F238E27FC236}">
                    <a16:creationId xmlns:a16="http://schemas.microsoft.com/office/drawing/2014/main" id="{4F86D5D3-56D2-4B5C-980E-42D64D8F559D}"/>
                  </a:ext>
                </a:extLst>
              </p:cNvPr>
              <p:cNvSpPr/>
              <p:nvPr/>
            </p:nvSpPr>
            <p:spPr>
              <a:xfrm>
                <a:off x="739661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3" name="object 138">
                <a:extLst>
                  <a:ext uri="{FF2B5EF4-FFF2-40B4-BE49-F238E27FC236}">
                    <a16:creationId xmlns:a16="http://schemas.microsoft.com/office/drawing/2014/main" id="{BC1DA02A-5B86-46FD-A8A3-429FBFC369E8}"/>
                  </a:ext>
                </a:extLst>
              </p:cNvPr>
              <p:cNvSpPr/>
              <p:nvPr/>
            </p:nvSpPr>
            <p:spPr>
              <a:xfrm>
                <a:off x="750176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4" name="object 139">
                <a:extLst>
                  <a:ext uri="{FF2B5EF4-FFF2-40B4-BE49-F238E27FC236}">
                    <a16:creationId xmlns:a16="http://schemas.microsoft.com/office/drawing/2014/main" id="{D7662164-9EDC-4970-B095-B7E78F197E27}"/>
                  </a:ext>
                </a:extLst>
              </p:cNvPr>
              <p:cNvSpPr/>
              <p:nvPr/>
            </p:nvSpPr>
            <p:spPr>
              <a:xfrm>
                <a:off x="750176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5" name="object 140">
                <a:extLst>
                  <a:ext uri="{FF2B5EF4-FFF2-40B4-BE49-F238E27FC236}">
                    <a16:creationId xmlns:a16="http://schemas.microsoft.com/office/drawing/2014/main" id="{E3F67FB5-FB97-4A63-BB11-43483D881F5D}"/>
                  </a:ext>
                </a:extLst>
              </p:cNvPr>
              <p:cNvSpPr/>
              <p:nvPr/>
            </p:nvSpPr>
            <p:spPr>
              <a:xfrm>
                <a:off x="760693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6" name="object 141">
                <a:extLst>
                  <a:ext uri="{FF2B5EF4-FFF2-40B4-BE49-F238E27FC236}">
                    <a16:creationId xmlns:a16="http://schemas.microsoft.com/office/drawing/2014/main" id="{8E648359-5E0C-46BA-ACD5-B5707F53E40B}"/>
                  </a:ext>
                </a:extLst>
              </p:cNvPr>
              <p:cNvSpPr/>
              <p:nvPr/>
            </p:nvSpPr>
            <p:spPr>
              <a:xfrm>
                <a:off x="7606931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7" name="object 142">
                <a:extLst>
                  <a:ext uri="{FF2B5EF4-FFF2-40B4-BE49-F238E27FC236}">
                    <a16:creationId xmlns:a16="http://schemas.microsoft.com/office/drawing/2014/main" id="{3A514382-91FF-4D21-AED7-0F4234E2479F}"/>
                  </a:ext>
                </a:extLst>
              </p:cNvPr>
              <p:cNvSpPr/>
              <p:nvPr/>
            </p:nvSpPr>
            <p:spPr>
              <a:xfrm>
                <a:off x="771207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8" name="object 143">
                <a:extLst>
                  <a:ext uri="{FF2B5EF4-FFF2-40B4-BE49-F238E27FC236}">
                    <a16:creationId xmlns:a16="http://schemas.microsoft.com/office/drawing/2014/main" id="{45C6C25C-1228-4E51-88DF-09C2C31043DD}"/>
                  </a:ext>
                </a:extLst>
              </p:cNvPr>
              <p:cNvSpPr/>
              <p:nvPr/>
            </p:nvSpPr>
            <p:spPr>
              <a:xfrm>
                <a:off x="7712075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9" name="object 144">
                <a:extLst>
                  <a:ext uri="{FF2B5EF4-FFF2-40B4-BE49-F238E27FC236}">
                    <a16:creationId xmlns:a16="http://schemas.microsoft.com/office/drawing/2014/main" id="{25A89F33-EE13-4494-99FE-DEBF3E9C9170}"/>
                  </a:ext>
                </a:extLst>
              </p:cNvPr>
              <p:cNvSpPr/>
              <p:nvPr/>
            </p:nvSpPr>
            <p:spPr>
              <a:xfrm>
                <a:off x="7817243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0" name="object 145">
                <a:extLst>
                  <a:ext uri="{FF2B5EF4-FFF2-40B4-BE49-F238E27FC236}">
                    <a16:creationId xmlns:a16="http://schemas.microsoft.com/office/drawing/2014/main" id="{D4D4EEF6-C338-4AA8-9680-BC7587C3E545}"/>
                  </a:ext>
                </a:extLst>
              </p:cNvPr>
              <p:cNvSpPr/>
              <p:nvPr/>
            </p:nvSpPr>
            <p:spPr>
              <a:xfrm>
                <a:off x="7817243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1" name="object 146">
                <a:extLst>
                  <a:ext uri="{FF2B5EF4-FFF2-40B4-BE49-F238E27FC236}">
                    <a16:creationId xmlns:a16="http://schemas.microsoft.com/office/drawing/2014/main" id="{DB9153B0-B6ED-477B-8DA3-D9DA28DFB6D6}"/>
                  </a:ext>
                </a:extLst>
              </p:cNvPr>
              <p:cNvSpPr/>
              <p:nvPr/>
            </p:nvSpPr>
            <p:spPr>
              <a:xfrm>
                <a:off x="7923148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2" name="object 147">
                <a:extLst>
                  <a:ext uri="{FF2B5EF4-FFF2-40B4-BE49-F238E27FC236}">
                    <a16:creationId xmlns:a16="http://schemas.microsoft.com/office/drawing/2014/main" id="{D42EC47C-4E0D-40D9-9186-883381CC9CBC}"/>
                  </a:ext>
                </a:extLst>
              </p:cNvPr>
              <p:cNvSpPr/>
              <p:nvPr/>
            </p:nvSpPr>
            <p:spPr>
              <a:xfrm>
                <a:off x="7923148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3" name="object 148">
                <a:extLst>
                  <a:ext uri="{FF2B5EF4-FFF2-40B4-BE49-F238E27FC236}">
                    <a16:creationId xmlns:a16="http://schemas.microsoft.com/office/drawing/2014/main" id="{E962A643-F5D2-4D1F-9045-D5591A051C0C}"/>
                  </a:ext>
                </a:extLst>
              </p:cNvPr>
              <p:cNvSpPr/>
              <p:nvPr/>
            </p:nvSpPr>
            <p:spPr>
              <a:xfrm>
                <a:off x="802831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4" name="object 149">
                <a:extLst>
                  <a:ext uri="{FF2B5EF4-FFF2-40B4-BE49-F238E27FC236}">
                    <a16:creationId xmlns:a16="http://schemas.microsoft.com/office/drawing/2014/main" id="{8979E2A3-24C8-4091-9C7A-E3A1C0F148CC}"/>
                  </a:ext>
                </a:extLst>
              </p:cNvPr>
              <p:cNvSpPr/>
              <p:nvPr/>
            </p:nvSpPr>
            <p:spPr>
              <a:xfrm>
                <a:off x="802831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5" name="object 150">
                <a:extLst>
                  <a:ext uri="{FF2B5EF4-FFF2-40B4-BE49-F238E27FC236}">
                    <a16:creationId xmlns:a16="http://schemas.microsoft.com/office/drawing/2014/main" id="{B44BF252-15EF-4615-A9AD-48408DB9C3AA}"/>
                  </a:ext>
                </a:extLst>
              </p:cNvPr>
              <p:cNvSpPr/>
              <p:nvPr/>
            </p:nvSpPr>
            <p:spPr>
              <a:xfrm>
                <a:off x="81334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6" name="object 151">
                <a:extLst>
                  <a:ext uri="{FF2B5EF4-FFF2-40B4-BE49-F238E27FC236}">
                    <a16:creationId xmlns:a16="http://schemas.microsoft.com/office/drawing/2014/main" id="{166FC063-E640-452C-8029-73E74CA604C1}"/>
                  </a:ext>
                </a:extLst>
              </p:cNvPr>
              <p:cNvSpPr/>
              <p:nvPr/>
            </p:nvSpPr>
            <p:spPr>
              <a:xfrm>
                <a:off x="81334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7" name="object 152">
                <a:extLst>
                  <a:ext uri="{FF2B5EF4-FFF2-40B4-BE49-F238E27FC236}">
                    <a16:creationId xmlns:a16="http://schemas.microsoft.com/office/drawing/2014/main" id="{0DAA51DD-5ED3-43FF-93E1-DCB2C0596BD0}"/>
                  </a:ext>
                </a:extLst>
              </p:cNvPr>
              <p:cNvSpPr/>
              <p:nvPr/>
            </p:nvSpPr>
            <p:spPr>
              <a:xfrm>
                <a:off x="823862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8" name="object 153">
                <a:extLst>
                  <a:ext uri="{FF2B5EF4-FFF2-40B4-BE49-F238E27FC236}">
                    <a16:creationId xmlns:a16="http://schemas.microsoft.com/office/drawing/2014/main" id="{88DCE033-23E4-4992-85A7-18510ABF7263}"/>
                  </a:ext>
                </a:extLst>
              </p:cNvPr>
              <p:cNvSpPr/>
              <p:nvPr/>
            </p:nvSpPr>
            <p:spPr>
              <a:xfrm>
                <a:off x="8238629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9" name="object 154">
                <a:extLst>
                  <a:ext uri="{FF2B5EF4-FFF2-40B4-BE49-F238E27FC236}">
                    <a16:creationId xmlns:a16="http://schemas.microsoft.com/office/drawing/2014/main" id="{71EBDC1D-BE52-4712-AB27-33F9991352F0}"/>
                  </a:ext>
                </a:extLst>
              </p:cNvPr>
              <p:cNvSpPr/>
              <p:nvPr/>
            </p:nvSpPr>
            <p:spPr>
              <a:xfrm>
                <a:off x="83437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0" name="object 155">
                <a:extLst>
                  <a:ext uri="{FF2B5EF4-FFF2-40B4-BE49-F238E27FC236}">
                    <a16:creationId xmlns:a16="http://schemas.microsoft.com/office/drawing/2014/main" id="{031C6349-62D2-47C1-B0BB-32C82A47F3EF}"/>
                  </a:ext>
                </a:extLst>
              </p:cNvPr>
              <p:cNvSpPr/>
              <p:nvPr/>
            </p:nvSpPr>
            <p:spPr>
              <a:xfrm>
                <a:off x="8343773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1" name="object 156">
                <a:extLst>
                  <a:ext uri="{FF2B5EF4-FFF2-40B4-BE49-F238E27FC236}">
                    <a16:creationId xmlns:a16="http://schemas.microsoft.com/office/drawing/2014/main" id="{82FE09E8-83E6-4A50-B084-05A19D7AA1D1}"/>
                  </a:ext>
                </a:extLst>
              </p:cNvPr>
              <p:cNvSpPr/>
              <p:nvPr/>
            </p:nvSpPr>
            <p:spPr>
              <a:xfrm>
                <a:off x="844894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2" name="object 157">
                <a:extLst>
                  <a:ext uri="{FF2B5EF4-FFF2-40B4-BE49-F238E27FC236}">
                    <a16:creationId xmlns:a16="http://schemas.microsoft.com/office/drawing/2014/main" id="{231E3128-5847-4617-9C51-4950A5CD9C69}"/>
                  </a:ext>
                </a:extLst>
              </p:cNvPr>
              <p:cNvSpPr/>
              <p:nvPr/>
            </p:nvSpPr>
            <p:spPr>
              <a:xfrm>
                <a:off x="8448941" y="473201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3" name="object 158">
                <a:extLst>
                  <a:ext uri="{FF2B5EF4-FFF2-40B4-BE49-F238E27FC236}">
                    <a16:creationId xmlns:a16="http://schemas.microsoft.com/office/drawing/2014/main" id="{97B13D43-7860-4654-A6A2-BDA9A36F0CDE}"/>
                  </a:ext>
                </a:extLst>
              </p:cNvPr>
              <p:cNvSpPr/>
              <p:nvPr/>
            </p:nvSpPr>
            <p:spPr>
              <a:xfrm>
                <a:off x="855484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4" name="object 159">
                <a:extLst>
                  <a:ext uri="{FF2B5EF4-FFF2-40B4-BE49-F238E27FC236}">
                    <a16:creationId xmlns:a16="http://schemas.microsoft.com/office/drawing/2014/main" id="{C64249B5-F6C4-46CD-8938-1116924EF8BC}"/>
                  </a:ext>
                </a:extLst>
              </p:cNvPr>
              <p:cNvSpPr/>
              <p:nvPr/>
            </p:nvSpPr>
            <p:spPr>
              <a:xfrm>
                <a:off x="8554847" y="473201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5" name="object 160">
                <a:extLst>
                  <a:ext uri="{FF2B5EF4-FFF2-40B4-BE49-F238E27FC236}">
                    <a16:creationId xmlns:a16="http://schemas.microsoft.com/office/drawing/2014/main" id="{331A3D2B-B79D-48A4-9456-06A9083780CE}"/>
                  </a:ext>
                </a:extLst>
              </p:cNvPr>
              <p:cNvSpPr/>
              <p:nvPr/>
            </p:nvSpPr>
            <p:spPr>
              <a:xfrm>
                <a:off x="602806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6" name="object 161">
                <a:extLst>
                  <a:ext uri="{FF2B5EF4-FFF2-40B4-BE49-F238E27FC236}">
                    <a16:creationId xmlns:a16="http://schemas.microsoft.com/office/drawing/2014/main" id="{025B8733-8832-4A56-9E0A-B95C96D1EB91}"/>
                  </a:ext>
                </a:extLst>
              </p:cNvPr>
              <p:cNvSpPr/>
              <p:nvPr/>
            </p:nvSpPr>
            <p:spPr>
              <a:xfrm>
                <a:off x="602806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7" name="object 162">
                <a:extLst>
                  <a:ext uri="{FF2B5EF4-FFF2-40B4-BE49-F238E27FC236}">
                    <a16:creationId xmlns:a16="http://schemas.microsoft.com/office/drawing/2014/main" id="{7DB8F0A3-EEA5-4AC6-9343-FD0820F1F8F7}"/>
                  </a:ext>
                </a:extLst>
              </p:cNvPr>
              <p:cNvSpPr/>
              <p:nvPr/>
            </p:nvSpPr>
            <p:spPr>
              <a:xfrm>
                <a:off x="613322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8" name="object 163">
                <a:extLst>
                  <a:ext uri="{FF2B5EF4-FFF2-40B4-BE49-F238E27FC236}">
                    <a16:creationId xmlns:a16="http://schemas.microsoft.com/office/drawing/2014/main" id="{8CF5023E-821B-4897-A7AE-4F1E75EC29C4}"/>
                  </a:ext>
                </a:extLst>
              </p:cNvPr>
              <p:cNvSpPr/>
              <p:nvPr/>
            </p:nvSpPr>
            <p:spPr>
              <a:xfrm>
                <a:off x="613322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9" name="object 164">
                <a:extLst>
                  <a:ext uri="{FF2B5EF4-FFF2-40B4-BE49-F238E27FC236}">
                    <a16:creationId xmlns:a16="http://schemas.microsoft.com/office/drawing/2014/main" id="{F572C965-6DF4-4C48-BD86-848A4686F0A8}"/>
                  </a:ext>
                </a:extLst>
              </p:cNvPr>
              <p:cNvSpPr/>
              <p:nvPr/>
            </p:nvSpPr>
            <p:spPr>
              <a:xfrm>
                <a:off x="623837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0" name="object 165">
                <a:extLst>
                  <a:ext uri="{FF2B5EF4-FFF2-40B4-BE49-F238E27FC236}">
                    <a16:creationId xmlns:a16="http://schemas.microsoft.com/office/drawing/2014/main" id="{945767A4-3395-46C2-BCA0-A0D4B4712288}"/>
                  </a:ext>
                </a:extLst>
              </p:cNvPr>
              <p:cNvSpPr/>
              <p:nvPr/>
            </p:nvSpPr>
            <p:spPr>
              <a:xfrm>
                <a:off x="623837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1" name="object 166">
                <a:extLst>
                  <a:ext uri="{FF2B5EF4-FFF2-40B4-BE49-F238E27FC236}">
                    <a16:creationId xmlns:a16="http://schemas.microsoft.com/office/drawing/2014/main" id="{F8EF7A64-BF21-44BF-A590-537028848023}"/>
                  </a:ext>
                </a:extLst>
              </p:cNvPr>
              <p:cNvSpPr/>
              <p:nvPr/>
            </p:nvSpPr>
            <p:spPr>
              <a:xfrm>
                <a:off x="634353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2" name="object 167">
                <a:extLst>
                  <a:ext uri="{FF2B5EF4-FFF2-40B4-BE49-F238E27FC236}">
                    <a16:creationId xmlns:a16="http://schemas.microsoft.com/office/drawing/2014/main" id="{F0E18905-6E79-47B9-82F6-AB2C3442D768}"/>
                  </a:ext>
                </a:extLst>
              </p:cNvPr>
              <p:cNvSpPr/>
              <p:nvPr/>
            </p:nvSpPr>
            <p:spPr>
              <a:xfrm>
                <a:off x="634353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3" name="object 168">
                <a:extLst>
                  <a:ext uri="{FF2B5EF4-FFF2-40B4-BE49-F238E27FC236}">
                    <a16:creationId xmlns:a16="http://schemas.microsoft.com/office/drawing/2014/main" id="{DFC5203F-A5DB-4EA7-87DF-5E6EA476AAAE}"/>
                  </a:ext>
                </a:extLst>
              </p:cNvPr>
              <p:cNvSpPr/>
              <p:nvPr/>
            </p:nvSpPr>
            <p:spPr>
              <a:xfrm>
                <a:off x="644869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4" name="object 169">
                <a:extLst>
                  <a:ext uri="{FF2B5EF4-FFF2-40B4-BE49-F238E27FC236}">
                    <a16:creationId xmlns:a16="http://schemas.microsoft.com/office/drawing/2014/main" id="{E8F50AE8-74DB-441B-9DAA-A96C7AD341D7}"/>
                  </a:ext>
                </a:extLst>
              </p:cNvPr>
              <p:cNvSpPr/>
              <p:nvPr/>
            </p:nvSpPr>
            <p:spPr>
              <a:xfrm>
                <a:off x="644869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5" name="object 170">
                <a:extLst>
                  <a:ext uri="{FF2B5EF4-FFF2-40B4-BE49-F238E27FC236}">
                    <a16:creationId xmlns:a16="http://schemas.microsoft.com/office/drawing/2014/main" id="{9B89BEA1-890F-4246-96EC-84AD1DB5D222}"/>
                  </a:ext>
                </a:extLst>
              </p:cNvPr>
              <p:cNvSpPr/>
              <p:nvPr/>
            </p:nvSpPr>
            <p:spPr>
              <a:xfrm>
                <a:off x="655459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6" name="object 171">
                <a:extLst>
                  <a:ext uri="{FF2B5EF4-FFF2-40B4-BE49-F238E27FC236}">
                    <a16:creationId xmlns:a16="http://schemas.microsoft.com/office/drawing/2014/main" id="{66D48AAD-E4D6-49C1-9BE5-E273E8EA984E}"/>
                  </a:ext>
                </a:extLst>
              </p:cNvPr>
              <p:cNvSpPr/>
              <p:nvPr/>
            </p:nvSpPr>
            <p:spPr>
              <a:xfrm>
                <a:off x="655459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7" name="object 172">
                <a:extLst>
                  <a:ext uri="{FF2B5EF4-FFF2-40B4-BE49-F238E27FC236}">
                    <a16:creationId xmlns:a16="http://schemas.microsoft.com/office/drawing/2014/main" id="{1055904D-3581-462D-A4AF-66B747FC9CE6}"/>
                  </a:ext>
                </a:extLst>
              </p:cNvPr>
              <p:cNvSpPr/>
              <p:nvPr/>
            </p:nvSpPr>
            <p:spPr>
              <a:xfrm>
                <a:off x="665976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8" name="object 173">
                <a:extLst>
                  <a:ext uri="{FF2B5EF4-FFF2-40B4-BE49-F238E27FC236}">
                    <a16:creationId xmlns:a16="http://schemas.microsoft.com/office/drawing/2014/main" id="{818AB6F5-F7CD-4012-A6BB-280BB6FA13B4}"/>
                  </a:ext>
                </a:extLst>
              </p:cNvPr>
              <p:cNvSpPr/>
              <p:nvPr/>
            </p:nvSpPr>
            <p:spPr>
              <a:xfrm>
                <a:off x="665976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9" name="object 174">
                <a:extLst>
                  <a:ext uri="{FF2B5EF4-FFF2-40B4-BE49-F238E27FC236}">
                    <a16:creationId xmlns:a16="http://schemas.microsoft.com/office/drawing/2014/main" id="{49CB3D65-AAE0-41B7-8495-0ADC405D4926}"/>
                  </a:ext>
                </a:extLst>
              </p:cNvPr>
              <p:cNvSpPr/>
              <p:nvPr/>
            </p:nvSpPr>
            <p:spPr>
              <a:xfrm>
                <a:off x="67649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0" name="object 175">
                <a:extLst>
                  <a:ext uri="{FF2B5EF4-FFF2-40B4-BE49-F238E27FC236}">
                    <a16:creationId xmlns:a16="http://schemas.microsoft.com/office/drawing/2014/main" id="{364E3311-D16D-4369-B220-DE7E4CD4FE1A}"/>
                  </a:ext>
                </a:extLst>
              </p:cNvPr>
              <p:cNvSpPr/>
              <p:nvPr/>
            </p:nvSpPr>
            <p:spPr>
              <a:xfrm>
                <a:off x="67649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1" name="object 176">
                <a:extLst>
                  <a:ext uri="{FF2B5EF4-FFF2-40B4-BE49-F238E27FC236}">
                    <a16:creationId xmlns:a16="http://schemas.microsoft.com/office/drawing/2014/main" id="{734AC8E8-DE25-4A25-9AA2-678DB4B091E3}"/>
                  </a:ext>
                </a:extLst>
              </p:cNvPr>
              <p:cNvSpPr/>
              <p:nvPr/>
            </p:nvSpPr>
            <p:spPr>
              <a:xfrm>
                <a:off x="68700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2" name="object 177">
                <a:extLst>
                  <a:ext uri="{FF2B5EF4-FFF2-40B4-BE49-F238E27FC236}">
                    <a16:creationId xmlns:a16="http://schemas.microsoft.com/office/drawing/2014/main" id="{4D85F72E-0E8D-482A-B32C-9954FA213448}"/>
                  </a:ext>
                </a:extLst>
              </p:cNvPr>
              <p:cNvSpPr/>
              <p:nvPr/>
            </p:nvSpPr>
            <p:spPr>
              <a:xfrm>
                <a:off x="68700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3" name="object 178">
                <a:extLst>
                  <a:ext uri="{FF2B5EF4-FFF2-40B4-BE49-F238E27FC236}">
                    <a16:creationId xmlns:a16="http://schemas.microsoft.com/office/drawing/2014/main" id="{1077B0A0-C16D-40A7-B78E-41A272E10A62}"/>
                  </a:ext>
                </a:extLst>
              </p:cNvPr>
              <p:cNvSpPr/>
              <p:nvPr/>
            </p:nvSpPr>
            <p:spPr>
              <a:xfrm>
                <a:off x="69752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4" name="object 179">
                <a:extLst>
                  <a:ext uri="{FF2B5EF4-FFF2-40B4-BE49-F238E27FC236}">
                    <a16:creationId xmlns:a16="http://schemas.microsoft.com/office/drawing/2014/main" id="{93C6B463-3657-45C3-B9AF-005831F3DC3B}"/>
                  </a:ext>
                </a:extLst>
              </p:cNvPr>
              <p:cNvSpPr/>
              <p:nvPr/>
            </p:nvSpPr>
            <p:spPr>
              <a:xfrm>
                <a:off x="697522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5" name="object 180">
                <a:extLst>
                  <a:ext uri="{FF2B5EF4-FFF2-40B4-BE49-F238E27FC236}">
                    <a16:creationId xmlns:a16="http://schemas.microsoft.com/office/drawing/2014/main" id="{453CADA0-6BD8-479F-9747-6F9B83E1EF95}"/>
                  </a:ext>
                </a:extLst>
              </p:cNvPr>
              <p:cNvSpPr/>
              <p:nvPr/>
            </p:nvSpPr>
            <p:spPr>
              <a:xfrm>
                <a:off x="70803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6" name="object 181">
                <a:extLst>
                  <a:ext uri="{FF2B5EF4-FFF2-40B4-BE49-F238E27FC236}">
                    <a16:creationId xmlns:a16="http://schemas.microsoft.com/office/drawing/2014/main" id="{26B04211-D601-4839-B560-06F9CF13C395}"/>
                  </a:ext>
                </a:extLst>
              </p:cNvPr>
              <p:cNvSpPr/>
              <p:nvPr/>
            </p:nvSpPr>
            <p:spPr>
              <a:xfrm>
                <a:off x="708037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7" name="object 182">
                <a:extLst>
                  <a:ext uri="{FF2B5EF4-FFF2-40B4-BE49-F238E27FC236}">
                    <a16:creationId xmlns:a16="http://schemas.microsoft.com/office/drawing/2014/main" id="{778BCB05-DF40-44BA-9467-AE3E5DEBCE0E}"/>
                  </a:ext>
                </a:extLst>
              </p:cNvPr>
              <p:cNvSpPr/>
              <p:nvPr/>
            </p:nvSpPr>
            <p:spPr>
              <a:xfrm>
                <a:off x="7185545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8" name="object 183">
                <a:extLst>
                  <a:ext uri="{FF2B5EF4-FFF2-40B4-BE49-F238E27FC236}">
                    <a16:creationId xmlns:a16="http://schemas.microsoft.com/office/drawing/2014/main" id="{03260C8C-9BA1-4A3F-9789-547575BBA89E}"/>
                  </a:ext>
                </a:extLst>
              </p:cNvPr>
              <p:cNvSpPr/>
              <p:nvPr/>
            </p:nvSpPr>
            <p:spPr>
              <a:xfrm>
                <a:off x="7185545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9" name="object 184">
                <a:extLst>
                  <a:ext uri="{FF2B5EF4-FFF2-40B4-BE49-F238E27FC236}">
                    <a16:creationId xmlns:a16="http://schemas.microsoft.com/office/drawing/2014/main" id="{742EFF3D-BB77-46CA-A805-BB4CAD39A596}"/>
                  </a:ext>
                </a:extLst>
              </p:cNvPr>
              <p:cNvSpPr/>
              <p:nvPr/>
            </p:nvSpPr>
            <p:spPr>
              <a:xfrm>
                <a:off x="7291450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0" name="object 185">
                <a:extLst>
                  <a:ext uri="{FF2B5EF4-FFF2-40B4-BE49-F238E27FC236}">
                    <a16:creationId xmlns:a16="http://schemas.microsoft.com/office/drawing/2014/main" id="{A9A733A6-0BD5-4C43-9E49-AED895A9B6EA}"/>
                  </a:ext>
                </a:extLst>
              </p:cNvPr>
              <p:cNvSpPr/>
              <p:nvPr/>
            </p:nvSpPr>
            <p:spPr>
              <a:xfrm>
                <a:off x="7291450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1" name="object 186">
                <a:extLst>
                  <a:ext uri="{FF2B5EF4-FFF2-40B4-BE49-F238E27FC236}">
                    <a16:creationId xmlns:a16="http://schemas.microsoft.com/office/drawing/2014/main" id="{96516AC1-8A6E-4DDF-96E7-C0A60659DEC6}"/>
                  </a:ext>
                </a:extLst>
              </p:cNvPr>
              <p:cNvSpPr/>
              <p:nvPr/>
            </p:nvSpPr>
            <p:spPr>
              <a:xfrm>
                <a:off x="739661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2" name="object 187">
                <a:extLst>
                  <a:ext uri="{FF2B5EF4-FFF2-40B4-BE49-F238E27FC236}">
                    <a16:creationId xmlns:a16="http://schemas.microsoft.com/office/drawing/2014/main" id="{61182F25-24ED-4819-90E7-0482C5A7D367}"/>
                  </a:ext>
                </a:extLst>
              </p:cNvPr>
              <p:cNvSpPr/>
              <p:nvPr/>
            </p:nvSpPr>
            <p:spPr>
              <a:xfrm>
                <a:off x="739661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3" name="object 188">
                <a:extLst>
                  <a:ext uri="{FF2B5EF4-FFF2-40B4-BE49-F238E27FC236}">
                    <a16:creationId xmlns:a16="http://schemas.microsoft.com/office/drawing/2014/main" id="{4ED69851-D13E-439F-8357-262F1364EB55}"/>
                  </a:ext>
                </a:extLst>
              </p:cNvPr>
              <p:cNvSpPr/>
              <p:nvPr/>
            </p:nvSpPr>
            <p:spPr>
              <a:xfrm>
                <a:off x="750176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4" name="object 189">
                <a:extLst>
                  <a:ext uri="{FF2B5EF4-FFF2-40B4-BE49-F238E27FC236}">
                    <a16:creationId xmlns:a16="http://schemas.microsoft.com/office/drawing/2014/main" id="{5B5FDC0B-F595-4403-A33A-114E9CA02FD0}"/>
                  </a:ext>
                </a:extLst>
              </p:cNvPr>
              <p:cNvSpPr/>
              <p:nvPr/>
            </p:nvSpPr>
            <p:spPr>
              <a:xfrm>
                <a:off x="750176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5" name="object 190">
                <a:extLst>
                  <a:ext uri="{FF2B5EF4-FFF2-40B4-BE49-F238E27FC236}">
                    <a16:creationId xmlns:a16="http://schemas.microsoft.com/office/drawing/2014/main" id="{19C6E3B2-83EC-47D6-8F5B-C6720F56553D}"/>
                  </a:ext>
                </a:extLst>
              </p:cNvPr>
              <p:cNvSpPr/>
              <p:nvPr/>
            </p:nvSpPr>
            <p:spPr>
              <a:xfrm>
                <a:off x="760693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6" name="object 191">
                <a:extLst>
                  <a:ext uri="{FF2B5EF4-FFF2-40B4-BE49-F238E27FC236}">
                    <a16:creationId xmlns:a16="http://schemas.microsoft.com/office/drawing/2014/main" id="{B7789F28-739B-49D2-A68A-A284B3C85D45}"/>
                  </a:ext>
                </a:extLst>
              </p:cNvPr>
              <p:cNvSpPr/>
              <p:nvPr/>
            </p:nvSpPr>
            <p:spPr>
              <a:xfrm>
                <a:off x="7606931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7" name="object 192">
                <a:extLst>
                  <a:ext uri="{FF2B5EF4-FFF2-40B4-BE49-F238E27FC236}">
                    <a16:creationId xmlns:a16="http://schemas.microsoft.com/office/drawing/2014/main" id="{3CDCB824-3C36-4730-941F-6B6A6251EC1B}"/>
                  </a:ext>
                </a:extLst>
              </p:cNvPr>
              <p:cNvSpPr/>
              <p:nvPr/>
            </p:nvSpPr>
            <p:spPr>
              <a:xfrm>
                <a:off x="771207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8" name="object 193">
                <a:extLst>
                  <a:ext uri="{FF2B5EF4-FFF2-40B4-BE49-F238E27FC236}">
                    <a16:creationId xmlns:a16="http://schemas.microsoft.com/office/drawing/2014/main" id="{E1041A72-79C4-46DD-B9CA-58B64AD1FD1C}"/>
                  </a:ext>
                </a:extLst>
              </p:cNvPr>
              <p:cNvSpPr/>
              <p:nvPr/>
            </p:nvSpPr>
            <p:spPr>
              <a:xfrm>
                <a:off x="7712075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9" name="object 194">
                <a:extLst>
                  <a:ext uri="{FF2B5EF4-FFF2-40B4-BE49-F238E27FC236}">
                    <a16:creationId xmlns:a16="http://schemas.microsoft.com/office/drawing/2014/main" id="{6E01B477-43FA-4CC9-80E9-9B13D6CE275F}"/>
                  </a:ext>
                </a:extLst>
              </p:cNvPr>
              <p:cNvSpPr/>
              <p:nvPr/>
            </p:nvSpPr>
            <p:spPr>
              <a:xfrm>
                <a:off x="7817243" y="4837175"/>
                <a:ext cx="10604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9050">
                    <a:moveTo>
                      <a:pt x="0" y="19050"/>
                    </a:moveTo>
                    <a:lnTo>
                      <a:pt x="105918" y="19050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0" name="object 195">
                <a:extLst>
                  <a:ext uri="{FF2B5EF4-FFF2-40B4-BE49-F238E27FC236}">
                    <a16:creationId xmlns:a16="http://schemas.microsoft.com/office/drawing/2014/main" id="{3DDC1E96-DCA7-4AAF-9A24-8C84174963EA}"/>
                  </a:ext>
                </a:extLst>
              </p:cNvPr>
              <p:cNvSpPr/>
              <p:nvPr/>
            </p:nvSpPr>
            <p:spPr>
              <a:xfrm>
                <a:off x="7817243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1" name="object 196">
                <a:extLst>
                  <a:ext uri="{FF2B5EF4-FFF2-40B4-BE49-F238E27FC236}">
                    <a16:creationId xmlns:a16="http://schemas.microsoft.com/office/drawing/2014/main" id="{2E915988-8A44-444A-9008-42DB01234E42}"/>
                  </a:ext>
                </a:extLst>
              </p:cNvPr>
              <p:cNvSpPr/>
              <p:nvPr/>
            </p:nvSpPr>
            <p:spPr>
              <a:xfrm>
                <a:off x="7923148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2" name="object 197">
                <a:extLst>
                  <a:ext uri="{FF2B5EF4-FFF2-40B4-BE49-F238E27FC236}">
                    <a16:creationId xmlns:a16="http://schemas.microsoft.com/office/drawing/2014/main" id="{2EA105F4-FE49-49FE-93CE-B11934B20641}"/>
                  </a:ext>
                </a:extLst>
              </p:cNvPr>
              <p:cNvSpPr/>
              <p:nvPr/>
            </p:nvSpPr>
            <p:spPr>
              <a:xfrm>
                <a:off x="7923148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3" name="object 198">
                <a:extLst>
                  <a:ext uri="{FF2B5EF4-FFF2-40B4-BE49-F238E27FC236}">
                    <a16:creationId xmlns:a16="http://schemas.microsoft.com/office/drawing/2014/main" id="{9F39AA38-D7FB-4C07-92FA-3D07DC7672DA}"/>
                  </a:ext>
                </a:extLst>
              </p:cNvPr>
              <p:cNvSpPr/>
              <p:nvPr/>
            </p:nvSpPr>
            <p:spPr>
              <a:xfrm>
                <a:off x="8028317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4" name="object 199">
                <a:extLst>
                  <a:ext uri="{FF2B5EF4-FFF2-40B4-BE49-F238E27FC236}">
                    <a16:creationId xmlns:a16="http://schemas.microsoft.com/office/drawing/2014/main" id="{FFE92492-AF0C-4D25-982E-A7DA0C4B44B5}"/>
                  </a:ext>
                </a:extLst>
              </p:cNvPr>
              <p:cNvSpPr/>
              <p:nvPr/>
            </p:nvSpPr>
            <p:spPr>
              <a:xfrm>
                <a:off x="802831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5" name="object 200">
                <a:extLst>
                  <a:ext uri="{FF2B5EF4-FFF2-40B4-BE49-F238E27FC236}">
                    <a16:creationId xmlns:a16="http://schemas.microsoft.com/office/drawing/2014/main" id="{479EEDA8-78F0-4864-88F8-B5FD6899AFD5}"/>
                  </a:ext>
                </a:extLst>
              </p:cNvPr>
              <p:cNvSpPr/>
              <p:nvPr/>
            </p:nvSpPr>
            <p:spPr>
              <a:xfrm>
                <a:off x="8133473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6" name="object 201">
                <a:extLst>
                  <a:ext uri="{FF2B5EF4-FFF2-40B4-BE49-F238E27FC236}">
                    <a16:creationId xmlns:a16="http://schemas.microsoft.com/office/drawing/2014/main" id="{FF7AE5A9-0AC1-4A7E-B382-2C7A08863023}"/>
                  </a:ext>
                </a:extLst>
              </p:cNvPr>
              <p:cNvSpPr/>
              <p:nvPr/>
            </p:nvSpPr>
            <p:spPr>
              <a:xfrm>
                <a:off x="813347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7" name="object 202">
                <a:extLst>
                  <a:ext uri="{FF2B5EF4-FFF2-40B4-BE49-F238E27FC236}">
                    <a16:creationId xmlns:a16="http://schemas.microsoft.com/office/drawing/2014/main" id="{986B49BD-B777-429A-86A1-B24857ACF206}"/>
                  </a:ext>
                </a:extLst>
              </p:cNvPr>
              <p:cNvSpPr/>
              <p:nvPr/>
            </p:nvSpPr>
            <p:spPr>
              <a:xfrm>
                <a:off x="8238629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8" name="object 203">
                <a:extLst>
                  <a:ext uri="{FF2B5EF4-FFF2-40B4-BE49-F238E27FC236}">
                    <a16:creationId xmlns:a16="http://schemas.microsoft.com/office/drawing/2014/main" id="{F4374658-A8D5-41BA-8384-3793BD63EEB4}"/>
                  </a:ext>
                </a:extLst>
              </p:cNvPr>
              <p:cNvSpPr/>
              <p:nvPr/>
            </p:nvSpPr>
            <p:spPr>
              <a:xfrm>
                <a:off x="8238629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9" name="object 204">
                <a:extLst>
                  <a:ext uri="{FF2B5EF4-FFF2-40B4-BE49-F238E27FC236}">
                    <a16:creationId xmlns:a16="http://schemas.microsoft.com/office/drawing/2014/main" id="{DA170244-529D-4FD4-96F3-C8166021CD94}"/>
                  </a:ext>
                </a:extLst>
              </p:cNvPr>
              <p:cNvSpPr/>
              <p:nvPr/>
            </p:nvSpPr>
            <p:spPr>
              <a:xfrm>
                <a:off x="8343773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0" name="object 205">
                <a:extLst>
                  <a:ext uri="{FF2B5EF4-FFF2-40B4-BE49-F238E27FC236}">
                    <a16:creationId xmlns:a16="http://schemas.microsoft.com/office/drawing/2014/main" id="{D78B313F-286F-4184-8D35-38345B169DB7}"/>
                  </a:ext>
                </a:extLst>
              </p:cNvPr>
              <p:cNvSpPr/>
              <p:nvPr/>
            </p:nvSpPr>
            <p:spPr>
              <a:xfrm>
                <a:off x="8343773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1" name="object 206">
                <a:extLst>
                  <a:ext uri="{FF2B5EF4-FFF2-40B4-BE49-F238E27FC236}">
                    <a16:creationId xmlns:a16="http://schemas.microsoft.com/office/drawing/2014/main" id="{0DDDA8DE-15CF-42F8-A355-BC536B5D9CBD}"/>
                  </a:ext>
                </a:extLst>
              </p:cNvPr>
              <p:cNvSpPr/>
              <p:nvPr/>
            </p:nvSpPr>
            <p:spPr>
              <a:xfrm>
                <a:off x="8448941" y="4837175"/>
                <a:ext cx="10604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9050">
                    <a:moveTo>
                      <a:pt x="0" y="19050"/>
                    </a:moveTo>
                    <a:lnTo>
                      <a:pt x="105918" y="19050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2" name="object 207">
                <a:extLst>
                  <a:ext uri="{FF2B5EF4-FFF2-40B4-BE49-F238E27FC236}">
                    <a16:creationId xmlns:a16="http://schemas.microsoft.com/office/drawing/2014/main" id="{3D3F6C27-2314-41B0-8626-C31AAF9429F1}"/>
                  </a:ext>
                </a:extLst>
              </p:cNvPr>
              <p:cNvSpPr/>
              <p:nvPr/>
            </p:nvSpPr>
            <p:spPr>
              <a:xfrm>
                <a:off x="8448941" y="483717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3" name="object 208">
                <a:extLst>
                  <a:ext uri="{FF2B5EF4-FFF2-40B4-BE49-F238E27FC236}">
                    <a16:creationId xmlns:a16="http://schemas.microsoft.com/office/drawing/2014/main" id="{D4F9582D-60E8-4C7D-8DB8-1968CC0AE43B}"/>
                  </a:ext>
                </a:extLst>
              </p:cNvPr>
              <p:cNvSpPr/>
              <p:nvPr/>
            </p:nvSpPr>
            <p:spPr>
              <a:xfrm>
                <a:off x="8554847" y="4837175"/>
                <a:ext cx="10541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9050">
                    <a:moveTo>
                      <a:pt x="0" y="19050"/>
                    </a:moveTo>
                    <a:lnTo>
                      <a:pt x="105155" y="19050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4" name="object 209">
                <a:extLst>
                  <a:ext uri="{FF2B5EF4-FFF2-40B4-BE49-F238E27FC236}">
                    <a16:creationId xmlns:a16="http://schemas.microsoft.com/office/drawing/2014/main" id="{319F9209-467A-4A0F-892F-E6F01E95DA3B}"/>
                  </a:ext>
                </a:extLst>
              </p:cNvPr>
              <p:cNvSpPr/>
              <p:nvPr/>
            </p:nvSpPr>
            <p:spPr>
              <a:xfrm>
                <a:off x="8554847" y="483717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5" name="object 210">
                <a:extLst>
                  <a:ext uri="{FF2B5EF4-FFF2-40B4-BE49-F238E27FC236}">
                    <a16:creationId xmlns:a16="http://schemas.microsoft.com/office/drawing/2014/main" id="{74E3651A-8DB4-4D27-8723-3F854CB86BC8}"/>
                  </a:ext>
                </a:extLst>
              </p:cNvPr>
              <p:cNvSpPr/>
              <p:nvPr/>
            </p:nvSpPr>
            <p:spPr>
              <a:xfrm>
                <a:off x="602806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6" name="object 211">
                <a:extLst>
                  <a:ext uri="{FF2B5EF4-FFF2-40B4-BE49-F238E27FC236}">
                    <a16:creationId xmlns:a16="http://schemas.microsoft.com/office/drawing/2014/main" id="{A670A0C3-3457-4675-A255-0F6453E05573}"/>
                  </a:ext>
                </a:extLst>
              </p:cNvPr>
              <p:cNvSpPr/>
              <p:nvPr/>
            </p:nvSpPr>
            <p:spPr>
              <a:xfrm>
                <a:off x="602806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7" name="object 212">
                <a:extLst>
                  <a:ext uri="{FF2B5EF4-FFF2-40B4-BE49-F238E27FC236}">
                    <a16:creationId xmlns:a16="http://schemas.microsoft.com/office/drawing/2014/main" id="{11413527-437C-4D3B-B94C-4815E7EDD5C5}"/>
                  </a:ext>
                </a:extLst>
              </p:cNvPr>
              <p:cNvSpPr/>
              <p:nvPr/>
            </p:nvSpPr>
            <p:spPr>
              <a:xfrm>
                <a:off x="613322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8" name="object 213">
                <a:extLst>
                  <a:ext uri="{FF2B5EF4-FFF2-40B4-BE49-F238E27FC236}">
                    <a16:creationId xmlns:a16="http://schemas.microsoft.com/office/drawing/2014/main" id="{1E3092D2-4AC8-4898-9D8D-B247CBE11D8D}"/>
                  </a:ext>
                </a:extLst>
              </p:cNvPr>
              <p:cNvSpPr/>
              <p:nvPr/>
            </p:nvSpPr>
            <p:spPr>
              <a:xfrm>
                <a:off x="613322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9" name="object 214">
                <a:extLst>
                  <a:ext uri="{FF2B5EF4-FFF2-40B4-BE49-F238E27FC236}">
                    <a16:creationId xmlns:a16="http://schemas.microsoft.com/office/drawing/2014/main" id="{5288D32D-5B86-4E97-B6EC-2B0BC7EA1C91}"/>
                  </a:ext>
                </a:extLst>
              </p:cNvPr>
              <p:cNvSpPr/>
              <p:nvPr/>
            </p:nvSpPr>
            <p:spPr>
              <a:xfrm>
                <a:off x="623837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0" name="object 215">
                <a:extLst>
                  <a:ext uri="{FF2B5EF4-FFF2-40B4-BE49-F238E27FC236}">
                    <a16:creationId xmlns:a16="http://schemas.microsoft.com/office/drawing/2014/main" id="{98C9C3D8-EDD6-4B3C-8371-7B261D2F1AD8}"/>
                  </a:ext>
                </a:extLst>
              </p:cNvPr>
              <p:cNvSpPr/>
              <p:nvPr/>
            </p:nvSpPr>
            <p:spPr>
              <a:xfrm>
                <a:off x="623837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1" name="object 216">
                <a:extLst>
                  <a:ext uri="{FF2B5EF4-FFF2-40B4-BE49-F238E27FC236}">
                    <a16:creationId xmlns:a16="http://schemas.microsoft.com/office/drawing/2014/main" id="{FA66260C-9CFE-4D50-8681-124B2B0C73E9}"/>
                  </a:ext>
                </a:extLst>
              </p:cNvPr>
              <p:cNvSpPr/>
              <p:nvPr/>
            </p:nvSpPr>
            <p:spPr>
              <a:xfrm>
                <a:off x="634353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2" name="object 217">
                <a:extLst>
                  <a:ext uri="{FF2B5EF4-FFF2-40B4-BE49-F238E27FC236}">
                    <a16:creationId xmlns:a16="http://schemas.microsoft.com/office/drawing/2014/main" id="{2B023BC2-1CAE-4EF4-A9CF-A7E7A95497EB}"/>
                  </a:ext>
                </a:extLst>
              </p:cNvPr>
              <p:cNvSpPr/>
              <p:nvPr/>
            </p:nvSpPr>
            <p:spPr>
              <a:xfrm>
                <a:off x="634353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3" name="object 218">
                <a:extLst>
                  <a:ext uri="{FF2B5EF4-FFF2-40B4-BE49-F238E27FC236}">
                    <a16:creationId xmlns:a16="http://schemas.microsoft.com/office/drawing/2014/main" id="{147AF13E-7E6F-439E-9F7E-F36EE7E8A5EC}"/>
                  </a:ext>
                </a:extLst>
              </p:cNvPr>
              <p:cNvSpPr/>
              <p:nvPr/>
            </p:nvSpPr>
            <p:spPr>
              <a:xfrm>
                <a:off x="644869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4" name="object 219">
                <a:extLst>
                  <a:ext uri="{FF2B5EF4-FFF2-40B4-BE49-F238E27FC236}">
                    <a16:creationId xmlns:a16="http://schemas.microsoft.com/office/drawing/2014/main" id="{383DAF0E-8E5B-4360-A265-A6C07FFB1BCA}"/>
                  </a:ext>
                </a:extLst>
              </p:cNvPr>
              <p:cNvSpPr/>
              <p:nvPr/>
            </p:nvSpPr>
            <p:spPr>
              <a:xfrm>
                <a:off x="644869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5" name="object 220">
                <a:extLst>
                  <a:ext uri="{FF2B5EF4-FFF2-40B4-BE49-F238E27FC236}">
                    <a16:creationId xmlns:a16="http://schemas.microsoft.com/office/drawing/2014/main" id="{6B7D12A3-A5B8-40A2-9B4E-C155AE97960C}"/>
                  </a:ext>
                </a:extLst>
              </p:cNvPr>
              <p:cNvSpPr/>
              <p:nvPr/>
            </p:nvSpPr>
            <p:spPr>
              <a:xfrm>
                <a:off x="655459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6" name="object 221">
                <a:extLst>
                  <a:ext uri="{FF2B5EF4-FFF2-40B4-BE49-F238E27FC236}">
                    <a16:creationId xmlns:a16="http://schemas.microsoft.com/office/drawing/2014/main" id="{B26B6AF0-0C44-4A50-87C2-04FC2F2E809F}"/>
                  </a:ext>
                </a:extLst>
              </p:cNvPr>
              <p:cNvSpPr/>
              <p:nvPr/>
            </p:nvSpPr>
            <p:spPr>
              <a:xfrm>
                <a:off x="655459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7" name="object 222">
                <a:extLst>
                  <a:ext uri="{FF2B5EF4-FFF2-40B4-BE49-F238E27FC236}">
                    <a16:creationId xmlns:a16="http://schemas.microsoft.com/office/drawing/2014/main" id="{6C9368C0-1A4B-4F51-82B6-7650135A75AA}"/>
                  </a:ext>
                </a:extLst>
              </p:cNvPr>
              <p:cNvSpPr/>
              <p:nvPr/>
            </p:nvSpPr>
            <p:spPr>
              <a:xfrm>
                <a:off x="665976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8" name="object 223">
                <a:extLst>
                  <a:ext uri="{FF2B5EF4-FFF2-40B4-BE49-F238E27FC236}">
                    <a16:creationId xmlns:a16="http://schemas.microsoft.com/office/drawing/2014/main" id="{2D816E69-570B-4627-B64B-3B7C2979A3EC}"/>
                  </a:ext>
                </a:extLst>
              </p:cNvPr>
              <p:cNvSpPr/>
              <p:nvPr/>
            </p:nvSpPr>
            <p:spPr>
              <a:xfrm>
                <a:off x="665976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9" name="object 224">
                <a:extLst>
                  <a:ext uri="{FF2B5EF4-FFF2-40B4-BE49-F238E27FC236}">
                    <a16:creationId xmlns:a16="http://schemas.microsoft.com/office/drawing/2014/main" id="{9A0ABF49-E283-4448-A58B-E3B317C770DA}"/>
                  </a:ext>
                </a:extLst>
              </p:cNvPr>
              <p:cNvSpPr/>
              <p:nvPr/>
            </p:nvSpPr>
            <p:spPr>
              <a:xfrm>
                <a:off x="67649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0" name="object 225">
                <a:extLst>
                  <a:ext uri="{FF2B5EF4-FFF2-40B4-BE49-F238E27FC236}">
                    <a16:creationId xmlns:a16="http://schemas.microsoft.com/office/drawing/2014/main" id="{12F0159E-A928-4127-A24A-756EBDC89901}"/>
                  </a:ext>
                </a:extLst>
              </p:cNvPr>
              <p:cNvSpPr/>
              <p:nvPr/>
            </p:nvSpPr>
            <p:spPr>
              <a:xfrm>
                <a:off x="67649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1" name="object 226">
                <a:extLst>
                  <a:ext uri="{FF2B5EF4-FFF2-40B4-BE49-F238E27FC236}">
                    <a16:creationId xmlns:a16="http://schemas.microsoft.com/office/drawing/2014/main" id="{856E286A-D6B1-4D07-8FE7-12851BF1217A}"/>
                  </a:ext>
                </a:extLst>
              </p:cNvPr>
              <p:cNvSpPr/>
              <p:nvPr/>
            </p:nvSpPr>
            <p:spPr>
              <a:xfrm>
                <a:off x="68700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2" name="object 227">
                <a:extLst>
                  <a:ext uri="{FF2B5EF4-FFF2-40B4-BE49-F238E27FC236}">
                    <a16:creationId xmlns:a16="http://schemas.microsoft.com/office/drawing/2014/main" id="{7D4DE833-62A8-4CAC-83EE-2A4473D7EBB6}"/>
                  </a:ext>
                </a:extLst>
              </p:cNvPr>
              <p:cNvSpPr/>
              <p:nvPr/>
            </p:nvSpPr>
            <p:spPr>
              <a:xfrm>
                <a:off x="68700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3" name="object 228">
                <a:extLst>
                  <a:ext uri="{FF2B5EF4-FFF2-40B4-BE49-F238E27FC236}">
                    <a16:creationId xmlns:a16="http://schemas.microsoft.com/office/drawing/2014/main" id="{4FADB9F8-876C-4DE3-9246-48B8E405DA83}"/>
                  </a:ext>
                </a:extLst>
              </p:cNvPr>
              <p:cNvSpPr/>
              <p:nvPr/>
            </p:nvSpPr>
            <p:spPr>
              <a:xfrm>
                <a:off x="69752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4" name="object 229">
                <a:extLst>
                  <a:ext uri="{FF2B5EF4-FFF2-40B4-BE49-F238E27FC236}">
                    <a16:creationId xmlns:a16="http://schemas.microsoft.com/office/drawing/2014/main" id="{BBAEF903-4DB2-4176-A5E5-7B40F339CB44}"/>
                  </a:ext>
                </a:extLst>
              </p:cNvPr>
              <p:cNvSpPr/>
              <p:nvPr/>
            </p:nvSpPr>
            <p:spPr>
              <a:xfrm>
                <a:off x="697522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5" name="object 230">
                <a:extLst>
                  <a:ext uri="{FF2B5EF4-FFF2-40B4-BE49-F238E27FC236}">
                    <a16:creationId xmlns:a16="http://schemas.microsoft.com/office/drawing/2014/main" id="{B0FAE29F-515D-41E2-9D8D-2CB3B2A66E62}"/>
                  </a:ext>
                </a:extLst>
              </p:cNvPr>
              <p:cNvSpPr/>
              <p:nvPr/>
            </p:nvSpPr>
            <p:spPr>
              <a:xfrm>
                <a:off x="70803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6" name="object 231">
                <a:extLst>
                  <a:ext uri="{FF2B5EF4-FFF2-40B4-BE49-F238E27FC236}">
                    <a16:creationId xmlns:a16="http://schemas.microsoft.com/office/drawing/2014/main" id="{CEE8794A-13E5-43CC-99DD-0D1E158A94F2}"/>
                  </a:ext>
                </a:extLst>
              </p:cNvPr>
              <p:cNvSpPr/>
              <p:nvPr/>
            </p:nvSpPr>
            <p:spPr>
              <a:xfrm>
                <a:off x="708037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7" name="object 232">
                <a:extLst>
                  <a:ext uri="{FF2B5EF4-FFF2-40B4-BE49-F238E27FC236}">
                    <a16:creationId xmlns:a16="http://schemas.microsoft.com/office/drawing/2014/main" id="{287EE34D-1B21-4D0D-AE15-0C074AE03CA9}"/>
                  </a:ext>
                </a:extLst>
              </p:cNvPr>
              <p:cNvSpPr/>
              <p:nvPr/>
            </p:nvSpPr>
            <p:spPr>
              <a:xfrm>
                <a:off x="7185545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8" name="object 233">
                <a:extLst>
                  <a:ext uri="{FF2B5EF4-FFF2-40B4-BE49-F238E27FC236}">
                    <a16:creationId xmlns:a16="http://schemas.microsoft.com/office/drawing/2014/main" id="{11B9101F-992B-408E-985B-645E4C000EF7}"/>
                  </a:ext>
                </a:extLst>
              </p:cNvPr>
              <p:cNvSpPr/>
              <p:nvPr/>
            </p:nvSpPr>
            <p:spPr>
              <a:xfrm>
                <a:off x="7185545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9" name="object 234">
                <a:extLst>
                  <a:ext uri="{FF2B5EF4-FFF2-40B4-BE49-F238E27FC236}">
                    <a16:creationId xmlns:a16="http://schemas.microsoft.com/office/drawing/2014/main" id="{AEB94A8F-C132-4625-8D58-6247A8738CC4}"/>
                  </a:ext>
                </a:extLst>
              </p:cNvPr>
              <p:cNvSpPr/>
              <p:nvPr/>
            </p:nvSpPr>
            <p:spPr>
              <a:xfrm>
                <a:off x="7291450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0" name="object 235">
                <a:extLst>
                  <a:ext uri="{FF2B5EF4-FFF2-40B4-BE49-F238E27FC236}">
                    <a16:creationId xmlns:a16="http://schemas.microsoft.com/office/drawing/2014/main" id="{AD0445D1-58C6-4128-B59A-AEB98B6E8FEB}"/>
                  </a:ext>
                </a:extLst>
              </p:cNvPr>
              <p:cNvSpPr/>
              <p:nvPr/>
            </p:nvSpPr>
            <p:spPr>
              <a:xfrm>
                <a:off x="7291450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1" name="object 236">
                <a:extLst>
                  <a:ext uri="{FF2B5EF4-FFF2-40B4-BE49-F238E27FC236}">
                    <a16:creationId xmlns:a16="http://schemas.microsoft.com/office/drawing/2014/main" id="{251E7EAA-0006-4C06-AF1D-0A1DD8A3DBFB}"/>
                  </a:ext>
                </a:extLst>
              </p:cNvPr>
              <p:cNvSpPr/>
              <p:nvPr/>
            </p:nvSpPr>
            <p:spPr>
              <a:xfrm>
                <a:off x="739661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2" name="object 237">
                <a:extLst>
                  <a:ext uri="{FF2B5EF4-FFF2-40B4-BE49-F238E27FC236}">
                    <a16:creationId xmlns:a16="http://schemas.microsoft.com/office/drawing/2014/main" id="{48E69CD5-91CA-4F6A-9A98-74480085DFA6}"/>
                  </a:ext>
                </a:extLst>
              </p:cNvPr>
              <p:cNvSpPr/>
              <p:nvPr/>
            </p:nvSpPr>
            <p:spPr>
              <a:xfrm>
                <a:off x="739661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3" name="object 238">
                <a:extLst>
                  <a:ext uri="{FF2B5EF4-FFF2-40B4-BE49-F238E27FC236}">
                    <a16:creationId xmlns:a16="http://schemas.microsoft.com/office/drawing/2014/main" id="{BB88BFB0-5DC2-4AC3-BA6C-72EF8231159F}"/>
                  </a:ext>
                </a:extLst>
              </p:cNvPr>
              <p:cNvSpPr/>
              <p:nvPr/>
            </p:nvSpPr>
            <p:spPr>
              <a:xfrm>
                <a:off x="750176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4" name="object 239">
                <a:extLst>
                  <a:ext uri="{FF2B5EF4-FFF2-40B4-BE49-F238E27FC236}">
                    <a16:creationId xmlns:a16="http://schemas.microsoft.com/office/drawing/2014/main" id="{035E8669-CB14-402C-B88A-31AF4E8A9C8F}"/>
                  </a:ext>
                </a:extLst>
              </p:cNvPr>
              <p:cNvSpPr/>
              <p:nvPr/>
            </p:nvSpPr>
            <p:spPr>
              <a:xfrm>
                <a:off x="750176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5" name="object 240">
                <a:extLst>
                  <a:ext uri="{FF2B5EF4-FFF2-40B4-BE49-F238E27FC236}">
                    <a16:creationId xmlns:a16="http://schemas.microsoft.com/office/drawing/2014/main" id="{54BCD99A-7102-42FD-8213-D6F5477365C0}"/>
                  </a:ext>
                </a:extLst>
              </p:cNvPr>
              <p:cNvSpPr/>
              <p:nvPr/>
            </p:nvSpPr>
            <p:spPr>
              <a:xfrm>
                <a:off x="760693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6" name="object 241">
                <a:extLst>
                  <a:ext uri="{FF2B5EF4-FFF2-40B4-BE49-F238E27FC236}">
                    <a16:creationId xmlns:a16="http://schemas.microsoft.com/office/drawing/2014/main" id="{3EF61141-3DA9-4AB6-8244-6302AEE6FE6C}"/>
                  </a:ext>
                </a:extLst>
              </p:cNvPr>
              <p:cNvSpPr/>
              <p:nvPr/>
            </p:nvSpPr>
            <p:spPr>
              <a:xfrm>
                <a:off x="7606931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7" name="object 242">
                <a:extLst>
                  <a:ext uri="{FF2B5EF4-FFF2-40B4-BE49-F238E27FC236}">
                    <a16:creationId xmlns:a16="http://schemas.microsoft.com/office/drawing/2014/main" id="{238A1E6E-CC42-43FB-BAD7-CB00A828B2A6}"/>
                  </a:ext>
                </a:extLst>
              </p:cNvPr>
              <p:cNvSpPr/>
              <p:nvPr/>
            </p:nvSpPr>
            <p:spPr>
              <a:xfrm>
                <a:off x="771207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8" name="object 243">
                <a:extLst>
                  <a:ext uri="{FF2B5EF4-FFF2-40B4-BE49-F238E27FC236}">
                    <a16:creationId xmlns:a16="http://schemas.microsoft.com/office/drawing/2014/main" id="{6F42711A-7EC3-449F-A8B1-2D9EE15DC5E1}"/>
                  </a:ext>
                </a:extLst>
              </p:cNvPr>
              <p:cNvSpPr/>
              <p:nvPr/>
            </p:nvSpPr>
            <p:spPr>
              <a:xfrm>
                <a:off x="7712075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9" name="object 244">
                <a:extLst>
                  <a:ext uri="{FF2B5EF4-FFF2-40B4-BE49-F238E27FC236}">
                    <a16:creationId xmlns:a16="http://schemas.microsoft.com/office/drawing/2014/main" id="{69FB9D01-B8E8-49E4-97E2-B16C1A69189C}"/>
                  </a:ext>
                </a:extLst>
              </p:cNvPr>
              <p:cNvSpPr/>
              <p:nvPr/>
            </p:nvSpPr>
            <p:spPr>
              <a:xfrm>
                <a:off x="7817243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0" name="object 245">
                <a:extLst>
                  <a:ext uri="{FF2B5EF4-FFF2-40B4-BE49-F238E27FC236}">
                    <a16:creationId xmlns:a16="http://schemas.microsoft.com/office/drawing/2014/main" id="{8EAC3680-215D-4A8D-9674-F473CFEEB639}"/>
                  </a:ext>
                </a:extLst>
              </p:cNvPr>
              <p:cNvSpPr/>
              <p:nvPr/>
            </p:nvSpPr>
            <p:spPr>
              <a:xfrm>
                <a:off x="7923148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1" name="object 246">
                <a:extLst>
                  <a:ext uri="{FF2B5EF4-FFF2-40B4-BE49-F238E27FC236}">
                    <a16:creationId xmlns:a16="http://schemas.microsoft.com/office/drawing/2014/main" id="{9280F4DC-EEAF-419A-88FE-0D4A6444C69A}"/>
                  </a:ext>
                </a:extLst>
              </p:cNvPr>
              <p:cNvSpPr/>
              <p:nvPr/>
            </p:nvSpPr>
            <p:spPr>
              <a:xfrm>
                <a:off x="802831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2" name="object 247">
                <a:extLst>
                  <a:ext uri="{FF2B5EF4-FFF2-40B4-BE49-F238E27FC236}">
                    <a16:creationId xmlns:a16="http://schemas.microsoft.com/office/drawing/2014/main" id="{38F7980C-E6CA-4BB1-A047-B6C1BBD41FB2}"/>
                  </a:ext>
                </a:extLst>
              </p:cNvPr>
              <p:cNvSpPr/>
              <p:nvPr/>
            </p:nvSpPr>
            <p:spPr>
              <a:xfrm>
                <a:off x="813347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3" name="object 248">
                <a:extLst>
                  <a:ext uri="{FF2B5EF4-FFF2-40B4-BE49-F238E27FC236}">
                    <a16:creationId xmlns:a16="http://schemas.microsoft.com/office/drawing/2014/main" id="{78F687DC-1C85-40A8-990F-75C6CDBB9A59}"/>
                  </a:ext>
                </a:extLst>
              </p:cNvPr>
              <p:cNvSpPr/>
              <p:nvPr/>
            </p:nvSpPr>
            <p:spPr>
              <a:xfrm>
                <a:off x="8238629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4" name="object 249">
                <a:extLst>
                  <a:ext uri="{FF2B5EF4-FFF2-40B4-BE49-F238E27FC236}">
                    <a16:creationId xmlns:a16="http://schemas.microsoft.com/office/drawing/2014/main" id="{8E2C16E2-2CD3-4CE6-A5CF-51B243DB350B}"/>
                  </a:ext>
                </a:extLst>
              </p:cNvPr>
              <p:cNvSpPr/>
              <p:nvPr/>
            </p:nvSpPr>
            <p:spPr>
              <a:xfrm>
                <a:off x="8343773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5" name="object 250">
                <a:extLst>
                  <a:ext uri="{FF2B5EF4-FFF2-40B4-BE49-F238E27FC236}">
                    <a16:creationId xmlns:a16="http://schemas.microsoft.com/office/drawing/2014/main" id="{9F966DC1-EB5B-4452-8977-12E7CFBDD006}"/>
                  </a:ext>
                </a:extLst>
              </p:cNvPr>
              <p:cNvSpPr/>
              <p:nvPr/>
            </p:nvSpPr>
            <p:spPr>
              <a:xfrm>
                <a:off x="8448941" y="494233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6" name="object 251">
                <a:extLst>
                  <a:ext uri="{FF2B5EF4-FFF2-40B4-BE49-F238E27FC236}">
                    <a16:creationId xmlns:a16="http://schemas.microsoft.com/office/drawing/2014/main" id="{355C38C5-1BAD-4D85-B102-63BD5EE0B483}"/>
                  </a:ext>
                </a:extLst>
              </p:cNvPr>
              <p:cNvSpPr/>
              <p:nvPr/>
            </p:nvSpPr>
            <p:spPr>
              <a:xfrm>
                <a:off x="8554847" y="494233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7" name="object 252">
                <a:extLst>
                  <a:ext uri="{FF2B5EF4-FFF2-40B4-BE49-F238E27FC236}">
                    <a16:creationId xmlns:a16="http://schemas.microsoft.com/office/drawing/2014/main" id="{5147D2D3-59A5-4839-9D57-5B655B6BB253}"/>
                  </a:ext>
                </a:extLst>
              </p:cNvPr>
              <p:cNvSpPr/>
              <p:nvPr/>
            </p:nvSpPr>
            <p:spPr>
              <a:xfrm>
                <a:off x="602806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8" name="object 253">
                <a:extLst>
                  <a:ext uri="{FF2B5EF4-FFF2-40B4-BE49-F238E27FC236}">
                    <a16:creationId xmlns:a16="http://schemas.microsoft.com/office/drawing/2014/main" id="{50B3ADAD-3714-4A9C-A2F7-97FDB56E0E58}"/>
                  </a:ext>
                </a:extLst>
              </p:cNvPr>
              <p:cNvSpPr/>
              <p:nvPr/>
            </p:nvSpPr>
            <p:spPr>
              <a:xfrm>
                <a:off x="602806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9" name="object 254">
                <a:extLst>
                  <a:ext uri="{FF2B5EF4-FFF2-40B4-BE49-F238E27FC236}">
                    <a16:creationId xmlns:a16="http://schemas.microsoft.com/office/drawing/2014/main" id="{CBD8B896-FF28-4C03-8CA2-A51A6F386CF9}"/>
                  </a:ext>
                </a:extLst>
              </p:cNvPr>
              <p:cNvSpPr/>
              <p:nvPr/>
            </p:nvSpPr>
            <p:spPr>
              <a:xfrm>
                <a:off x="613322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0" name="object 255">
                <a:extLst>
                  <a:ext uri="{FF2B5EF4-FFF2-40B4-BE49-F238E27FC236}">
                    <a16:creationId xmlns:a16="http://schemas.microsoft.com/office/drawing/2014/main" id="{16B73D72-92F2-4C0F-B008-8EBD73984518}"/>
                  </a:ext>
                </a:extLst>
              </p:cNvPr>
              <p:cNvSpPr/>
              <p:nvPr/>
            </p:nvSpPr>
            <p:spPr>
              <a:xfrm>
                <a:off x="613322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1" name="object 256">
                <a:extLst>
                  <a:ext uri="{FF2B5EF4-FFF2-40B4-BE49-F238E27FC236}">
                    <a16:creationId xmlns:a16="http://schemas.microsoft.com/office/drawing/2014/main" id="{71EBE0FF-DA7A-40A1-8FB7-7E80A01207F2}"/>
                  </a:ext>
                </a:extLst>
              </p:cNvPr>
              <p:cNvSpPr/>
              <p:nvPr/>
            </p:nvSpPr>
            <p:spPr>
              <a:xfrm>
                <a:off x="623837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2" name="object 257">
                <a:extLst>
                  <a:ext uri="{FF2B5EF4-FFF2-40B4-BE49-F238E27FC236}">
                    <a16:creationId xmlns:a16="http://schemas.microsoft.com/office/drawing/2014/main" id="{CA47B033-373B-40B4-B44A-CB4B1BF85D07}"/>
                  </a:ext>
                </a:extLst>
              </p:cNvPr>
              <p:cNvSpPr/>
              <p:nvPr/>
            </p:nvSpPr>
            <p:spPr>
              <a:xfrm>
                <a:off x="623837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3" name="object 258">
                <a:extLst>
                  <a:ext uri="{FF2B5EF4-FFF2-40B4-BE49-F238E27FC236}">
                    <a16:creationId xmlns:a16="http://schemas.microsoft.com/office/drawing/2014/main" id="{676EFCE9-6CEF-4735-92B5-9DCBE9ADD0A5}"/>
                  </a:ext>
                </a:extLst>
              </p:cNvPr>
              <p:cNvSpPr/>
              <p:nvPr/>
            </p:nvSpPr>
            <p:spPr>
              <a:xfrm>
                <a:off x="634353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4" name="object 259">
                <a:extLst>
                  <a:ext uri="{FF2B5EF4-FFF2-40B4-BE49-F238E27FC236}">
                    <a16:creationId xmlns:a16="http://schemas.microsoft.com/office/drawing/2014/main" id="{8288CB23-5DDC-43E6-A666-8C0CFDD145A2}"/>
                  </a:ext>
                </a:extLst>
              </p:cNvPr>
              <p:cNvSpPr/>
              <p:nvPr/>
            </p:nvSpPr>
            <p:spPr>
              <a:xfrm>
                <a:off x="634353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5" name="object 260">
                <a:extLst>
                  <a:ext uri="{FF2B5EF4-FFF2-40B4-BE49-F238E27FC236}">
                    <a16:creationId xmlns:a16="http://schemas.microsoft.com/office/drawing/2014/main" id="{11A7D3CE-AF7F-4C23-AFA1-5F939C199DD6}"/>
                  </a:ext>
                </a:extLst>
              </p:cNvPr>
              <p:cNvSpPr/>
              <p:nvPr/>
            </p:nvSpPr>
            <p:spPr>
              <a:xfrm>
                <a:off x="644869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6" name="object 261">
                <a:extLst>
                  <a:ext uri="{FF2B5EF4-FFF2-40B4-BE49-F238E27FC236}">
                    <a16:creationId xmlns:a16="http://schemas.microsoft.com/office/drawing/2014/main" id="{B76A5E0D-4B7C-46E8-A3CF-0D21B62C53C2}"/>
                  </a:ext>
                </a:extLst>
              </p:cNvPr>
              <p:cNvSpPr/>
              <p:nvPr/>
            </p:nvSpPr>
            <p:spPr>
              <a:xfrm>
                <a:off x="644869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7" name="object 262">
                <a:extLst>
                  <a:ext uri="{FF2B5EF4-FFF2-40B4-BE49-F238E27FC236}">
                    <a16:creationId xmlns:a16="http://schemas.microsoft.com/office/drawing/2014/main" id="{37FD3007-F57F-4BF6-AE4C-A52B8CD5057E}"/>
                  </a:ext>
                </a:extLst>
              </p:cNvPr>
              <p:cNvSpPr/>
              <p:nvPr/>
            </p:nvSpPr>
            <p:spPr>
              <a:xfrm>
                <a:off x="655459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8" name="object 263">
                <a:extLst>
                  <a:ext uri="{FF2B5EF4-FFF2-40B4-BE49-F238E27FC236}">
                    <a16:creationId xmlns:a16="http://schemas.microsoft.com/office/drawing/2014/main" id="{7BCE5B7A-6F41-46AB-9061-770D9022D255}"/>
                  </a:ext>
                </a:extLst>
              </p:cNvPr>
              <p:cNvSpPr/>
              <p:nvPr/>
            </p:nvSpPr>
            <p:spPr>
              <a:xfrm>
                <a:off x="655459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9" name="object 264">
                <a:extLst>
                  <a:ext uri="{FF2B5EF4-FFF2-40B4-BE49-F238E27FC236}">
                    <a16:creationId xmlns:a16="http://schemas.microsoft.com/office/drawing/2014/main" id="{268EEF2C-D5DB-48C7-B633-68A7D9E076A7}"/>
                  </a:ext>
                </a:extLst>
              </p:cNvPr>
              <p:cNvSpPr/>
              <p:nvPr/>
            </p:nvSpPr>
            <p:spPr>
              <a:xfrm>
                <a:off x="665976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0" name="object 265">
                <a:extLst>
                  <a:ext uri="{FF2B5EF4-FFF2-40B4-BE49-F238E27FC236}">
                    <a16:creationId xmlns:a16="http://schemas.microsoft.com/office/drawing/2014/main" id="{61E890A9-00E1-4B8F-A913-06FC6AF73CB8}"/>
                  </a:ext>
                </a:extLst>
              </p:cNvPr>
              <p:cNvSpPr/>
              <p:nvPr/>
            </p:nvSpPr>
            <p:spPr>
              <a:xfrm>
                <a:off x="665976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1" name="object 266">
                <a:extLst>
                  <a:ext uri="{FF2B5EF4-FFF2-40B4-BE49-F238E27FC236}">
                    <a16:creationId xmlns:a16="http://schemas.microsoft.com/office/drawing/2014/main" id="{23C57C18-3FC5-4DAB-BBA8-E5659101B076}"/>
                  </a:ext>
                </a:extLst>
              </p:cNvPr>
              <p:cNvSpPr/>
              <p:nvPr/>
            </p:nvSpPr>
            <p:spPr>
              <a:xfrm>
                <a:off x="67649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2" name="object 267">
                <a:extLst>
                  <a:ext uri="{FF2B5EF4-FFF2-40B4-BE49-F238E27FC236}">
                    <a16:creationId xmlns:a16="http://schemas.microsoft.com/office/drawing/2014/main" id="{6AC25FAB-A997-4290-88AC-7D24B67DD646}"/>
                  </a:ext>
                </a:extLst>
              </p:cNvPr>
              <p:cNvSpPr/>
              <p:nvPr/>
            </p:nvSpPr>
            <p:spPr>
              <a:xfrm>
                <a:off x="67649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3" name="object 268">
                <a:extLst>
                  <a:ext uri="{FF2B5EF4-FFF2-40B4-BE49-F238E27FC236}">
                    <a16:creationId xmlns:a16="http://schemas.microsoft.com/office/drawing/2014/main" id="{3AC56E99-B606-412C-8D37-A8C3CE6352C8}"/>
                  </a:ext>
                </a:extLst>
              </p:cNvPr>
              <p:cNvSpPr/>
              <p:nvPr/>
            </p:nvSpPr>
            <p:spPr>
              <a:xfrm>
                <a:off x="68700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4" name="object 269">
                <a:extLst>
                  <a:ext uri="{FF2B5EF4-FFF2-40B4-BE49-F238E27FC236}">
                    <a16:creationId xmlns:a16="http://schemas.microsoft.com/office/drawing/2014/main" id="{CCCF119A-6674-4D73-A082-DC7FC97A92E4}"/>
                  </a:ext>
                </a:extLst>
              </p:cNvPr>
              <p:cNvSpPr/>
              <p:nvPr/>
            </p:nvSpPr>
            <p:spPr>
              <a:xfrm>
                <a:off x="68700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5" name="object 270">
                <a:extLst>
                  <a:ext uri="{FF2B5EF4-FFF2-40B4-BE49-F238E27FC236}">
                    <a16:creationId xmlns:a16="http://schemas.microsoft.com/office/drawing/2014/main" id="{D57C3199-EFCF-4FAA-A4F1-BAD5A378225A}"/>
                  </a:ext>
                </a:extLst>
              </p:cNvPr>
              <p:cNvSpPr/>
              <p:nvPr/>
            </p:nvSpPr>
            <p:spPr>
              <a:xfrm>
                <a:off x="69752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6" name="object 271">
                <a:extLst>
                  <a:ext uri="{FF2B5EF4-FFF2-40B4-BE49-F238E27FC236}">
                    <a16:creationId xmlns:a16="http://schemas.microsoft.com/office/drawing/2014/main" id="{D8A8F094-4C63-4180-B7B3-F1638532E259}"/>
                  </a:ext>
                </a:extLst>
              </p:cNvPr>
              <p:cNvSpPr/>
              <p:nvPr/>
            </p:nvSpPr>
            <p:spPr>
              <a:xfrm>
                <a:off x="697522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7" name="object 272">
                <a:extLst>
                  <a:ext uri="{FF2B5EF4-FFF2-40B4-BE49-F238E27FC236}">
                    <a16:creationId xmlns:a16="http://schemas.microsoft.com/office/drawing/2014/main" id="{468A1139-E006-4CEB-A3E9-1554F20D4517}"/>
                  </a:ext>
                </a:extLst>
              </p:cNvPr>
              <p:cNvSpPr/>
              <p:nvPr/>
            </p:nvSpPr>
            <p:spPr>
              <a:xfrm>
                <a:off x="70803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8" name="object 273">
                <a:extLst>
                  <a:ext uri="{FF2B5EF4-FFF2-40B4-BE49-F238E27FC236}">
                    <a16:creationId xmlns:a16="http://schemas.microsoft.com/office/drawing/2014/main" id="{F22AE2C0-E36A-4E0D-90E3-C90A80A3FB64}"/>
                  </a:ext>
                </a:extLst>
              </p:cNvPr>
              <p:cNvSpPr/>
              <p:nvPr/>
            </p:nvSpPr>
            <p:spPr>
              <a:xfrm>
                <a:off x="708037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9" name="object 274">
                <a:extLst>
                  <a:ext uri="{FF2B5EF4-FFF2-40B4-BE49-F238E27FC236}">
                    <a16:creationId xmlns:a16="http://schemas.microsoft.com/office/drawing/2014/main" id="{E1FCE7E1-8E89-49D7-B881-109B8126D263}"/>
                  </a:ext>
                </a:extLst>
              </p:cNvPr>
              <p:cNvSpPr/>
              <p:nvPr/>
            </p:nvSpPr>
            <p:spPr>
              <a:xfrm>
                <a:off x="7185545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0" name="object 275">
                <a:extLst>
                  <a:ext uri="{FF2B5EF4-FFF2-40B4-BE49-F238E27FC236}">
                    <a16:creationId xmlns:a16="http://schemas.microsoft.com/office/drawing/2014/main" id="{A4504763-12ED-4960-9A6C-96931E08EA98}"/>
                  </a:ext>
                </a:extLst>
              </p:cNvPr>
              <p:cNvSpPr/>
              <p:nvPr/>
            </p:nvSpPr>
            <p:spPr>
              <a:xfrm>
                <a:off x="7185545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1" name="object 276">
                <a:extLst>
                  <a:ext uri="{FF2B5EF4-FFF2-40B4-BE49-F238E27FC236}">
                    <a16:creationId xmlns:a16="http://schemas.microsoft.com/office/drawing/2014/main" id="{C44B1326-72EE-4D22-ABED-1C18C851AFA6}"/>
                  </a:ext>
                </a:extLst>
              </p:cNvPr>
              <p:cNvSpPr/>
              <p:nvPr/>
            </p:nvSpPr>
            <p:spPr>
              <a:xfrm>
                <a:off x="7291450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2" name="object 277">
                <a:extLst>
                  <a:ext uri="{FF2B5EF4-FFF2-40B4-BE49-F238E27FC236}">
                    <a16:creationId xmlns:a16="http://schemas.microsoft.com/office/drawing/2014/main" id="{4B1DA8B1-0972-4ABF-B81E-4744377E2326}"/>
                  </a:ext>
                </a:extLst>
              </p:cNvPr>
              <p:cNvSpPr/>
              <p:nvPr/>
            </p:nvSpPr>
            <p:spPr>
              <a:xfrm>
                <a:off x="7291450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3" name="object 278">
                <a:extLst>
                  <a:ext uri="{FF2B5EF4-FFF2-40B4-BE49-F238E27FC236}">
                    <a16:creationId xmlns:a16="http://schemas.microsoft.com/office/drawing/2014/main" id="{768F3270-94A1-419C-9224-7D20C992DE0F}"/>
                  </a:ext>
                </a:extLst>
              </p:cNvPr>
              <p:cNvSpPr/>
              <p:nvPr/>
            </p:nvSpPr>
            <p:spPr>
              <a:xfrm>
                <a:off x="739661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4" name="object 279">
                <a:extLst>
                  <a:ext uri="{FF2B5EF4-FFF2-40B4-BE49-F238E27FC236}">
                    <a16:creationId xmlns:a16="http://schemas.microsoft.com/office/drawing/2014/main" id="{1DC41574-BAF5-43FA-9AA3-FD7896D5E04C}"/>
                  </a:ext>
                </a:extLst>
              </p:cNvPr>
              <p:cNvSpPr/>
              <p:nvPr/>
            </p:nvSpPr>
            <p:spPr>
              <a:xfrm>
                <a:off x="739661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5" name="object 280">
                <a:extLst>
                  <a:ext uri="{FF2B5EF4-FFF2-40B4-BE49-F238E27FC236}">
                    <a16:creationId xmlns:a16="http://schemas.microsoft.com/office/drawing/2014/main" id="{D7C65970-25D1-473E-8DB9-198C92B11574}"/>
                  </a:ext>
                </a:extLst>
              </p:cNvPr>
              <p:cNvSpPr/>
              <p:nvPr/>
            </p:nvSpPr>
            <p:spPr>
              <a:xfrm>
                <a:off x="750176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6" name="object 281">
                <a:extLst>
                  <a:ext uri="{FF2B5EF4-FFF2-40B4-BE49-F238E27FC236}">
                    <a16:creationId xmlns:a16="http://schemas.microsoft.com/office/drawing/2014/main" id="{12D170F9-3B90-4A7B-B302-1408D6B86645}"/>
                  </a:ext>
                </a:extLst>
              </p:cNvPr>
              <p:cNvSpPr/>
              <p:nvPr/>
            </p:nvSpPr>
            <p:spPr>
              <a:xfrm>
                <a:off x="750176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7" name="object 282">
                <a:extLst>
                  <a:ext uri="{FF2B5EF4-FFF2-40B4-BE49-F238E27FC236}">
                    <a16:creationId xmlns:a16="http://schemas.microsoft.com/office/drawing/2014/main" id="{99CE3E36-CDD2-4B8D-B1F1-1B3324F4D8E6}"/>
                  </a:ext>
                </a:extLst>
              </p:cNvPr>
              <p:cNvSpPr/>
              <p:nvPr/>
            </p:nvSpPr>
            <p:spPr>
              <a:xfrm>
                <a:off x="760693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8" name="object 283">
                <a:extLst>
                  <a:ext uri="{FF2B5EF4-FFF2-40B4-BE49-F238E27FC236}">
                    <a16:creationId xmlns:a16="http://schemas.microsoft.com/office/drawing/2014/main" id="{E64C5591-F97B-4E56-88DA-00BDE2C57120}"/>
                  </a:ext>
                </a:extLst>
              </p:cNvPr>
              <p:cNvSpPr/>
              <p:nvPr/>
            </p:nvSpPr>
            <p:spPr>
              <a:xfrm>
                <a:off x="7606931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9" name="object 284">
                <a:extLst>
                  <a:ext uri="{FF2B5EF4-FFF2-40B4-BE49-F238E27FC236}">
                    <a16:creationId xmlns:a16="http://schemas.microsoft.com/office/drawing/2014/main" id="{8BDF3DE9-C504-450C-9B91-BA104201F86A}"/>
                  </a:ext>
                </a:extLst>
              </p:cNvPr>
              <p:cNvSpPr/>
              <p:nvPr/>
            </p:nvSpPr>
            <p:spPr>
              <a:xfrm>
                <a:off x="771207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0" name="object 285">
                <a:extLst>
                  <a:ext uri="{FF2B5EF4-FFF2-40B4-BE49-F238E27FC236}">
                    <a16:creationId xmlns:a16="http://schemas.microsoft.com/office/drawing/2014/main" id="{4999E165-F9B8-43CB-B135-28B1C18436FC}"/>
                  </a:ext>
                </a:extLst>
              </p:cNvPr>
              <p:cNvSpPr/>
              <p:nvPr/>
            </p:nvSpPr>
            <p:spPr>
              <a:xfrm>
                <a:off x="7712075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1" name="object 286">
                <a:extLst>
                  <a:ext uri="{FF2B5EF4-FFF2-40B4-BE49-F238E27FC236}">
                    <a16:creationId xmlns:a16="http://schemas.microsoft.com/office/drawing/2014/main" id="{6D6E0E9F-ECDE-4745-AD8E-7A37CD494EC0}"/>
                  </a:ext>
                </a:extLst>
              </p:cNvPr>
              <p:cNvSpPr/>
              <p:nvPr/>
            </p:nvSpPr>
            <p:spPr>
              <a:xfrm>
                <a:off x="7817243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2" name="object 287">
                <a:extLst>
                  <a:ext uri="{FF2B5EF4-FFF2-40B4-BE49-F238E27FC236}">
                    <a16:creationId xmlns:a16="http://schemas.microsoft.com/office/drawing/2014/main" id="{806CD039-2DBE-4118-AA36-452B464FDB60}"/>
                  </a:ext>
                </a:extLst>
              </p:cNvPr>
              <p:cNvSpPr/>
              <p:nvPr/>
            </p:nvSpPr>
            <p:spPr>
              <a:xfrm>
                <a:off x="7923148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3" name="object 288">
                <a:extLst>
                  <a:ext uri="{FF2B5EF4-FFF2-40B4-BE49-F238E27FC236}">
                    <a16:creationId xmlns:a16="http://schemas.microsoft.com/office/drawing/2014/main" id="{E379029E-862F-430A-9EC1-2036D51F8F4B}"/>
                  </a:ext>
                </a:extLst>
              </p:cNvPr>
              <p:cNvSpPr/>
              <p:nvPr/>
            </p:nvSpPr>
            <p:spPr>
              <a:xfrm>
                <a:off x="802831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4" name="object 289">
                <a:extLst>
                  <a:ext uri="{FF2B5EF4-FFF2-40B4-BE49-F238E27FC236}">
                    <a16:creationId xmlns:a16="http://schemas.microsoft.com/office/drawing/2014/main" id="{667087B2-15AF-4F68-918A-5E3DB127EE10}"/>
                  </a:ext>
                </a:extLst>
              </p:cNvPr>
              <p:cNvSpPr/>
              <p:nvPr/>
            </p:nvSpPr>
            <p:spPr>
              <a:xfrm>
                <a:off x="813347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5" name="object 290">
                <a:extLst>
                  <a:ext uri="{FF2B5EF4-FFF2-40B4-BE49-F238E27FC236}">
                    <a16:creationId xmlns:a16="http://schemas.microsoft.com/office/drawing/2014/main" id="{36D4F595-E6B5-4E1D-A334-5F13B8350F90}"/>
                  </a:ext>
                </a:extLst>
              </p:cNvPr>
              <p:cNvSpPr/>
              <p:nvPr/>
            </p:nvSpPr>
            <p:spPr>
              <a:xfrm>
                <a:off x="8238629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6" name="object 291">
                <a:extLst>
                  <a:ext uri="{FF2B5EF4-FFF2-40B4-BE49-F238E27FC236}">
                    <a16:creationId xmlns:a16="http://schemas.microsoft.com/office/drawing/2014/main" id="{DAFE8052-75FB-4A94-8043-82773F72753B}"/>
                  </a:ext>
                </a:extLst>
              </p:cNvPr>
              <p:cNvSpPr/>
              <p:nvPr/>
            </p:nvSpPr>
            <p:spPr>
              <a:xfrm>
                <a:off x="8343773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7" name="object 292">
                <a:extLst>
                  <a:ext uri="{FF2B5EF4-FFF2-40B4-BE49-F238E27FC236}">
                    <a16:creationId xmlns:a16="http://schemas.microsoft.com/office/drawing/2014/main" id="{7AFDD21C-7CC3-48C5-83AA-B3C7FCF126B8}"/>
                  </a:ext>
                </a:extLst>
              </p:cNvPr>
              <p:cNvSpPr/>
              <p:nvPr/>
            </p:nvSpPr>
            <p:spPr>
              <a:xfrm>
                <a:off x="8448941" y="5047487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918" y="105917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8" name="object 293">
                <a:extLst>
                  <a:ext uri="{FF2B5EF4-FFF2-40B4-BE49-F238E27FC236}">
                    <a16:creationId xmlns:a16="http://schemas.microsoft.com/office/drawing/2014/main" id="{8E4607C4-1925-4F56-AD05-E2A9456B5D70}"/>
                  </a:ext>
                </a:extLst>
              </p:cNvPr>
              <p:cNvSpPr/>
              <p:nvPr/>
            </p:nvSpPr>
            <p:spPr>
              <a:xfrm>
                <a:off x="8554847" y="5047487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7"/>
                    </a:lnTo>
                    <a:lnTo>
                      <a:pt x="105155" y="105917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9" name="object 294">
                <a:extLst>
                  <a:ext uri="{FF2B5EF4-FFF2-40B4-BE49-F238E27FC236}">
                    <a16:creationId xmlns:a16="http://schemas.microsoft.com/office/drawing/2014/main" id="{4B8C42CC-1749-4235-831E-58966383DFD9}"/>
                  </a:ext>
                </a:extLst>
              </p:cNvPr>
              <p:cNvSpPr/>
              <p:nvPr/>
            </p:nvSpPr>
            <p:spPr>
              <a:xfrm>
                <a:off x="602806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0" name="object 295">
                <a:extLst>
                  <a:ext uri="{FF2B5EF4-FFF2-40B4-BE49-F238E27FC236}">
                    <a16:creationId xmlns:a16="http://schemas.microsoft.com/office/drawing/2014/main" id="{C865933A-99C3-4CC8-B651-2AA19448A0A7}"/>
                  </a:ext>
                </a:extLst>
              </p:cNvPr>
              <p:cNvSpPr/>
              <p:nvPr/>
            </p:nvSpPr>
            <p:spPr>
              <a:xfrm>
                <a:off x="602806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1" name="object 296">
                <a:extLst>
                  <a:ext uri="{FF2B5EF4-FFF2-40B4-BE49-F238E27FC236}">
                    <a16:creationId xmlns:a16="http://schemas.microsoft.com/office/drawing/2014/main" id="{B9E81E7C-80E1-4362-B1E6-8C17BFBA55FB}"/>
                  </a:ext>
                </a:extLst>
              </p:cNvPr>
              <p:cNvSpPr/>
              <p:nvPr/>
            </p:nvSpPr>
            <p:spPr>
              <a:xfrm>
                <a:off x="613322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2" name="object 297">
                <a:extLst>
                  <a:ext uri="{FF2B5EF4-FFF2-40B4-BE49-F238E27FC236}">
                    <a16:creationId xmlns:a16="http://schemas.microsoft.com/office/drawing/2014/main" id="{74D984A6-C4D4-461D-A4C6-5B7185E35F45}"/>
                  </a:ext>
                </a:extLst>
              </p:cNvPr>
              <p:cNvSpPr/>
              <p:nvPr/>
            </p:nvSpPr>
            <p:spPr>
              <a:xfrm>
                <a:off x="613322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3" name="object 298">
                <a:extLst>
                  <a:ext uri="{FF2B5EF4-FFF2-40B4-BE49-F238E27FC236}">
                    <a16:creationId xmlns:a16="http://schemas.microsoft.com/office/drawing/2014/main" id="{82274410-5360-4718-A86A-5CFFFE4CE9ED}"/>
                  </a:ext>
                </a:extLst>
              </p:cNvPr>
              <p:cNvSpPr/>
              <p:nvPr/>
            </p:nvSpPr>
            <p:spPr>
              <a:xfrm>
                <a:off x="623837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4" name="object 299">
                <a:extLst>
                  <a:ext uri="{FF2B5EF4-FFF2-40B4-BE49-F238E27FC236}">
                    <a16:creationId xmlns:a16="http://schemas.microsoft.com/office/drawing/2014/main" id="{1D091F42-F477-409B-AFBB-76ECAEC22AC6}"/>
                  </a:ext>
                </a:extLst>
              </p:cNvPr>
              <p:cNvSpPr/>
              <p:nvPr/>
            </p:nvSpPr>
            <p:spPr>
              <a:xfrm>
                <a:off x="623837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5" name="object 300">
                <a:extLst>
                  <a:ext uri="{FF2B5EF4-FFF2-40B4-BE49-F238E27FC236}">
                    <a16:creationId xmlns:a16="http://schemas.microsoft.com/office/drawing/2014/main" id="{858F5810-8266-4036-877C-E23A9AA2EEE8}"/>
                  </a:ext>
                </a:extLst>
              </p:cNvPr>
              <p:cNvSpPr/>
              <p:nvPr/>
            </p:nvSpPr>
            <p:spPr>
              <a:xfrm>
                <a:off x="634353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6" name="object 301">
                <a:extLst>
                  <a:ext uri="{FF2B5EF4-FFF2-40B4-BE49-F238E27FC236}">
                    <a16:creationId xmlns:a16="http://schemas.microsoft.com/office/drawing/2014/main" id="{AA8455C1-CA99-44A4-B13C-FFC5174C2FE4}"/>
                  </a:ext>
                </a:extLst>
              </p:cNvPr>
              <p:cNvSpPr/>
              <p:nvPr/>
            </p:nvSpPr>
            <p:spPr>
              <a:xfrm>
                <a:off x="634353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7" name="object 302">
                <a:extLst>
                  <a:ext uri="{FF2B5EF4-FFF2-40B4-BE49-F238E27FC236}">
                    <a16:creationId xmlns:a16="http://schemas.microsoft.com/office/drawing/2014/main" id="{1E143A3C-3A4B-4B7D-92D0-E58ED44670EF}"/>
                  </a:ext>
                </a:extLst>
              </p:cNvPr>
              <p:cNvSpPr/>
              <p:nvPr/>
            </p:nvSpPr>
            <p:spPr>
              <a:xfrm>
                <a:off x="644869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8" name="object 303">
                <a:extLst>
                  <a:ext uri="{FF2B5EF4-FFF2-40B4-BE49-F238E27FC236}">
                    <a16:creationId xmlns:a16="http://schemas.microsoft.com/office/drawing/2014/main" id="{18937B38-F6D6-4246-9C49-4A3288905E7C}"/>
                  </a:ext>
                </a:extLst>
              </p:cNvPr>
              <p:cNvSpPr/>
              <p:nvPr/>
            </p:nvSpPr>
            <p:spPr>
              <a:xfrm>
                <a:off x="644869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9" name="object 304">
                <a:extLst>
                  <a:ext uri="{FF2B5EF4-FFF2-40B4-BE49-F238E27FC236}">
                    <a16:creationId xmlns:a16="http://schemas.microsoft.com/office/drawing/2014/main" id="{CCBA936D-FFDF-462E-BE9C-B4D36403C311}"/>
                  </a:ext>
                </a:extLst>
              </p:cNvPr>
              <p:cNvSpPr/>
              <p:nvPr/>
            </p:nvSpPr>
            <p:spPr>
              <a:xfrm>
                <a:off x="655459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0" name="object 305">
                <a:extLst>
                  <a:ext uri="{FF2B5EF4-FFF2-40B4-BE49-F238E27FC236}">
                    <a16:creationId xmlns:a16="http://schemas.microsoft.com/office/drawing/2014/main" id="{85D43032-C469-492C-8A04-DB01074ECEFB}"/>
                  </a:ext>
                </a:extLst>
              </p:cNvPr>
              <p:cNvSpPr/>
              <p:nvPr/>
            </p:nvSpPr>
            <p:spPr>
              <a:xfrm>
                <a:off x="655459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1" name="object 306">
                <a:extLst>
                  <a:ext uri="{FF2B5EF4-FFF2-40B4-BE49-F238E27FC236}">
                    <a16:creationId xmlns:a16="http://schemas.microsoft.com/office/drawing/2014/main" id="{4416004E-A86A-4185-A313-2DB29484B2F1}"/>
                  </a:ext>
                </a:extLst>
              </p:cNvPr>
              <p:cNvSpPr/>
              <p:nvPr/>
            </p:nvSpPr>
            <p:spPr>
              <a:xfrm>
                <a:off x="665976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2" name="object 307">
                <a:extLst>
                  <a:ext uri="{FF2B5EF4-FFF2-40B4-BE49-F238E27FC236}">
                    <a16:creationId xmlns:a16="http://schemas.microsoft.com/office/drawing/2014/main" id="{533C016A-ED25-4FFE-954D-035F96CA1D47}"/>
                  </a:ext>
                </a:extLst>
              </p:cNvPr>
              <p:cNvSpPr/>
              <p:nvPr/>
            </p:nvSpPr>
            <p:spPr>
              <a:xfrm>
                <a:off x="665976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3" name="object 308">
                <a:extLst>
                  <a:ext uri="{FF2B5EF4-FFF2-40B4-BE49-F238E27FC236}">
                    <a16:creationId xmlns:a16="http://schemas.microsoft.com/office/drawing/2014/main" id="{9413A0CB-A8CC-4482-91FE-BB78DCEF1BCA}"/>
                  </a:ext>
                </a:extLst>
              </p:cNvPr>
              <p:cNvSpPr/>
              <p:nvPr/>
            </p:nvSpPr>
            <p:spPr>
              <a:xfrm>
                <a:off x="67649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4" name="object 309">
                <a:extLst>
                  <a:ext uri="{FF2B5EF4-FFF2-40B4-BE49-F238E27FC236}">
                    <a16:creationId xmlns:a16="http://schemas.microsoft.com/office/drawing/2014/main" id="{39E6F1C8-99B3-47AD-8C67-B3F4F8F0EC40}"/>
                  </a:ext>
                </a:extLst>
              </p:cNvPr>
              <p:cNvSpPr/>
              <p:nvPr/>
            </p:nvSpPr>
            <p:spPr>
              <a:xfrm>
                <a:off x="67649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5" name="object 310">
                <a:extLst>
                  <a:ext uri="{FF2B5EF4-FFF2-40B4-BE49-F238E27FC236}">
                    <a16:creationId xmlns:a16="http://schemas.microsoft.com/office/drawing/2014/main" id="{AC524BF3-2CDC-4288-A960-4E7DE95B64A1}"/>
                  </a:ext>
                </a:extLst>
              </p:cNvPr>
              <p:cNvSpPr/>
              <p:nvPr/>
            </p:nvSpPr>
            <p:spPr>
              <a:xfrm>
                <a:off x="68700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6" name="object 311">
                <a:extLst>
                  <a:ext uri="{FF2B5EF4-FFF2-40B4-BE49-F238E27FC236}">
                    <a16:creationId xmlns:a16="http://schemas.microsoft.com/office/drawing/2014/main" id="{AC98979E-B7A2-4C1F-8F6E-DF61A1EED0A6}"/>
                  </a:ext>
                </a:extLst>
              </p:cNvPr>
              <p:cNvSpPr/>
              <p:nvPr/>
            </p:nvSpPr>
            <p:spPr>
              <a:xfrm>
                <a:off x="68700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7" name="object 312">
                <a:extLst>
                  <a:ext uri="{FF2B5EF4-FFF2-40B4-BE49-F238E27FC236}">
                    <a16:creationId xmlns:a16="http://schemas.microsoft.com/office/drawing/2014/main" id="{1438BBFE-4A35-4782-B0E3-8F76111F5F71}"/>
                  </a:ext>
                </a:extLst>
              </p:cNvPr>
              <p:cNvSpPr/>
              <p:nvPr/>
            </p:nvSpPr>
            <p:spPr>
              <a:xfrm>
                <a:off x="69752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8" name="object 313">
                <a:extLst>
                  <a:ext uri="{FF2B5EF4-FFF2-40B4-BE49-F238E27FC236}">
                    <a16:creationId xmlns:a16="http://schemas.microsoft.com/office/drawing/2014/main" id="{A29ECDC1-59E3-4D4D-921E-9C9DAAF00D52}"/>
                  </a:ext>
                </a:extLst>
              </p:cNvPr>
              <p:cNvSpPr/>
              <p:nvPr/>
            </p:nvSpPr>
            <p:spPr>
              <a:xfrm>
                <a:off x="697522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9" name="object 314">
                <a:extLst>
                  <a:ext uri="{FF2B5EF4-FFF2-40B4-BE49-F238E27FC236}">
                    <a16:creationId xmlns:a16="http://schemas.microsoft.com/office/drawing/2014/main" id="{46917B6D-09F9-43CF-A5D1-379B1F7BE3BB}"/>
                  </a:ext>
                </a:extLst>
              </p:cNvPr>
              <p:cNvSpPr/>
              <p:nvPr/>
            </p:nvSpPr>
            <p:spPr>
              <a:xfrm>
                <a:off x="70803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0" name="object 315">
                <a:extLst>
                  <a:ext uri="{FF2B5EF4-FFF2-40B4-BE49-F238E27FC236}">
                    <a16:creationId xmlns:a16="http://schemas.microsoft.com/office/drawing/2014/main" id="{538376CD-0BC8-4607-9921-B94E9D49788B}"/>
                  </a:ext>
                </a:extLst>
              </p:cNvPr>
              <p:cNvSpPr/>
              <p:nvPr/>
            </p:nvSpPr>
            <p:spPr>
              <a:xfrm>
                <a:off x="708037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1" name="object 316">
                <a:extLst>
                  <a:ext uri="{FF2B5EF4-FFF2-40B4-BE49-F238E27FC236}">
                    <a16:creationId xmlns:a16="http://schemas.microsoft.com/office/drawing/2014/main" id="{02916CC4-E597-42A7-B0D7-108AD2A4F046}"/>
                  </a:ext>
                </a:extLst>
              </p:cNvPr>
              <p:cNvSpPr/>
              <p:nvPr/>
            </p:nvSpPr>
            <p:spPr>
              <a:xfrm>
                <a:off x="7185545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2" name="object 317">
                <a:extLst>
                  <a:ext uri="{FF2B5EF4-FFF2-40B4-BE49-F238E27FC236}">
                    <a16:creationId xmlns:a16="http://schemas.microsoft.com/office/drawing/2014/main" id="{97F3AD2B-0142-47B0-9C9D-133F9A4ED32E}"/>
                  </a:ext>
                </a:extLst>
              </p:cNvPr>
              <p:cNvSpPr/>
              <p:nvPr/>
            </p:nvSpPr>
            <p:spPr>
              <a:xfrm>
                <a:off x="7185545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3" name="object 318">
                <a:extLst>
                  <a:ext uri="{FF2B5EF4-FFF2-40B4-BE49-F238E27FC236}">
                    <a16:creationId xmlns:a16="http://schemas.microsoft.com/office/drawing/2014/main" id="{ECA324C0-0BE9-471F-AA5B-98292EC316E2}"/>
                  </a:ext>
                </a:extLst>
              </p:cNvPr>
              <p:cNvSpPr/>
              <p:nvPr/>
            </p:nvSpPr>
            <p:spPr>
              <a:xfrm>
                <a:off x="7291450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4" name="object 319">
                <a:extLst>
                  <a:ext uri="{FF2B5EF4-FFF2-40B4-BE49-F238E27FC236}">
                    <a16:creationId xmlns:a16="http://schemas.microsoft.com/office/drawing/2014/main" id="{760CC23A-3BA6-408F-B75A-0DA7779D7C36}"/>
                  </a:ext>
                </a:extLst>
              </p:cNvPr>
              <p:cNvSpPr/>
              <p:nvPr/>
            </p:nvSpPr>
            <p:spPr>
              <a:xfrm>
                <a:off x="7291450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5" name="object 320">
                <a:extLst>
                  <a:ext uri="{FF2B5EF4-FFF2-40B4-BE49-F238E27FC236}">
                    <a16:creationId xmlns:a16="http://schemas.microsoft.com/office/drawing/2014/main" id="{FCBBD84F-36BD-4A72-B8C3-BFF332F33F1A}"/>
                  </a:ext>
                </a:extLst>
              </p:cNvPr>
              <p:cNvSpPr/>
              <p:nvPr/>
            </p:nvSpPr>
            <p:spPr>
              <a:xfrm>
                <a:off x="739661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6" name="object 321">
                <a:extLst>
                  <a:ext uri="{FF2B5EF4-FFF2-40B4-BE49-F238E27FC236}">
                    <a16:creationId xmlns:a16="http://schemas.microsoft.com/office/drawing/2014/main" id="{422E4919-E65B-4C53-BB89-8DFC07F2C319}"/>
                  </a:ext>
                </a:extLst>
              </p:cNvPr>
              <p:cNvSpPr/>
              <p:nvPr/>
            </p:nvSpPr>
            <p:spPr>
              <a:xfrm>
                <a:off x="739661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7" name="object 322">
                <a:extLst>
                  <a:ext uri="{FF2B5EF4-FFF2-40B4-BE49-F238E27FC236}">
                    <a16:creationId xmlns:a16="http://schemas.microsoft.com/office/drawing/2014/main" id="{62C3F711-439E-433F-B94F-C9770D6B7280}"/>
                  </a:ext>
                </a:extLst>
              </p:cNvPr>
              <p:cNvSpPr/>
              <p:nvPr/>
            </p:nvSpPr>
            <p:spPr>
              <a:xfrm>
                <a:off x="750176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8" name="object 323">
                <a:extLst>
                  <a:ext uri="{FF2B5EF4-FFF2-40B4-BE49-F238E27FC236}">
                    <a16:creationId xmlns:a16="http://schemas.microsoft.com/office/drawing/2014/main" id="{8F14B2A6-B29D-4CA5-8700-7E42FDB0A78B}"/>
                  </a:ext>
                </a:extLst>
              </p:cNvPr>
              <p:cNvSpPr/>
              <p:nvPr/>
            </p:nvSpPr>
            <p:spPr>
              <a:xfrm>
                <a:off x="750176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9" name="object 324">
                <a:extLst>
                  <a:ext uri="{FF2B5EF4-FFF2-40B4-BE49-F238E27FC236}">
                    <a16:creationId xmlns:a16="http://schemas.microsoft.com/office/drawing/2014/main" id="{EF5C0D68-E5CA-4CD1-A94D-E212DD38C4EF}"/>
                  </a:ext>
                </a:extLst>
              </p:cNvPr>
              <p:cNvSpPr/>
              <p:nvPr/>
            </p:nvSpPr>
            <p:spPr>
              <a:xfrm>
                <a:off x="760693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0" name="object 325">
                <a:extLst>
                  <a:ext uri="{FF2B5EF4-FFF2-40B4-BE49-F238E27FC236}">
                    <a16:creationId xmlns:a16="http://schemas.microsoft.com/office/drawing/2014/main" id="{C2FFBD49-9B92-4300-A635-5503857DE054}"/>
                  </a:ext>
                </a:extLst>
              </p:cNvPr>
              <p:cNvSpPr/>
              <p:nvPr/>
            </p:nvSpPr>
            <p:spPr>
              <a:xfrm>
                <a:off x="7606931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1" name="object 326">
                <a:extLst>
                  <a:ext uri="{FF2B5EF4-FFF2-40B4-BE49-F238E27FC236}">
                    <a16:creationId xmlns:a16="http://schemas.microsoft.com/office/drawing/2014/main" id="{55B23077-B85A-4C15-9AC2-643F23A203BF}"/>
                  </a:ext>
                </a:extLst>
              </p:cNvPr>
              <p:cNvSpPr/>
              <p:nvPr/>
            </p:nvSpPr>
            <p:spPr>
              <a:xfrm>
                <a:off x="771207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2" name="object 327">
                <a:extLst>
                  <a:ext uri="{FF2B5EF4-FFF2-40B4-BE49-F238E27FC236}">
                    <a16:creationId xmlns:a16="http://schemas.microsoft.com/office/drawing/2014/main" id="{501AAA60-C677-4A4E-A622-5352213AF9F6}"/>
                  </a:ext>
                </a:extLst>
              </p:cNvPr>
              <p:cNvSpPr/>
              <p:nvPr/>
            </p:nvSpPr>
            <p:spPr>
              <a:xfrm>
                <a:off x="7712075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3" name="object 328">
                <a:extLst>
                  <a:ext uri="{FF2B5EF4-FFF2-40B4-BE49-F238E27FC236}">
                    <a16:creationId xmlns:a16="http://schemas.microsoft.com/office/drawing/2014/main" id="{E895F15F-6C3E-422F-979C-69D0D9BCCEA3}"/>
                  </a:ext>
                </a:extLst>
              </p:cNvPr>
              <p:cNvSpPr/>
              <p:nvPr/>
            </p:nvSpPr>
            <p:spPr>
              <a:xfrm>
                <a:off x="7817243" y="5225795"/>
                <a:ext cx="106045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33020">
                    <a:moveTo>
                      <a:pt x="0" y="32765"/>
                    </a:moveTo>
                    <a:lnTo>
                      <a:pt x="105918" y="32765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4" name="object 329">
                <a:extLst>
                  <a:ext uri="{FF2B5EF4-FFF2-40B4-BE49-F238E27FC236}">
                    <a16:creationId xmlns:a16="http://schemas.microsoft.com/office/drawing/2014/main" id="{2329C5B6-9113-473E-976D-58EA160F79F6}"/>
                  </a:ext>
                </a:extLst>
              </p:cNvPr>
              <p:cNvSpPr/>
              <p:nvPr/>
            </p:nvSpPr>
            <p:spPr>
              <a:xfrm>
                <a:off x="7817243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5" name="object 330">
                <a:extLst>
                  <a:ext uri="{FF2B5EF4-FFF2-40B4-BE49-F238E27FC236}">
                    <a16:creationId xmlns:a16="http://schemas.microsoft.com/office/drawing/2014/main" id="{5C9979FC-1C81-4515-8AB1-0D47E9909F21}"/>
                  </a:ext>
                </a:extLst>
              </p:cNvPr>
              <p:cNvSpPr/>
              <p:nvPr/>
            </p:nvSpPr>
            <p:spPr>
              <a:xfrm>
                <a:off x="7923148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6" name="object 331">
                <a:extLst>
                  <a:ext uri="{FF2B5EF4-FFF2-40B4-BE49-F238E27FC236}">
                    <a16:creationId xmlns:a16="http://schemas.microsoft.com/office/drawing/2014/main" id="{3B508F88-251A-4B3C-AF80-6F82280E9CF2}"/>
                  </a:ext>
                </a:extLst>
              </p:cNvPr>
              <p:cNvSpPr/>
              <p:nvPr/>
            </p:nvSpPr>
            <p:spPr>
              <a:xfrm>
                <a:off x="7923148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7" name="object 332">
                <a:extLst>
                  <a:ext uri="{FF2B5EF4-FFF2-40B4-BE49-F238E27FC236}">
                    <a16:creationId xmlns:a16="http://schemas.microsoft.com/office/drawing/2014/main" id="{F9F037C9-BC49-4266-90BA-1896C59473B6}"/>
                  </a:ext>
                </a:extLst>
              </p:cNvPr>
              <p:cNvSpPr/>
              <p:nvPr/>
            </p:nvSpPr>
            <p:spPr>
              <a:xfrm>
                <a:off x="8028317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8" name="object 333">
                <a:extLst>
                  <a:ext uri="{FF2B5EF4-FFF2-40B4-BE49-F238E27FC236}">
                    <a16:creationId xmlns:a16="http://schemas.microsoft.com/office/drawing/2014/main" id="{E5E207A2-1320-451C-AB86-F3FEA67C11A8}"/>
                  </a:ext>
                </a:extLst>
              </p:cNvPr>
              <p:cNvSpPr/>
              <p:nvPr/>
            </p:nvSpPr>
            <p:spPr>
              <a:xfrm>
                <a:off x="802831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9" name="object 334">
                <a:extLst>
                  <a:ext uri="{FF2B5EF4-FFF2-40B4-BE49-F238E27FC236}">
                    <a16:creationId xmlns:a16="http://schemas.microsoft.com/office/drawing/2014/main" id="{3D44C907-FF19-47D0-ABF4-C87E0F1BEA85}"/>
                  </a:ext>
                </a:extLst>
              </p:cNvPr>
              <p:cNvSpPr/>
              <p:nvPr/>
            </p:nvSpPr>
            <p:spPr>
              <a:xfrm>
                <a:off x="8133473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0" name="object 335">
                <a:extLst>
                  <a:ext uri="{FF2B5EF4-FFF2-40B4-BE49-F238E27FC236}">
                    <a16:creationId xmlns:a16="http://schemas.microsoft.com/office/drawing/2014/main" id="{CCF94F8F-9C1E-4C11-92AD-211D8A850DD8}"/>
                  </a:ext>
                </a:extLst>
              </p:cNvPr>
              <p:cNvSpPr/>
              <p:nvPr/>
            </p:nvSpPr>
            <p:spPr>
              <a:xfrm>
                <a:off x="813347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1" name="object 336">
                <a:extLst>
                  <a:ext uri="{FF2B5EF4-FFF2-40B4-BE49-F238E27FC236}">
                    <a16:creationId xmlns:a16="http://schemas.microsoft.com/office/drawing/2014/main" id="{82F467EF-9A28-4A66-BD22-B34FEDD18F3D}"/>
                  </a:ext>
                </a:extLst>
              </p:cNvPr>
              <p:cNvSpPr/>
              <p:nvPr/>
            </p:nvSpPr>
            <p:spPr>
              <a:xfrm>
                <a:off x="8238629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2" name="object 337">
                <a:extLst>
                  <a:ext uri="{FF2B5EF4-FFF2-40B4-BE49-F238E27FC236}">
                    <a16:creationId xmlns:a16="http://schemas.microsoft.com/office/drawing/2014/main" id="{1C0F77D3-3DE1-4681-AD73-D62A24D44CF9}"/>
                  </a:ext>
                </a:extLst>
              </p:cNvPr>
              <p:cNvSpPr/>
              <p:nvPr/>
            </p:nvSpPr>
            <p:spPr>
              <a:xfrm>
                <a:off x="8238629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3" name="object 338">
                <a:extLst>
                  <a:ext uri="{FF2B5EF4-FFF2-40B4-BE49-F238E27FC236}">
                    <a16:creationId xmlns:a16="http://schemas.microsoft.com/office/drawing/2014/main" id="{6FA3AC3B-880D-4F61-BBDA-79DE8F9F698A}"/>
                  </a:ext>
                </a:extLst>
              </p:cNvPr>
              <p:cNvSpPr/>
              <p:nvPr/>
            </p:nvSpPr>
            <p:spPr>
              <a:xfrm>
                <a:off x="8343773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4" name="object 339">
                <a:extLst>
                  <a:ext uri="{FF2B5EF4-FFF2-40B4-BE49-F238E27FC236}">
                    <a16:creationId xmlns:a16="http://schemas.microsoft.com/office/drawing/2014/main" id="{C04E4440-37A2-4756-AA30-0483257E5AA5}"/>
                  </a:ext>
                </a:extLst>
              </p:cNvPr>
              <p:cNvSpPr/>
              <p:nvPr/>
            </p:nvSpPr>
            <p:spPr>
              <a:xfrm>
                <a:off x="8343773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5" name="object 340">
                <a:extLst>
                  <a:ext uri="{FF2B5EF4-FFF2-40B4-BE49-F238E27FC236}">
                    <a16:creationId xmlns:a16="http://schemas.microsoft.com/office/drawing/2014/main" id="{A1D06168-8551-4E34-8BA4-97C72A99F59A}"/>
                  </a:ext>
                </a:extLst>
              </p:cNvPr>
              <p:cNvSpPr/>
              <p:nvPr/>
            </p:nvSpPr>
            <p:spPr>
              <a:xfrm>
                <a:off x="8448941" y="5225795"/>
                <a:ext cx="106045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33020">
                    <a:moveTo>
                      <a:pt x="0" y="32765"/>
                    </a:moveTo>
                    <a:lnTo>
                      <a:pt x="105918" y="32765"/>
                    </a:lnTo>
                    <a:lnTo>
                      <a:pt x="105918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6" name="object 341">
                <a:extLst>
                  <a:ext uri="{FF2B5EF4-FFF2-40B4-BE49-F238E27FC236}">
                    <a16:creationId xmlns:a16="http://schemas.microsoft.com/office/drawing/2014/main" id="{251118C3-4647-43A3-8682-834A219A2E9F}"/>
                  </a:ext>
                </a:extLst>
              </p:cNvPr>
              <p:cNvSpPr/>
              <p:nvPr/>
            </p:nvSpPr>
            <p:spPr>
              <a:xfrm>
                <a:off x="8448941" y="515340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7" name="object 342">
                <a:extLst>
                  <a:ext uri="{FF2B5EF4-FFF2-40B4-BE49-F238E27FC236}">
                    <a16:creationId xmlns:a16="http://schemas.microsoft.com/office/drawing/2014/main" id="{72E69BA0-D7D3-4FFF-858A-D03F99E0433F}"/>
                  </a:ext>
                </a:extLst>
              </p:cNvPr>
              <p:cNvSpPr/>
              <p:nvPr/>
            </p:nvSpPr>
            <p:spPr>
              <a:xfrm>
                <a:off x="8554847" y="5225795"/>
                <a:ext cx="10541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33020">
                    <a:moveTo>
                      <a:pt x="0" y="32765"/>
                    </a:moveTo>
                    <a:lnTo>
                      <a:pt x="105155" y="32765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327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8" name="object 343">
                <a:extLst>
                  <a:ext uri="{FF2B5EF4-FFF2-40B4-BE49-F238E27FC236}">
                    <a16:creationId xmlns:a16="http://schemas.microsoft.com/office/drawing/2014/main" id="{36510E1A-5ED8-4DC0-B86A-8FD715397F47}"/>
                  </a:ext>
                </a:extLst>
              </p:cNvPr>
              <p:cNvSpPr/>
              <p:nvPr/>
            </p:nvSpPr>
            <p:spPr>
              <a:xfrm>
                <a:off x="8554847" y="515340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9" name="object 344">
                <a:extLst>
                  <a:ext uri="{FF2B5EF4-FFF2-40B4-BE49-F238E27FC236}">
                    <a16:creationId xmlns:a16="http://schemas.microsoft.com/office/drawing/2014/main" id="{339CB778-CB0D-43AE-AD42-AA64A8437CCC}"/>
                  </a:ext>
                </a:extLst>
              </p:cNvPr>
              <p:cNvSpPr/>
              <p:nvPr/>
            </p:nvSpPr>
            <p:spPr>
              <a:xfrm>
                <a:off x="602806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0" name="object 345">
                <a:extLst>
                  <a:ext uri="{FF2B5EF4-FFF2-40B4-BE49-F238E27FC236}">
                    <a16:creationId xmlns:a16="http://schemas.microsoft.com/office/drawing/2014/main" id="{CA8D8495-F11B-4C4C-BD87-49E47B6DF1C3}"/>
                  </a:ext>
                </a:extLst>
              </p:cNvPr>
              <p:cNvSpPr/>
              <p:nvPr/>
            </p:nvSpPr>
            <p:spPr>
              <a:xfrm>
                <a:off x="602806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1" name="object 346">
                <a:extLst>
                  <a:ext uri="{FF2B5EF4-FFF2-40B4-BE49-F238E27FC236}">
                    <a16:creationId xmlns:a16="http://schemas.microsoft.com/office/drawing/2014/main" id="{3311F2BB-7458-453D-858F-3380E742EA00}"/>
                  </a:ext>
                </a:extLst>
              </p:cNvPr>
              <p:cNvSpPr/>
              <p:nvPr/>
            </p:nvSpPr>
            <p:spPr>
              <a:xfrm>
                <a:off x="613322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2" name="object 347">
                <a:extLst>
                  <a:ext uri="{FF2B5EF4-FFF2-40B4-BE49-F238E27FC236}">
                    <a16:creationId xmlns:a16="http://schemas.microsoft.com/office/drawing/2014/main" id="{BC6C2224-17FF-4123-A1EA-3AD3C8F980B2}"/>
                  </a:ext>
                </a:extLst>
              </p:cNvPr>
              <p:cNvSpPr/>
              <p:nvPr/>
            </p:nvSpPr>
            <p:spPr>
              <a:xfrm>
                <a:off x="613322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3" name="object 348">
                <a:extLst>
                  <a:ext uri="{FF2B5EF4-FFF2-40B4-BE49-F238E27FC236}">
                    <a16:creationId xmlns:a16="http://schemas.microsoft.com/office/drawing/2014/main" id="{F10FCD64-4E1E-4E07-88BD-F5BA71B92792}"/>
                  </a:ext>
                </a:extLst>
              </p:cNvPr>
              <p:cNvSpPr/>
              <p:nvPr/>
            </p:nvSpPr>
            <p:spPr>
              <a:xfrm>
                <a:off x="623837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4" name="object 349">
                <a:extLst>
                  <a:ext uri="{FF2B5EF4-FFF2-40B4-BE49-F238E27FC236}">
                    <a16:creationId xmlns:a16="http://schemas.microsoft.com/office/drawing/2014/main" id="{AE653BC5-4822-400C-A0B1-405CCFD6F9E4}"/>
                  </a:ext>
                </a:extLst>
              </p:cNvPr>
              <p:cNvSpPr/>
              <p:nvPr/>
            </p:nvSpPr>
            <p:spPr>
              <a:xfrm>
                <a:off x="623837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5" name="object 350">
                <a:extLst>
                  <a:ext uri="{FF2B5EF4-FFF2-40B4-BE49-F238E27FC236}">
                    <a16:creationId xmlns:a16="http://schemas.microsoft.com/office/drawing/2014/main" id="{091A3D74-8488-4098-A501-E5DB045EFA5B}"/>
                  </a:ext>
                </a:extLst>
              </p:cNvPr>
              <p:cNvSpPr/>
              <p:nvPr/>
            </p:nvSpPr>
            <p:spPr>
              <a:xfrm>
                <a:off x="634353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6" name="object 351">
                <a:extLst>
                  <a:ext uri="{FF2B5EF4-FFF2-40B4-BE49-F238E27FC236}">
                    <a16:creationId xmlns:a16="http://schemas.microsoft.com/office/drawing/2014/main" id="{171931F6-37E6-4975-85C5-5B9E342959FA}"/>
                  </a:ext>
                </a:extLst>
              </p:cNvPr>
              <p:cNvSpPr/>
              <p:nvPr/>
            </p:nvSpPr>
            <p:spPr>
              <a:xfrm>
                <a:off x="634353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7" name="object 352">
                <a:extLst>
                  <a:ext uri="{FF2B5EF4-FFF2-40B4-BE49-F238E27FC236}">
                    <a16:creationId xmlns:a16="http://schemas.microsoft.com/office/drawing/2014/main" id="{1E0E400F-92B4-49C3-8AC9-6A1BDBDC41BD}"/>
                  </a:ext>
                </a:extLst>
              </p:cNvPr>
              <p:cNvSpPr/>
              <p:nvPr/>
            </p:nvSpPr>
            <p:spPr>
              <a:xfrm>
                <a:off x="644869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8" name="object 353">
                <a:extLst>
                  <a:ext uri="{FF2B5EF4-FFF2-40B4-BE49-F238E27FC236}">
                    <a16:creationId xmlns:a16="http://schemas.microsoft.com/office/drawing/2014/main" id="{6A98CBDD-2E1E-46C1-B554-5F0F333504C7}"/>
                  </a:ext>
                </a:extLst>
              </p:cNvPr>
              <p:cNvSpPr/>
              <p:nvPr/>
            </p:nvSpPr>
            <p:spPr>
              <a:xfrm>
                <a:off x="644869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9" name="object 354">
                <a:extLst>
                  <a:ext uri="{FF2B5EF4-FFF2-40B4-BE49-F238E27FC236}">
                    <a16:creationId xmlns:a16="http://schemas.microsoft.com/office/drawing/2014/main" id="{E5246081-5477-4994-9E04-6C68CA5C5439}"/>
                  </a:ext>
                </a:extLst>
              </p:cNvPr>
              <p:cNvSpPr/>
              <p:nvPr/>
            </p:nvSpPr>
            <p:spPr>
              <a:xfrm>
                <a:off x="655459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0" name="object 355">
                <a:extLst>
                  <a:ext uri="{FF2B5EF4-FFF2-40B4-BE49-F238E27FC236}">
                    <a16:creationId xmlns:a16="http://schemas.microsoft.com/office/drawing/2014/main" id="{DD512F5E-22AE-4751-AA4E-25F39B2DB56A}"/>
                  </a:ext>
                </a:extLst>
              </p:cNvPr>
              <p:cNvSpPr/>
              <p:nvPr/>
            </p:nvSpPr>
            <p:spPr>
              <a:xfrm>
                <a:off x="655459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1" name="object 356">
                <a:extLst>
                  <a:ext uri="{FF2B5EF4-FFF2-40B4-BE49-F238E27FC236}">
                    <a16:creationId xmlns:a16="http://schemas.microsoft.com/office/drawing/2014/main" id="{C756990F-66AF-4BFF-85AB-3F5DF251BED1}"/>
                  </a:ext>
                </a:extLst>
              </p:cNvPr>
              <p:cNvSpPr/>
              <p:nvPr/>
            </p:nvSpPr>
            <p:spPr>
              <a:xfrm>
                <a:off x="665976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2" name="object 357">
                <a:extLst>
                  <a:ext uri="{FF2B5EF4-FFF2-40B4-BE49-F238E27FC236}">
                    <a16:creationId xmlns:a16="http://schemas.microsoft.com/office/drawing/2014/main" id="{9C2B66B5-7C6D-496A-8389-8885E95B76A7}"/>
                  </a:ext>
                </a:extLst>
              </p:cNvPr>
              <p:cNvSpPr/>
              <p:nvPr/>
            </p:nvSpPr>
            <p:spPr>
              <a:xfrm>
                <a:off x="665976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3" name="object 358">
                <a:extLst>
                  <a:ext uri="{FF2B5EF4-FFF2-40B4-BE49-F238E27FC236}">
                    <a16:creationId xmlns:a16="http://schemas.microsoft.com/office/drawing/2014/main" id="{2F44CF86-0AD1-4571-ABD0-E991D3D5490B}"/>
                  </a:ext>
                </a:extLst>
              </p:cNvPr>
              <p:cNvSpPr/>
              <p:nvPr/>
            </p:nvSpPr>
            <p:spPr>
              <a:xfrm>
                <a:off x="67649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4" name="object 359">
                <a:extLst>
                  <a:ext uri="{FF2B5EF4-FFF2-40B4-BE49-F238E27FC236}">
                    <a16:creationId xmlns:a16="http://schemas.microsoft.com/office/drawing/2014/main" id="{80911CB5-D39F-4D4A-AF0F-2B6736DC078E}"/>
                  </a:ext>
                </a:extLst>
              </p:cNvPr>
              <p:cNvSpPr/>
              <p:nvPr/>
            </p:nvSpPr>
            <p:spPr>
              <a:xfrm>
                <a:off x="67649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5" name="object 360">
                <a:extLst>
                  <a:ext uri="{FF2B5EF4-FFF2-40B4-BE49-F238E27FC236}">
                    <a16:creationId xmlns:a16="http://schemas.microsoft.com/office/drawing/2014/main" id="{FC86EC78-9805-4850-B4D9-676398D880B9}"/>
                  </a:ext>
                </a:extLst>
              </p:cNvPr>
              <p:cNvSpPr/>
              <p:nvPr/>
            </p:nvSpPr>
            <p:spPr>
              <a:xfrm>
                <a:off x="68700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6" name="object 361">
                <a:extLst>
                  <a:ext uri="{FF2B5EF4-FFF2-40B4-BE49-F238E27FC236}">
                    <a16:creationId xmlns:a16="http://schemas.microsoft.com/office/drawing/2014/main" id="{9C4AD486-A072-47AB-8EE7-4E7B7C9A62AA}"/>
                  </a:ext>
                </a:extLst>
              </p:cNvPr>
              <p:cNvSpPr/>
              <p:nvPr/>
            </p:nvSpPr>
            <p:spPr>
              <a:xfrm>
                <a:off x="68700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7" name="object 362">
                <a:extLst>
                  <a:ext uri="{FF2B5EF4-FFF2-40B4-BE49-F238E27FC236}">
                    <a16:creationId xmlns:a16="http://schemas.microsoft.com/office/drawing/2014/main" id="{A3F0D118-0843-4147-B774-E0FDEB6E002A}"/>
                  </a:ext>
                </a:extLst>
              </p:cNvPr>
              <p:cNvSpPr/>
              <p:nvPr/>
            </p:nvSpPr>
            <p:spPr>
              <a:xfrm>
                <a:off x="69752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8" name="object 363">
                <a:extLst>
                  <a:ext uri="{FF2B5EF4-FFF2-40B4-BE49-F238E27FC236}">
                    <a16:creationId xmlns:a16="http://schemas.microsoft.com/office/drawing/2014/main" id="{8517D1E8-85DB-4CFC-8DEB-4FBB28585AC7}"/>
                  </a:ext>
                </a:extLst>
              </p:cNvPr>
              <p:cNvSpPr/>
              <p:nvPr/>
            </p:nvSpPr>
            <p:spPr>
              <a:xfrm>
                <a:off x="697522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9" name="object 364">
                <a:extLst>
                  <a:ext uri="{FF2B5EF4-FFF2-40B4-BE49-F238E27FC236}">
                    <a16:creationId xmlns:a16="http://schemas.microsoft.com/office/drawing/2014/main" id="{66AB1874-D173-48A3-9F10-CDF12773E6DF}"/>
                  </a:ext>
                </a:extLst>
              </p:cNvPr>
              <p:cNvSpPr/>
              <p:nvPr/>
            </p:nvSpPr>
            <p:spPr>
              <a:xfrm>
                <a:off x="70803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0" name="object 365">
                <a:extLst>
                  <a:ext uri="{FF2B5EF4-FFF2-40B4-BE49-F238E27FC236}">
                    <a16:creationId xmlns:a16="http://schemas.microsoft.com/office/drawing/2014/main" id="{3C8E22F7-2547-40A2-AA43-CB53A48A1729}"/>
                  </a:ext>
                </a:extLst>
              </p:cNvPr>
              <p:cNvSpPr/>
              <p:nvPr/>
            </p:nvSpPr>
            <p:spPr>
              <a:xfrm>
                <a:off x="708037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1" name="object 366">
                <a:extLst>
                  <a:ext uri="{FF2B5EF4-FFF2-40B4-BE49-F238E27FC236}">
                    <a16:creationId xmlns:a16="http://schemas.microsoft.com/office/drawing/2014/main" id="{E55FF70A-BEE8-41DC-9793-7BFCE5CDB5EA}"/>
                  </a:ext>
                </a:extLst>
              </p:cNvPr>
              <p:cNvSpPr/>
              <p:nvPr/>
            </p:nvSpPr>
            <p:spPr>
              <a:xfrm>
                <a:off x="7185545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2" name="object 367">
                <a:extLst>
                  <a:ext uri="{FF2B5EF4-FFF2-40B4-BE49-F238E27FC236}">
                    <a16:creationId xmlns:a16="http://schemas.microsoft.com/office/drawing/2014/main" id="{9FB25CA8-CAB3-4C6A-BFB5-0E3AC75C65FB}"/>
                  </a:ext>
                </a:extLst>
              </p:cNvPr>
              <p:cNvSpPr/>
              <p:nvPr/>
            </p:nvSpPr>
            <p:spPr>
              <a:xfrm>
                <a:off x="7185545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3" name="object 368">
                <a:extLst>
                  <a:ext uri="{FF2B5EF4-FFF2-40B4-BE49-F238E27FC236}">
                    <a16:creationId xmlns:a16="http://schemas.microsoft.com/office/drawing/2014/main" id="{99A9223A-4C2B-4084-AC67-5EF7DB4B65FD}"/>
                  </a:ext>
                </a:extLst>
              </p:cNvPr>
              <p:cNvSpPr/>
              <p:nvPr/>
            </p:nvSpPr>
            <p:spPr>
              <a:xfrm>
                <a:off x="7291450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4" name="object 369">
                <a:extLst>
                  <a:ext uri="{FF2B5EF4-FFF2-40B4-BE49-F238E27FC236}">
                    <a16:creationId xmlns:a16="http://schemas.microsoft.com/office/drawing/2014/main" id="{1D10CADD-D03B-4ADD-B515-30C980D152FF}"/>
                  </a:ext>
                </a:extLst>
              </p:cNvPr>
              <p:cNvSpPr/>
              <p:nvPr/>
            </p:nvSpPr>
            <p:spPr>
              <a:xfrm>
                <a:off x="7291450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5" name="object 370">
                <a:extLst>
                  <a:ext uri="{FF2B5EF4-FFF2-40B4-BE49-F238E27FC236}">
                    <a16:creationId xmlns:a16="http://schemas.microsoft.com/office/drawing/2014/main" id="{217D53DD-2CFC-4C50-8772-F6D8ABD04172}"/>
                  </a:ext>
                </a:extLst>
              </p:cNvPr>
              <p:cNvSpPr/>
              <p:nvPr/>
            </p:nvSpPr>
            <p:spPr>
              <a:xfrm>
                <a:off x="739661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6" name="object 371">
                <a:extLst>
                  <a:ext uri="{FF2B5EF4-FFF2-40B4-BE49-F238E27FC236}">
                    <a16:creationId xmlns:a16="http://schemas.microsoft.com/office/drawing/2014/main" id="{C1C5D31A-F4ED-4E87-B1CA-188AC7898A25}"/>
                  </a:ext>
                </a:extLst>
              </p:cNvPr>
              <p:cNvSpPr/>
              <p:nvPr/>
            </p:nvSpPr>
            <p:spPr>
              <a:xfrm>
                <a:off x="739661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7" name="object 372">
                <a:extLst>
                  <a:ext uri="{FF2B5EF4-FFF2-40B4-BE49-F238E27FC236}">
                    <a16:creationId xmlns:a16="http://schemas.microsoft.com/office/drawing/2014/main" id="{A262E8C6-01D0-4FA2-892E-C5775EE6AD3B}"/>
                  </a:ext>
                </a:extLst>
              </p:cNvPr>
              <p:cNvSpPr/>
              <p:nvPr/>
            </p:nvSpPr>
            <p:spPr>
              <a:xfrm>
                <a:off x="750176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8" name="object 373">
                <a:extLst>
                  <a:ext uri="{FF2B5EF4-FFF2-40B4-BE49-F238E27FC236}">
                    <a16:creationId xmlns:a16="http://schemas.microsoft.com/office/drawing/2014/main" id="{61C35A6B-E3B8-4879-BFBA-B3D20BA4D8F7}"/>
                  </a:ext>
                </a:extLst>
              </p:cNvPr>
              <p:cNvSpPr/>
              <p:nvPr/>
            </p:nvSpPr>
            <p:spPr>
              <a:xfrm>
                <a:off x="750176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9" name="object 374">
                <a:extLst>
                  <a:ext uri="{FF2B5EF4-FFF2-40B4-BE49-F238E27FC236}">
                    <a16:creationId xmlns:a16="http://schemas.microsoft.com/office/drawing/2014/main" id="{D8DA2E75-1D94-4773-98C2-B6A63FAB7AC4}"/>
                  </a:ext>
                </a:extLst>
              </p:cNvPr>
              <p:cNvSpPr/>
              <p:nvPr/>
            </p:nvSpPr>
            <p:spPr>
              <a:xfrm>
                <a:off x="760693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0" name="object 375">
                <a:extLst>
                  <a:ext uri="{FF2B5EF4-FFF2-40B4-BE49-F238E27FC236}">
                    <a16:creationId xmlns:a16="http://schemas.microsoft.com/office/drawing/2014/main" id="{3BB960D2-CF05-42AB-A9C1-7F707B5E4C01}"/>
                  </a:ext>
                </a:extLst>
              </p:cNvPr>
              <p:cNvSpPr/>
              <p:nvPr/>
            </p:nvSpPr>
            <p:spPr>
              <a:xfrm>
                <a:off x="7606931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1" name="object 376">
                <a:extLst>
                  <a:ext uri="{FF2B5EF4-FFF2-40B4-BE49-F238E27FC236}">
                    <a16:creationId xmlns:a16="http://schemas.microsoft.com/office/drawing/2014/main" id="{77DE4E6F-9967-46A2-9F2D-CF4D6D4F30F0}"/>
                  </a:ext>
                </a:extLst>
              </p:cNvPr>
              <p:cNvSpPr/>
              <p:nvPr/>
            </p:nvSpPr>
            <p:spPr>
              <a:xfrm>
                <a:off x="771207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2" name="object 377">
                <a:extLst>
                  <a:ext uri="{FF2B5EF4-FFF2-40B4-BE49-F238E27FC236}">
                    <a16:creationId xmlns:a16="http://schemas.microsoft.com/office/drawing/2014/main" id="{63FD970F-4D56-4FFB-8A7B-390A570BFA55}"/>
                  </a:ext>
                </a:extLst>
              </p:cNvPr>
              <p:cNvSpPr/>
              <p:nvPr/>
            </p:nvSpPr>
            <p:spPr>
              <a:xfrm>
                <a:off x="7712075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3" name="object 378">
                <a:extLst>
                  <a:ext uri="{FF2B5EF4-FFF2-40B4-BE49-F238E27FC236}">
                    <a16:creationId xmlns:a16="http://schemas.microsoft.com/office/drawing/2014/main" id="{F65E93EC-D6E7-4605-951B-96B9114567FA}"/>
                  </a:ext>
                </a:extLst>
              </p:cNvPr>
              <p:cNvSpPr/>
              <p:nvPr/>
            </p:nvSpPr>
            <p:spPr>
              <a:xfrm>
                <a:off x="7817243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4" name="object 379">
                <a:extLst>
                  <a:ext uri="{FF2B5EF4-FFF2-40B4-BE49-F238E27FC236}">
                    <a16:creationId xmlns:a16="http://schemas.microsoft.com/office/drawing/2014/main" id="{64152FFC-FC25-443F-BC32-DCE24DC8CA9A}"/>
                  </a:ext>
                </a:extLst>
              </p:cNvPr>
              <p:cNvSpPr/>
              <p:nvPr/>
            </p:nvSpPr>
            <p:spPr>
              <a:xfrm>
                <a:off x="7817243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5" name="object 380">
                <a:extLst>
                  <a:ext uri="{FF2B5EF4-FFF2-40B4-BE49-F238E27FC236}">
                    <a16:creationId xmlns:a16="http://schemas.microsoft.com/office/drawing/2014/main" id="{D9E15D8B-62AC-4778-9A79-11B29F06912F}"/>
                  </a:ext>
                </a:extLst>
              </p:cNvPr>
              <p:cNvSpPr/>
              <p:nvPr/>
            </p:nvSpPr>
            <p:spPr>
              <a:xfrm>
                <a:off x="7923148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6" name="object 381">
                <a:extLst>
                  <a:ext uri="{FF2B5EF4-FFF2-40B4-BE49-F238E27FC236}">
                    <a16:creationId xmlns:a16="http://schemas.microsoft.com/office/drawing/2014/main" id="{3A510374-A686-4BE2-A020-E8511D591445}"/>
                  </a:ext>
                </a:extLst>
              </p:cNvPr>
              <p:cNvSpPr/>
              <p:nvPr/>
            </p:nvSpPr>
            <p:spPr>
              <a:xfrm>
                <a:off x="7923148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7" name="object 382">
                <a:extLst>
                  <a:ext uri="{FF2B5EF4-FFF2-40B4-BE49-F238E27FC236}">
                    <a16:creationId xmlns:a16="http://schemas.microsoft.com/office/drawing/2014/main" id="{983BB80F-8EEC-4E40-8683-0BFE5BDEC785}"/>
                  </a:ext>
                </a:extLst>
              </p:cNvPr>
              <p:cNvSpPr/>
              <p:nvPr/>
            </p:nvSpPr>
            <p:spPr>
              <a:xfrm>
                <a:off x="802831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8" name="object 383">
                <a:extLst>
                  <a:ext uri="{FF2B5EF4-FFF2-40B4-BE49-F238E27FC236}">
                    <a16:creationId xmlns:a16="http://schemas.microsoft.com/office/drawing/2014/main" id="{00EF1D77-A650-4A4A-B1A8-1E278101C4C8}"/>
                  </a:ext>
                </a:extLst>
              </p:cNvPr>
              <p:cNvSpPr/>
              <p:nvPr/>
            </p:nvSpPr>
            <p:spPr>
              <a:xfrm>
                <a:off x="802831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9" name="object 384">
                <a:extLst>
                  <a:ext uri="{FF2B5EF4-FFF2-40B4-BE49-F238E27FC236}">
                    <a16:creationId xmlns:a16="http://schemas.microsoft.com/office/drawing/2014/main" id="{B8443CD6-A6D0-4E1D-9451-71667867625F}"/>
                  </a:ext>
                </a:extLst>
              </p:cNvPr>
              <p:cNvSpPr/>
              <p:nvPr/>
            </p:nvSpPr>
            <p:spPr>
              <a:xfrm>
                <a:off x="81334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0" name="object 385">
                <a:extLst>
                  <a:ext uri="{FF2B5EF4-FFF2-40B4-BE49-F238E27FC236}">
                    <a16:creationId xmlns:a16="http://schemas.microsoft.com/office/drawing/2014/main" id="{8F617BCF-3A2A-48C9-ADAD-AACC2D9A7134}"/>
                  </a:ext>
                </a:extLst>
              </p:cNvPr>
              <p:cNvSpPr/>
              <p:nvPr/>
            </p:nvSpPr>
            <p:spPr>
              <a:xfrm>
                <a:off x="81334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1" name="object 386">
                <a:extLst>
                  <a:ext uri="{FF2B5EF4-FFF2-40B4-BE49-F238E27FC236}">
                    <a16:creationId xmlns:a16="http://schemas.microsoft.com/office/drawing/2014/main" id="{4EC5B95A-3E76-4902-8B1F-7F7C6DFE8212}"/>
                  </a:ext>
                </a:extLst>
              </p:cNvPr>
              <p:cNvSpPr/>
              <p:nvPr/>
            </p:nvSpPr>
            <p:spPr>
              <a:xfrm>
                <a:off x="823862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2" name="object 387">
                <a:extLst>
                  <a:ext uri="{FF2B5EF4-FFF2-40B4-BE49-F238E27FC236}">
                    <a16:creationId xmlns:a16="http://schemas.microsoft.com/office/drawing/2014/main" id="{7B14047C-C399-4D26-A2A1-BA0E01724E29}"/>
                  </a:ext>
                </a:extLst>
              </p:cNvPr>
              <p:cNvSpPr/>
              <p:nvPr/>
            </p:nvSpPr>
            <p:spPr>
              <a:xfrm>
                <a:off x="8238629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3" name="object 388">
                <a:extLst>
                  <a:ext uri="{FF2B5EF4-FFF2-40B4-BE49-F238E27FC236}">
                    <a16:creationId xmlns:a16="http://schemas.microsoft.com/office/drawing/2014/main" id="{B184AE22-25B2-44C9-B8F3-83E53CFA3A2A}"/>
                  </a:ext>
                </a:extLst>
              </p:cNvPr>
              <p:cNvSpPr/>
              <p:nvPr/>
            </p:nvSpPr>
            <p:spPr>
              <a:xfrm>
                <a:off x="83437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4" name="object 389">
                <a:extLst>
                  <a:ext uri="{FF2B5EF4-FFF2-40B4-BE49-F238E27FC236}">
                    <a16:creationId xmlns:a16="http://schemas.microsoft.com/office/drawing/2014/main" id="{4634669E-F497-431F-8EFD-A2F245981B0B}"/>
                  </a:ext>
                </a:extLst>
              </p:cNvPr>
              <p:cNvSpPr/>
              <p:nvPr/>
            </p:nvSpPr>
            <p:spPr>
              <a:xfrm>
                <a:off x="8343773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5" name="object 390">
                <a:extLst>
                  <a:ext uri="{FF2B5EF4-FFF2-40B4-BE49-F238E27FC236}">
                    <a16:creationId xmlns:a16="http://schemas.microsoft.com/office/drawing/2014/main" id="{7935757F-204E-4C26-A579-8892B99044AF}"/>
                  </a:ext>
                </a:extLst>
              </p:cNvPr>
              <p:cNvSpPr/>
              <p:nvPr/>
            </p:nvSpPr>
            <p:spPr>
              <a:xfrm>
                <a:off x="844894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6" name="object 391">
                <a:extLst>
                  <a:ext uri="{FF2B5EF4-FFF2-40B4-BE49-F238E27FC236}">
                    <a16:creationId xmlns:a16="http://schemas.microsoft.com/office/drawing/2014/main" id="{F2FC2728-2323-46DB-B3AB-AC13268878D0}"/>
                  </a:ext>
                </a:extLst>
              </p:cNvPr>
              <p:cNvSpPr/>
              <p:nvPr/>
            </p:nvSpPr>
            <p:spPr>
              <a:xfrm>
                <a:off x="8448941" y="525856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7" name="object 392">
                <a:extLst>
                  <a:ext uri="{FF2B5EF4-FFF2-40B4-BE49-F238E27FC236}">
                    <a16:creationId xmlns:a16="http://schemas.microsoft.com/office/drawing/2014/main" id="{66494DFB-156D-442C-9A6E-52C0BA3785BE}"/>
                  </a:ext>
                </a:extLst>
              </p:cNvPr>
              <p:cNvSpPr/>
              <p:nvPr/>
            </p:nvSpPr>
            <p:spPr>
              <a:xfrm>
                <a:off x="855484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8" name="object 393">
                <a:extLst>
                  <a:ext uri="{FF2B5EF4-FFF2-40B4-BE49-F238E27FC236}">
                    <a16:creationId xmlns:a16="http://schemas.microsoft.com/office/drawing/2014/main" id="{0E52B6BD-687D-4376-8D5B-BB067EA9C56E}"/>
                  </a:ext>
                </a:extLst>
              </p:cNvPr>
              <p:cNvSpPr/>
              <p:nvPr/>
            </p:nvSpPr>
            <p:spPr>
              <a:xfrm>
                <a:off x="8554847" y="525856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9" name="object 394">
                <a:extLst>
                  <a:ext uri="{FF2B5EF4-FFF2-40B4-BE49-F238E27FC236}">
                    <a16:creationId xmlns:a16="http://schemas.microsoft.com/office/drawing/2014/main" id="{649FB9F5-3241-4F09-9471-F01123525E2B}"/>
                  </a:ext>
                </a:extLst>
              </p:cNvPr>
              <p:cNvSpPr/>
              <p:nvPr/>
            </p:nvSpPr>
            <p:spPr>
              <a:xfrm>
                <a:off x="6028067" y="536373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0"/>
                    </a:moveTo>
                    <a:lnTo>
                      <a:pt x="0" y="0"/>
                    </a:lnTo>
                    <a:lnTo>
                      <a:pt x="0" y="16002"/>
                    </a:lnTo>
                    <a:lnTo>
                      <a:pt x="0" y="105156"/>
                    </a:lnTo>
                    <a:lnTo>
                      <a:pt x="105156" y="105156"/>
                    </a:lnTo>
                    <a:lnTo>
                      <a:pt x="105156" y="16002"/>
                    </a:lnTo>
                    <a:lnTo>
                      <a:pt x="10515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0" name="object 395">
                <a:extLst>
                  <a:ext uri="{FF2B5EF4-FFF2-40B4-BE49-F238E27FC236}">
                    <a16:creationId xmlns:a16="http://schemas.microsoft.com/office/drawing/2014/main" id="{3DB83004-236A-417C-A5EA-A1C2CF110E07}"/>
                  </a:ext>
                </a:extLst>
              </p:cNvPr>
              <p:cNvSpPr/>
              <p:nvPr/>
            </p:nvSpPr>
            <p:spPr>
              <a:xfrm>
                <a:off x="602806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1" name="object 396">
                <a:extLst>
                  <a:ext uri="{FF2B5EF4-FFF2-40B4-BE49-F238E27FC236}">
                    <a16:creationId xmlns:a16="http://schemas.microsoft.com/office/drawing/2014/main" id="{70780A02-AA69-495C-99E6-E7B2A671C1B1}"/>
                  </a:ext>
                </a:extLst>
              </p:cNvPr>
              <p:cNvSpPr/>
              <p:nvPr/>
            </p:nvSpPr>
            <p:spPr>
              <a:xfrm>
                <a:off x="613322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2" name="object 397">
                <a:extLst>
                  <a:ext uri="{FF2B5EF4-FFF2-40B4-BE49-F238E27FC236}">
                    <a16:creationId xmlns:a16="http://schemas.microsoft.com/office/drawing/2014/main" id="{6DEC32AC-D2C8-4A1E-8EF6-0E54ED89FF7F}"/>
                  </a:ext>
                </a:extLst>
              </p:cNvPr>
              <p:cNvSpPr/>
              <p:nvPr/>
            </p:nvSpPr>
            <p:spPr>
              <a:xfrm>
                <a:off x="613322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3" name="object 398">
                <a:extLst>
                  <a:ext uri="{FF2B5EF4-FFF2-40B4-BE49-F238E27FC236}">
                    <a16:creationId xmlns:a16="http://schemas.microsoft.com/office/drawing/2014/main" id="{2FEBADA6-1967-422A-95E2-84A7E925AA0D}"/>
                  </a:ext>
                </a:extLst>
              </p:cNvPr>
              <p:cNvSpPr/>
              <p:nvPr/>
            </p:nvSpPr>
            <p:spPr>
              <a:xfrm>
                <a:off x="623837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4" name="object 399">
                <a:extLst>
                  <a:ext uri="{FF2B5EF4-FFF2-40B4-BE49-F238E27FC236}">
                    <a16:creationId xmlns:a16="http://schemas.microsoft.com/office/drawing/2014/main" id="{A2C67059-F25B-4BDF-9383-594EA7ECBCEE}"/>
                  </a:ext>
                </a:extLst>
              </p:cNvPr>
              <p:cNvSpPr/>
              <p:nvPr/>
            </p:nvSpPr>
            <p:spPr>
              <a:xfrm>
                <a:off x="623837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5" name="object 400">
                <a:extLst>
                  <a:ext uri="{FF2B5EF4-FFF2-40B4-BE49-F238E27FC236}">
                    <a16:creationId xmlns:a16="http://schemas.microsoft.com/office/drawing/2014/main" id="{E2E36B6A-3704-48C3-AB04-CDB47786469F}"/>
                  </a:ext>
                </a:extLst>
              </p:cNvPr>
              <p:cNvSpPr/>
              <p:nvPr/>
            </p:nvSpPr>
            <p:spPr>
              <a:xfrm>
                <a:off x="634353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6" name="object 401">
                <a:extLst>
                  <a:ext uri="{FF2B5EF4-FFF2-40B4-BE49-F238E27FC236}">
                    <a16:creationId xmlns:a16="http://schemas.microsoft.com/office/drawing/2014/main" id="{FCB62159-5403-4857-B30C-C3B62B4781A3}"/>
                  </a:ext>
                </a:extLst>
              </p:cNvPr>
              <p:cNvSpPr/>
              <p:nvPr/>
            </p:nvSpPr>
            <p:spPr>
              <a:xfrm>
                <a:off x="634353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7" name="object 402">
                <a:extLst>
                  <a:ext uri="{FF2B5EF4-FFF2-40B4-BE49-F238E27FC236}">
                    <a16:creationId xmlns:a16="http://schemas.microsoft.com/office/drawing/2014/main" id="{A5B47DCB-0649-478C-8AD8-3F1B267D2076}"/>
                  </a:ext>
                </a:extLst>
              </p:cNvPr>
              <p:cNvSpPr/>
              <p:nvPr/>
            </p:nvSpPr>
            <p:spPr>
              <a:xfrm>
                <a:off x="644869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8" name="object 403">
                <a:extLst>
                  <a:ext uri="{FF2B5EF4-FFF2-40B4-BE49-F238E27FC236}">
                    <a16:creationId xmlns:a16="http://schemas.microsoft.com/office/drawing/2014/main" id="{CD1EB8D2-2A90-4BCB-87FC-8C9C19D83B78}"/>
                  </a:ext>
                </a:extLst>
              </p:cNvPr>
              <p:cNvSpPr/>
              <p:nvPr/>
            </p:nvSpPr>
            <p:spPr>
              <a:xfrm>
                <a:off x="644869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9" name="object 404">
                <a:extLst>
                  <a:ext uri="{FF2B5EF4-FFF2-40B4-BE49-F238E27FC236}">
                    <a16:creationId xmlns:a16="http://schemas.microsoft.com/office/drawing/2014/main" id="{80667FF3-E16F-4AE2-9461-81A9505A480C}"/>
                  </a:ext>
                </a:extLst>
              </p:cNvPr>
              <p:cNvSpPr/>
              <p:nvPr/>
            </p:nvSpPr>
            <p:spPr>
              <a:xfrm>
                <a:off x="655459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0" name="object 405">
                <a:extLst>
                  <a:ext uri="{FF2B5EF4-FFF2-40B4-BE49-F238E27FC236}">
                    <a16:creationId xmlns:a16="http://schemas.microsoft.com/office/drawing/2014/main" id="{C6EED3F6-C4A7-46A2-BDA2-34E6A47D23A9}"/>
                  </a:ext>
                </a:extLst>
              </p:cNvPr>
              <p:cNvSpPr/>
              <p:nvPr/>
            </p:nvSpPr>
            <p:spPr>
              <a:xfrm>
                <a:off x="655459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1" name="object 406">
                <a:extLst>
                  <a:ext uri="{FF2B5EF4-FFF2-40B4-BE49-F238E27FC236}">
                    <a16:creationId xmlns:a16="http://schemas.microsoft.com/office/drawing/2014/main" id="{D7464D3E-D299-47FD-8E40-4C5E041A0DCD}"/>
                  </a:ext>
                </a:extLst>
              </p:cNvPr>
              <p:cNvSpPr/>
              <p:nvPr/>
            </p:nvSpPr>
            <p:spPr>
              <a:xfrm>
                <a:off x="665976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2" name="object 407">
                <a:extLst>
                  <a:ext uri="{FF2B5EF4-FFF2-40B4-BE49-F238E27FC236}">
                    <a16:creationId xmlns:a16="http://schemas.microsoft.com/office/drawing/2014/main" id="{F900473E-BEB0-4937-A404-CD7D07D7BD6C}"/>
                  </a:ext>
                </a:extLst>
              </p:cNvPr>
              <p:cNvSpPr/>
              <p:nvPr/>
            </p:nvSpPr>
            <p:spPr>
              <a:xfrm>
                <a:off x="665976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3" name="object 408">
                <a:extLst>
                  <a:ext uri="{FF2B5EF4-FFF2-40B4-BE49-F238E27FC236}">
                    <a16:creationId xmlns:a16="http://schemas.microsoft.com/office/drawing/2014/main" id="{1772D230-EBCE-4E49-AAF9-37A80B064095}"/>
                  </a:ext>
                </a:extLst>
              </p:cNvPr>
              <p:cNvSpPr/>
              <p:nvPr/>
            </p:nvSpPr>
            <p:spPr>
              <a:xfrm>
                <a:off x="67649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4" name="object 409">
                <a:extLst>
                  <a:ext uri="{FF2B5EF4-FFF2-40B4-BE49-F238E27FC236}">
                    <a16:creationId xmlns:a16="http://schemas.microsoft.com/office/drawing/2014/main" id="{DBE31019-3404-4776-8618-4B8F979AB74E}"/>
                  </a:ext>
                </a:extLst>
              </p:cNvPr>
              <p:cNvSpPr/>
              <p:nvPr/>
            </p:nvSpPr>
            <p:spPr>
              <a:xfrm>
                <a:off x="67649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5" name="object 410">
                <a:extLst>
                  <a:ext uri="{FF2B5EF4-FFF2-40B4-BE49-F238E27FC236}">
                    <a16:creationId xmlns:a16="http://schemas.microsoft.com/office/drawing/2014/main" id="{CC8DF628-B898-4BC0-8C61-358862CF719F}"/>
                  </a:ext>
                </a:extLst>
              </p:cNvPr>
              <p:cNvSpPr/>
              <p:nvPr/>
            </p:nvSpPr>
            <p:spPr>
              <a:xfrm>
                <a:off x="68700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6" name="object 411">
                <a:extLst>
                  <a:ext uri="{FF2B5EF4-FFF2-40B4-BE49-F238E27FC236}">
                    <a16:creationId xmlns:a16="http://schemas.microsoft.com/office/drawing/2014/main" id="{187077F1-FA5D-4449-A7FB-E34534E28E15}"/>
                  </a:ext>
                </a:extLst>
              </p:cNvPr>
              <p:cNvSpPr/>
              <p:nvPr/>
            </p:nvSpPr>
            <p:spPr>
              <a:xfrm>
                <a:off x="68700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7" name="object 412">
                <a:extLst>
                  <a:ext uri="{FF2B5EF4-FFF2-40B4-BE49-F238E27FC236}">
                    <a16:creationId xmlns:a16="http://schemas.microsoft.com/office/drawing/2014/main" id="{DC4BFEBE-860C-4421-9311-BC35A485AD75}"/>
                  </a:ext>
                </a:extLst>
              </p:cNvPr>
              <p:cNvSpPr/>
              <p:nvPr/>
            </p:nvSpPr>
            <p:spPr>
              <a:xfrm>
                <a:off x="69752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8" name="object 413">
                <a:extLst>
                  <a:ext uri="{FF2B5EF4-FFF2-40B4-BE49-F238E27FC236}">
                    <a16:creationId xmlns:a16="http://schemas.microsoft.com/office/drawing/2014/main" id="{B2B23CDA-FC6A-40F6-9D61-3522FD3C6643}"/>
                  </a:ext>
                </a:extLst>
              </p:cNvPr>
              <p:cNvSpPr/>
              <p:nvPr/>
            </p:nvSpPr>
            <p:spPr>
              <a:xfrm>
                <a:off x="697522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9" name="object 414">
                <a:extLst>
                  <a:ext uri="{FF2B5EF4-FFF2-40B4-BE49-F238E27FC236}">
                    <a16:creationId xmlns:a16="http://schemas.microsoft.com/office/drawing/2014/main" id="{4668B83F-A22F-4428-8990-0D82992FB881}"/>
                  </a:ext>
                </a:extLst>
              </p:cNvPr>
              <p:cNvSpPr/>
              <p:nvPr/>
            </p:nvSpPr>
            <p:spPr>
              <a:xfrm>
                <a:off x="70803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0" name="object 415">
                <a:extLst>
                  <a:ext uri="{FF2B5EF4-FFF2-40B4-BE49-F238E27FC236}">
                    <a16:creationId xmlns:a16="http://schemas.microsoft.com/office/drawing/2014/main" id="{D754E9FC-4EF6-4DB1-9035-4D20A8BE7917}"/>
                  </a:ext>
                </a:extLst>
              </p:cNvPr>
              <p:cNvSpPr/>
              <p:nvPr/>
            </p:nvSpPr>
            <p:spPr>
              <a:xfrm>
                <a:off x="708037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1" name="object 416">
                <a:extLst>
                  <a:ext uri="{FF2B5EF4-FFF2-40B4-BE49-F238E27FC236}">
                    <a16:creationId xmlns:a16="http://schemas.microsoft.com/office/drawing/2014/main" id="{A4807A84-60A4-436C-A2EE-360012DA689B}"/>
                  </a:ext>
                </a:extLst>
              </p:cNvPr>
              <p:cNvSpPr/>
              <p:nvPr/>
            </p:nvSpPr>
            <p:spPr>
              <a:xfrm>
                <a:off x="7185545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2" name="object 417">
                <a:extLst>
                  <a:ext uri="{FF2B5EF4-FFF2-40B4-BE49-F238E27FC236}">
                    <a16:creationId xmlns:a16="http://schemas.microsoft.com/office/drawing/2014/main" id="{7490D767-3616-4ACA-B101-14A0EE95B1E3}"/>
                  </a:ext>
                </a:extLst>
              </p:cNvPr>
              <p:cNvSpPr/>
              <p:nvPr/>
            </p:nvSpPr>
            <p:spPr>
              <a:xfrm>
                <a:off x="7185545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3" name="object 418">
                <a:extLst>
                  <a:ext uri="{FF2B5EF4-FFF2-40B4-BE49-F238E27FC236}">
                    <a16:creationId xmlns:a16="http://schemas.microsoft.com/office/drawing/2014/main" id="{F5576885-7880-4E74-872D-E221D645CB3A}"/>
                  </a:ext>
                </a:extLst>
              </p:cNvPr>
              <p:cNvSpPr/>
              <p:nvPr/>
            </p:nvSpPr>
            <p:spPr>
              <a:xfrm>
                <a:off x="7291450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4" name="object 419">
                <a:extLst>
                  <a:ext uri="{FF2B5EF4-FFF2-40B4-BE49-F238E27FC236}">
                    <a16:creationId xmlns:a16="http://schemas.microsoft.com/office/drawing/2014/main" id="{6CC79908-1DD8-41B3-82C8-18F9A5717756}"/>
                  </a:ext>
                </a:extLst>
              </p:cNvPr>
              <p:cNvSpPr/>
              <p:nvPr/>
            </p:nvSpPr>
            <p:spPr>
              <a:xfrm>
                <a:off x="7291450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5" name="object 420">
                <a:extLst>
                  <a:ext uri="{FF2B5EF4-FFF2-40B4-BE49-F238E27FC236}">
                    <a16:creationId xmlns:a16="http://schemas.microsoft.com/office/drawing/2014/main" id="{3748AEFE-0706-4988-82A7-B1C613BF219B}"/>
                  </a:ext>
                </a:extLst>
              </p:cNvPr>
              <p:cNvSpPr/>
              <p:nvPr/>
            </p:nvSpPr>
            <p:spPr>
              <a:xfrm>
                <a:off x="739661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6" name="object 421">
                <a:extLst>
                  <a:ext uri="{FF2B5EF4-FFF2-40B4-BE49-F238E27FC236}">
                    <a16:creationId xmlns:a16="http://schemas.microsoft.com/office/drawing/2014/main" id="{D3B54989-360B-4C71-B258-A7449EE5CC2C}"/>
                  </a:ext>
                </a:extLst>
              </p:cNvPr>
              <p:cNvSpPr/>
              <p:nvPr/>
            </p:nvSpPr>
            <p:spPr>
              <a:xfrm>
                <a:off x="739661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7" name="object 422">
                <a:extLst>
                  <a:ext uri="{FF2B5EF4-FFF2-40B4-BE49-F238E27FC236}">
                    <a16:creationId xmlns:a16="http://schemas.microsoft.com/office/drawing/2014/main" id="{F1B75F23-B18C-4F50-9E7E-FE05FB330490}"/>
                  </a:ext>
                </a:extLst>
              </p:cNvPr>
              <p:cNvSpPr/>
              <p:nvPr/>
            </p:nvSpPr>
            <p:spPr>
              <a:xfrm>
                <a:off x="750176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8" name="object 423">
                <a:extLst>
                  <a:ext uri="{FF2B5EF4-FFF2-40B4-BE49-F238E27FC236}">
                    <a16:creationId xmlns:a16="http://schemas.microsoft.com/office/drawing/2014/main" id="{4845E695-BDC3-48B3-A3D3-8D9CB99C90EE}"/>
                  </a:ext>
                </a:extLst>
              </p:cNvPr>
              <p:cNvSpPr/>
              <p:nvPr/>
            </p:nvSpPr>
            <p:spPr>
              <a:xfrm>
                <a:off x="750176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9" name="object 424">
                <a:extLst>
                  <a:ext uri="{FF2B5EF4-FFF2-40B4-BE49-F238E27FC236}">
                    <a16:creationId xmlns:a16="http://schemas.microsoft.com/office/drawing/2014/main" id="{A29929D2-1FAC-402F-B108-C7DEB8D0F82D}"/>
                  </a:ext>
                </a:extLst>
              </p:cNvPr>
              <p:cNvSpPr/>
              <p:nvPr/>
            </p:nvSpPr>
            <p:spPr>
              <a:xfrm>
                <a:off x="760693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0" name="object 425">
                <a:extLst>
                  <a:ext uri="{FF2B5EF4-FFF2-40B4-BE49-F238E27FC236}">
                    <a16:creationId xmlns:a16="http://schemas.microsoft.com/office/drawing/2014/main" id="{5F41308C-668B-4429-92E8-14883AB473F4}"/>
                  </a:ext>
                </a:extLst>
              </p:cNvPr>
              <p:cNvSpPr/>
              <p:nvPr/>
            </p:nvSpPr>
            <p:spPr>
              <a:xfrm>
                <a:off x="7606931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1" name="object 426">
                <a:extLst>
                  <a:ext uri="{FF2B5EF4-FFF2-40B4-BE49-F238E27FC236}">
                    <a16:creationId xmlns:a16="http://schemas.microsoft.com/office/drawing/2014/main" id="{0D12F892-455E-41E5-9E17-DAB1CD7DFBE6}"/>
                  </a:ext>
                </a:extLst>
              </p:cNvPr>
              <p:cNvSpPr/>
              <p:nvPr/>
            </p:nvSpPr>
            <p:spPr>
              <a:xfrm>
                <a:off x="771207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2" name="object 427">
                <a:extLst>
                  <a:ext uri="{FF2B5EF4-FFF2-40B4-BE49-F238E27FC236}">
                    <a16:creationId xmlns:a16="http://schemas.microsoft.com/office/drawing/2014/main" id="{43D9842D-500F-40C5-AAC5-261E28A9130A}"/>
                  </a:ext>
                </a:extLst>
              </p:cNvPr>
              <p:cNvSpPr/>
              <p:nvPr/>
            </p:nvSpPr>
            <p:spPr>
              <a:xfrm>
                <a:off x="7712075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3" name="object 428">
                <a:extLst>
                  <a:ext uri="{FF2B5EF4-FFF2-40B4-BE49-F238E27FC236}">
                    <a16:creationId xmlns:a16="http://schemas.microsoft.com/office/drawing/2014/main" id="{BBA596AB-0923-455B-A9B7-324D626255BA}"/>
                  </a:ext>
                </a:extLst>
              </p:cNvPr>
              <p:cNvSpPr/>
              <p:nvPr/>
            </p:nvSpPr>
            <p:spPr>
              <a:xfrm>
                <a:off x="7817243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4" name="object 429">
                <a:extLst>
                  <a:ext uri="{FF2B5EF4-FFF2-40B4-BE49-F238E27FC236}">
                    <a16:creationId xmlns:a16="http://schemas.microsoft.com/office/drawing/2014/main" id="{CA58E580-1FAB-44A2-8574-4B0E7A41202D}"/>
                  </a:ext>
                </a:extLst>
              </p:cNvPr>
              <p:cNvSpPr/>
              <p:nvPr/>
            </p:nvSpPr>
            <p:spPr>
              <a:xfrm>
                <a:off x="7817243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5" name="object 430">
                <a:extLst>
                  <a:ext uri="{FF2B5EF4-FFF2-40B4-BE49-F238E27FC236}">
                    <a16:creationId xmlns:a16="http://schemas.microsoft.com/office/drawing/2014/main" id="{EA7FFC22-0221-4903-ABE4-96135800BA30}"/>
                  </a:ext>
                </a:extLst>
              </p:cNvPr>
              <p:cNvSpPr/>
              <p:nvPr/>
            </p:nvSpPr>
            <p:spPr>
              <a:xfrm>
                <a:off x="7923148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6" name="object 431">
                <a:extLst>
                  <a:ext uri="{FF2B5EF4-FFF2-40B4-BE49-F238E27FC236}">
                    <a16:creationId xmlns:a16="http://schemas.microsoft.com/office/drawing/2014/main" id="{705F330D-017B-4DAC-8F87-462E954C937A}"/>
                  </a:ext>
                </a:extLst>
              </p:cNvPr>
              <p:cNvSpPr/>
              <p:nvPr/>
            </p:nvSpPr>
            <p:spPr>
              <a:xfrm>
                <a:off x="7923148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7" name="object 432">
                <a:extLst>
                  <a:ext uri="{FF2B5EF4-FFF2-40B4-BE49-F238E27FC236}">
                    <a16:creationId xmlns:a16="http://schemas.microsoft.com/office/drawing/2014/main" id="{16637724-9F37-45EE-AFCC-BD757A1EF8AE}"/>
                  </a:ext>
                </a:extLst>
              </p:cNvPr>
              <p:cNvSpPr/>
              <p:nvPr/>
            </p:nvSpPr>
            <p:spPr>
              <a:xfrm>
                <a:off x="802831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8" name="object 433">
                <a:extLst>
                  <a:ext uri="{FF2B5EF4-FFF2-40B4-BE49-F238E27FC236}">
                    <a16:creationId xmlns:a16="http://schemas.microsoft.com/office/drawing/2014/main" id="{F06E8C31-0F7F-4651-AEAD-ED8234BEC9B1}"/>
                  </a:ext>
                </a:extLst>
              </p:cNvPr>
              <p:cNvSpPr/>
              <p:nvPr/>
            </p:nvSpPr>
            <p:spPr>
              <a:xfrm>
                <a:off x="802831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9" name="object 434">
                <a:extLst>
                  <a:ext uri="{FF2B5EF4-FFF2-40B4-BE49-F238E27FC236}">
                    <a16:creationId xmlns:a16="http://schemas.microsoft.com/office/drawing/2014/main" id="{21FA0978-0063-441A-8E56-C282F4F985CD}"/>
                  </a:ext>
                </a:extLst>
              </p:cNvPr>
              <p:cNvSpPr/>
              <p:nvPr/>
            </p:nvSpPr>
            <p:spPr>
              <a:xfrm>
                <a:off x="81334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0" name="object 435">
                <a:extLst>
                  <a:ext uri="{FF2B5EF4-FFF2-40B4-BE49-F238E27FC236}">
                    <a16:creationId xmlns:a16="http://schemas.microsoft.com/office/drawing/2014/main" id="{C8DF773E-FD66-4F36-A661-73FCA5349F21}"/>
                  </a:ext>
                </a:extLst>
              </p:cNvPr>
              <p:cNvSpPr/>
              <p:nvPr/>
            </p:nvSpPr>
            <p:spPr>
              <a:xfrm>
                <a:off x="81334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1" name="object 436">
                <a:extLst>
                  <a:ext uri="{FF2B5EF4-FFF2-40B4-BE49-F238E27FC236}">
                    <a16:creationId xmlns:a16="http://schemas.microsoft.com/office/drawing/2014/main" id="{BA2ED5F0-753E-4549-841F-E63088C53E5B}"/>
                  </a:ext>
                </a:extLst>
              </p:cNvPr>
              <p:cNvSpPr/>
              <p:nvPr/>
            </p:nvSpPr>
            <p:spPr>
              <a:xfrm>
                <a:off x="823862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2" name="object 437">
                <a:extLst>
                  <a:ext uri="{FF2B5EF4-FFF2-40B4-BE49-F238E27FC236}">
                    <a16:creationId xmlns:a16="http://schemas.microsoft.com/office/drawing/2014/main" id="{1AE79DE9-7C88-4F09-94D1-026300D2C54C}"/>
                  </a:ext>
                </a:extLst>
              </p:cNvPr>
              <p:cNvSpPr/>
              <p:nvPr/>
            </p:nvSpPr>
            <p:spPr>
              <a:xfrm>
                <a:off x="8238629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3" name="object 438">
                <a:extLst>
                  <a:ext uri="{FF2B5EF4-FFF2-40B4-BE49-F238E27FC236}">
                    <a16:creationId xmlns:a16="http://schemas.microsoft.com/office/drawing/2014/main" id="{5E17B47D-3F6B-4969-93CE-850AF9CAB499}"/>
                  </a:ext>
                </a:extLst>
              </p:cNvPr>
              <p:cNvSpPr/>
              <p:nvPr/>
            </p:nvSpPr>
            <p:spPr>
              <a:xfrm>
                <a:off x="83437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4" name="object 439">
                <a:extLst>
                  <a:ext uri="{FF2B5EF4-FFF2-40B4-BE49-F238E27FC236}">
                    <a16:creationId xmlns:a16="http://schemas.microsoft.com/office/drawing/2014/main" id="{FA9E5642-C3F7-448D-A9A1-7B20882B77EB}"/>
                  </a:ext>
                </a:extLst>
              </p:cNvPr>
              <p:cNvSpPr/>
              <p:nvPr/>
            </p:nvSpPr>
            <p:spPr>
              <a:xfrm>
                <a:off x="8343773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5" name="object 440">
                <a:extLst>
                  <a:ext uri="{FF2B5EF4-FFF2-40B4-BE49-F238E27FC236}">
                    <a16:creationId xmlns:a16="http://schemas.microsoft.com/office/drawing/2014/main" id="{AC5308C3-37EF-4B3A-8184-18D80E24B74D}"/>
                  </a:ext>
                </a:extLst>
              </p:cNvPr>
              <p:cNvSpPr/>
              <p:nvPr/>
            </p:nvSpPr>
            <p:spPr>
              <a:xfrm>
                <a:off x="844894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6" name="object 441">
                <a:extLst>
                  <a:ext uri="{FF2B5EF4-FFF2-40B4-BE49-F238E27FC236}">
                    <a16:creationId xmlns:a16="http://schemas.microsoft.com/office/drawing/2014/main" id="{7C7977E5-D33B-4007-8DD2-FCFE7E63F612}"/>
                  </a:ext>
                </a:extLst>
              </p:cNvPr>
              <p:cNvSpPr/>
              <p:nvPr/>
            </p:nvSpPr>
            <p:spPr>
              <a:xfrm>
                <a:off x="8448941" y="536371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7" name="object 442">
                <a:extLst>
                  <a:ext uri="{FF2B5EF4-FFF2-40B4-BE49-F238E27FC236}">
                    <a16:creationId xmlns:a16="http://schemas.microsoft.com/office/drawing/2014/main" id="{16454BDC-2526-496C-855D-7F893920EA2D}"/>
                  </a:ext>
                </a:extLst>
              </p:cNvPr>
              <p:cNvSpPr/>
              <p:nvPr/>
            </p:nvSpPr>
            <p:spPr>
              <a:xfrm>
                <a:off x="855484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8" name="object 443">
                <a:extLst>
                  <a:ext uri="{FF2B5EF4-FFF2-40B4-BE49-F238E27FC236}">
                    <a16:creationId xmlns:a16="http://schemas.microsoft.com/office/drawing/2014/main" id="{0764A2C6-B025-4BC4-99E0-9300F2281BBD}"/>
                  </a:ext>
                </a:extLst>
              </p:cNvPr>
              <p:cNvSpPr/>
              <p:nvPr/>
            </p:nvSpPr>
            <p:spPr>
              <a:xfrm>
                <a:off x="8554847" y="536371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9" name="object 444">
                <a:extLst>
                  <a:ext uri="{FF2B5EF4-FFF2-40B4-BE49-F238E27FC236}">
                    <a16:creationId xmlns:a16="http://schemas.microsoft.com/office/drawing/2014/main" id="{4DDE54D7-D77D-48FC-AF20-3CF39DB0FBEA}"/>
                  </a:ext>
                </a:extLst>
              </p:cNvPr>
              <p:cNvSpPr/>
              <p:nvPr/>
            </p:nvSpPr>
            <p:spPr>
              <a:xfrm>
                <a:off x="6028067" y="546888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6" y="0"/>
                    </a:moveTo>
                    <a:lnTo>
                      <a:pt x="0" y="0"/>
                    </a:lnTo>
                    <a:lnTo>
                      <a:pt x="0" y="89154"/>
                    </a:lnTo>
                    <a:lnTo>
                      <a:pt x="0" y="105918"/>
                    </a:lnTo>
                    <a:lnTo>
                      <a:pt x="105156" y="105918"/>
                    </a:lnTo>
                    <a:lnTo>
                      <a:pt x="105156" y="89154"/>
                    </a:lnTo>
                    <a:lnTo>
                      <a:pt x="10515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0" name="object 445">
                <a:extLst>
                  <a:ext uri="{FF2B5EF4-FFF2-40B4-BE49-F238E27FC236}">
                    <a16:creationId xmlns:a16="http://schemas.microsoft.com/office/drawing/2014/main" id="{04398A03-D705-430C-8C1E-6E3A4F5C1A31}"/>
                  </a:ext>
                </a:extLst>
              </p:cNvPr>
              <p:cNvSpPr/>
              <p:nvPr/>
            </p:nvSpPr>
            <p:spPr>
              <a:xfrm>
                <a:off x="602806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1" name="object 446">
                <a:extLst>
                  <a:ext uri="{FF2B5EF4-FFF2-40B4-BE49-F238E27FC236}">
                    <a16:creationId xmlns:a16="http://schemas.microsoft.com/office/drawing/2014/main" id="{131915D8-3F41-4732-A4F8-FFC008B2CC10}"/>
                  </a:ext>
                </a:extLst>
              </p:cNvPr>
              <p:cNvSpPr/>
              <p:nvPr/>
            </p:nvSpPr>
            <p:spPr>
              <a:xfrm>
                <a:off x="613322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2" name="object 447">
                <a:extLst>
                  <a:ext uri="{FF2B5EF4-FFF2-40B4-BE49-F238E27FC236}">
                    <a16:creationId xmlns:a16="http://schemas.microsoft.com/office/drawing/2014/main" id="{2D55BE13-2FCE-4B8F-8730-A07683FF176C}"/>
                  </a:ext>
                </a:extLst>
              </p:cNvPr>
              <p:cNvSpPr/>
              <p:nvPr/>
            </p:nvSpPr>
            <p:spPr>
              <a:xfrm>
                <a:off x="613322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3" name="object 448">
                <a:extLst>
                  <a:ext uri="{FF2B5EF4-FFF2-40B4-BE49-F238E27FC236}">
                    <a16:creationId xmlns:a16="http://schemas.microsoft.com/office/drawing/2014/main" id="{D6AA1FB3-AD2F-458A-ABD6-448561A5E942}"/>
                  </a:ext>
                </a:extLst>
              </p:cNvPr>
              <p:cNvSpPr/>
              <p:nvPr/>
            </p:nvSpPr>
            <p:spPr>
              <a:xfrm>
                <a:off x="623837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4" name="object 449">
                <a:extLst>
                  <a:ext uri="{FF2B5EF4-FFF2-40B4-BE49-F238E27FC236}">
                    <a16:creationId xmlns:a16="http://schemas.microsoft.com/office/drawing/2014/main" id="{4A3FC18F-F568-42C5-BFEB-D9933D0EC6B2}"/>
                  </a:ext>
                </a:extLst>
              </p:cNvPr>
              <p:cNvSpPr/>
              <p:nvPr/>
            </p:nvSpPr>
            <p:spPr>
              <a:xfrm>
                <a:off x="623837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5" name="object 450">
                <a:extLst>
                  <a:ext uri="{FF2B5EF4-FFF2-40B4-BE49-F238E27FC236}">
                    <a16:creationId xmlns:a16="http://schemas.microsoft.com/office/drawing/2014/main" id="{2A849B1E-F969-4283-9044-7E795E6A2867}"/>
                  </a:ext>
                </a:extLst>
              </p:cNvPr>
              <p:cNvSpPr/>
              <p:nvPr/>
            </p:nvSpPr>
            <p:spPr>
              <a:xfrm>
                <a:off x="634353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6" name="object 451">
                <a:extLst>
                  <a:ext uri="{FF2B5EF4-FFF2-40B4-BE49-F238E27FC236}">
                    <a16:creationId xmlns:a16="http://schemas.microsoft.com/office/drawing/2014/main" id="{9BA2D61C-8215-4737-A87C-E7376A839734}"/>
                  </a:ext>
                </a:extLst>
              </p:cNvPr>
              <p:cNvSpPr/>
              <p:nvPr/>
            </p:nvSpPr>
            <p:spPr>
              <a:xfrm>
                <a:off x="634353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7" name="object 452">
                <a:extLst>
                  <a:ext uri="{FF2B5EF4-FFF2-40B4-BE49-F238E27FC236}">
                    <a16:creationId xmlns:a16="http://schemas.microsoft.com/office/drawing/2014/main" id="{E2494300-EB23-441A-BA84-30333784AF02}"/>
                  </a:ext>
                </a:extLst>
              </p:cNvPr>
              <p:cNvSpPr/>
              <p:nvPr/>
            </p:nvSpPr>
            <p:spPr>
              <a:xfrm>
                <a:off x="644869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8" name="object 453">
                <a:extLst>
                  <a:ext uri="{FF2B5EF4-FFF2-40B4-BE49-F238E27FC236}">
                    <a16:creationId xmlns:a16="http://schemas.microsoft.com/office/drawing/2014/main" id="{C7B32D0E-68B9-4C9D-A94B-9EBDD4F23B6E}"/>
                  </a:ext>
                </a:extLst>
              </p:cNvPr>
              <p:cNvSpPr/>
              <p:nvPr/>
            </p:nvSpPr>
            <p:spPr>
              <a:xfrm>
                <a:off x="644869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9" name="object 454">
                <a:extLst>
                  <a:ext uri="{FF2B5EF4-FFF2-40B4-BE49-F238E27FC236}">
                    <a16:creationId xmlns:a16="http://schemas.microsoft.com/office/drawing/2014/main" id="{6D0B86F6-DCA9-4711-B10F-4A06A1EF1A24}"/>
                  </a:ext>
                </a:extLst>
              </p:cNvPr>
              <p:cNvSpPr/>
              <p:nvPr/>
            </p:nvSpPr>
            <p:spPr>
              <a:xfrm>
                <a:off x="655459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0" name="object 455">
                <a:extLst>
                  <a:ext uri="{FF2B5EF4-FFF2-40B4-BE49-F238E27FC236}">
                    <a16:creationId xmlns:a16="http://schemas.microsoft.com/office/drawing/2014/main" id="{40D03885-1FE4-4C00-B241-299B4B423FF1}"/>
                  </a:ext>
                </a:extLst>
              </p:cNvPr>
              <p:cNvSpPr/>
              <p:nvPr/>
            </p:nvSpPr>
            <p:spPr>
              <a:xfrm>
                <a:off x="655459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1" name="object 456">
                <a:extLst>
                  <a:ext uri="{FF2B5EF4-FFF2-40B4-BE49-F238E27FC236}">
                    <a16:creationId xmlns:a16="http://schemas.microsoft.com/office/drawing/2014/main" id="{E0F9756C-D42C-43FA-8FED-B5F615ED735B}"/>
                  </a:ext>
                </a:extLst>
              </p:cNvPr>
              <p:cNvSpPr/>
              <p:nvPr/>
            </p:nvSpPr>
            <p:spPr>
              <a:xfrm>
                <a:off x="665976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2" name="object 457">
                <a:extLst>
                  <a:ext uri="{FF2B5EF4-FFF2-40B4-BE49-F238E27FC236}">
                    <a16:creationId xmlns:a16="http://schemas.microsoft.com/office/drawing/2014/main" id="{C08AD7B7-4310-451A-943A-D5CE6866E9C4}"/>
                  </a:ext>
                </a:extLst>
              </p:cNvPr>
              <p:cNvSpPr/>
              <p:nvPr/>
            </p:nvSpPr>
            <p:spPr>
              <a:xfrm>
                <a:off x="665976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3" name="object 458">
                <a:extLst>
                  <a:ext uri="{FF2B5EF4-FFF2-40B4-BE49-F238E27FC236}">
                    <a16:creationId xmlns:a16="http://schemas.microsoft.com/office/drawing/2014/main" id="{826CBE85-5EE9-4FF5-8FB6-FCC188BB4E6A}"/>
                  </a:ext>
                </a:extLst>
              </p:cNvPr>
              <p:cNvSpPr/>
              <p:nvPr/>
            </p:nvSpPr>
            <p:spPr>
              <a:xfrm>
                <a:off x="67649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4" name="object 459">
                <a:extLst>
                  <a:ext uri="{FF2B5EF4-FFF2-40B4-BE49-F238E27FC236}">
                    <a16:creationId xmlns:a16="http://schemas.microsoft.com/office/drawing/2014/main" id="{62D572EF-29CB-4700-861E-1F1A89604F22}"/>
                  </a:ext>
                </a:extLst>
              </p:cNvPr>
              <p:cNvSpPr/>
              <p:nvPr/>
            </p:nvSpPr>
            <p:spPr>
              <a:xfrm>
                <a:off x="67649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5" name="object 460">
                <a:extLst>
                  <a:ext uri="{FF2B5EF4-FFF2-40B4-BE49-F238E27FC236}">
                    <a16:creationId xmlns:a16="http://schemas.microsoft.com/office/drawing/2014/main" id="{F7B9F340-570C-42AB-8C3A-56D90BE9BFD6}"/>
                  </a:ext>
                </a:extLst>
              </p:cNvPr>
              <p:cNvSpPr/>
              <p:nvPr/>
            </p:nvSpPr>
            <p:spPr>
              <a:xfrm>
                <a:off x="68700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6" name="object 461">
                <a:extLst>
                  <a:ext uri="{FF2B5EF4-FFF2-40B4-BE49-F238E27FC236}">
                    <a16:creationId xmlns:a16="http://schemas.microsoft.com/office/drawing/2014/main" id="{E3BF48EF-36BB-407D-AE58-F30E2D22C12B}"/>
                  </a:ext>
                </a:extLst>
              </p:cNvPr>
              <p:cNvSpPr/>
              <p:nvPr/>
            </p:nvSpPr>
            <p:spPr>
              <a:xfrm>
                <a:off x="68700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7" name="object 462">
                <a:extLst>
                  <a:ext uri="{FF2B5EF4-FFF2-40B4-BE49-F238E27FC236}">
                    <a16:creationId xmlns:a16="http://schemas.microsoft.com/office/drawing/2014/main" id="{556B1BDC-19EE-490C-BBD0-989EBD35251C}"/>
                  </a:ext>
                </a:extLst>
              </p:cNvPr>
              <p:cNvSpPr/>
              <p:nvPr/>
            </p:nvSpPr>
            <p:spPr>
              <a:xfrm>
                <a:off x="69752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8" name="object 463">
                <a:extLst>
                  <a:ext uri="{FF2B5EF4-FFF2-40B4-BE49-F238E27FC236}">
                    <a16:creationId xmlns:a16="http://schemas.microsoft.com/office/drawing/2014/main" id="{F77FCE64-B467-4F93-AF1C-C4CCB4E6DEF1}"/>
                  </a:ext>
                </a:extLst>
              </p:cNvPr>
              <p:cNvSpPr/>
              <p:nvPr/>
            </p:nvSpPr>
            <p:spPr>
              <a:xfrm>
                <a:off x="697522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9" name="object 464">
                <a:extLst>
                  <a:ext uri="{FF2B5EF4-FFF2-40B4-BE49-F238E27FC236}">
                    <a16:creationId xmlns:a16="http://schemas.microsoft.com/office/drawing/2014/main" id="{D1184EAA-A35A-48C7-8533-D3DD7296A27C}"/>
                  </a:ext>
                </a:extLst>
              </p:cNvPr>
              <p:cNvSpPr/>
              <p:nvPr/>
            </p:nvSpPr>
            <p:spPr>
              <a:xfrm>
                <a:off x="70803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0" name="object 465">
                <a:extLst>
                  <a:ext uri="{FF2B5EF4-FFF2-40B4-BE49-F238E27FC236}">
                    <a16:creationId xmlns:a16="http://schemas.microsoft.com/office/drawing/2014/main" id="{C3225F83-95E8-48D3-B3C4-2A32C01A0DFA}"/>
                  </a:ext>
                </a:extLst>
              </p:cNvPr>
              <p:cNvSpPr/>
              <p:nvPr/>
            </p:nvSpPr>
            <p:spPr>
              <a:xfrm>
                <a:off x="708037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1" name="object 466">
                <a:extLst>
                  <a:ext uri="{FF2B5EF4-FFF2-40B4-BE49-F238E27FC236}">
                    <a16:creationId xmlns:a16="http://schemas.microsoft.com/office/drawing/2014/main" id="{44D739A1-8D25-4C83-898B-076DC766ACFF}"/>
                  </a:ext>
                </a:extLst>
              </p:cNvPr>
              <p:cNvSpPr/>
              <p:nvPr/>
            </p:nvSpPr>
            <p:spPr>
              <a:xfrm>
                <a:off x="7185545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2" name="object 467">
                <a:extLst>
                  <a:ext uri="{FF2B5EF4-FFF2-40B4-BE49-F238E27FC236}">
                    <a16:creationId xmlns:a16="http://schemas.microsoft.com/office/drawing/2014/main" id="{8F1ED390-7257-4876-94ED-06EC120D9C66}"/>
                  </a:ext>
                </a:extLst>
              </p:cNvPr>
              <p:cNvSpPr/>
              <p:nvPr/>
            </p:nvSpPr>
            <p:spPr>
              <a:xfrm>
                <a:off x="7185545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3" name="object 468">
                <a:extLst>
                  <a:ext uri="{FF2B5EF4-FFF2-40B4-BE49-F238E27FC236}">
                    <a16:creationId xmlns:a16="http://schemas.microsoft.com/office/drawing/2014/main" id="{1E63A5F9-FE60-403C-BB64-089E46F40131}"/>
                  </a:ext>
                </a:extLst>
              </p:cNvPr>
              <p:cNvSpPr/>
              <p:nvPr/>
            </p:nvSpPr>
            <p:spPr>
              <a:xfrm>
                <a:off x="7291450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4" name="object 469">
                <a:extLst>
                  <a:ext uri="{FF2B5EF4-FFF2-40B4-BE49-F238E27FC236}">
                    <a16:creationId xmlns:a16="http://schemas.microsoft.com/office/drawing/2014/main" id="{59FC3CAE-0BAD-46C9-8214-E8635F1DA4C4}"/>
                  </a:ext>
                </a:extLst>
              </p:cNvPr>
              <p:cNvSpPr/>
              <p:nvPr/>
            </p:nvSpPr>
            <p:spPr>
              <a:xfrm>
                <a:off x="7291450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5" name="object 470">
                <a:extLst>
                  <a:ext uri="{FF2B5EF4-FFF2-40B4-BE49-F238E27FC236}">
                    <a16:creationId xmlns:a16="http://schemas.microsoft.com/office/drawing/2014/main" id="{635E67F0-11DB-45F9-8264-C74E204045EB}"/>
                  </a:ext>
                </a:extLst>
              </p:cNvPr>
              <p:cNvSpPr/>
              <p:nvPr/>
            </p:nvSpPr>
            <p:spPr>
              <a:xfrm>
                <a:off x="739661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6" name="object 471">
                <a:extLst>
                  <a:ext uri="{FF2B5EF4-FFF2-40B4-BE49-F238E27FC236}">
                    <a16:creationId xmlns:a16="http://schemas.microsoft.com/office/drawing/2014/main" id="{BEBAEFE6-5DD1-4CA2-B891-E817A1D28455}"/>
                  </a:ext>
                </a:extLst>
              </p:cNvPr>
              <p:cNvSpPr/>
              <p:nvPr/>
            </p:nvSpPr>
            <p:spPr>
              <a:xfrm>
                <a:off x="739661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7" name="object 472">
                <a:extLst>
                  <a:ext uri="{FF2B5EF4-FFF2-40B4-BE49-F238E27FC236}">
                    <a16:creationId xmlns:a16="http://schemas.microsoft.com/office/drawing/2014/main" id="{EC6F163F-5EBC-4759-BC0A-F861EE67278C}"/>
                  </a:ext>
                </a:extLst>
              </p:cNvPr>
              <p:cNvSpPr/>
              <p:nvPr/>
            </p:nvSpPr>
            <p:spPr>
              <a:xfrm>
                <a:off x="750176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8" name="object 473">
                <a:extLst>
                  <a:ext uri="{FF2B5EF4-FFF2-40B4-BE49-F238E27FC236}">
                    <a16:creationId xmlns:a16="http://schemas.microsoft.com/office/drawing/2014/main" id="{A7FDD7B3-196C-4BF0-8156-D56E4810C260}"/>
                  </a:ext>
                </a:extLst>
              </p:cNvPr>
              <p:cNvSpPr/>
              <p:nvPr/>
            </p:nvSpPr>
            <p:spPr>
              <a:xfrm>
                <a:off x="750176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9" name="object 474">
                <a:extLst>
                  <a:ext uri="{FF2B5EF4-FFF2-40B4-BE49-F238E27FC236}">
                    <a16:creationId xmlns:a16="http://schemas.microsoft.com/office/drawing/2014/main" id="{232D9802-5DC3-4BFF-9B2A-0BF8D0DD002A}"/>
                  </a:ext>
                </a:extLst>
              </p:cNvPr>
              <p:cNvSpPr/>
              <p:nvPr/>
            </p:nvSpPr>
            <p:spPr>
              <a:xfrm>
                <a:off x="760693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0" name="object 475">
                <a:extLst>
                  <a:ext uri="{FF2B5EF4-FFF2-40B4-BE49-F238E27FC236}">
                    <a16:creationId xmlns:a16="http://schemas.microsoft.com/office/drawing/2014/main" id="{B5E081F5-3CB1-4638-A233-581772D36E75}"/>
                  </a:ext>
                </a:extLst>
              </p:cNvPr>
              <p:cNvSpPr/>
              <p:nvPr/>
            </p:nvSpPr>
            <p:spPr>
              <a:xfrm>
                <a:off x="7606931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1" name="object 476">
                <a:extLst>
                  <a:ext uri="{FF2B5EF4-FFF2-40B4-BE49-F238E27FC236}">
                    <a16:creationId xmlns:a16="http://schemas.microsoft.com/office/drawing/2014/main" id="{BBD49FCF-B2B4-41C6-A16D-9FD57FE25857}"/>
                  </a:ext>
                </a:extLst>
              </p:cNvPr>
              <p:cNvSpPr/>
              <p:nvPr/>
            </p:nvSpPr>
            <p:spPr>
              <a:xfrm>
                <a:off x="771207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2" name="object 477">
                <a:extLst>
                  <a:ext uri="{FF2B5EF4-FFF2-40B4-BE49-F238E27FC236}">
                    <a16:creationId xmlns:a16="http://schemas.microsoft.com/office/drawing/2014/main" id="{2E61D70B-244D-4AE1-811A-B095DD5772DF}"/>
                  </a:ext>
                </a:extLst>
              </p:cNvPr>
              <p:cNvSpPr/>
              <p:nvPr/>
            </p:nvSpPr>
            <p:spPr>
              <a:xfrm>
                <a:off x="7712075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3" name="object 478">
                <a:extLst>
                  <a:ext uri="{FF2B5EF4-FFF2-40B4-BE49-F238E27FC236}">
                    <a16:creationId xmlns:a16="http://schemas.microsoft.com/office/drawing/2014/main" id="{A807601F-F156-4060-A572-7B97531658BC}"/>
                  </a:ext>
                </a:extLst>
              </p:cNvPr>
              <p:cNvSpPr/>
              <p:nvPr/>
            </p:nvSpPr>
            <p:spPr>
              <a:xfrm>
                <a:off x="7817243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4" name="object 479">
                <a:extLst>
                  <a:ext uri="{FF2B5EF4-FFF2-40B4-BE49-F238E27FC236}">
                    <a16:creationId xmlns:a16="http://schemas.microsoft.com/office/drawing/2014/main" id="{528D6F7F-433A-462D-B519-1DFD57BA783D}"/>
                  </a:ext>
                </a:extLst>
              </p:cNvPr>
              <p:cNvSpPr/>
              <p:nvPr/>
            </p:nvSpPr>
            <p:spPr>
              <a:xfrm>
                <a:off x="7817243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5" name="object 480">
                <a:extLst>
                  <a:ext uri="{FF2B5EF4-FFF2-40B4-BE49-F238E27FC236}">
                    <a16:creationId xmlns:a16="http://schemas.microsoft.com/office/drawing/2014/main" id="{EE5AD933-706F-4C03-83F1-3103069AA03E}"/>
                  </a:ext>
                </a:extLst>
              </p:cNvPr>
              <p:cNvSpPr/>
              <p:nvPr/>
            </p:nvSpPr>
            <p:spPr>
              <a:xfrm>
                <a:off x="7923148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6" name="object 481">
                <a:extLst>
                  <a:ext uri="{FF2B5EF4-FFF2-40B4-BE49-F238E27FC236}">
                    <a16:creationId xmlns:a16="http://schemas.microsoft.com/office/drawing/2014/main" id="{C14C54E9-645F-4792-A0DC-C48AB1389D5A}"/>
                  </a:ext>
                </a:extLst>
              </p:cNvPr>
              <p:cNvSpPr/>
              <p:nvPr/>
            </p:nvSpPr>
            <p:spPr>
              <a:xfrm>
                <a:off x="7923148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7" name="object 482">
                <a:extLst>
                  <a:ext uri="{FF2B5EF4-FFF2-40B4-BE49-F238E27FC236}">
                    <a16:creationId xmlns:a16="http://schemas.microsoft.com/office/drawing/2014/main" id="{E30993C4-F5A8-4EC6-A451-1A0CC9D81891}"/>
                  </a:ext>
                </a:extLst>
              </p:cNvPr>
              <p:cNvSpPr/>
              <p:nvPr/>
            </p:nvSpPr>
            <p:spPr>
              <a:xfrm>
                <a:off x="802831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8" name="object 483">
                <a:extLst>
                  <a:ext uri="{FF2B5EF4-FFF2-40B4-BE49-F238E27FC236}">
                    <a16:creationId xmlns:a16="http://schemas.microsoft.com/office/drawing/2014/main" id="{98F3EEA6-A672-4271-9C61-93787F44098C}"/>
                  </a:ext>
                </a:extLst>
              </p:cNvPr>
              <p:cNvSpPr/>
              <p:nvPr/>
            </p:nvSpPr>
            <p:spPr>
              <a:xfrm>
                <a:off x="802831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9" name="object 484">
                <a:extLst>
                  <a:ext uri="{FF2B5EF4-FFF2-40B4-BE49-F238E27FC236}">
                    <a16:creationId xmlns:a16="http://schemas.microsoft.com/office/drawing/2014/main" id="{AD73C18D-C0C1-42B5-8733-FA4D9CBFAC90}"/>
                  </a:ext>
                </a:extLst>
              </p:cNvPr>
              <p:cNvSpPr/>
              <p:nvPr/>
            </p:nvSpPr>
            <p:spPr>
              <a:xfrm>
                <a:off x="81334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0" name="object 485">
                <a:extLst>
                  <a:ext uri="{FF2B5EF4-FFF2-40B4-BE49-F238E27FC236}">
                    <a16:creationId xmlns:a16="http://schemas.microsoft.com/office/drawing/2014/main" id="{E0B01330-9893-4FDD-B398-BDC9E6C9561E}"/>
                  </a:ext>
                </a:extLst>
              </p:cNvPr>
              <p:cNvSpPr/>
              <p:nvPr/>
            </p:nvSpPr>
            <p:spPr>
              <a:xfrm>
                <a:off x="81334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1" name="object 486">
                <a:extLst>
                  <a:ext uri="{FF2B5EF4-FFF2-40B4-BE49-F238E27FC236}">
                    <a16:creationId xmlns:a16="http://schemas.microsoft.com/office/drawing/2014/main" id="{D2C7CD3E-627C-40B1-9B9F-8897BC450E42}"/>
                  </a:ext>
                </a:extLst>
              </p:cNvPr>
              <p:cNvSpPr/>
              <p:nvPr/>
            </p:nvSpPr>
            <p:spPr>
              <a:xfrm>
                <a:off x="823862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2" name="object 487">
                <a:extLst>
                  <a:ext uri="{FF2B5EF4-FFF2-40B4-BE49-F238E27FC236}">
                    <a16:creationId xmlns:a16="http://schemas.microsoft.com/office/drawing/2014/main" id="{90E65471-0472-4BD6-ACA2-26D100576360}"/>
                  </a:ext>
                </a:extLst>
              </p:cNvPr>
              <p:cNvSpPr/>
              <p:nvPr/>
            </p:nvSpPr>
            <p:spPr>
              <a:xfrm>
                <a:off x="8238629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3" name="object 488">
                <a:extLst>
                  <a:ext uri="{FF2B5EF4-FFF2-40B4-BE49-F238E27FC236}">
                    <a16:creationId xmlns:a16="http://schemas.microsoft.com/office/drawing/2014/main" id="{39B45DE0-1284-418F-916F-AC83FA6DADAA}"/>
                  </a:ext>
                </a:extLst>
              </p:cNvPr>
              <p:cNvSpPr/>
              <p:nvPr/>
            </p:nvSpPr>
            <p:spPr>
              <a:xfrm>
                <a:off x="83437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4" name="object 489">
                <a:extLst>
                  <a:ext uri="{FF2B5EF4-FFF2-40B4-BE49-F238E27FC236}">
                    <a16:creationId xmlns:a16="http://schemas.microsoft.com/office/drawing/2014/main" id="{814E6AE9-9C88-4950-B9F3-E966365616C2}"/>
                  </a:ext>
                </a:extLst>
              </p:cNvPr>
              <p:cNvSpPr/>
              <p:nvPr/>
            </p:nvSpPr>
            <p:spPr>
              <a:xfrm>
                <a:off x="8343773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5" name="object 490">
                <a:extLst>
                  <a:ext uri="{FF2B5EF4-FFF2-40B4-BE49-F238E27FC236}">
                    <a16:creationId xmlns:a16="http://schemas.microsoft.com/office/drawing/2014/main" id="{D22098A8-7183-44DD-A5D3-BE9022CBC84A}"/>
                  </a:ext>
                </a:extLst>
              </p:cNvPr>
              <p:cNvSpPr/>
              <p:nvPr/>
            </p:nvSpPr>
            <p:spPr>
              <a:xfrm>
                <a:off x="844894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6" name="object 491">
                <a:extLst>
                  <a:ext uri="{FF2B5EF4-FFF2-40B4-BE49-F238E27FC236}">
                    <a16:creationId xmlns:a16="http://schemas.microsoft.com/office/drawing/2014/main" id="{D0FE9525-22D2-4496-8407-DF700C3B5DAF}"/>
                  </a:ext>
                </a:extLst>
              </p:cNvPr>
              <p:cNvSpPr/>
              <p:nvPr/>
            </p:nvSpPr>
            <p:spPr>
              <a:xfrm>
                <a:off x="8448941" y="5468873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7" name="object 492">
                <a:extLst>
                  <a:ext uri="{FF2B5EF4-FFF2-40B4-BE49-F238E27FC236}">
                    <a16:creationId xmlns:a16="http://schemas.microsoft.com/office/drawing/2014/main" id="{CA36D430-3A2E-429B-8A04-3F7FA17EF992}"/>
                  </a:ext>
                </a:extLst>
              </p:cNvPr>
              <p:cNvSpPr/>
              <p:nvPr/>
            </p:nvSpPr>
            <p:spPr>
              <a:xfrm>
                <a:off x="855484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8" name="object 493">
                <a:extLst>
                  <a:ext uri="{FF2B5EF4-FFF2-40B4-BE49-F238E27FC236}">
                    <a16:creationId xmlns:a16="http://schemas.microsoft.com/office/drawing/2014/main" id="{CA60C7A0-4E95-425C-ABF7-87EC8D44C376}"/>
                  </a:ext>
                </a:extLst>
              </p:cNvPr>
              <p:cNvSpPr/>
              <p:nvPr/>
            </p:nvSpPr>
            <p:spPr>
              <a:xfrm>
                <a:off x="8554847" y="5468873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9" name="object 494">
                <a:extLst>
                  <a:ext uri="{FF2B5EF4-FFF2-40B4-BE49-F238E27FC236}">
                    <a16:creationId xmlns:a16="http://schemas.microsoft.com/office/drawing/2014/main" id="{DE98248F-9CE8-4BF4-BF6F-EA27D3F57952}"/>
                  </a:ext>
                </a:extLst>
              </p:cNvPr>
              <p:cNvSpPr/>
              <p:nvPr/>
            </p:nvSpPr>
            <p:spPr>
              <a:xfrm>
                <a:off x="602806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0" name="object 495">
                <a:extLst>
                  <a:ext uri="{FF2B5EF4-FFF2-40B4-BE49-F238E27FC236}">
                    <a16:creationId xmlns:a16="http://schemas.microsoft.com/office/drawing/2014/main" id="{F9D66282-9D7F-42D0-A2FC-6E630B9E292A}"/>
                  </a:ext>
                </a:extLst>
              </p:cNvPr>
              <p:cNvSpPr/>
              <p:nvPr/>
            </p:nvSpPr>
            <p:spPr>
              <a:xfrm>
                <a:off x="602806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1" name="object 496">
                <a:extLst>
                  <a:ext uri="{FF2B5EF4-FFF2-40B4-BE49-F238E27FC236}">
                    <a16:creationId xmlns:a16="http://schemas.microsoft.com/office/drawing/2014/main" id="{998B1081-74DA-4B1C-88DF-3A7EA317020C}"/>
                  </a:ext>
                </a:extLst>
              </p:cNvPr>
              <p:cNvSpPr/>
              <p:nvPr/>
            </p:nvSpPr>
            <p:spPr>
              <a:xfrm>
                <a:off x="613322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2" name="object 497">
                <a:extLst>
                  <a:ext uri="{FF2B5EF4-FFF2-40B4-BE49-F238E27FC236}">
                    <a16:creationId xmlns:a16="http://schemas.microsoft.com/office/drawing/2014/main" id="{DDD67FEF-6E04-4F64-9E54-BE4B42ABDA3D}"/>
                  </a:ext>
                </a:extLst>
              </p:cNvPr>
              <p:cNvSpPr/>
              <p:nvPr/>
            </p:nvSpPr>
            <p:spPr>
              <a:xfrm>
                <a:off x="613322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3" name="object 498">
                <a:extLst>
                  <a:ext uri="{FF2B5EF4-FFF2-40B4-BE49-F238E27FC236}">
                    <a16:creationId xmlns:a16="http://schemas.microsoft.com/office/drawing/2014/main" id="{2EE5F6E3-BDBA-4BA6-B0BA-53E804C71CA2}"/>
                  </a:ext>
                </a:extLst>
              </p:cNvPr>
              <p:cNvSpPr/>
              <p:nvPr/>
            </p:nvSpPr>
            <p:spPr>
              <a:xfrm>
                <a:off x="623837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4" name="object 499">
                <a:extLst>
                  <a:ext uri="{FF2B5EF4-FFF2-40B4-BE49-F238E27FC236}">
                    <a16:creationId xmlns:a16="http://schemas.microsoft.com/office/drawing/2014/main" id="{0A9ED558-AD71-47F3-AF6E-43C20B60E87C}"/>
                  </a:ext>
                </a:extLst>
              </p:cNvPr>
              <p:cNvSpPr/>
              <p:nvPr/>
            </p:nvSpPr>
            <p:spPr>
              <a:xfrm>
                <a:off x="623837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5" name="object 500">
                <a:extLst>
                  <a:ext uri="{FF2B5EF4-FFF2-40B4-BE49-F238E27FC236}">
                    <a16:creationId xmlns:a16="http://schemas.microsoft.com/office/drawing/2014/main" id="{F9BD85EA-2F33-425D-9CEF-7971A2E294BE}"/>
                  </a:ext>
                </a:extLst>
              </p:cNvPr>
              <p:cNvSpPr/>
              <p:nvPr/>
            </p:nvSpPr>
            <p:spPr>
              <a:xfrm>
                <a:off x="634353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6" name="object 501">
                <a:extLst>
                  <a:ext uri="{FF2B5EF4-FFF2-40B4-BE49-F238E27FC236}">
                    <a16:creationId xmlns:a16="http://schemas.microsoft.com/office/drawing/2014/main" id="{3F1FDA13-9E7A-460E-817E-674D944B6A43}"/>
                  </a:ext>
                </a:extLst>
              </p:cNvPr>
              <p:cNvSpPr/>
              <p:nvPr/>
            </p:nvSpPr>
            <p:spPr>
              <a:xfrm>
                <a:off x="634353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7" name="object 502">
                <a:extLst>
                  <a:ext uri="{FF2B5EF4-FFF2-40B4-BE49-F238E27FC236}">
                    <a16:creationId xmlns:a16="http://schemas.microsoft.com/office/drawing/2014/main" id="{0FE87620-8C85-4C9B-80B9-44DDD4F10502}"/>
                  </a:ext>
                </a:extLst>
              </p:cNvPr>
              <p:cNvSpPr/>
              <p:nvPr/>
            </p:nvSpPr>
            <p:spPr>
              <a:xfrm>
                <a:off x="644869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8" name="object 503">
                <a:extLst>
                  <a:ext uri="{FF2B5EF4-FFF2-40B4-BE49-F238E27FC236}">
                    <a16:creationId xmlns:a16="http://schemas.microsoft.com/office/drawing/2014/main" id="{D7FA71E2-9B69-4B6E-9A4D-AD7F733E7E51}"/>
                  </a:ext>
                </a:extLst>
              </p:cNvPr>
              <p:cNvSpPr/>
              <p:nvPr/>
            </p:nvSpPr>
            <p:spPr>
              <a:xfrm>
                <a:off x="644869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9" name="object 504">
                <a:extLst>
                  <a:ext uri="{FF2B5EF4-FFF2-40B4-BE49-F238E27FC236}">
                    <a16:creationId xmlns:a16="http://schemas.microsoft.com/office/drawing/2014/main" id="{8CE4B3BC-4A50-4CF7-9148-B10C942DF347}"/>
                  </a:ext>
                </a:extLst>
              </p:cNvPr>
              <p:cNvSpPr/>
              <p:nvPr/>
            </p:nvSpPr>
            <p:spPr>
              <a:xfrm>
                <a:off x="655459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0" name="object 505">
                <a:extLst>
                  <a:ext uri="{FF2B5EF4-FFF2-40B4-BE49-F238E27FC236}">
                    <a16:creationId xmlns:a16="http://schemas.microsoft.com/office/drawing/2014/main" id="{D1719B75-0168-4C7B-8DDE-E5637EE66E47}"/>
                  </a:ext>
                </a:extLst>
              </p:cNvPr>
              <p:cNvSpPr/>
              <p:nvPr/>
            </p:nvSpPr>
            <p:spPr>
              <a:xfrm>
                <a:off x="655459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1" name="object 506">
                <a:extLst>
                  <a:ext uri="{FF2B5EF4-FFF2-40B4-BE49-F238E27FC236}">
                    <a16:creationId xmlns:a16="http://schemas.microsoft.com/office/drawing/2014/main" id="{B7A87CCC-4931-490B-8082-652EE49DB9BB}"/>
                  </a:ext>
                </a:extLst>
              </p:cNvPr>
              <p:cNvSpPr/>
              <p:nvPr/>
            </p:nvSpPr>
            <p:spPr>
              <a:xfrm>
                <a:off x="665976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2" name="object 507">
                <a:extLst>
                  <a:ext uri="{FF2B5EF4-FFF2-40B4-BE49-F238E27FC236}">
                    <a16:creationId xmlns:a16="http://schemas.microsoft.com/office/drawing/2014/main" id="{D8D15377-E3CC-47CF-816B-962CA0A9A3C1}"/>
                  </a:ext>
                </a:extLst>
              </p:cNvPr>
              <p:cNvSpPr/>
              <p:nvPr/>
            </p:nvSpPr>
            <p:spPr>
              <a:xfrm>
                <a:off x="665976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3" name="object 508">
                <a:extLst>
                  <a:ext uri="{FF2B5EF4-FFF2-40B4-BE49-F238E27FC236}">
                    <a16:creationId xmlns:a16="http://schemas.microsoft.com/office/drawing/2014/main" id="{B5BC8A89-B3C5-4C5E-B183-6EB82EFB7344}"/>
                  </a:ext>
                </a:extLst>
              </p:cNvPr>
              <p:cNvSpPr/>
              <p:nvPr/>
            </p:nvSpPr>
            <p:spPr>
              <a:xfrm>
                <a:off x="67649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4" name="object 509">
                <a:extLst>
                  <a:ext uri="{FF2B5EF4-FFF2-40B4-BE49-F238E27FC236}">
                    <a16:creationId xmlns:a16="http://schemas.microsoft.com/office/drawing/2014/main" id="{DBC159FC-0FE6-4899-B713-8946C55B97D3}"/>
                  </a:ext>
                </a:extLst>
              </p:cNvPr>
              <p:cNvSpPr/>
              <p:nvPr/>
            </p:nvSpPr>
            <p:spPr>
              <a:xfrm>
                <a:off x="67649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5" name="object 510">
                <a:extLst>
                  <a:ext uri="{FF2B5EF4-FFF2-40B4-BE49-F238E27FC236}">
                    <a16:creationId xmlns:a16="http://schemas.microsoft.com/office/drawing/2014/main" id="{DCB75306-21A6-4972-AAFF-8BA75BB7AB27}"/>
                  </a:ext>
                </a:extLst>
              </p:cNvPr>
              <p:cNvSpPr/>
              <p:nvPr/>
            </p:nvSpPr>
            <p:spPr>
              <a:xfrm>
                <a:off x="68700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6" name="object 511">
                <a:extLst>
                  <a:ext uri="{FF2B5EF4-FFF2-40B4-BE49-F238E27FC236}">
                    <a16:creationId xmlns:a16="http://schemas.microsoft.com/office/drawing/2014/main" id="{8F429464-5B01-4884-81BF-CE462DBE4497}"/>
                  </a:ext>
                </a:extLst>
              </p:cNvPr>
              <p:cNvSpPr/>
              <p:nvPr/>
            </p:nvSpPr>
            <p:spPr>
              <a:xfrm>
                <a:off x="68700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7" name="object 512">
                <a:extLst>
                  <a:ext uri="{FF2B5EF4-FFF2-40B4-BE49-F238E27FC236}">
                    <a16:creationId xmlns:a16="http://schemas.microsoft.com/office/drawing/2014/main" id="{150DD465-B72A-479D-BAC8-847E8BD7B170}"/>
                  </a:ext>
                </a:extLst>
              </p:cNvPr>
              <p:cNvSpPr/>
              <p:nvPr/>
            </p:nvSpPr>
            <p:spPr>
              <a:xfrm>
                <a:off x="69752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8" name="object 513">
                <a:extLst>
                  <a:ext uri="{FF2B5EF4-FFF2-40B4-BE49-F238E27FC236}">
                    <a16:creationId xmlns:a16="http://schemas.microsoft.com/office/drawing/2014/main" id="{0A8C305C-F750-45B5-9976-04B577F8CBBB}"/>
                  </a:ext>
                </a:extLst>
              </p:cNvPr>
              <p:cNvSpPr/>
              <p:nvPr/>
            </p:nvSpPr>
            <p:spPr>
              <a:xfrm>
                <a:off x="697522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9" name="object 514">
                <a:extLst>
                  <a:ext uri="{FF2B5EF4-FFF2-40B4-BE49-F238E27FC236}">
                    <a16:creationId xmlns:a16="http://schemas.microsoft.com/office/drawing/2014/main" id="{1F41291F-2421-4F64-947C-6799503018D7}"/>
                  </a:ext>
                </a:extLst>
              </p:cNvPr>
              <p:cNvSpPr/>
              <p:nvPr/>
            </p:nvSpPr>
            <p:spPr>
              <a:xfrm>
                <a:off x="70803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0" name="object 515">
                <a:extLst>
                  <a:ext uri="{FF2B5EF4-FFF2-40B4-BE49-F238E27FC236}">
                    <a16:creationId xmlns:a16="http://schemas.microsoft.com/office/drawing/2014/main" id="{17AD5BA3-4088-4AEB-9780-7A8143776EE7}"/>
                  </a:ext>
                </a:extLst>
              </p:cNvPr>
              <p:cNvSpPr/>
              <p:nvPr/>
            </p:nvSpPr>
            <p:spPr>
              <a:xfrm>
                <a:off x="708037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1" name="object 516">
                <a:extLst>
                  <a:ext uri="{FF2B5EF4-FFF2-40B4-BE49-F238E27FC236}">
                    <a16:creationId xmlns:a16="http://schemas.microsoft.com/office/drawing/2014/main" id="{5FE337CC-219E-4F5C-9CBF-2BAEA53435B9}"/>
                  </a:ext>
                </a:extLst>
              </p:cNvPr>
              <p:cNvSpPr/>
              <p:nvPr/>
            </p:nvSpPr>
            <p:spPr>
              <a:xfrm>
                <a:off x="7185545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2" name="object 517">
                <a:extLst>
                  <a:ext uri="{FF2B5EF4-FFF2-40B4-BE49-F238E27FC236}">
                    <a16:creationId xmlns:a16="http://schemas.microsoft.com/office/drawing/2014/main" id="{6E448E87-8BC1-4B2E-A3C2-A915B924C73F}"/>
                  </a:ext>
                </a:extLst>
              </p:cNvPr>
              <p:cNvSpPr/>
              <p:nvPr/>
            </p:nvSpPr>
            <p:spPr>
              <a:xfrm>
                <a:off x="7185545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3" name="object 518">
                <a:extLst>
                  <a:ext uri="{FF2B5EF4-FFF2-40B4-BE49-F238E27FC236}">
                    <a16:creationId xmlns:a16="http://schemas.microsoft.com/office/drawing/2014/main" id="{D798494C-44AC-466B-B654-923CE0E93E0D}"/>
                  </a:ext>
                </a:extLst>
              </p:cNvPr>
              <p:cNvSpPr/>
              <p:nvPr/>
            </p:nvSpPr>
            <p:spPr>
              <a:xfrm>
                <a:off x="7291450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4" name="object 519">
                <a:extLst>
                  <a:ext uri="{FF2B5EF4-FFF2-40B4-BE49-F238E27FC236}">
                    <a16:creationId xmlns:a16="http://schemas.microsoft.com/office/drawing/2014/main" id="{F8140E4F-B771-44D3-A6AB-812E7D8F1FED}"/>
                  </a:ext>
                </a:extLst>
              </p:cNvPr>
              <p:cNvSpPr/>
              <p:nvPr/>
            </p:nvSpPr>
            <p:spPr>
              <a:xfrm>
                <a:off x="7291450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5" name="object 520">
                <a:extLst>
                  <a:ext uri="{FF2B5EF4-FFF2-40B4-BE49-F238E27FC236}">
                    <a16:creationId xmlns:a16="http://schemas.microsoft.com/office/drawing/2014/main" id="{CBFA109C-B346-4979-9A5E-4C74BC144941}"/>
                  </a:ext>
                </a:extLst>
              </p:cNvPr>
              <p:cNvSpPr/>
              <p:nvPr/>
            </p:nvSpPr>
            <p:spPr>
              <a:xfrm>
                <a:off x="739661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6" name="object 521">
                <a:extLst>
                  <a:ext uri="{FF2B5EF4-FFF2-40B4-BE49-F238E27FC236}">
                    <a16:creationId xmlns:a16="http://schemas.microsoft.com/office/drawing/2014/main" id="{3C82B594-3423-409A-A176-C3D568864210}"/>
                  </a:ext>
                </a:extLst>
              </p:cNvPr>
              <p:cNvSpPr/>
              <p:nvPr/>
            </p:nvSpPr>
            <p:spPr>
              <a:xfrm>
                <a:off x="739661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7" name="object 522">
                <a:extLst>
                  <a:ext uri="{FF2B5EF4-FFF2-40B4-BE49-F238E27FC236}">
                    <a16:creationId xmlns:a16="http://schemas.microsoft.com/office/drawing/2014/main" id="{B550A9F7-328B-4F08-B366-A01B7209996A}"/>
                  </a:ext>
                </a:extLst>
              </p:cNvPr>
              <p:cNvSpPr/>
              <p:nvPr/>
            </p:nvSpPr>
            <p:spPr>
              <a:xfrm>
                <a:off x="750176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8" name="object 523">
                <a:extLst>
                  <a:ext uri="{FF2B5EF4-FFF2-40B4-BE49-F238E27FC236}">
                    <a16:creationId xmlns:a16="http://schemas.microsoft.com/office/drawing/2014/main" id="{8AD87904-AECD-4A12-8954-B61EE1A07BE6}"/>
                  </a:ext>
                </a:extLst>
              </p:cNvPr>
              <p:cNvSpPr/>
              <p:nvPr/>
            </p:nvSpPr>
            <p:spPr>
              <a:xfrm>
                <a:off x="750176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9" name="object 524">
                <a:extLst>
                  <a:ext uri="{FF2B5EF4-FFF2-40B4-BE49-F238E27FC236}">
                    <a16:creationId xmlns:a16="http://schemas.microsoft.com/office/drawing/2014/main" id="{7CF17F5F-F514-4B6E-8142-604D89A02AE6}"/>
                  </a:ext>
                </a:extLst>
              </p:cNvPr>
              <p:cNvSpPr/>
              <p:nvPr/>
            </p:nvSpPr>
            <p:spPr>
              <a:xfrm>
                <a:off x="760693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0" name="object 525">
                <a:extLst>
                  <a:ext uri="{FF2B5EF4-FFF2-40B4-BE49-F238E27FC236}">
                    <a16:creationId xmlns:a16="http://schemas.microsoft.com/office/drawing/2014/main" id="{9F8CF622-D907-482C-B8BD-144F3A4ADA16}"/>
                  </a:ext>
                </a:extLst>
              </p:cNvPr>
              <p:cNvSpPr/>
              <p:nvPr/>
            </p:nvSpPr>
            <p:spPr>
              <a:xfrm>
                <a:off x="7606931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1" name="object 526">
                <a:extLst>
                  <a:ext uri="{FF2B5EF4-FFF2-40B4-BE49-F238E27FC236}">
                    <a16:creationId xmlns:a16="http://schemas.microsoft.com/office/drawing/2014/main" id="{ACE99226-7887-4BFD-BBAE-79BAE69368AC}"/>
                  </a:ext>
                </a:extLst>
              </p:cNvPr>
              <p:cNvSpPr/>
              <p:nvPr/>
            </p:nvSpPr>
            <p:spPr>
              <a:xfrm>
                <a:off x="771207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2" name="object 527">
                <a:extLst>
                  <a:ext uri="{FF2B5EF4-FFF2-40B4-BE49-F238E27FC236}">
                    <a16:creationId xmlns:a16="http://schemas.microsoft.com/office/drawing/2014/main" id="{2C80BA19-2CCF-4119-A5ED-1A472FB9FB20}"/>
                  </a:ext>
                </a:extLst>
              </p:cNvPr>
              <p:cNvSpPr/>
              <p:nvPr/>
            </p:nvSpPr>
            <p:spPr>
              <a:xfrm>
                <a:off x="7712075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3" name="object 528">
                <a:extLst>
                  <a:ext uri="{FF2B5EF4-FFF2-40B4-BE49-F238E27FC236}">
                    <a16:creationId xmlns:a16="http://schemas.microsoft.com/office/drawing/2014/main" id="{5DD113AA-EBD9-404D-BF08-4067E2A91587}"/>
                  </a:ext>
                </a:extLst>
              </p:cNvPr>
              <p:cNvSpPr/>
              <p:nvPr/>
            </p:nvSpPr>
            <p:spPr>
              <a:xfrm>
                <a:off x="7817243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4" name="object 529">
                <a:extLst>
                  <a:ext uri="{FF2B5EF4-FFF2-40B4-BE49-F238E27FC236}">
                    <a16:creationId xmlns:a16="http://schemas.microsoft.com/office/drawing/2014/main" id="{82D42CAB-FC3A-4ACE-A0EA-3D2908DA828B}"/>
                  </a:ext>
                </a:extLst>
              </p:cNvPr>
              <p:cNvSpPr/>
              <p:nvPr/>
            </p:nvSpPr>
            <p:spPr>
              <a:xfrm>
                <a:off x="7817243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5" name="object 530">
                <a:extLst>
                  <a:ext uri="{FF2B5EF4-FFF2-40B4-BE49-F238E27FC236}">
                    <a16:creationId xmlns:a16="http://schemas.microsoft.com/office/drawing/2014/main" id="{06D4809C-3B6E-4E5B-A325-0A90A35E77C3}"/>
                  </a:ext>
                </a:extLst>
              </p:cNvPr>
              <p:cNvSpPr/>
              <p:nvPr/>
            </p:nvSpPr>
            <p:spPr>
              <a:xfrm>
                <a:off x="7923148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6" name="object 531">
                <a:extLst>
                  <a:ext uri="{FF2B5EF4-FFF2-40B4-BE49-F238E27FC236}">
                    <a16:creationId xmlns:a16="http://schemas.microsoft.com/office/drawing/2014/main" id="{08096673-2C81-44EA-8669-737C8813574E}"/>
                  </a:ext>
                </a:extLst>
              </p:cNvPr>
              <p:cNvSpPr/>
              <p:nvPr/>
            </p:nvSpPr>
            <p:spPr>
              <a:xfrm>
                <a:off x="7923148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7" name="object 532">
                <a:extLst>
                  <a:ext uri="{FF2B5EF4-FFF2-40B4-BE49-F238E27FC236}">
                    <a16:creationId xmlns:a16="http://schemas.microsoft.com/office/drawing/2014/main" id="{9CC0CCE6-1CA0-4851-B853-BABD22A8E777}"/>
                  </a:ext>
                </a:extLst>
              </p:cNvPr>
              <p:cNvSpPr/>
              <p:nvPr/>
            </p:nvSpPr>
            <p:spPr>
              <a:xfrm>
                <a:off x="802831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8" name="object 533">
                <a:extLst>
                  <a:ext uri="{FF2B5EF4-FFF2-40B4-BE49-F238E27FC236}">
                    <a16:creationId xmlns:a16="http://schemas.microsoft.com/office/drawing/2014/main" id="{EC153A51-0DBA-47BB-8797-7D5969AE134D}"/>
                  </a:ext>
                </a:extLst>
              </p:cNvPr>
              <p:cNvSpPr/>
              <p:nvPr/>
            </p:nvSpPr>
            <p:spPr>
              <a:xfrm>
                <a:off x="802831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9" name="object 534">
                <a:extLst>
                  <a:ext uri="{FF2B5EF4-FFF2-40B4-BE49-F238E27FC236}">
                    <a16:creationId xmlns:a16="http://schemas.microsoft.com/office/drawing/2014/main" id="{529C23E9-7652-44CB-B74E-1E391FDB9F7F}"/>
                  </a:ext>
                </a:extLst>
              </p:cNvPr>
              <p:cNvSpPr/>
              <p:nvPr/>
            </p:nvSpPr>
            <p:spPr>
              <a:xfrm>
                <a:off x="81334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0" name="object 535">
                <a:extLst>
                  <a:ext uri="{FF2B5EF4-FFF2-40B4-BE49-F238E27FC236}">
                    <a16:creationId xmlns:a16="http://schemas.microsoft.com/office/drawing/2014/main" id="{BDBE0EE0-7B96-49AE-84BF-1C411CCBA63F}"/>
                  </a:ext>
                </a:extLst>
              </p:cNvPr>
              <p:cNvSpPr/>
              <p:nvPr/>
            </p:nvSpPr>
            <p:spPr>
              <a:xfrm>
                <a:off x="81334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1" name="object 536">
                <a:extLst>
                  <a:ext uri="{FF2B5EF4-FFF2-40B4-BE49-F238E27FC236}">
                    <a16:creationId xmlns:a16="http://schemas.microsoft.com/office/drawing/2014/main" id="{F4E911BE-4295-485C-8791-E9D978645FA1}"/>
                  </a:ext>
                </a:extLst>
              </p:cNvPr>
              <p:cNvSpPr/>
              <p:nvPr/>
            </p:nvSpPr>
            <p:spPr>
              <a:xfrm>
                <a:off x="823862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2" name="object 537">
                <a:extLst>
                  <a:ext uri="{FF2B5EF4-FFF2-40B4-BE49-F238E27FC236}">
                    <a16:creationId xmlns:a16="http://schemas.microsoft.com/office/drawing/2014/main" id="{CCDED559-2FE4-4DA5-BDBC-927790DE8E27}"/>
                  </a:ext>
                </a:extLst>
              </p:cNvPr>
              <p:cNvSpPr/>
              <p:nvPr/>
            </p:nvSpPr>
            <p:spPr>
              <a:xfrm>
                <a:off x="8238629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3" name="object 538">
                <a:extLst>
                  <a:ext uri="{FF2B5EF4-FFF2-40B4-BE49-F238E27FC236}">
                    <a16:creationId xmlns:a16="http://schemas.microsoft.com/office/drawing/2014/main" id="{8D41B9E3-92EB-4696-95B8-083F760BAACF}"/>
                  </a:ext>
                </a:extLst>
              </p:cNvPr>
              <p:cNvSpPr/>
              <p:nvPr/>
            </p:nvSpPr>
            <p:spPr>
              <a:xfrm>
                <a:off x="83437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4" name="object 539">
                <a:extLst>
                  <a:ext uri="{FF2B5EF4-FFF2-40B4-BE49-F238E27FC236}">
                    <a16:creationId xmlns:a16="http://schemas.microsoft.com/office/drawing/2014/main" id="{A37AC315-162B-4430-8733-648FDCBDE176}"/>
                  </a:ext>
                </a:extLst>
              </p:cNvPr>
              <p:cNvSpPr/>
              <p:nvPr/>
            </p:nvSpPr>
            <p:spPr>
              <a:xfrm>
                <a:off x="8343773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5" name="object 540">
                <a:extLst>
                  <a:ext uri="{FF2B5EF4-FFF2-40B4-BE49-F238E27FC236}">
                    <a16:creationId xmlns:a16="http://schemas.microsoft.com/office/drawing/2014/main" id="{D15E586A-0667-411A-8380-2F2D9DD417B3}"/>
                  </a:ext>
                </a:extLst>
              </p:cNvPr>
              <p:cNvSpPr/>
              <p:nvPr/>
            </p:nvSpPr>
            <p:spPr>
              <a:xfrm>
                <a:off x="844894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6" name="object 541">
                <a:extLst>
                  <a:ext uri="{FF2B5EF4-FFF2-40B4-BE49-F238E27FC236}">
                    <a16:creationId xmlns:a16="http://schemas.microsoft.com/office/drawing/2014/main" id="{AB63DB16-322A-4D55-B408-E0F4B020D404}"/>
                  </a:ext>
                </a:extLst>
              </p:cNvPr>
              <p:cNvSpPr/>
              <p:nvPr/>
            </p:nvSpPr>
            <p:spPr>
              <a:xfrm>
                <a:off x="8448941" y="5574791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7" name="object 542">
                <a:extLst>
                  <a:ext uri="{FF2B5EF4-FFF2-40B4-BE49-F238E27FC236}">
                    <a16:creationId xmlns:a16="http://schemas.microsoft.com/office/drawing/2014/main" id="{444D015E-C8A3-4C2A-9804-09CD37648F7B}"/>
                  </a:ext>
                </a:extLst>
              </p:cNvPr>
              <p:cNvSpPr/>
              <p:nvPr/>
            </p:nvSpPr>
            <p:spPr>
              <a:xfrm>
                <a:off x="855484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8" name="object 543">
                <a:extLst>
                  <a:ext uri="{FF2B5EF4-FFF2-40B4-BE49-F238E27FC236}">
                    <a16:creationId xmlns:a16="http://schemas.microsoft.com/office/drawing/2014/main" id="{D8980CD6-02C0-4852-A46E-71A9E1E68AFD}"/>
                  </a:ext>
                </a:extLst>
              </p:cNvPr>
              <p:cNvSpPr/>
              <p:nvPr/>
            </p:nvSpPr>
            <p:spPr>
              <a:xfrm>
                <a:off x="8554847" y="5574791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9" name="object 544">
                <a:extLst>
                  <a:ext uri="{FF2B5EF4-FFF2-40B4-BE49-F238E27FC236}">
                    <a16:creationId xmlns:a16="http://schemas.microsoft.com/office/drawing/2014/main" id="{9C1B6E6E-4051-473C-8973-EE5EEAA4E69A}"/>
                  </a:ext>
                </a:extLst>
              </p:cNvPr>
              <p:cNvSpPr/>
              <p:nvPr/>
            </p:nvSpPr>
            <p:spPr>
              <a:xfrm>
                <a:off x="602806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0" name="object 545">
                <a:extLst>
                  <a:ext uri="{FF2B5EF4-FFF2-40B4-BE49-F238E27FC236}">
                    <a16:creationId xmlns:a16="http://schemas.microsoft.com/office/drawing/2014/main" id="{E73145DE-01CE-4C3C-A0FF-75193A69A70B}"/>
                  </a:ext>
                </a:extLst>
              </p:cNvPr>
              <p:cNvSpPr/>
              <p:nvPr/>
            </p:nvSpPr>
            <p:spPr>
              <a:xfrm>
                <a:off x="602806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1" name="object 546">
                <a:extLst>
                  <a:ext uri="{FF2B5EF4-FFF2-40B4-BE49-F238E27FC236}">
                    <a16:creationId xmlns:a16="http://schemas.microsoft.com/office/drawing/2014/main" id="{B09C6084-4A24-4459-9E10-2973012958AA}"/>
                  </a:ext>
                </a:extLst>
              </p:cNvPr>
              <p:cNvSpPr/>
              <p:nvPr/>
            </p:nvSpPr>
            <p:spPr>
              <a:xfrm>
                <a:off x="613322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2" name="object 547">
                <a:extLst>
                  <a:ext uri="{FF2B5EF4-FFF2-40B4-BE49-F238E27FC236}">
                    <a16:creationId xmlns:a16="http://schemas.microsoft.com/office/drawing/2014/main" id="{16EF1ACA-71C1-4674-B643-89F82A4C4D78}"/>
                  </a:ext>
                </a:extLst>
              </p:cNvPr>
              <p:cNvSpPr/>
              <p:nvPr/>
            </p:nvSpPr>
            <p:spPr>
              <a:xfrm>
                <a:off x="613322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3" name="object 548">
                <a:extLst>
                  <a:ext uri="{FF2B5EF4-FFF2-40B4-BE49-F238E27FC236}">
                    <a16:creationId xmlns:a16="http://schemas.microsoft.com/office/drawing/2014/main" id="{C0AD7EDB-FBFC-42AA-AFB6-B5A44EEAFFA8}"/>
                  </a:ext>
                </a:extLst>
              </p:cNvPr>
              <p:cNvSpPr/>
              <p:nvPr/>
            </p:nvSpPr>
            <p:spPr>
              <a:xfrm>
                <a:off x="623837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4" name="object 549">
                <a:extLst>
                  <a:ext uri="{FF2B5EF4-FFF2-40B4-BE49-F238E27FC236}">
                    <a16:creationId xmlns:a16="http://schemas.microsoft.com/office/drawing/2014/main" id="{2B132406-9062-4C10-AD7B-97A5CB331F75}"/>
                  </a:ext>
                </a:extLst>
              </p:cNvPr>
              <p:cNvSpPr/>
              <p:nvPr/>
            </p:nvSpPr>
            <p:spPr>
              <a:xfrm>
                <a:off x="623837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5" name="object 550">
                <a:extLst>
                  <a:ext uri="{FF2B5EF4-FFF2-40B4-BE49-F238E27FC236}">
                    <a16:creationId xmlns:a16="http://schemas.microsoft.com/office/drawing/2014/main" id="{D0E75A46-C8FF-4F7E-BCD1-B00112C2B11E}"/>
                  </a:ext>
                </a:extLst>
              </p:cNvPr>
              <p:cNvSpPr/>
              <p:nvPr/>
            </p:nvSpPr>
            <p:spPr>
              <a:xfrm>
                <a:off x="634353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6" name="object 551">
                <a:extLst>
                  <a:ext uri="{FF2B5EF4-FFF2-40B4-BE49-F238E27FC236}">
                    <a16:creationId xmlns:a16="http://schemas.microsoft.com/office/drawing/2014/main" id="{2DC4ADAC-9802-4F63-8FFE-DF46CA22D014}"/>
                  </a:ext>
                </a:extLst>
              </p:cNvPr>
              <p:cNvSpPr/>
              <p:nvPr/>
            </p:nvSpPr>
            <p:spPr>
              <a:xfrm>
                <a:off x="634353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7" name="object 552">
                <a:extLst>
                  <a:ext uri="{FF2B5EF4-FFF2-40B4-BE49-F238E27FC236}">
                    <a16:creationId xmlns:a16="http://schemas.microsoft.com/office/drawing/2014/main" id="{D179CC49-2237-483A-A656-42EE8EDEAFC3}"/>
                  </a:ext>
                </a:extLst>
              </p:cNvPr>
              <p:cNvSpPr/>
              <p:nvPr/>
            </p:nvSpPr>
            <p:spPr>
              <a:xfrm>
                <a:off x="644869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8" name="object 553">
                <a:extLst>
                  <a:ext uri="{FF2B5EF4-FFF2-40B4-BE49-F238E27FC236}">
                    <a16:creationId xmlns:a16="http://schemas.microsoft.com/office/drawing/2014/main" id="{549DC9F9-01C1-45E1-8B7D-505AECE593C4}"/>
                  </a:ext>
                </a:extLst>
              </p:cNvPr>
              <p:cNvSpPr/>
              <p:nvPr/>
            </p:nvSpPr>
            <p:spPr>
              <a:xfrm>
                <a:off x="644869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9" name="object 554">
                <a:extLst>
                  <a:ext uri="{FF2B5EF4-FFF2-40B4-BE49-F238E27FC236}">
                    <a16:creationId xmlns:a16="http://schemas.microsoft.com/office/drawing/2014/main" id="{8CCE69B6-4B1A-4C36-825F-7E9D4B71F7FC}"/>
                  </a:ext>
                </a:extLst>
              </p:cNvPr>
              <p:cNvSpPr/>
              <p:nvPr/>
            </p:nvSpPr>
            <p:spPr>
              <a:xfrm>
                <a:off x="655459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0" name="object 555">
                <a:extLst>
                  <a:ext uri="{FF2B5EF4-FFF2-40B4-BE49-F238E27FC236}">
                    <a16:creationId xmlns:a16="http://schemas.microsoft.com/office/drawing/2014/main" id="{C747B203-D0FE-4424-AA8C-6E86AB4ED847}"/>
                  </a:ext>
                </a:extLst>
              </p:cNvPr>
              <p:cNvSpPr/>
              <p:nvPr/>
            </p:nvSpPr>
            <p:spPr>
              <a:xfrm>
                <a:off x="655459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1" name="object 556">
                <a:extLst>
                  <a:ext uri="{FF2B5EF4-FFF2-40B4-BE49-F238E27FC236}">
                    <a16:creationId xmlns:a16="http://schemas.microsoft.com/office/drawing/2014/main" id="{3C533061-AC49-49D6-A140-98A6E751AEA5}"/>
                  </a:ext>
                </a:extLst>
              </p:cNvPr>
              <p:cNvSpPr/>
              <p:nvPr/>
            </p:nvSpPr>
            <p:spPr>
              <a:xfrm>
                <a:off x="665976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2" name="object 557">
                <a:extLst>
                  <a:ext uri="{FF2B5EF4-FFF2-40B4-BE49-F238E27FC236}">
                    <a16:creationId xmlns:a16="http://schemas.microsoft.com/office/drawing/2014/main" id="{2046B812-D449-4195-A34F-71B949A98BF9}"/>
                  </a:ext>
                </a:extLst>
              </p:cNvPr>
              <p:cNvSpPr/>
              <p:nvPr/>
            </p:nvSpPr>
            <p:spPr>
              <a:xfrm>
                <a:off x="665976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3" name="object 558">
                <a:extLst>
                  <a:ext uri="{FF2B5EF4-FFF2-40B4-BE49-F238E27FC236}">
                    <a16:creationId xmlns:a16="http://schemas.microsoft.com/office/drawing/2014/main" id="{3D4BB24E-3C61-4BDF-BF46-CA52A7488E58}"/>
                  </a:ext>
                </a:extLst>
              </p:cNvPr>
              <p:cNvSpPr/>
              <p:nvPr/>
            </p:nvSpPr>
            <p:spPr>
              <a:xfrm>
                <a:off x="67649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4" name="object 559">
                <a:extLst>
                  <a:ext uri="{FF2B5EF4-FFF2-40B4-BE49-F238E27FC236}">
                    <a16:creationId xmlns:a16="http://schemas.microsoft.com/office/drawing/2014/main" id="{1D89AB8C-649D-46D8-83ED-E96A34F157BE}"/>
                  </a:ext>
                </a:extLst>
              </p:cNvPr>
              <p:cNvSpPr/>
              <p:nvPr/>
            </p:nvSpPr>
            <p:spPr>
              <a:xfrm>
                <a:off x="67649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5" name="object 560">
                <a:extLst>
                  <a:ext uri="{FF2B5EF4-FFF2-40B4-BE49-F238E27FC236}">
                    <a16:creationId xmlns:a16="http://schemas.microsoft.com/office/drawing/2014/main" id="{8D61EFEC-3ED9-4AAD-B39D-C8B6B00AEDB7}"/>
                  </a:ext>
                </a:extLst>
              </p:cNvPr>
              <p:cNvSpPr/>
              <p:nvPr/>
            </p:nvSpPr>
            <p:spPr>
              <a:xfrm>
                <a:off x="68700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6" name="object 561">
                <a:extLst>
                  <a:ext uri="{FF2B5EF4-FFF2-40B4-BE49-F238E27FC236}">
                    <a16:creationId xmlns:a16="http://schemas.microsoft.com/office/drawing/2014/main" id="{F49540E0-D0D0-4AD7-B6BD-64492D6FB409}"/>
                  </a:ext>
                </a:extLst>
              </p:cNvPr>
              <p:cNvSpPr/>
              <p:nvPr/>
            </p:nvSpPr>
            <p:spPr>
              <a:xfrm>
                <a:off x="68700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7" name="object 562">
                <a:extLst>
                  <a:ext uri="{FF2B5EF4-FFF2-40B4-BE49-F238E27FC236}">
                    <a16:creationId xmlns:a16="http://schemas.microsoft.com/office/drawing/2014/main" id="{906A0EF2-95E9-4E14-8A43-EC36E8D77C13}"/>
                  </a:ext>
                </a:extLst>
              </p:cNvPr>
              <p:cNvSpPr/>
              <p:nvPr/>
            </p:nvSpPr>
            <p:spPr>
              <a:xfrm>
                <a:off x="69752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8" name="object 563">
                <a:extLst>
                  <a:ext uri="{FF2B5EF4-FFF2-40B4-BE49-F238E27FC236}">
                    <a16:creationId xmlns:a16="http://schemas.microsoft.com/office/drawing/2014/main" id="{F62C68B7-2CE0-46EF-90CC-351F67503724}"/>
                  </a:ext>
                </a:extLst>
              </p:cNvPr>
              <p:cNvSpPr/>
              <p:nvPr/>
            </p:nvSpPr>
            <p:spPr>
              <a:xfrm>
                <a:off x="697522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9" name="object 564">
                <a:extLst>
                  <a:ext uri="{FF2B5EF4-FFF2-40B4-BE49-F238E27FC236}">
                    <a16:creationId xmlns:a16="http://schemas.microsoft.com/office/drawing/2014/main" id="{58CDDA8D-25C0-424E-82FC-085BA993C4C3}"/>
                  </a:ext>
                </a:extLst>
              </p:cNvPr>
              <p:cNvSpPr/>
              <p:nvPr/>
            </p:nvSpPr>
            <p:spPr>
              <a:xfrm>
                <a:off x="70803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0" name="object 565">
                <a:extLst>
                  <a:ext uri="{FF2B5EF4-FFF2-40B4-BE49-F238E27FC236}">
                    <a16:creationId xmlns:a16="http://schemas.microsoft.com/office/drawing/2014/main" id="{4812DB03-CBFC-44DD-AE2A-82FE098F5B98}"/>
                  </a:ext>
                </a:extLst>
              </p:cNvPr>
              <p:cNvSpPr/>
              <p:nvPr/>
            </p:nvSpPr>
            <p:spPr>
              <a:xfrm>
                <a:off x="708037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1" name="object 566">
                <a:extLst>
                  <a:ext uri="{FF2B5EF4-FFF2-40B4-BE49-F238E27FC236}">
                    <a16:creationId xmlns:a16="http://schemas.microsoft.com/office/drawing/2014/main" id="{FEACBD68-7BCE-4BC9-9413-1C47A5E5AFA5}"/>
                  </a:ext>
                </a:extLst>
              </p:cNvPr>
              <p:cNvSpPr/>
              <p:nvPr/>
            </p:nvSpPr>
            <p:spPr>
              <a:xfrm>
                <a:off x="7185545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2" name="object 567">
                <a:extLst>
                  <a:ext uri="{FF2B5EF4-FFF2-40B4-BE49-F238E27FC236}">
                    <a16:creationId xmlns:a16="http://schemas.microsoft.com/office/drawing/2014/main" id="{2C163658-C816-4CDC-BA6C-F2900C272B8D}"/>
                  </a:ext>
                </a:extLst>
              </p:cNvPr>
              <p:cNvSpPr/>
              <p:nvPr/>
            </p:nvSpPr>
            <p:spPr>
              <a:xfrm>
                <a:off x="7185545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3" name="object 568">
                <a:extLst>
                  <a:ext uri="{FF2B5EF4-FFF2-40B4-BE49-F238E27FC236}">
                    <a16:creationId xmlns:a16="http://schemas.microsoft.com/office/drawing/2014/main" id="{DFB23651-52F6-4C95-873A-641333459E80}"/>
                  </a:ext>
                </a:extLst>
              </p:cNvPr>
              <p:cNvSpPr/>
              <p:nvPr/>
            </p:nvSpPr>
            <p:spPr>
              <a:xfrm>
                <a:off x="7291450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4" name="object 569">
                <a:extLst>
                  <a:ext uri="{FF2B5EF4-FFF2-40B4-BE49-F238E27FC236}">
                    <a16:creationId xmlns:a16="http://schemas.microsoft.com/office/drawing/2014/main" id="{0323FD54-AA44-46D4-9A3C-15411424D0DA}"/>
                  </a:ext>
                </a:extLst>
              </p:cNvPr>
              <p:cNvSpPr/>
              <p:nvPr/>
            </p:nvSpPr>
            <p:spPr>
              <a:xfrm>
                <a:off x="7291450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5" name="object 570">
                <a:extLst>
                  <a:ext uri="{FF2B5EF4-FFF2-40B4-BE49-F238E27FC236}">
                    <a16:creationId xmlns:a16="http://schemas.microsoft.com/office/drawing/2014/main" id="{BDDAAEAC-C0FD-41E8-A14B-3FCA88CE6FED}"/>
                  </a:ext>
                </a:extLst>
              </p:cNvPr>
              <p:cNvSpPr/>
              <p:nvPr/>
            </p:nvSpPr>
            <p:spPr>
              <a:xfrm>
                <a:off x="739661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6" name="object 571">
                <a:extLst>
                  <a:ext uri="{FF2B5EF4-FFF2-40B4-BE49-F238E27FC236}">
                    <a16:creationId xmlns:a16="http://schemas.microsoft.com/office/drawing/2014/main" id="{888161F6-45B9-4C5B-849C-4019296760CA}"/>
                  </a:ext>
                </a:extLst>
              </p:cNvPr>
              <p:cNvSpPr/>
              <p:nvPr/>
            </p:nvSpPr>
            <p:spPr>
              <a:xfrm>
                <a:off x="739661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7" name="object 572">
                <a:extLst>
                  <a:ext uri="{FF2B5EF4-FFF2-40B4-BE49-F238E27FC236}">
                    <a16:creationId xmlns:a16="http://schemas.microsoft.com/office/drawing/2014/main" id="{9BA388D3-1AA0-4A39-90E8-4FA9C5480C63}"/>
                  </a:ext>
                </a:extLst>
              </p:cNvPr>
              <p:cNvSpPr/>
              <p:nvPr/>
            </p:nvSpPr>
            <p:spPr>
              <a:xfrm>
                <a:off x="750176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8" name="object 573">
                <a:extLst>
                  <a:ext uri="{FF2B5EF4-FFF2-40B4-BE49-F238E27FC236}">
                    <a16:creationId xmlns:a16="http://schemas.microsoft.com/office/drawing/2014/main" id="{270FD98C-5074-44F9-A735-A8C8B52E8DA0}"/>
                  </a:ext>
                </a:extLst>
              </p:cNvPr>
              <p:cNvSpPr/>
              <p:nvPr/>
            </p:nvSpPr>
            <p:spPr>
              <a:xfrm>
                <a:off x="750176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9" name="object 574">
                <a:extLst>
                  <a:ext uri="{FF2B5EF4-FFF2-40B4-BE49-F238E27FC236}">
                    <a16:creationId xmlns:a16="http://schemas.microsoft.com/office/drawing/2014/main" id="{FF60EBC0-26BD-41A2-BC12-6F355C86B698}"/>
                  </a:ext>
                </a:extLst>
              </p:cNvPr>
              <p:cNvSpPr/>
              <p:nvPr/>
            </p:nvSpPr>
            <p:spPr>
              <a:xfrm>
                <a:off x="760693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0" name="object 575">
                <a:extLst>
                  <a:ext uri="{FF2B5EF4-FFF2-40B4-BE49-F238E27FC236}">
                    <a16:creationId xmlns:a16="http://schemas.microsoft.com/office/drawing/2014/main" id="{1B26A627-DC09-43A3-A8AA-9318D33CA725}"/>
                  </a:ext>
                </a:extLst>
              </p:cNvPr>
              <p:cNvSpPr/>
              <p:nvPr/>
            </p:nvSpPr>
            <p:spPr>
              <a:xfrm>
                <a:off x="7606931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1" name="object 576">
                <a:extLst>
                  <a:ext uri="{FF2B5EF4-FFF2-40B4-BE49-F238E27FC236}">
                    <a16:creationId xmlns:a16="http://schemas.microsoft.com/office/drawing/2014/main" id="{3AD79E3A-1BE3-4B78-AC77-EC075253966F}"/>
                  </a:ext>
                </a:extLst>
              </p:cNvPr>
              <p:cNvSpPr/>
              <p:nvPr/>
            </p:nvSpPr>
            <p:spPr>
              <a:xfrm>
                <a:off x="771207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2" name="object 577">
                <a:extLst>
                  <a:ext uri="{FF2B5EF4-FFF2-40B4-BE49-F238E27FC236}">
                    <a16:creationId xmlns:a16="http://schemas.microsoft.com/office/drawing/2014/main" id="{46C3A37E-4091-42E4-8A89-2EABC88FE8F9}"/>
                  </a:ext>
                </a:extLst>
              </p:cNvPr>
              <p:cNvSpPr/>
              <p:nvPr/>
            </p:nvSpPr>
            <p:spPr>
              <a:xfrm>
                <a:off x="7712075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3" name="object 578">
                <a:extLst>
                  <a:ext uri="{FF2B5EF4-FFF2-40B4-BE49-F238E27FC236}">
                    <a16:creationId xmlns:a16="http://schemas.microsoft.com/office/drawing/2014/main" id="{B4F20836-D753-4AC3-BD9A-031A56D8F4B8}"/>
                  </a:ext>
                </a:extLst>
              </p:cNvPr>
              <p:cNvSpPr/>
              <p:nvPr/>
            </p:nvSpPr>
            <p:spPr>
              <a:xfrm>
                <a:off x="7817243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4" name="object 579">
                <a:extLst>
                  <a:ext uri="{FF2B5EF4-FFF2-40B4-BE49-F238E27FC236}">
                    <a16:creationId xmlns:a16="http://schemas.microsoft.com/office/drawing/2014/main" id="{96881F61-22AC-43F7-B679-BED606A922F5}"/>
                  </a:ext>
                </a:extLst>
              </p:cNvPr>
              <p:cNvSpPr/>
              <p:nvPr/>
            </p:nvSpPr>
            <p:spPr>
              <a:xfrm>
                <a:off x="7817243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5" name="object 580">
                <a:extLst>
                  <a:ext uri="{FF2B5EF4-FFF2-40B4-BE49-F238E27FC236}">
                    <a16:creationId xmlns:a16="http://schemas.microsoft.com/office/drawing/2014/main" id="{72D7B5D6-DDB9-4513-9CF2-776852000BEE}"/>
                  </a:ext>
                </a:extLst>
              </p:cNvPr>
              <p:cNvSpPr/>
              <p:nvPr/>
            </p:nvSpPr>
            <p:spPr>
              <a:xfrm>
                <a:off x="7923148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6" name="object 581">
                <a:extLst>
                  <a:ext uri="{FF2B5EF4-FFF2-40B4-BE49-F238E27FC236}">
                    <a16:creationId xmlns:a16="http://schemas.microsoft.com/office/drawing/2014/main" id="{1EEE574C-600E-428B-8EB7-CB08BAE3B407}"/>
                  </a:ext>
                </a:extLst>
              </p:cNvPr>
              <p:cNvSpPr/>
              <p:nvPr/>
            </p:nvSpPr>
            <p:spPr>
              <a:xfrm>
                <a:off x="7923148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7" name="object 582">
                <a:extLst>
                  <a:ext uri="{FF2B5EF4-FFF2-40B4-BE49-F238E27FC236}">
                    <a16:creationId xmlns:a16="http://schemas.microsoft.com/office/drawing/2014/main" id="{D65224A6-AF40-47E6-AD2F-2953CB00D6B3}"/>
                  </a:ext>
                </a:extLst>
              </p:cNvPr>
              <p:cNvSpPr/>
              <p:nvPr/>
            </p:nvSpPr>
            <p:spPr>
              <a:xfrm>
                <a:off x="802831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8" name="object 583">
                <a:extLst>
                  <a:ext uri="{FF2B5EF4-FFF2-40B4-BE49-F238E27FC236}">
                    <a16:creationId xmlns:a16="http://schemas.microsoft.com/office/drawing/2014/main" id="{01BEA5A7-EFF2-407F-9636-722A44FE1467}"/>
                  </a:ext>
                </a:extLst>
              </p:cNvPr>
              <p:cNvSpPr/>
              <p:nvPr/>
            </p:nvSpPr>
            <p:spPr>
              <a:xfrm>
                <a:off x="802831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9" name="object 584">
                <a:extLst>
                  <a:ext uri="{FF2B5EF4-FFF2-40B4-BE49-F238E27FC236}">
                    <a16:creationId xmlns:a16="http://schemas.microsoft.com/office/drawing/2014/main" id="{8A4961BB-5052-4C60-B77C-516A2E6A2255}"/>
                  </a:ext>
                </a:extLst>
              </p:cNvPr>
              <p:cNvSpPr/>
              <p:nvPr/>
            </p:nvSpPr>
            <p:spPr>
              <a:xfrm>
                <a:off x="81334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0" name="object 585">
                <a:extLst>
                  <a:ext uri="{FF2B5EF4-FFF2-40B4-BE49-F238E27FC236}">
                    <a16:creationId xmlns:a16="http://schemas.microsoft.com/office/drawing/2014/main" id="{32546747-80E0-42C2-9306-453DD13736A1}"/>
                  </a:ext>
                </a:extLst>
              </p:cNvPr>
              <p:cNvSpPr/>
              <p:nvPr/>
            </p:nvSpPr>
            <p:spPr>
              <a:xfrm>
                <a:off x="81334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1" name="object 586">
                <a:extLst>
                  <a:ext uri="{FF2B5EF4-FFF2-40B4-BE49-F238E27FC236}">
                    <a16:creationId xmlns:a16="http://schemas.microsoft.com/office/drawing/2014/main" id="{BF4BF018-9583-4F9A-A804-DC2E2383BCA7}"/>
                  </a:ext>
                </a:extLst>
              </p:cNvPr>
              <p:cNvSpPr/>
              <p:nvPr/>
            </p:nvSpPr>
            <p:spPr>
              <a:xfrm>
                <a:off x="823862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2" name="object 587">
                <a:extLst>
                  <a:ext uri="{FF2B5EF4-FFF2-40B4-BE49-F238E27FC236}">
                    <a16:creationId xmlns:a16="http://schemas.microsoft.com/office/drawing/2014/main" id="{588F3FE8-C3C1-4717-BE45-E074E8ED3C99}"/>
                  </a:ext>
                </a:extLst>
              </p:cNvPr>
              <p:cNvSpPr/>
              <p:nvPr/>
            </p:nvSpPr>
            <p:spPr>
              <a:xfrm>
                <a:off x="8238629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3" name="object 588">
                <a:extLst>
                  <a:ext uri="{FF2B5EF4-FFF2-40B4-BE49-F238E27FC236}">
                    <a16:creationId xmlns:a16="http://schemas.microsoft.com/office/drawing/2014/main" id="{B6CBC3E1-8C31-4906-81B9-96813404C961}"/>
                  </a:ext>
                </a:extLst>
              </p:cNvPr>
              <p:cNvSpPr/>
              <p:nvPr/>
            </p:nvSpPr>
            <p:spPr>
              <a:xfrm>
                <a:off x="83437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4" name="object 589">
                <a:extLst>
                  <a:ext uri="{FF2B5EF4-FFF2-40B4-BE49-F238E27FC236}">
                    <a16:creationId xmlns:a16="http://schemas.microsoft.com/office/drawing/2014/main" id="{90A8152D-8156-486D-A946-1A5D6763571C}"/>
                  </a:ext>
                </a:extLst>
              </p:cNvPr>
              <p:cNvSpPr/>
              <p:nvPr/>
            </p:nvSpPr>
            <p:spPr>
              <a:xfrm>
                <a:off x="8343773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5" name="object 590">
                <a:extLst>
                  <a:ext uri="{FF2B5EF4-FFF2-40B4-BE49-F238E27FC236}">
                    <a16:creationId xmlns:a16="http://schemas.microsoft.com/office/drawing/2014/main" id="{BE726FA9-6F91-4E17-9610-61C2D8700C5E}"/>
                  </a:ext>
                </a:extLst>
              </p:cNvPr>
              <p:cNvSpPr/>
              <p:nvPr/>
            </p:nvSpPr>
            <p:spPr>
              <a:xfrm>
                <a:off x="844894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6" name="object 591">
                <a:extLst>
                  <a:ext uri="{FF2B5EF4-FFF2-40B4-BE49-F238E27FC236}">
                    <a16:creationId xmlns:a16="http://schemas.microsoft.com/office/drawing/2014/main" id="{98776926-9808-4553-B0DD-D67A29E52354}"/>
                  </a:ext>
                </a:extLst>
              </p:cNvPr>
              <p:cNvSpPr/>
              <p:nvPr/>
            </p:nvSpPr>
            <p:spPr>
              <a:xfrm>
                <a:off x="8448941" y="5679947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7" name="object 592">
                <a:extLst>
                  <a:ext uri="{FF2B5EF4-FFF2-40B4-BE49-F238E27FC236}">
                    <a16:creationId xmlns:a16="http://schemas.microsoft.com/office/drawing/2014/main" id="{A04BD7BF-ED61-4761-AA8E-17DE0F7BAFA7}"/>
                  </a:ext>
                </a:extLst>
              </p:cNvPr>
              <p:cNvSpPr/>
              <p:nvPr/>
            </p:nvSpPr>
            <p:spPr>
              <a:xfrm>
                <a:off x="855484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8" name="object 593">
                <a:extLst>
                  <a:ext uri="{FF2B5EF4-FFF2-40B4-BE49-F238E27FC236}">
                    <a16:creationId xmlns:a16="http://schemas.microsoft.com/office/drawing/2014/main" id="{F7B03923-4310-4CEC-BFFA-856A34E8F459}"/>
                  </a:ext>
                </a:extLst>
              </p:cNvPr>
              <p:cNvSpPr/>
              <p:nvPr/>
            </p:nvSpPr>
            <p:spPr>
              <a:xfrm>
                <a:off x="8554847" y="5679947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9" name="object 594">
                <a:extLst>
                  <a:ext uri="{FF2B5EF4-FFF2-40B4-BE49-F238E27FC236}">
                    <a16:creationId xmlns:a16="http://schemas.microsoft.com/office/drawing/2014/main" id="{665B9235-1DEB-487E-A682-80363984F0A7}"/>
                  </a:ext>
                </a:extLst>
              </p:cNvPr>
              <p:cNvSpPr/>
              <p:nvPr/>
            </p:nvSpPr>
            <p:spPr>
              <a:xfrm>
                <a:off x="602806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0" name="object 595">
                <a:extLst>
                  <a:ext uri="{FF2B5EF4-FFF2-40B4-BE49-F238E27FC236}">
                    <a16:creationId xmlns:a16="http://schemas.microsoft.com/office/drawing/2014/main" id="{DE8ECB6F-F8B9-46E7-B20A-21D0648411F4}"/>
                  </a:ext>
                </a:extLst>
              </p:cNvPr>
              <p:cNvSpPr/>
              <p:nvPr/>
            </p:nvSpPr>
            <p:spPr>
              <a:xfrm>
                <a:off x="602806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1" name="object 596">
                <a:extLst>
                  <a:ext uri="{FF2B5EF4-FFF2-40B4-BE49-F238E27FC236}">
                    <a16:creationId xmlns:a16="http://schemas.microsoft.com/office/drawing/2014/main" id="{7896E4EF-099F-4741-8675-DC0B2D2BD3FF}"/>
                  </a:ext>
                </a:extLst>
              </p:cNvPr>
              <p:cNvSpPr/>
              <p:nvPr/>
            </p:nvSpPr>
            <p:spPr>
              <a:xfrm>
                <a:off x="613322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2" name="object 597">
                <a:extLst>
                  <a:ext uri="{FF2B5EF4-FFF2-40B4-BE49-F238E27FC236}">
                    <a16:creationId xmlns:a16="http://schemas.microsoft.com/office/drawing/2014/main" id="{446E6FE6-0AAC-4153-9431-DF83536F7CE8}"/>
                  </a:ext>
                </a:extLst>
              </p:cNvPr>
              <p:cNvSpPr/>
              <p:nvPr/>
            </p:nvSpPr>
            <p:spPr>
              <a:xfrm>
                <a:off x="613322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3" name="object 598">
                <a:extLst>
                  <a:ext uri="{FF2B5EF4-FFF2-40B4-BE49-F238E27FC236}">
                    <a16:creationId xmlns:a16="http://schemas.microsoft.com/office/drawing/2014/main" id="{3908609E-5B18-4FD3-8DA7-873A337869F8}"/>
                  </a:ext>
                </a:extLst>
              </p:cNvPr>
              <p:cNvSpPr/>
              <p:nvPr/>
            </p:nvSpPr>
            <p:spPr>
              <a:xfrm>
                <a:off x="623837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4" name="object 599">
                <a:extLst>
                  <a:ext uri="{FF2B5EF4-FFF2-40B4-BE49-F238E27FC236}">
                    <a16:creationId xmlns:a16="http://schemas.microsoft.com/office/drawing/2014/main" id="{A785A918-EA6E-4601-8334-55DE2B9E5243}"/>
                  </a:ext>
                </a:extLst>
              </p:cNvPr>
              <p:cNvSpPr/>
              <p:nvPr/>
            </p:nvSpPr>
            <p:spPr>
              <a:xfrm>
                <a:off x="623837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5" name="object 600">
                <a:extLst>
                  <a:ext uri="{FF2B5EF4-FFF2-40B4-BE49-F238E27FC236}">
                    <a16:creationId xmlns:a16="http://schemas.microsoft.com/office/drawing/2014/main" id="{5CEC5CCC-BF03-463A-85B0-28A1A75FC78D}"/>
                  </a:ext>
                </a:extLst>
              </p:cNvPr>
              <p:cNvSpPr/>
              <p:nvPr/>
            </p:nvSpPr>
            <p:spPr>
              <a:xfrm>
                <a:off x="634353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6" name="object 601">
                <a:extLst>
                  <a:ext uri="{FF2B5EF4-FFF2-40B4-BE49-F238E27FC236}">
                    <a16:creationId xmlns:a16="http://schemas.microsoft.com/office/drawing/2014/main" id="{15824680-1A84-49A2-994D-28BB58EE4CEC}"/>
                  </a:ext>
                </a:extLst>
              </p:cNvPr>
              <p:cNvSpPr/>
              <p:nvPr/>
            </p:nvSpPr>
            <p:spPr>
              <a:xfrm>
                <a:off x="634353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7" name="object 602">
                <a:extLst>
                  <a:ext uri="{FF2B5EF4-FFF2-40B4-BE49-F238E27FC236}">
                    <a16:creationId xmlns:a16="http://schemas.microsoft.com/office/drawing/2014/main" id="{8A5C3C5A-1917-4FE3-8CEF-3E9A8BF96611}"/>
                  </a:ext>
                </a:extLst>
              </p:cNvPr>
              <p:cNvSpPr/>
              <p:nvPr/>
            </p:nvSpPr>
            <p:spPr>
              <a:xfrm>
                <a:off x="644869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8" name="object 603">
                <a:extLst>
                  <a:ext uri="{FF2B5EF4-FFF2-40B4-BE49-F238E27FC236}">
                    <a16:creationId xmlns:a16="http://schemas.microsoft.com/office/drawing/2014/main" id="{AB6CE555-62A5-4011-8325-C83A98C60221}"/>
                  </a:ext>
                </a:extLst>
              </p:cNvPr>
              <p:cNvSpPr/>
              <p:nvPr/>
            </p:nvSpPr>
            <p:spPr>
              <a:xfrm>
                <a:off x="644869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9" name="object 604">
                <a:extLst>
                  <a:ext uri="{FF2B5EF4-FFF2-40B4-BE49-F238E27FC236}">
                    <a16:creationId xmlns:a16="http://schemas.microsoft.com/office/drawing/2014/main" id="{F489845C-A10E-47F2-9060-69825E209BF6}"/>
                  </a:ext>
                </a:extLst>
              </p:cNvPr>
              <p:cNvSpPr/>
              <p:nvPr/>
            </p:nvSpPr>
            <p:spPr>
              <a:xfrm>
                <a:off x="655459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0" name="object 605">
                <a:extLst>
                  <a:ext uri="{FF2B5EF4-FFF2-40B4-BE49-F238E27FC236}">
                    <a16:creationId xmlns:a16="http://schemas.microsoft.com/office/drawing/2014/main" id="{7285BADE-3FE1-429F-AB00-F879EB97FED4}"/>
                  </a:ext>
                </a:extLst>
              </p:cNvPr>
              <p:cNvSpPr/>
              <p:nvPr/>
            </p:nvSpPr>
            <p:spPr>
              <a:xfrm>
                <a:off x="655459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1" name="object 606">
                <a:extLst>
                  <a:ext uri="{FF2B5EF4-FFF2-40B4-BE49-F238E27FC236}">
                    <a16:creationId xmlns:a16="http://schemas.microsoft.com/office/drawing/2014/main" id="{6FA03933-0A2C-4DEB-B91A-39446C46623B}"/>
                  </a:ext>
                </a:extLst>
              </p:cNvPr>
              <p:cNvSpPr/>
              <p:nvPr/>
            </p:nvSpPr>
            <p:spPr>
              <a:xfrm>
                <a:off x="665976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2" name="object 607">
                <a:extLst>
                  <a:ext uri="{FF2B5EF4-FFF2-40B4-BE49-F238E27FC236}">
                    <a16:creationId xmlns:a16="http://schemas.microsoft.com/office/drawing/2014/main" id="{DA653D79-6C8B-4230-8294-232D8A71DC76}"/>
                  </a:ext>
                </a:extLst>
              </p:cNvPr>
              <p:cNvSpPr/>
              <p:nvPr/>
            </p:nvSpPr>
            <p:spPr>
              <a:xfrm>
                <a:off x="665976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3" name="object 608">
                <a:extLst>
                  <a:ext uri="{FF2B5EF4-FFF2-40B4-BE49-F238E27FC236}">
                    <a16:creationId xmlns:a16="http://schemas.microsoft.com/office/drawing/2014/main" id="{E91B0361-0970-4385-8224-F453660ED257}"/>
                  </a:ext>
                </a:extLst>
              </p:cNvPr>
              <p:cNvSpPr/>
              <p:nvPr/>
            </p:nvSpPr>
            <p:spPr>
              <a:xfrm>
                <a:off x="67649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4" name="object 609">
                <a:extLst>
                  <a:ext uri="{FF2B5EF4-FFF2-40B4-BE49-F238E27FC236}">
                    <a16:creationId xmlns:a16="http://schemas.microsoft.com/office/drawing/2014/main" id="{300F6EB2-41A7-41DB-8D6B-94A0E3527397}"/>
                  </a:ext>
                </a:extLst>
              </p:cNvPr>
              <p:cNvSpPr/>
              <p:nvPr/>
            </p:nvSpPr>
            <p:spPr>
              <a:xfrm>
                <a:off x="67649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5" name="object 610">
                <a:extLst>
                  <a:ext uri="{FF2B5EF4-FFF2-40B4-BE49-F238E27FC236}">
                    <a16:creationId xmlns:a16="http://schemas.microsoft.com/office/drawing/2014/main" id="{C2A1EB5C-54EF-4E33-95D2-F56241A6A079}"/>
                  </a:ext>
                </a:extLst>
              </p:cNvPr>
              <p:cNvSpPr/>
              <p:nvPr/>
            </p:nvSpPr>
            <p:spPr>
              <a:xfrm>
                <a:off x="68700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6" name="object 611">
                <a:extLst>
                  <a:ext uri="{FF2B5EF4-FFF2-40B4-BE49-F238E27FC236}">
                    <a16:creationId xmlns:a16="http://schemas.microsoft.com/office/drawing/2014/main" id="{2A593D63-8936-4EFD-AE15-57C75FDF2E8A}"/>
                  </a:ext>
                </a:extLst>
              </p:cNvPr>
              <p:cNvSpPr/>
              <p:nvPr/>
            </p:nvSpPr>
            <p:spPr>
              <a:xfrm>
                <a:off x="68700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7" name="object 612">
                <a:extLst>
                  <a:ext uri="{FF2B5EF4-FFF2-40B4-BE49-F238E27FC236}">
                    <a16:creationId xmlns:a16="http://schemas.microsoft.com/office/drawing/2014/main" id="{EFF717BA-075C-4E19-907A-11AFCBEC0CFC}"/>
                  </a:ext>
                </a:extLst>
              </p:cNvPr>
              <p:cNvSpPr/>
              <p:nvPr/>
            </p:nvSpPr>
            <p:spPr>
              <a:xfrm>
                <a:off x="69752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8" name="object 613">
                <a:extLst>
                  <a:ext uri="{FF2B5EF4-FFF2-40B4-BE49-F238E27FC236}">
                    <a16:creationId xmlns:a16="http://schemas.microsoft.com/office/drawing/2014/main" id="{884792DB-D931-429B-A9D2-89165B9C5DAB}"/>
                  </a:ext>
                </a:extLst>
              </p:cNvPr>
              <p:cNvSpPr/>
              <p:nvPr/>
            </p:nvSpPr>
            <p:spPr>
              <a:xfrm>
                <a:off x="697522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9" name="object 614">
                <a:extLst>
                  <a:ext uri="{FF2B5EF4-FFF2-40B4-BE49-F238E27FC236}">
                    <a16:creationId xmlns:a16="http://schemas.microsoft.com/office/drawing/2014/main" id="{B04E0A5A-2DC2-4778-A143-FEF80A632066}"/>
                  </a:ext>
                </a:extLst>
              </p:cNvPr>
              <p:cNvSpPr/>
              <p:nvPr/>
            </p:nvSpPr>
            <p:spPr>
              <a:xfrm>
                <a:off x="70803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0" name="object 615">
                <a:extLst>
                  <a:ext uri="{FF2B5EF4-FFF2-40B4-BE49-F238E27FC236}">
                    <a16:creationId xmlns:a16="http://schemas.microsoft.com/office/drawing/2014/main" id="{E778FEED-CB76-42AC-8E68-4C04562220F2}"/>
                  </a:ext>
                </a:extLst>
              </p:cNvPr>
              <p:cNvSpPr/>
              <p:nvPr/>
            </p:nvSpPr>
            <p:spPr>
              <a:xfrm>
                <a:off x="708037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1" name="object 616">
                <a:extLst>
                  <a:ext uri="{FF2B5EF4-FFF2-40B4-BE49-F238E27FC236}">
                    <a16:creationId xmlns:a16="http://schemas.microsoft.com/office/drawing/2014/main" id="{651D47DB-1044-4B2B-B3EF-F0AA04845F08}"/>
                  </a:ext>
                </a:extLst>
              </p:cNvPr>
              <p:cNvSpPr/>
              <p:nvPr/>
            </p:nvSpPr>
            <p:spPr>
              <a:xfrm>
                <a:off x="7185545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2" name="object 617">
                <a:extLst>
                  <a:ext uri="{FF2B5EF4-FFF2-40B4-BE49-F238E27FC236}">
                    <a16:creationId xmlns:a16="http://schemas.microsoft.com/office/drawing/2014/main" id="{4FACD64C-9E76-458B-A134-8D1DCD449AF2}"/>
                  </a:ext>
                </a:extLst>
              </p:cNvPr>
              <p:cNvSpPr/>
              <p:nvPr/>
            </p:nvSpPr>
            <p:spPr>
              <a:xfrm>
                <a:off x="7185545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3" name="object 618">
                <a:extLst>
                  <a:ext uri="{FF2B5EF4-FFF2-40B4-BE49-F238E27FC236}">
                    <a16:creationId xmlns:a16="http://schemas.microsoft.com/office/drawing/2014/main" id="{25006EE4-EC6D-4601-96A7-6C5E7EF3F399}"/>
                  </a:ext>
                </a:extLst>
              </p:cNvPr>
              <p:cNvSpPr/>
              <p:nvPr/>
            </p:nvSpPr>
            <p:spPr>
              <a:xfrm>
                <a:off x="7291450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4" name="object 619">
                <a:extLst>
                  <a:ext uri="{FF2B5EF4-FFF2-40B4-BE49-F238E27FC236}">
                    <a16:creationId xmlns:a16="http://schemas.microsoft.com/office/drawing/2014/main" id="{C9F84CF3-181D-4968-ABE5-0C005703DF18}"/>
                  </a:ext>
                </a:extLst>
              </p:cNvPr>
              <p:cNvSpPr/>
              <p:nvPr/>
            </p:nvSpPr>
            <p:spPr>
              <a:xfrm>
                <a:off x="7291450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5" name="object 620">
                <a:extLst>
                  <a:ext uri="{FF2B5EF4-FFF2-40B4-BE49-F238E27FC236}">
                    <a16:creationId xmlns:a16="http://schemas.microsoft.com/office/drawing/2014/main" id="{5FB6CF59-2035-4833-BB86-14D6252D8783}"/>
                  </a:ext>
                </a:extLst>
              </p:cNvPr>
              <p:cNvSpPr/>
              <p:nvPr/>
            </p:nvSpPr>
            <p:spPr>
              <a:xfrm>
                <a:off x="739661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6" name="object 621">
                <a:extLst>
                  <a:ext uri="{FF2B5EF4-FFF2-40B4-BE49-F238E27FC236}">
                    <a16:creationId xmlns:a16="http://schemas.microsoft.com/office/drawing/2014/main" id="{E9B173A6-523F-40B7-96CD-1433C51FEF2E}"/>
                  </a:ext>
                </a:extLst>
              </p:cNvPr>
              <p:cNvSpPr/>
              <p:nvPr/>
            </p:nvSpPr>
            <p:spPr>
              <a:xfrm>
                <a:off x="739661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7" name="object 622">
                <a:extLst>
                  <a:ext uri="{FF2B5EF4-FFF2-40B4-BE49-F238E27FC236}">
                    <a16:creationId xmlns:a16="http://schemas.microsoft.com/office/drawing/2014/main" id="{6859AFD0-A0DA-4C5A-9A9F-9C003EAF809F}"/>
                  </a:ext>
                </a:extLst>
              </p:cNvPr>
              <p:cNvSpPr/>
              <p:nvPr/>
            </p:nvSpPr>
            <p:spPr>
              <a:xfrm>
                <a:off x="750176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8" name="object 623">
                <a:extLst>
                  <a:ext uri="{FF2B5EF4-FFF2-40B4-BE49-F238E27FC236}">
                    <a16:creationId xmlns:a16="http://schemas.microsoft.com/office/drawing/2014/main" id="{7DCAACA2-968A-4417-9E4C-B136EAE5AADF}"/>
                  </a:ext>
                </a:extLst>
              </p:cNvPr>
              <p:cNvSpPr/>
              <p:nvPr/>
            </p:nvSpPr>
            <p:spPr>
              <a:xfrm>
                <a:off x="750176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9" name="object 624">
                <a:extLst>
                  <a:ext uri="{FF2B5EF4-FFF2-40B4-BE49-F238E27FC236}">
                    <a16:creationId xmlns:a16="http://schemas.microsoft.com/office/drawing/2014/main" id="{FF206E1C-6553-4DCD-A364-1487DFC74B52}"/>
                  </a:ext>
                </a:extLst>
              </p:cNvPr>
              <p:cNvSpPr/>
              <p:nvPr/>
            </p:nvSpPr>
            <p:spPr>
              <a:xfrm>
                <a:off x="760693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0" name="object 625">
                <a:extLst>
                  <a:ext uri="{FF2B5EF4-FFF2-40B4-BE49-F238E27FC236}">
                    <a16:creationId xmlns:a16="http://schemas.microsoft.com/office/drawing/2014/main" id="{67F28336-8AB9-4CF9-BA48-4E7258153ADC}"/>
                  </a:ext>
                </a:extLst>
              </p:cNvPr>
              <p:cNvSpPr/>
              <p:nvPr/>
            </p:nvSpPr>
            <p:spPr>
              <a:xfrm>
                <a:off x="7606931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1" name="object 626">
                <a:extLst>
                  <a:ext uri="{FF2B5EF4-FFF2-40B4-BE49-F238E27FC236}">
                    <a16:creationId xmlns:a16="http://schemas.microsoft.com/office/drawing/2014/main" id="{8EF693B5-1051-4400-9949-4FCB8A8367F8}"/>
                  </a:ext>
                </a:extLst>
              </p:cNvPr>
              <p:cNvSpPr/>
              <p:nvPr/>
            </p:nvSpPr>
            <p:spPr>
              <a:xfrm>
                <a:off x="771207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2" name="object 627">
                <a:extLst>
                  <a:ext uri="{FF2B5EF4-FFF2-40B4-BE49-F238E27FC236}">
                    <a16:creationId xmlns:a16="http://schemas.microsoft.com/office/drawing/2014/main" id="{613C6D0A-8AFC-4A9B-AA86-992CD72BFE85}"/>
                  </a:ext>
                </a:extLst>
              </p:cNvPr>
              <p:cNvSpPr/>
              <p:nvPr/>
            </p:nvSpPr>
            <p:spPr>
              <a:xfrm>
                <a:off x="7712075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3" name="object 628">
                <a:extLst>
                  <a:ext uri="{FF2B5EF4-FFF2-40B4-BE49-F238E27FC236}">
                    <a16:creationId xmlns:a16="http://schemas.microsoft.com/office/drawing/2014/main" id="{51A03903-3719-4679-8171-94BE3A2B36DB}"/>
                  </a:ext>
                </a:extLst>
              </p:cNvPr>
              <p:cNvSpPr/>
              <p:nvPr/>
            </p:nvSpPr>
            <p:spPr>
              <a:xfrm>
                <a:off x="7817243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4" name="object 629">
                <a:extLst>
                  <a:ext uri="{FF2B5EF4-FFF2-40B4-BE49-F238E27FC236}">
                    <a16:creationId xmlns:a16="http://schemas.microsoft.com/office/drawing/2014/main" id="{7CAEBBF1-4A9A-4711-ACE9-9149D8FE7713}"/>
                  </a:ext>
                </a:extLst>
              </p:cNvPr>
              <p:cNvSpPr/>
              <p:nvPr/>
            </p:nvSpPr>
            <p:spPr>
              <a:xfrm>
                <a:off x="7817243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5" name="object 630">
                <a:extLst>
                  <a:ext uri="{FF2B5EF4-FFF2-40B4-BE49-F238E27FC236}">
                    <a16:creationId xmlns:a16="http://schemas.microsoft.com/office/drawing/2014/main" id="{FD2C0E8E-9B78-4D65-A576-95ADE34D9806}"/>
                  </a:ext>
                </a:extLst>
              </p:cNvPr>
              <p:cNvSpPr/>
              <p:nvPr/>
            </p:nvSpPr>
            <p:spPr>
              <a:xfrm>
                <a:off x="7923148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6" name="object 631">
                <a:extLst>
                  <a:ext uri="{FF2B5EF4-FFF2-40B4-BE49-F238E27FC236}">
                    <a16:creationId xmlns:a16="http://schemas.microsoft.com/office/drawing/2014/main" id="{D24D1DCC-0A0C-4B4E-9F62-98A6BFA25C2D}"/>
                  </a:ext>
                </a:extLst>
              </p:cNvPr>
              <p:cNvSpPr/>
              <p:nvPr/>
            </p:nvSpPr>
            <p:spPr>
              <a:xfrm>
                <a:off x="7923148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7" name="object 632">
                <a:extLst>
                  <a:ext uri="{FF2B5EF4-FFF2-40B4-BE49-F238E27FC236}">
                    <a16:creationId xmlns:a16="http://schemas.microsoft.com/office/drawing/2014/main" id="{EC365B3A-814B-48D4-B109-31871205635B}"/>
                  </a:ext>
                </a:extLst>
              </p:cNvPr>
              <p:cNvSpPr/>
              <p:nvPr/>
            </p:nvSpPr>
            <p:spPr>
              <a:xfrm>
                <a:off x="802831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8" name="object 633">
                <a:extLst>
                  <a:ext uri="{FF2B5EF4-FFF2-40B4-BE49-F238E27FC236}">
                    <a16:creationId xmlns:a16="http://schemas.microsoft.com/office/drawing/2014/main" id="{EAE65800-578B-4E5F-9406-526229A692E1}"/>
                  </a:ext>
                </a:extLst>
              </p:cNvPr>
              <p:cNvSpPr/>
              <p:nvPr/>
            </p:nvSpPr>
            <p:spPr>
              <a:xfrm>
                <a:off x="802831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9" name="object 634">
                <a:extLst>
                  <a:ext uri="{FF2B5EF4-FFF2-40B4-BE49-F238E27FC236}">
                    <a16:creationId xmlns:a16="http://schemas.microsoft.com/office/drawing/2014/main" id="{B0572F58-02B2-4737-9DA3-0661878B9ACD}"/>
                  </a:ext>
                </a:extLst>
              </p:cNvPr>
              <p:cNvSpPr/>
              <p:nvPr/>
            </p:nvSpPr>
            <p:spPr>
              <a:xfrm>
                <a:off x="81334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0" name="object 635">
                <a:extLst>
                  <a:ext uri="{FF2B5EF4-FFF2-40B4-BE49-F238E27FC236}">
                    <a16:creationId xmlns:a16="http://schemas.microsoft.com/office/drawing/2014/main" id="{AF3A55C9-C677-49C7-9E70-23969152432E}"/>
                  </a:ext>
                </a:extLst>
              </p:cNvPr>
              <p:cNvSpPr/>
              <p:nvPr/>
            </p:nvSpPr>
            <p:spPr>
              <a:xfrm>
                <a:off x="81334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1" name="object 636">
                <a:extLst>
                  <a:ext uri="{FF2B5EF4-FFF2-40B4-BE49-F238E27FC236}">
                    <a16:creationId xmlns:a16="http://schemas.microsoft.com/office/drawing/2014/main" id="{65BEB895-821C-484D-B6D8-5BEB636C04A5}"/>
                  </a:ext>
                </a:extLst>
              </p:cNvPr>
              <p:cNvSpPr/>
              <p:nvPr/>
            </p:nvSpPr>
            <p:spPr>
              <a:xfrm>
                <a:off x="823862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2" name="object 637">
                <a:extLst>
                  <a:ext uri="{FF2B5EF4-FFF2-40B4-BE49-F238E27FC236}">
                    <a16:creationId xmlns:a16="http://schemas.microsoft.com/office/drawing/2014/main" id="{0C4077B8-7306-4543-912D-BE42CF44A6B9}"/>
                  </a:ext>
                </a:extLst>
              </p:cNvPr>
              <p:cNvSpPr/>
              <p:nvPr/>
            </p:nvSpPr>
            <p:spPr>
              <a:xfrm>
                <a:off x="8238629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3" name="object 638">
                <a:extLst>
                  <a:ext uri="{FF2B5EF4-FFF2-40B4-BE49-F238E27FC236}">
                    <a16:creationId xmlns:a16="http://schemas.microsoft.com/office/drawing/2014/main" id="{C4D756F2-D148-4652-AB6F-ECA1E6BB6DB7}"/>
                  </a:ext>
                </a:extLst>
              </p:cNvPr>
              <p:cNvSpPr/>
              <p:nvPr/>
            </p:nvSpPr>
            <p:spPr>
              <a:xfrm>
                <a:off x="83437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4" name="object 639">
                <a:extLst>
                  <a:ext uri="{FF2B5EF4-FFF2-40B4-BE49-F238E27FC236}">
                    <a16:creationId xmlns:a16="http://schemas.microsoft.com/office/drawing/2014/main" id="{CF163437-D54C-4DCE-82C9-2A049319F8D2}"/>
                  </a:ext>
                </a:extLst>
              </p:cNvPr>
              <p:cNvSpPr/>
              <p:nvPr/>
            </p:nvSpPr>
            <p:spPr>
              <a:xfrm>
                <a:off x="8343773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5" name="object 640">
                <a:extLst>
                  <a:ext uri="{FF2B5EF4-FFF2-40B4-BE49-F238E27FC236}">
                    <a16:creationId xmlns:a16="http://schemas.microsoft.com/office/drawing/2014/main" id="{A82395B9-41D6-4FEE-8B9C-74F2931FFF90}"/>
                  </a:ext>
                </a:extLst>
              </p:cNvPr>
              <p:cNvSpPr/>
              <p:nvPr/>
            </p:nvSpPr>
            <p:spPr>
              <a:xfrm>
                <a:off x="844894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6" name="object 641">
                <a:extLst>
                  <a:ext uri="{FF2B5EF4-FFF2-40B4-BE49-F238E27FC236}">
                    <a16:creationId xmlns:a16="http://schemas.microsoft.com/office/drawing/2014/main" id="{E2A50C63-24BB-425E-8F2F-B92301C7CC01}"/>
                  </a:ext>
                </a:extLst>
              </p:cNvPr>
              <p:cNvSpPr/>
              <p:nvPr/>
            </p:nvSpPr>
            <p:spPr>
              <a:xfrm>
                <a:off x="8448941" y="578510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7" name="object 642">
                <a:extLst>
                  <a:ext uri="{FF2B5EF4-FFF2-40B4-BE49-F238E27FC236}">
                    <a16:creationId xmlns:a16="http://schemas.microsoft.com/office/drawing/2014/main" id="{DE070ED3-6A7F-495A-BDEE-713F12B52221}"/>
                  </a:ext>
                </a:extLst>
              </p:cNvPr>
              <p:cNvSpPr/>
              <p:nvPr/>
            </p:nvSpPr>
            <p:spPr>
              <a:xfrm>
                <a:off x="855484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8" name="object 643">
                <a:extLst>
                  <a:ext uri="{FF2B5EF4-FFF2-40B4-BE49-F238E27FC236}">
                    <a16:creationId xmlns:a16="http://schemas.microsoft.com/office/drawing/2014/main" id="{5F03FF70-B721-49DD-A1A0-EA2AF35ACFB9}"/>
                  </a:ext>
                </a:extLst>
              </p:cNvPr>
              <p:cNvSpPr/>
              <p:nvPr/>
            </p:nvSpPr>
            <p:spPr>
              <a:xfrm>
                <a:off x="8554847" y="578510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9" name="object 644">
                <a:extLst>
                  <a:ext uri="{FF2B5EF4-FFF2-40B4-BE49-F238E27FC236}">
                    <a16:creationId xmlns:a16="http://schemas.microsoft.com/office/drawing/2014/main" id="{FE4ACE28-F281-413C-AFB7-62927556AFA1}"/>
                  </a:ext>
                </a:extLst>
              </p:cNvPr>
              <p:cNvSpPr/>
              <p:nvPr/>
            </p:nvSpPr>
            <p:spPr>
              <a:xfrm>
                <a:off x="602806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0" name="object 645">
                <a:extLst>
                  <a:ext uri="{FF2B5EF4-FFF2-40B4-BE49-F238E27FC236}">
                    <a16:creationId xmlns:a16="http://schemas.microsoft.com/office/drawing/2014/main" id="{DF2CF71F-B363-443C-9E80-1BD6B86B03CD}"/>
                  </a:ext>
                </a:extLst>
              </p:cNvPr>
              <p:cNvSpPr/>
              <p:nvPr/>
            </p:nvSpPr>
            <p:spPr>
              <a:xfrm>
                <a:off x="602806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1" name="object 646">
                <a:extLst>
                  <a:ext uri="{FF2B5EF4-FFF2-40B4-BE49-F238E27FC236}">
                    <a16:creationId xmlns:a16="http://schemas.microsoft.com/office/drawing/2014/main" id="{3C191D31-B460-45B2-9936-B561827C97E9}"/>
                  </a:ext>
                </a:extLst>
              </p:cNvPr>
              <p:cNvSpPr/>
              <p:nvPr/>
            </p:nvSpPr>
            <p:spPr>
              <a:xfrm>
                <a:off x="613322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2" name="object 647">
                <a:extLst>
                  <a:ext uri="{FF2B5EF4-FFF2-40B4-BE49-F238E27FC236}">
                    <a16:creationId xmlns:a16="http://schemas.microsoft.com/office/drawing/2014/main" id="{D20E37EC-3F43-47DB-B117-7C9307ED37D5}"/>
                  </a:ext>
                </a:extLst>
              </p:cNvPr>
              <p:cNvSpPr/>
              <p:nvPr/>
            </p:nvSpPr>
            <p:spPr>
              <a:xfrm>
                <a:off x="613322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3" name="object 648">
                <a:extLst>
                  <a:ext uri="{FF2B5EF4-FFF2-40B4-BE49-F238E27FC236}">
                    <a16:creationId xmlns:a16="http://schemas.microsoft.com/office/drawing/2014/main" id="{1CCC2D5C-F8E0-4AEB-9F42-99AB9742F960}"/>
                  </a:ext>
                </a:extLst>
              </p:cNvPr>
              <p:cNvSpPr/>
              <p:nvPr/>
            </p:nvSpPr>
            <p:spPr>
              <a:xfrm>
                <a:off x="623837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4" name="object 649">
                <a:extLst>
                  <a:ext uri="{FF2B5EF4-FFF2-40B4-BE49-F238E27FC236}">
                    <a16:creationId xmlns:a16="http://schemas.microsoft.com/office/drawing/2014/main" id="{A3E36B5A-A05D-45B9-ACEF-045B3953B9F2}"/>
                  </a:ext>
                </a:extLst>
              </p:cNvPr>
              <p:cNvSpPr/>
              <p:nvPr/>
            </p:nvSpPr>
            <p:spPr>
              <a:xfrm>
                <a:off x="623837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5" name="object 650">
                <a:extLst>
                  <a:ext uri="{FF2B5EF4-FFF2-40B4-BE49-F238E27FC236}">
                    <a16:creationId xmlns:a16="http://schemas.microsoft.com/office/drawing/2014/main" id="{BEE5417C-E492-4FCF-B601-14FE61FC588A}"/>
                  </a:ext>
                </a:extLst>
              </p:cNvPr>
              <p:cNvSpPr/>
              <p:nvPr/>
            </p:nvSpPr>
            <p:spPr>
              <a:xfrm>
                <a:off x="634353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6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6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6" name="object 651">
                <a:extLst>
                  <a:ext uri="{FF2B5EF4-FFF2-40B4-BE49-F238E27FC236}">
                    <a16:creationId xmlns:a16="http://schemas.microsoft.com/office/drawing/2014/main" id="{AB7D1EB2-5E78-48DE-8440-4A0AE1243012}"/>
                  </a:ext>
                </a:extLst>
              </p:cNvPr>
              <p:cNvSpPr/>
              <p:nvPr/>
            </p:nvSpPr>
            <p:spPr>
              <a:xfrm>
                <a:off x="634353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7" name="object 652">
                <a:extLst>
                  <a:ext uri="{FF2B5EF4-FFF2-40B4-BE49-F238E27FC236}">
                    <a16:creationId xmlns:a16="http://schemas.microsoft.com/office/drawing/2014/main" id="{18F87A4E-7AEC-4FDC-9E9F-2EB17FE85208}"/>
                  </a:ext>
                </a:extLst>
              </p:cNvPr>
              <p:cNvSpPr/>
              <p:nvPr/>
            </p:nvSpPr>
            <p:spPr>
              <a:xfrm>
                <a:off x="644869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8" name="object 653">
                <a:extLst>
                  <a:ext uri="{FF2B5EF4-FFF2-40B4-BE49-F238E27FC236}">
                    <a16:creationId xmlns:a16="http://schemas.microsoft.com/office/drawing/2014/main" id="{94CAB52D-E7A3-4C8F-9936-08236D2CD52A}"/>
                  </a:ext>
                </a:extLst>
              </p:cNvPr>
              <p:cNvSpPr/>
              <p:nvPr/>
            </p:nvSpPr>
            <p:spPr>
              <a:xfrm>
                <a:off x="644869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9" name="object 654">
                <a:extLst>
                  <a:ext uri="{FF2B5EF4-FFF2-40B4-BE49-F238E27FC236}">
                    <a16:creationId xmlns:a16="http://schemas.microsoft.com/office/drawing/2014/main" id="{F4CE9BE7-EAD5-46DB-8DAF-C399170974F4}"/>
                  </a:ext>
                </a:extLst>
              </p:cNvPr>
              <p:cNvSpPr/>
              <p:nvPr/>
            </p:nvSpPr>
            <p:spPr>
              <a:xfrm>
                <a:off x="655459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0" name="object 655">
                <a:extLst>
                  <a:ext uri="{FF2B5EF4-FFF2-40B4-BE49-F238E27FC236}">
                    <a16:creationId xmlns:a16="http://schemas.microsoft.com/office/drawing/2014/main" id="{1A9113AD-1071-4EAA-976D-0820E5A75D5D}"/>
                  </a:ext>
                </a:extLst>
              </p:cNvPr>
              <p:cNvSpPr/>
              <p:nvPr/>
            </p:nvSpPr>
            <p:spPr>
              <a:xfrm>
                <a:off x="655459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1" name="object 656">
                <a:extLst>
                  <a:ext uri="{FF2B5EF4-FFF2-40B4-BE49-F238E27FC236}">
                    <a16:creationId xmlns:a16="http://schemas.microsoft.com/office/drawing/2014/main" id="{A02CFC6C-5723-463C-8375-74F7BBE4A6C5}"/>
                  </a:ext>
                </a:extLst>
              </p:cNvPr>
              <p:cNvSpPr/>
              <p:nvPr/>
            </p:nvSpPr>
            <p:spPr>
              <a:xfrm>
                <a:off x="665976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2" name="object 657">
                <a:extLst>
                  <a:ext uri="{FF2B5EF4-FFF2-40B4-BE49-F238E27FC236}">
                    <a16:creationId xmlns:a16="http://schemas.microsoft.com/office/drawing/2014/main" id="{27848A76-E716-4B64-9FE7-F491B9E5CC9D}"/>
                  </a:ext>
                </a:extLst>
              </p:cNvPr>
              <p:cNvSpPr/>
              <p:nvPr/>
            </p:nvSpPr>
            <p:spPr>
              <a:xfrm>
                <a:off x="665976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3" name="object 658">
                <a:extLst>
                  <a:ext uri="{FF2B5EF4-FFF2-40B4-BE49-F238E27FC236}">
                    <a16:creationId xmlns:a16="http://schemas.microsoft.com/office/drawing/2014/main" id="{CE412053-7806-45C0-B7C5-DC5F9C177B8F}"/>
                  </a:ext>
                </a:extLst>
              </p:cNvPr>
              <p:cNvSpPr/>
              <p:nvPr/>
            </p:nvSpPr>
            <p:spPr>
              <a:xfrm>
                <a:off x="67649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4" name="object 659">
                <a:extLst>
                  <a:ext uri="{FF2B5EF4-FFF2-40B4-BE49-F238E27FC236}">
                    <a16:creationId xmlns:a16="http://schemas.microsoft.com/office/drawing/2014/main" id="{3A226E12-9E84-409B-9F77-45C32037BAFA}"/>
                  </a:ext>
                </a:extLst>
              </p:cNvPr>
              <p:cNvSpPr/>
              <p:nvPr/>
            </p:nvSpPr>
            <p:spPr>
              <a:xfrm>
                <a:off x="67649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5" name="object 660">
                <a:extLst>
                  <a:ext uri="{FF2B5EF4-FFF2-40B4-BE49-F238E27FC236}">
                    <a16:creationId xmlns:a16="http://schemas.microsoft.com/office/drawing/2014/main" id="{84133955-D404-4A8E-ACA1-1BD9F0DFC367}"/>
                  </a:ext>
                </a:extLst>
              </p:cNvPr>
              <p:cNvSpPr/>
              <p:nvPr/>
            </p:nvSpPr>
            <p:spPr>
              <a:xfrm>
                <a:off x="68700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6" name="object 661">
                <a:extLst>
                  <a:ext uri="{FF2B5EF4-FFF2-40B4-BE49-F238E27FC236}">
                    <a16:creationId xmlns:a16="http://schemas.microsoft.com/office/drawing/2014/main" id="{2C0BD249-9A37-4761-937E-C0E4BB61E879}"/>
                  </a:ext>
                </a:extLst>
              </p:cNvPr>
              <p:cNvSpPr/>
              <p:nvPr/>
            </p:nvSpPr>
            <p:spPr>
              <a:xfrm>
                <a:off x="68700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7" name="object 662">
                <a:extLst>
                  <a:ext uri="{FF2B5EF4-FFF2-40B4-BE49-F238E27FC236}">
                    <a16:creationId xmlns:a16="http://schemas.microsoft.com/office/drawing/2014/main" id="{92941FE2-28B3-4E65-AED8-C6BA6453CD09}"/>
                  </a:ext>
                </a:extLst>
              </p:cNvPr>
              <p:cNvSpPr/>
              <p:nvPr/>
            </p:nvSpPr>
            <p:spPr>
              <a:xfrm>
                <a:off x="69752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8" name="object 663">
                <a:extLst>
                  <a:ext uri="{FF2B5EF4-FFF2-40B4-BE49-F238E27FC236}">
                    <a16:creationId xmlns:a16="http://schemas.microsoft.com/office/drawing/2014/main" id="{13D1B46D-3E35-4070-9141-E8BECFA21B15}"/>
                  </a:ext>
                </a:extLst>
              </p:cNvPr>
              <p:cNvSpPr/>
              <p:nvPr/>
            </p:nvSpPr>
            <p:spPr>
              <a:xfrm>
                <a:off x="697522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9" name="object 664">
                <a:extLst>
                  <a:ext uri="{FF2B5EF4-FFF2-40B4-BE49-F238E27FC236}">
                    <a16:creationId xmlns:a16="http://schemas.microsoft.com/office/drawing/2014/main" id="{01523741-8ABD-4F4C-BD56-6FB5C0990A11}"/>
                  </a:ext>
                </a:extLst>
              </p:cNvPr>
              <p:cNvSpPr/>
              <p:nvPr/>
            </p:nvSpPr>
            <p:spPr>
              <a:xfrm>
                <a:off x="70803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0" name="object 665">
                <a:extLst>
                  <a:ext uri="{FF2B5EF4-FFF2-40B4-BE49-F238E27FC236}">
                    <a16:creationId xmlns:a16="http://schemas.microsoft.com/office/drawing/2014/main" id="{B1E32AF7-1F1A-4714-8A88-1AEB899D5AE1}"/>
                  </a:ext>
                </a:extLst>
              </p:cNvPr>
              <p:cNvSpPr/>
              <p:nvPr/>
            </p:nvSpPr>
            <p:spPr>
              <a:xfrm>
                <a:off x="708037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1" name="object 666">
                <a:extLst>
                  <a:ext uri="{FF2B5EF4-FFF2-40B4-BE49-F238E27FC236}">
                    <a16:creationId xmlns:a16="http://schemas.microsoft.com/office/drawing/2014/main" id="{A6D8FF09-9FF3-4252-9D15-37A29656FEE4}"/>
                  </a:ext>
                </a:extLst>
              </p:cNvPr>
              <p:cNvSpPr/>
              <p:nvPr/>
            </p:nvSpPr>
            <p:spPr>
              <a:xfrm>
                <a:off x="7185545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2" name="object 667">
                <a:extLst>
                  <a:ext uri="{FF2B5EF4-FFF2-40B4-BE49-F238E27FC236}">
                    <a16:creationId xmlns:a16="http://schemas.microsoft.com/office/drawing/2014/main" id="{E6E79ECC-3DA4-4431-8306-B19AC2E9B7A4}"/>
                  </a:ext>
                </a:extLst>
              </p:cNvPr>
              <p:cNvSpPr/>
              <p:nvPr/>
            </p:nvSpPr>
            <p:spPr>
              <a:xfrm>
                <a:off x="7185545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3" name="object 668">
                <a:extLst>
                  <a:ext uri="{FF2B5EF4-FFF2-40B4-BE49-F238E27FC236}">
                    <a16:creationId xmlns:a16="http://schemas.microsoft.com/office/drawing/2014/main" id="{6CB0BB90-767B-40E8-A751-76E84A341E64}"/>
                  </a:ext>
                </a:extLst>
              </p:cNvPr>
              <p:cNvSpPr/>
              <p:nvPr/>
            </p:nvSpPr>
            <p:spPr>
              <a:xfrm>
                <a:off x="7291450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4" name="object 669">
                <a:extLst>
                  <a:ext uri="{FF2B5EF4-FFF2-40B4-BE49-F238E27FC236}">
                    <a16:creationId xmlns:a16="http://schemas.microsoft.com/office/drawing/2014/main" id="{9634E077-284E-4C9B-9CBC-8A2C2D28229E}"/>
                  </a:ext>
                </a:extLst>
              </p:cNvPr>
              <p:cNvSpPr/>
              <p:nvPr/>
            </p:nvSpPr>
            <p:spPr>
              <a:xfrm>
                <a:off x="7291450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5" name="object 670">
                <a:extLst>
                  <a:ext uri="{FF2B5EF4-FFF2-40B4-BE49-F238E27FC236}">
                    <a16:creationId xmlns:a16="http://schemas.microsoft.com/office/drawing/2014/main" id="{E767F99D-1051-4693-B302-BD45C77AE39B}"/>
                  </a:ext>
                </a:extLst>
              </p:cNvPr>
              <p:cNvSpPr/>
              <p:nvPr/>
            </p:nvSpPr>
            <p:spPr>
              <a:xfrm>
                <a:off x="739661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6" name="object 671">
                <a:extLst>
                  <a:ext uri="{FF2B5EF4-FFF2-40B4-BE49-F238E27FC236}">
                    <a16:creationId xmlns:a16="http://schemas.microsoft.com/office/drawing/2014/main" id="{4B60C951-212F-4CBF-90FF-01FD39B17920}"/>
                  </a:ext>
                </a:extLst>
              </p:cNvPr>
              <p:cNvSpPr/>
              <p:nvPr/>
            </p:nvSpPr>
            <p:spPr>
              <a:xfrm>
                <a:off x="739661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7" name="object 672">
                <a:extLst>
                  <a:ext uri="{FF2B5EF4-FFF2-40B4-BE49-F238E27FC236}">
                    <a16:creationId xmlns:a16="http://schemas.microsoft.com/office/drawing/2014/main" id="{8E5B3825-2441-431F-B0BE-66126B6180EB}"/>
                  </a:ext>
                </a:extLst>
              </p:cNvPr>
              <p:cNvSpPr/>
              <p:nvPr/>
            </p:nvSpPr>
            <p:spPr>
              <a:xfrm>
                <a:off x="750176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8" name="object 673">
                <a:extLst>
                  <a:ext uri="{FF2B5EF4-FFF2-40B4-BE49-F238E27FC236}">
                    <a16:creationId xmlns:a16="http://schemas.microsoft.com/office/drawing/2014/main" id="{98B65EAD-91AB-4F1B-8E3A-6CB018D41B6A}"/>
                  </a:ext>
                </a:extLst>
              </p:cNvPr>
              <p:cNvSpPr/>
              <p:nvPr/>
            </p:nvSpPr>
            <p:spPr>
              <a:xfrm>
                <a:off x="750176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9" name="object 674">
                <a:extLst>
                  <a:ext uri="{FF2B5EF4-FFF2-40B4-BE49-F238E27FC236}">
                    <a16:creationId xmlns:a16="http://schemas.microsoft.com/office/drawing/2014/main" id="{F73AF54E-EE25-405D-BF1B-88DCFF4F88E9}"/>
                  </a:ext>
                </a:extLst>
              </p:cNvPr>
              <p:cNvSpPr/>
              <p:nvPr/>
            </p:nvSpPr>
            <p:spPr>
              <a:xfrm>
                <a:off x="760693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0" name="object 675">
                <a:extLst>
                  <a:ext uri="{FF2B5EF4-FFF2-40B4-BE49-F238E27FC236}">
                    <a16:creationId xmlns:a16="http://schemas.microsoft.com/office/drawing/2014/main" id="{6F81A302-61DA-4499-9622-7945FD4C163E}"/>
                  </a:ext>
                </a:extLst>
              </p:cNvPr>
              <p:cNvSpPr/>
              <p:nvPr/>
            </p:nvSpPr>
            <p:spPr>
              <a:xfrm>
                <a:off x="7606931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1" name="object 676">
                <a:extLst>
                  <a:ext uri="{FF2B5EF4-FFF2-40B4-BE49-F238E27FC236}">
                    <a16:creationId xmlns:a16="http://schemas.microsoft.com/office/drawing/2014/main" id="{4E67BDA0-963D-4D10-A8C1-055C78CE4A8B}"/>
                  </a:ext>
                </a:extLst>
              </p:cNvPr>
              <p:cNvSpPr/>
              <p:nvPr/>
            </p:nvSpPr>
            <p:spPr>
              <a:xfrm>
                <a:off x="771207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2" name="object 677">
                <a:extLst>
                  <a:ext uri="{FF2B5EF4-FFF2-40B4-BE49-F238E27FC236}">
                    <a16:creationId xmlns:a16="http://schemas.microsoft.com/office/drawing/2014/main" id="{472E37A8-B6FC-4E31-BC3F-177AEEE12084}"/>
                  </a:ext>
                </a:extLst>
              </p:cNvPr>
              <p:cNvSpPr/>
              <p:nvPr/>
            </p:nvSpPr>
            <p:spPr>
              <a:xfrm>
                <a:off x="7712075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3" name="object 678">
                <a:extLst>
                  <a:ext uri="{FF2B5EF4-FFF2-40B4-BE49-F238E27FC236}">
                    <a16:creationId xmlns:a16="http://schemas.microsoft.com/office/drawing/2014/main" id="{BC4D8265-4562-463E-9BF1-60A581912A48}"/>
                  </a:ext>
                </a:extLst>
              </p:cNvPr>
              <p:cNvSpPr/>
              <p:nvPr/>
            </p:nvSpPr>
            <p:spPr>
              <a:xfrm>
                <a:off x="7817243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4" name="object 679">
                <a:extLst>
                  <a:ext uri="{FF2B5EF4-FFF2-40B4-BE49-F238E27FC236}">
                    <a16:creationId xmlns:a16="http://schemas.microsoft.com/office/drawing/2014/main" id="{E00376DF-A778-4AF5-BB7B-1040F9EFE444}"/>
                  </a:ext>
                </a:extLst>
              </p:cNvPr>
              <p:cNvSpPr/>
              <p:nvPr/>
            </p:nvSpPr>
            <p:spPr>
              <a:xfrm>
                <a:off x="7817243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5" name="object 680">
                <a:extLst>
                  <a:ext uri="{FF2B5EF4-FFF2-40B4-BE49-F238E27FC236}">
                    <a16:creationId xmlns:a16="http://schemas.microsoft.com/office/drawing/2014/main" id="{379845EE-37C6-4A2B-8F64-36EA1A9E54C1}"/>
                  </a:ext>
                </a:extLst>
              </p:cNvPr>
              <p:cNvSpPr/>
              <p:nvPr/>
            </p:nvSpPr>
            <p:spPr>
              <a:xfrm>
                <a:off x="7923148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6" name="object 681">
                <a:extLst>
                  <a:ext uri="{FF2B5EF4-FFF2-40B4-BE49-F238E27FC236}">
                    <a16:creationId xmlns:a16="http://schemas.microsoft.com/office/drawing/2014/main" id="{76BF2677-2D8C-4DBE-9588-47DDE7DAF3C4}"/>
                  </a:ext>
                </a:extLst>
              </p:cNvPr>
              <p:cNvSpPr/>
              <p:nvPr/>
            </p:nvSpPr>
            <p:spPr>
              <a:xfrm>
                <a:off x="7923148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7" name="object 682">
                <a:extLst>
                  <a:ext uri="{FF2B5EF4-FFF2-40B4-BE49-F238E27FC236}">
                    <a16:creationId xmlns:a16="http://schemas.microsoft.com/office/drawing/2014/main" id="{DACB51D9-6D6B-4B84-ABB2-6B49582FD289}"/>
                  </a:ext>
                </a:extLst>
              </p:cNvPr>
              <p:cNvSpPr/>
              <p:nvPr/>
            </p:nvSpPr>
            <p:spPr>
              <a:xfrm>
                <a:off x="802831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8" name="object 683">
                <a:extLst>
                  <a:ext uri="{FF2B5EF4-FFF2-40B4-BE49-F238E27FC236}">
                    <a16:creationId xmlns:a16="http://schemas.microsoft.com/office/drawing/2014/main" id="{0D9BB5A1-8B96-4E6D-8DD0-3DD03331AFE0}"/>
                  </a:ext>
                </a:extLst>
              </p:cNvPr>
              <p:cNvSpPr/>
              <p:nvPr/>
            </p:nvSpPr>
            <p:spPr>
              <a:xfrm>
                <a:off x="802831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9" name="object 684">
                <a:extLst>
                  <a:ext uri="{FF2B5EF4-FFF2-40B4-BE49-F238E27FC236}">
                    <a16:creationId xmlns:a16="http://schemas.microsoft.com/office/drawing/2014/main" id="{847F5216-112C-4478-A280-E5A695E6A7FA}"/>
                  </a:ext>
                </a:extLst>
              </p:cNvPr>
              <p:cNvSpPr/>
              <p:nvPr/>
            </p:nvSpPr>
            <p:spPr>
              <a:xfrm>
                <a:off x="81334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0" name="object 685">
                <a:extLst>
                  <a:ext uri="{FF2B5EF4-FFF2-40B4-BE49-F238E27FC236}">
                    <a16:creationId xmlns:a16="http://schemas.microsoft.com/office/drawing/2014/main" id="{F1024AE4-D916-49A6-9617-8231E4BD8057}"/>
                  </a:ext>
                </a:extLst>
              </p:cNvPr>
              <p:cNvSpPr/>
              <p:nvPr/>
            </p:nvSpPr>
            <p:spPr>
              <a:xfrm>
                <a:off x="81334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1" name="object 686">
                <a:extLst>
                  <a:ext uri="{FF2B5EF4-FFF2-40B4-BE49-F238E27FC236}">
                    <a16:creationId xmlns:a16="http://schemas.microsoft.com/office/drawing/2014/main" id="{43E0205D-4D32-4C7A-AEDF-EAA8C46C6187}"/>
                  </a:ext>
                </a:extLst>
              </p:cNvPr>
              <p:cNvSpPr/>
              <p:nvPr/>
            </p:nvSpPr>
            <p:spPr>
              <a:xfrm>
                <a:off x="823862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2" name="object 687">
                <a:extLst>
                  <a:ext uri="{FF2B5EF4-FFF2-40B4-BE49-F238E27FC236}">
                    <a16:creationId xmlns:a16="http://schemas.microsoft.com/office/drawing/2014/main" id="{42ACC1E1-35AD-41A0-95D7-2E12C0270010}"/>
                  </a:ext>
                </a:extLst>
              </p:cNvPr>
              <p:cNvSpPr/>
              <p:nvPr/>
            </p:nvSpPr>
            <p:spPr>
              <a:xfrm>
                <a:off x="8238629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3" name="object 688">
                <a:extLst>
                  <a:ext uri="{FF2B5EF4-FFF2-40B4-BE49-F238E27FC236}">
                    <a16:creationId xmlns:a16="http://schemas.microsoft.com/office/drawing/2014/main" id="{5F97CEF8-8C46-48B3-81F2-BE74A2D2983C}"/>
                  </a:ext>
                </a:extLst>
              </p:cNvPr>
              <p:cNvSpPr/>
              <p:nvPr/>
            </p:nvSpPr>
            <p:spPr>
              <a:xfrm>
                <a:off x="83437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4" name="object 689">
                <a:extLst>
                  <a:ext uri="{FF2B5EF4-FFF2-40B4-BE49-F238E27FC236}">
                    <a16:creationId xmlns:a16="http://schemas.microsoft.com/office/drawing/2014/main" id="{83A0DA10-ACB5-4F06-8515-E405B662E142}"/>
                  </a:ext>
                </a:extLst>
              </p:cNvPr>
              <p:cNvSpPr/>
              <p:nvPr/>
            </p:nvSpPr>
            <p:spPr>
              <a:xfrm>
                <a:off x="8343773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5" name="object 690">
                <a:extLst>
                  <a:ext uri="{FF2B5EF4-FFF2-40B4-BE49-F238E27FC236}">
                    <a16:creationId xmlns:a16="http://schemas.microsoft.com/office/drawing/2014/main" id="{F8F606E5-0A66-4333-BF65-B518B26F060F}"/>
                  </a:ext>
                </a:extLst>
              </p:cNvPr>
              <p:cNvSpPr/>
              <p:nvPr/>
            </p:nvSpPr>
            <p:spPr>
              <a:xfrm>
                <a:off x="844894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6" name="object 691">
                <a:extLst>
                  <a:ext uri="{FF2B5EF4-FFF2-40B4-BE49-F238E27FC236}">
                    <a16:creationId xmlns:a16="http://schemas.microsoft.com/office/drawing/2014/main" id="{10967273-AB28-4A66-B9EC-9B42DAEA65EE}"/>
                  </a:ext>
                </a:extLst>
              </p:cNvPr>
              <p:cNvSpPr/>
              <p:nvPr/>
            </p:nvSpPr>
            <p:spPr>
              <a:xfrm>
                <a:off x="8448941" y="5890260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7" name="object 692">
                <a:extLst>
                  <a:ext uri="{FF2B5EF4-FFF2-40B4-BE49-F238E27FC236}">
                    <a16:creationId xmlns:a16="http://schemas.microsoft.com/office/drawing/2014/main" id="{8BBFC196-7152-423C-81B0-4DD3295137E8}"/>
                  </a:ext>
                </a:extLst>
              </p:cNvPr>
              <p:cNvSpPr/>
              <p:nvPr/>
            </p:nvSpPr>
            <p:spPr>
              <a:xfrm>
                <a:off x="855484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8" name="object 693">
                <a:extLst>
                  <a:ext uri="{FF2B5EF4-FFF2-40B4-BE49-F238E27FC236}">
                    <a16:creationId xmlns:a16="http://schemas.microsoft.com/office/drawing/2014/main" id="{F0A11F14-4A35-4CD6-AC54-A1909EC8C9E3}"/>
                  </a:ext>
                </a:extLst>
              </p:cNvPr>
              <p:cNvSpPr/>
              <p:nvPr/>
            </p:nvSpPr>
            <p:spPr>
              <a:xfrm>
                <a:off x="8554847" y="5890260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9" name="object 694">
                <a:extLst>
                  <a:ext uri="{FF2B5EF4-FFF2-40B4-BE49-F238E27FC236}">
                    <a16:creationId xmlns:a16="http://schemas.microsoft.com/office/drawing/2014/main" id="{6F5F8A63-9414-4FCF-95CC-522B326CECEF}"/>
                  </a:ext>
                </a:extLst>
              </p:cNvPr>
              <p:cNvSpPr/>
              <p:nvPr/>
            </p:nvSpPr>
            <p:spPr>
              <a:xfrm>
                <a:off x="602806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0" name="object 695">
                <a:extLst>
                  <a:ext uri="{FF2B5EF4-FFF2-40B4-BE49-F238E27FC236}">
                    <a16:creationId xmlns:a16="http://schemas.microsoft.com/office/drawing/2014/main" id="{B6255BF5-FAF0-4921-9CDC-47F2B9A15273}"/>
                  </a:ext>
                </a:extLst>
              </p:cNvPr>
              <p:cNvSpPr/>
              <p:nvPr/>
            </p:nvSpPr>
            <p:spPr>
              <a:xfrm>
                <a:off x="602806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1" name="object 696">
                <a:extLst>
                  <a:ext uri="{FF2B5EF4-FFF2-40B4-BE49-F238E27FC236}">
                    <a16:creationId xmlns:a16="http://schemas.microsoft.com/office/drawing/2014/main" id="{86253508-8946-4EB3-807E-3184AA900100}"/>
                  </a:ext>
                </a:extLst>
              </p:cNvPr>
              <p:cNvSpPr/>
              <p:nvPr/>
            </p:nvSpPr>
            <p:spPr>
              <a:xfrm>
                <a:off x="613322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2" name="object 697">
                <a:extLst>
                  <a:ext uri="{FF2B5EF4-FFF2-40B4-BE49-F238E27FC236}">
                    <a16:creationId xmlns:a16="http://schemas.microsoft.com/office/drawing/2014/main" id="{1A816DDA-5047-4D63-BA2E-0CFD33E990CC}"/>
                  </a:ext>
                </a:extLst>
              </p:cNvPr>
              <p:cNvSpPr/>
              <p:nvPr/>
            </p:nvSpPr>
            <p:spPr>
              <a:xfrm>
                <a:off x="613322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3" name="object 698">
                <a:extLst>
                  <a:ext uri="{FF2B5EF4-FFF2-40B4-BE49-F238E27FC236}">
                    <a16:creationId xmlns:a16="http://schemas.microsoft.com/office/drawing/2014/main" id="{450D0FD7-0759-48FC-9A63-5349EE506AD3}"/>
                  </a:ext>
                </a:extLst>
              </p:cNvPr>
              <p:cNvSpPr/>
              <p:nvPr/>
            </p:nvSpPr>
            <p:spPr>
              <a:xfrm>
                <a:off x="623837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4" name="object 699">
                <a:extLst>
                  <a:ext uri="{FF2B5EF4-FFF2-40B4-BE49-F238E27FC236}">
                    <a16:creationId xmlns:a16="http://schemas.microsoft.com/office/drawing/2014/main" id="{62B40D6D-38DD-4566-9CEE-FFBDD36C4F9D}"/>
                  </a:ext>
                </a:extLst>
              </p:cNvPr>
              <p:cNvSpPr/>
              <p:nvPr/>
            </p:nvSpPr>
            <p:spPr>
              <a:xfrm>
                <a:off x="623837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5" name="object 700">
                <a:extLst>
                  <a:ext uri="{FF2B5EF4-FFF2-40B4-BE49-F238E27FC236}">
                    <a16:creationId xmlns:a16="http://schemas.microsoft.com/office/drawing/2014/main" id="{C5A33862-BEFE-4A5C-80A7-F493778D46EA}"/>
                  </a:ext>
                </a:extLst>
              </p:cNvPr>
              <p:cNvSpPr/>
              <p:nvPr/>
            </p:nvSpPr>
            <p:spPr>
              <a:xfrm>
                <a:off x="634353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6" name="object 701">
                <a:extLst>
                  <a:ext uri="{FF2B5EF4-FFF2-40B4-BE49-F238E27FC236}">
                    <a16:creationId xmlns:a16="http://schemas.microsoft.com/office/drawing/2014/main" id="{A93EA518-A84D-40B7-9100-962BCB823B41}"/>
                  </a:ext>
                </a:extLst>
              </p:cNvPr>
              <p:cNvSpPr/>
              <p:nvPr/>
            </p:nvSpPr>
            <p:spPr>
              <a:xfrm>
                <a:off x="634353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7" name="object 702">
                <a:extLst>
                  <a:ext uri="{FF2B5EF4-FFF2-40B4-BE49-F238E27FC236}">
                    <a16:creationId xmlns:a16="http://schemas.microsoft.com/office/drawing/2014/main" id="{E6517B06-BE9B-49A7-8FBF-FDA4C54E8C52}"/>
                  </a:ext>
                </a:extLst>
              </p:cNvPr>
              <p:cNvSpPr/>
              <p:nvPr/>
            </p:nvSpPr>
            <p:spPr>
              <a:xfrm>
                <a:off x="644869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7" y="105917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7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8" name="object 703">
                <a:extLst>
                  <a:ext uri="{FF2B5EF4-FFF2-40B4-BE49-F238E27FC236}">
                    <a16:creationId xmlns:a16="http://schemas.microsoft.com/office/drawing/2014/main" id="{AB043FF4-B0E9-4412-A8FC-043B74A72BF8}"/>
                  </a:ext>
                </a:extLst>
              </p:cNvPr>
              <p:cNvSpPr/>
              <p:nvPr/>
            </p:nvSpPr>
            <p:spPr>
              <a:xfrm>
                <a:off x="644869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9" name="object 704">
                <a:extLst>
                  <a:ext uri="{FF2B5EF4-FFF2-40B4-BE49-F238E27FC236}">
                    <a16:creationId xmlns:a16="http://schemas.microsoft.com/office/drawing/2014/main" id="{BF06A935-C9A2-4AD4-AE6A-3CB518F6CA44}"/>
                  </a:ext>
                </a:extLst>
              </p:cNvPr>
              <p:cNvSpPr/>
              <p:nvPr/>
            </p:nvSpPr>
            <p:spPr>
              <a:xfrm>
                <a:off x="655459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0" name="object 705">
                <a:extLst>
                  <a:ext uri="{FF2B5EF4-FFF2-40B4-BE49-F238E27FC236}">
                    <a16:creationId xmlns:a16="http://schemas.microsoft.com/office/drawing/2014/main" id="{377B260F-ABF9-4E34-9576-C3F9E7F16DA6}"/>
                  </a:ext>
                </a:extLst>
              </p:cNvPr>
              <p:cNvSpPr/>
              <p:nvPr/>
            </p:nvSpPr>
            <p:spPr>
              <a:xfrm>
                <a:off x="655459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1" name="object 706">
                <a:extLst>
                  <a:ext uri="{FF2B5EF4-FFF2-40B4-BE49-F238E27FC236}">
                    <a16:creationId xmlns:a16="http://schemas.microsoft.com/office/drawing/2014/main" id="{E7306938-3534-42DC-B0B6-95F4A8E66A62}"/>
                  </a:ext>
                </a:extLst>
              </p:cNvPr>
              <p:cNvSpPr/>
              <p:nvPr/>
            </p:nvSpPr>
            <p:spPr>
              <a:xfrm>
                <a:off x="665976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2" name="object 707">
                <a:extLst>
                  <a:ext uri="{FF2B5EF4-FFF2-40B4-BE49-F238E27FC236}">
                    <a16:creationId xmlns:a16="http://schemas.microsoft.com/office/drawing/2014/main" id="{3431A916-1699-4127-BF65-BB44959DC4DE}"/>
                  </a:ext>
                </a:extLst>
              </p:cNvPr>
              <p:cNvSpPr/>
              <p:nvPr/>
            </p:nvSpPr>
            <p:spPr>
              <a:xfrm>
                <a:off x="665976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3" name="object 708">
                <a:extLst>
                  <a:ext uri="{FF2B5EF4-FFF2-40B4-BE49-F238E27FC236}">
                    <a16:creationId xmlns:a16="http://schemas.microsoft.com/office/drawing/2014/main" id="{40D52535-B3FF-4EB5-86E4-34A55B9B06FF}"/>
                  </a:ext>
                </a:extLst>
              </p:cNvPr>
              <p:cNvSpPr/>
              <p:nvPr/>
            </p:nvSpPr>
            <p:spPr>
              <a:xfrm>
                <a:off x="67649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4" name="object 709">
                <a:extLst>
                  <a:ext uri="{FF2B5EF4-FFF2-40B4-BE49-F238E27FC236}">
                    <a16:creationId xmlns:a16="http://schemas.microsoft.com/office/drawing/2014/main" id="{CCB30557-93BF-4BEB-A68A-BDB24E50389A}"/>
                  </a:ext>
                </a:extLst>
              </p:cNvPr>
              <p:cNvSpPr/>
              <p:nvPr/>
            </p:nvSpPr>
            <p:spPr>
              <a:xfrm>
                <a:off x="67649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5" name="object 710">
                <a:extLst>
                  <a:ext uri="{FF2B5EF4-FFF2-40B4-BE49-F238E27FC236}">
                    <a16:creationId xmlns:a16="http://schemas.microsoft.com/office/drawing/2014/main" id="{5B34389E-CA92-421F-A0BE-85DE570BBE53}"/>
                  </a:ext>
                </a:extLst>
              </p:cNvPr>
              <p:cNvSpPr/>
              <p:nvPr/>
            </p:nvSpPr>
            <p:spPr>
              <a:xfrm>
                <a:off x="68700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6" name="object 711">
                <a:extLst>
                  <a:ext uri="{FF2B5EF4-FFF2-40B4-BE49-F238E27FC236}">
                    <a16:creationId xmlns:a16="http://schemas.microsoft.com/office/drawing/2014/main" id="{D0748B9B-FDA6-4874-94BD-2AD4317954CA}"/>
                  </a:ext>
                </a:extLst>
              </p:cNvPr>
              <p:cNvSpPr/>
              <p:nvPr/>
            </p:nvSpPr>
            <p:spPr>
              <a:xfrm>
                <a:off x="68700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7" name="object 712">
                <a:extLst>
                  <a:ext uri="{FF2B5EF4-FFF2-40B4-BE49-F238E27FC236}">
                    <a16:creationId xmlns:a16="http://schemas.microsoft.com/office/drawing/2014/main" id="{C767DFE4-AB66-40AB-88B8-DABFB246EFCD}"/>
                  </a:ext>
                </a:extLst>
              </p:cNvPr>
              <p:cNvSpPr/>
              <p:nvPr/>
            </p:nvSpPr>
            <p:spPr>
              <a:xfrm>
                <a:off x="69752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8" name="object 713">
                <a:extLst>
                  <a:ext uri="{FF2B5EF4-FFF2-40B4-BE49-F238E27FC236}">
                    <a16:creationId xmlns:a16="http://schemas.microsoft.com/office/drawing/2014/main" id="{9B74F11A-A95F-40F9-94B8-4DFFDD8CCB71}"/>
                  </a:ext>
                </a:extLst>
              </p:cNvPr>
              <p:cNvSpPr/>
              <p:nvPr/>
            </p:nvSpPr>
            <p:spPr>
              <a:xfrm>
                <a:off x="697522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9" name="object 714">
                <a:extLst>
                  <a:ext uri="{FF2B5EF4-FFF2-40B4-BE49-F238E27FC236}">
                    <a16:creationId xmlns:a16="http://schemas.microsoft.com/office/drawing/2014/main" id="{122FE0D0-2BC6-4942-8780-B0CA297DF9BC}"/>
                  </a:ext>
                </a:extLst>
              </p:cNvPr>
              <p:cNvSpPr/>
              <p:nvPr/>
            </p:nvSpPr>
            <p:spPr>
              <a:xfrm>
                <a:off x="70803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0" name="object 715">
                <a:extLst>
                  <a:ext uri="{FF2B5EF4-FFF2-40B4-BE49-F238E27FC236}">
                    <a16:creationId xmlns:a16="http://schemas.microsoft.com/office/drawing/2014/main" id="{9728E1BA-4D1A-4283-94B5-C46A2E4D460E}"/>
                  </a:ext>
                </a:extLst>
              </p:cNvPr>
              <p:cNvSpPr/>
              <p:nvPr/>
            </p:nvSpPr>
            <p:spPr>
              <a:xfrm>
                <a:off x="708037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1" name="object 716">
                <a:extLst>
                  <a:ext uri="{FF2B5EF4-FFF2-40B4-BE49-F238E27FC236}">
                    <a16:creationId xmlns:a16="http://schemas.microsoft.com/office/drawing/2014/main" id="{A17E7C46-536C-4C01-A8AE-8E19840612AD}"/>
                  </a:ext>
                </a:extLst>
              </p:cNvPr>
              <p:cNvSpPr/>
              <p:nvPr/>
            </p:nvSpPr>
            <p:spPr>
              <a:xfrm>
                <a:off x="7185545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2" name="object 717">
                <a:extLst>
                  <a:ext uri="{FF2B5EF4-FFF2-40B4-BE49-F238E27FC236}">
                    <a16:creationId xmlns:a16="http://schemas.microsoft.com/office/drawing/2014/main" id="{22E8305C-8D6E-4AB5-954C-F88433FD1E67}"/>
                  </a:ext>
                </a:extLst>
              </p:cNvPr>
              <p:cNvSpPr/>
              <p:nvPr/>
            </p:nvSpPr>
            <p:spPr>
              <a:xfrm>
                <a:off x="7185545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3" name="object 718">
                <a:extLst>
                  <a:ext uri="{FF2B5EF4-FFF2-40B4-BE49-F238E27FC236}">
                    <a16:creationId xmlns:a16="http://schemas.microsoft.com/office/drawing/2014/main" id="{574862A9-F53C-441B-A7AC-E519972A6D7E}"/>
                  </a:ext>
                </a:extLst>
              </p:cNvPr>
              <p:cNvSpPr/>
              <p:nvPr/>
            </p:nvSpPr>
            <p:spPr>
              <a:xfrm>
                <a:off x="7291450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4" name="object 719">
                <a:extLst>
                  <a:ext uri="{FF2B5EF4-FFF2-40B4-BE49-F238E27FC236}">
                    <a16:creationId xmlns:a16="http://schemas.microsoft.com/office/drawing/2014/main" id="{44BBA608-8EAE-47A8-A4AE-973F0F25443E}"/>
                  </a:ext>
                </a:extLst>
              </p:cNvPr>
              <p:cNvSpPr/>
              <p:nvPr/>
            </p:nvSpPr>
            <p:spPr>
              <a:xfrm>
                <a:off x="7291450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5" name="object 720">
                <a:extLst>
                  <a:ext uri="{FF2B5EF4-FFF2-40B4-BE49-F238E27FC236}">
                    <a16:creationId xmlns:a16="http://schemas.microsoft.com/office/drawing/2014/main" id="{CCD00D53-00B7-4192-85F4-D8CC9B97D9EB}"/>
                  </a:ext>
                </a:extLst>
              </p:cNvPr>
              <p:cNvSpPr/>
              <p:nvPr/>
            </p:nvSpPr>
            <p:spPr>
              <a:xfrm>
                <a:off x="739661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6" name="object 721">
                <a:extLst>
                  <a:ext uri="{FF2B5EF4-FFF2-40B4-BE49-F238E27FC236}">
                    <a16:creationId xmlns:a16="http://schemas.microsoft.com/office/drawing/2014/main" id="{8646FF96-60EB-4AF6-864D-2F81AAC758CF}"/>
                  </a:ext>
                </a:extLst>
              </p:cNvPr>
              <p:cNvSpPr/>
              <p:nvPr/>
            </p:nvSpPr>
            <p:spPr>
              <a:xfrm>
                <a:off x="739661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7" name="object 722">
                <a:extLst>
                  <a:ext uri="{FF2B5EF4-FFF2-40B4-BE49-F238E27FC236}">
                    <a16:creationId xmlns:a16="http://schemas.microsoft.com/office/drawing/2014/main" id="{6F4684A0-8DDA-44BF-8942-EC3657203671}"/>
                  </a:ext>
                </a:extLst>
              </p:cNvPr>
              <p:cNvSpPr/>
              <p:nvPr/>
            </p:nvSpPr>
            <p:spPr>
              <a:xfrm>
                <a:off x="750176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8" name="object 723">
                <a:extLst>
                  <a:ext uri="{FF2B5EF4-FFF2-40B4-BE49-F238E27FC236}">
                    <a16:creationId xmlns:a16="http://schemas.microsoft.com/office/drawing/2014/main" id="{C7BED67B-FD03-4713-A132-4F57AB927AC3}"/>
                  </a:ext>
                </a:extLst>
              </p:cNvPr>
              <p:cNvSpPr/>
              <p:nvPr/>
            </p:nvSpPr>
            <p:spPr>
              <a:xfrm>
                <a:off x="750176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9" name="object 724">
                <a:extLst>
                  <a:ext uri="{FF2B5EF4-FFF2-40B4-BE49-F238E27FC236}">
                    <a16:creationId xmlns:a16="http://schemas.microsoft.com/office/drawing/2014/main" id="{A2AC44CB-1CF7-4DDC-A26B-2A41E7418954}"/>
                  </a:ext>
                </a:extLst>
              </p:cNvPr>
              <p:cNvSpPr/>
              <p:nvPr/>
            </p:nvSpPr>
            <p:spPr>
              <a:xfrm>
                <a:off x="760693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0" name="object 725">
                <a:extLst>
                  <a:ext uri="{FF2B5EF4-FFF2-40B4-BE49-F238E27FC236}">
                    <a16:creationId xmlns:a16="http://schemas.microsoft.com/office/drawing/2014/main" id="{41B6FC69-43B7-455D-AFFD-AEA4CCD75745}"/>
                  </a:ext>
                </a:extLst>
              </p:cNvPr>
              <p:cNvSpPr/>
              <p:nvPr/>
            </p:nvSpPr>
            <p:spPr>
              <a:xfrm>
                <a:off x="7606931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1" name="object 726">
                <a:extLst>
                  <a:ext uri="{FF2B5EF4-FFF2-40B4-BE49-F238E27FC236}">
                    <a16:creationId xmlns:a16="http://schemas.microsoft.com/office/drawing/2014/main" id="{D518FC0B-6181-4D99-AD27-3E58F04CA128}"/>
                  </a:ext>
                </a:extLst>
              </p:cNvPr>
              <p:cNvSpPr/>
              <p:nvPr/>
            </p:nvSpPr>
            <p:spPr>
              <a:xfrm>
                <a:off x="771207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2" name="object 727">
                <a:extLst>
                  <a:ext uri="{FF2B5EF4-FFF2-40B4-BE49-F238E27FC236}">
                    <a16:creationId xmlns:a16="http://schemas.microsoft.com/office/drawing/2014/main" id="{B1B4700A-97CD-4565-9512-932340675E17}"/>
                  </a:ext>
                </a:extLst>
              </p:cNvPr>
              <p:cNvSpPr/>
              <p:nvPr/>
            </p:nvSpPr>
            <p:spPr>
              <a:xfrm>
                <a:off x="7712075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3" name="object 728">
                <a:extLst>
                  <a:ext uri="{FF2B5EF4-FFF2-40B4-BE49-F238E27FC236}">
                    <a16:creationId xmlns:a16="http://schemas.microsoft.com/office/drawing/2014/main" id="{DBF3854F-0FDB-47EE-99D5-4B0A22DE6FBF}"/>
                  </a:ext>
                </a:extLst>
              </p:cNvPr>
              <p:cNvSpPr/>
              <p:nvPr/>
            </p:nvSpPr>
            <p:spPr>
              <a:xfrm>
                <a:off x="7817243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4" name="object 729">
                <a:extLst>
                  <a:ext uri="{FF2B5EF4-FFF2-40B4-BE49-F238E27FC236}">
                    <a16:creationId xmlns:a16="http://schemas.microsoft.com/office/drawing/2014/main" id="{648AFA83-41CB-4521-9EDF-1C331950E61C}"/>
                  </a:ext>
                </a:extLst>
              </p:cNvPr>
              <p:cNvSpPr/>
              <p:nvPr/>
            </p:nvSpPr>
            <p:spPr>
              <a:xfrm>
                <a:off x="7817243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5" name="object 730">
                <a:extLst>
                  <a:ext uri="{FF2B5EF4-FFF2-40B4-BE49-F238E27FC236}">
                    <a16:creationId xmlns:a16="http://schemas.microsoft.com/office/drawing/2014/main" id="{074B4A54-1A5F-4DD1-89B7-A6F4840B81A2}"/>
                  </a:ext>
                </a:extLst>
              </p:cNvPr>
              <p:cNvSpPr/>
              <p:nvPr/>
            </p:nvSpPr>
            <p:spPr>
              <a:xfrm>
                <a:off x="7923148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6" name="object 731">
                <a:extLst>
                  <a:ext uri="{FF2B5EF4-FFF2-40B4-BE49-F238E27FC236}">
                    <a16:creationId xmlns:a16="http://schemas.microsoft.com/office/drawing/2014/main" id="{87D4813A-D8E6-473C-B2C9-2004343A4367}"/>
                  </a:ext>
                </a:extLst>
              </p:cNvPr>
              <p:cNvSpPr/>
              <p:nvPr/>
            </p:nvSpPr>
            <p:spPr>
              <a:xfrm>
                <a:off x="7923148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7" name="object 732">
                <a:extLst>
                  <a:ext uri="{FF2B5EF4-FFF2-40B4-BE49-F238E27FC236}">
                    <a16:creationId xmlns:a16="http://schemas.microsoft.com/office/drawing/2014/main" id="{2F4EF2C4-BEF1-4DA8-A607-CC876CE9DF6D}"/>
                  </a:ext>
                </a:extLst>
              </p:cNvPr>
              <p:cNvSpPr/>
              <p:nvPr/>
            </p:nvSpPr>
            <p:spPr>
              <a:xfrm>
                <a:off x="802831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8" name="object 733">
                <a:extLst>
                  <a:ext uri="{FF2B5EF4-FFF2-40B4-BE49-F238E27FC236}">
                    <a16:creationId xmlns:a16="http://schemas.microsoft.com/office/drawing/2014/main" id="{5AB8E952-2ED6-4810-B30F-DA64277EFA6E}"/>
                  </a:ext>
                </a:extLst>
              </p:cNvPr>
              <p:cNvSpPr/>
              <p:nvPr/>
            </p:nvSpPr>
            <p:spPr>
              <a:xfrm>
                <a:off x="802831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9" name="object 734">
                <a:extLst>
                  <a:ext uri="{FF2B5EF4-FFF2-40B4-BE49-F238E27FC236}">
                    <a16:creationId xmlns:a16="http://schemas.microsoft.com/office/drawing/2014/main" id="{33D50A28-2DD8-4CA3-9012-DECE9676B3D0}"/>
                  </a:ext>
                </a:extLst>
              </p:cNvPr>
              <p:cNvSpPr/>
              <p:nvPr/>
            </p:nvSpPr>
            <p:spPr>
              <a:xfrm>
                <a:off x="81334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0" name="object 735">
                <a:extLst>
                  <a:ext uri="{FF2B5EF4-FFF2-40B4-BE49-F238E27FC236}">
                    <a16:creationId xmlns:a16="http://schemas.microsoft.com/office/drawing/2014/main" id="{DC6AFA06-4694-43B3-90FE-4F1F9BB38A9C}"/>
                  </a:ext>
                </a:extLst>
              </p:cNvPr>
              <p:cNvSpPr/>
              <p:nvPr/>
            </p:nvSpPr>
            <p:spPr>
              <a:xfrm>
                <a:off x="81334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1" name="object 736">
                <a:extLst>
                  <a:ext uri="{FF2B5EF4-FFF2-40B4-BE49-F238E27FC236}">
                    <a16:creationId xmlns:a16="http://schemas.microsoft.com/office/drawing/2014/main" id="{D965290F-D507-4D62-9723-0836A3E87E84}"/>
                  </a:ext>
                </a:extLst>
              </p:cNvPr>
              <p:cNvSpPr/>
              <p:nvPr/>
            </p:nvSpPr>
            <p:spPr>
              <a:xfrm>
                <a:off x="823862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2" name="object 737">
                <a:extLst>
                  <a:ext uri="{FF2B5EF4-FFF2-40B4-BE49-F238E27FC236}">
                    <a16:creationId xmlns:a16="http://schemas.microsoft.com/office/drawing/2014/main" id="{E119AE97-3865-45A1-9896-D9404812281E}"/>
                  </a:ext>
                </a:extLst>
              </p:cNvPr>
              <p:cNvSpPr/>
              <p:nvPr/>
            </p:nvSpPr>
            <p:spPr>
              <a:xfrm>
                <a:off x="8238629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3" name="object 738">
                <a:extLst>
                  <a:ext uri="{FF2B5EF4-FFF2-40B4-BE49-F238E27FC236}">
                    <a16:creationId xmlns:a16="http://schemas.microsoft.com/office/drawing/2014/main" id="{4A90FB21-07A0-48E9-B46A-0B2B4C92D1EB}"/>
                  </a:ext>
                </a:extLst>
              </p:cNvPr>
              <p:cNvSpPr/>
              <p:nvPr/>
            </p:nvSpPr>
            <p:spPr>
              <a:xfrm>
                <a:off x="83437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4" name="object 739">
                <a:extLst>
                  <a:ext uri="{FF2B5EF4-FFF2-40B4-BE49-F238E27FC236}">
                    <a16:creationId xmlns:a16="http://schemas.microsoft.com/office/drawing/2014/main" id="{241DEF9B-F50A-445A-9415-E1959C5A8D6D}"/>
                  </a:ext>
                </a:extLst>
              </p:cNvPr>
              <p:cNvSpPr/>
              <p:nvPr/>
            </p:nvSpPr>
            <p:spPr>
              <a:xfrm>
                <a:off x="8343773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5" name="object 740">
                <a:extLst>
                  <a:ext uri="{FF2B5EF4-FFF2-40B4-BE49-F238E27FC236}">
                    <a16:creationId xmlns:a16="http://schemas.microsoft.com/office/drawing/2014/main" id="{3A2CD254-22AE-488B-BE3B-B3BCCF74F8FC}"/>
                  </a:ext>
                </a:extLst>
              </p:cNvPr>
              <p:cNvSpPr/>
              <p:nvPr/>
            </p:nvSpPr>
            <p:spPr>
              <a:xfrm>
                <a:off x="844894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105918" y="105917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918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6" name="object 741">
                <a:extLst>
                  <a:ext uri="{FF2B5EF4-FFF2-40B4-BE49-F238E27FC236}">
                    <a16:creationId xmlns:a16="http://schemas.microsoft.com/office/drawing/2014/main" id="{28E4631D-64C2-423B-A86B-C1F24DDAE9F2}"/>
                  </a:ext>
                </a:extLst>
              </p:cNvPr>
              <p:cNvSpPr/>
              <p:nvPr/>
            </p:nvSpPr>
            <p:spPr>
              <a:xfrm>
                <a:off x="8448941" y="5995416"/>
                <a:ext cx="106045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918" y="105918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7" name="object 742">
                <a:extLst>
                  <a:ext uri="{FF2B5EF4-FFF2-40B4-BE49-F238E27FC236}">
                    <a16:creationId xmlns:a16="http://schemas.microsoft.com/office/drawing/2014/main" id="{F82742DC-F1FD-41F4-85CD-06568891F5E6}"/>
                  </a:ext>
                </a:extLst>
              </p:cNvPr>
              <p:cNvSpPr/>
              <p:nvPr/>
            </p:nvSpPr>
            <p:spPr>
              <a:xfrm>
                <a:off x="855484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105155" y="105917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917"/>
                    </a:lnTo>
                    <a:lnTo>
                      <a:pt x="105155" y="105917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8" name="object 743">
                <a:extLst>
                  <a:ext uri="{FF2B5EF4-FFF2-40B4-BE49-F238E27FC236}">
                    <a16:creationId xmlns:a16="http://schemas.microsoft.com/office/drawing/2014/main" id="{83A22F94-E24C-4EDB-94A4-38A78E74D2E1}"/>
                  </a:ext>
                </a:extLst>
              </p:cNvPr>
              <p:cNvSpPr/>
              <p:nvPr/>
            </p:nvSpPr>
            <p:spPr>
              <a:xfrm>
                <a:off x="8554847" y="5995416"/>
                <a:ext cx="105410" cy="106045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6045">
                    <a:moveTo>
                      <a:pt x="0" y="0"/>
                    </a:moveTo>
                    <a:lnTo>
                      <a:pt x="0" y="105918"/>
                    </a:lnTo>
                    <a:lnTo>
                      <a:pt x="105155" y="105918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9" name="object 744">
                <a:extLst>
                  <a:ext uri="{FF2B5EF4-FFF2-40B4-BE49-F238E27FC236}">
                    <a16:creationId xmlns:a16="http://schemas.microsoft.com/office/drawing/2014/main" id="{99204075-8805-4C97-BDF5-AC7264998E5B}"/>
                  </a:ext>
                </a:extLst>
              </p:cNvPr>
              <p:cNvSpPr/>
              <p:nvPr/>
            </p:nvSpPr>
            <p:spPr>
              <a:xfrm>
                <a:off x="602806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0" name="object 745">
                <a:extLst>
                  <a:ext uri="{FF2B5EF4-FFF2-40B4-BE49-F238E27FC236}">
                    <a16:creationId xmlns:a16="http://schemas.microsoft.com/office/drawing/2014/main" id="{8A9D1C5A-8727-4315-A088-2E798720013C}"/>
                  </a:ext>
                </a:extLst>
              </p:cNvPr>
              <p:cNvSpPr/>
              <p:nvPr/>
            </p:nvSpPr>
            <p:spPr>
              <a:xfrm>
                <a:off x="602806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1" name="object 746">
                <a:extLst>
                  <a:ext uri="{FF2B5EF4-FFF2-40B4-BE49-F238E27FC236}">
                    <a16:creationId xmlns:a16="http://schemas.microsoft.com/office/drawing/2014/main" id="{6A9D5B10-6ABA-4B6D-B758-AF3774E4A1C3}"/>
                  </a:ext>
                </a:extLst>
              </p:cNvPr>
              <p:cNvSpPr/>
              <p:nvPr/>
            </p:nvSpPr>
            <p:spPr>
              <a:xfrm>
                <a:off x="613322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2" name="object 747">
                <a:extLst>
                  <a:ext uri="{FF2B5EF4-FFF2-40B4-BE49-F238E27FC236}">
                    <a16:creationId xmlns:a16="http://schemas.microsoft.com/office/drawing/2014/main" id="{C16A3D4C-E0E5-4BC3-9F6C-823151072122}"/>
                  </a:ext>
                </a:extLst>
              </p:cNvPr>
              <p:cNvSpPr/>
              <p:nvPr/>
            </p:nvSpPr>
            <p:spPr>
              <a:xfrm>
                <a:off x="613322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3" name="object 748">
                <a:extLst>
                  <a:ext uri="{FF2B5EF4-FFF2-40B4-BE49-F238E27FC236}">
                    <a16:creationId xmlns:a16="http://schemas.microsoft.com/office/drawing/2014/main" id="{7276BA07-3958-4C70-83CF-E9621362033B}"/>
                  </a:ext>
                </a:extLst>
              </p:cNvPr>
              <p:cNvSpPr/>
              <p:nvPr/>
            </p:nvSpPr>
            <p:spPr>
              <a:xfrm>
                <a:off x="623837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4" name="object 749">
                <a:extLst>
                  <a:ext uri="{FF2B5EF4-FFF2-40B4-BE49-F238E27FC236}">
                    <a16:creationId xmlns:a16="http://schemas.microsoft.com/office/drawing/2014/main" id="{0A67C77C-D667-482E-9848-FB5BCD75341C}"/>
                  </a:ext>
                </a:extLst>
              </p:cNvPr>
              <p:cNvSpPr/>
              <p:nvPr/>
            </p:nvSpPr>
            <p:spPr>
              <a:xfrm>
                <a:off x="623837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5" name="object 750">
                <a:extLst>
                  <a:ext uri="{FF2B5EF4-FFF2-40B4-BE49-F238E27FC236}">
                    <a16:creationId xmlns:a16="http://schemas.microsoft.com/office/drawing/2014/main" id="{7DDFDD08-C593-4544-9367-68F39B1A0862}"/>
                  </a:ext>
                </a:extLst>
              </p:cNvPr>
              <p:cNvSpPr/>
              <p:nvPr/>
            </p:nvSpPr>
            <p:spPr>
              <a:xfrm>
                <a:off x="634353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6" name="object 751">
                <a:extLst>
                  <a:ext uri="{FF2B5EF4-FFF2-40B4-BE49-F238E27FC236}">
                    <a16:creationId xmlns:a16="http://schemas.microsoft.com/office/drawing/2014/main" id="{78FD33A3-A297-4FC7-AEC2-A82705941F5D}"/>
                  </a:ext>
                </a:extLst>
              </p:cNvPr>
              <p:cNvSpPr/>
              <p:nvPr/>
            </p:nvSpPr>
            <p:spPr>
              <a:xfrm>
                <a:off x="634353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7" name="object 752">
                <a:extLst>
                  <a:ext uri="{FF2B5EF4-FFF2-40B4-BE49-F238E27FC236}">
                    <a16:creationId xmlns:a16="http://schemas.microsoft.com/office/drawing/2014/main" id="{8B658A35-DF58-4D6C-805A-2C83DF21E344}"/>
                  </a:ext>
                </a:extLst>
              </p:cNvPr>
              <p:cNvSpPr/>
              <p:nvPr/>
            </p:nvSpPr>
            <p:spPr>
              <a:xfrm>
                <a:off x="644869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8" name="object 753">
                <a:extLst>
                  <a:ext uri="{FF2B5EF4-FFF2-40B4-BE49-F238E27FC236}">
                    <a16:creationId xmlns:a16="http://schemas.microsoft.com/office/drawing/2014/main" id="{7D48FDB4-36E7-4B6E-8123-E7D1288C5930}"/>
                  </a:ext>
                </a:extLst>
              </p:cNvPr>
              <p:cNvSpPr/>
              <p:nvPr/>
            </p:nvSpPr>
            <p:spPr>
              <a:xfrm>
                <a:off x="644869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9" name="object 754">
                <a:extLst>
                  <a:ext uri="{FF2B5EF4-FFF2-40B4-BE49-F238E27FC236}">
                    <a16:creationId xmlns:a16="http://schemas.microsoft.com/office/drawing/2014/main" id="{53868699-2185-4F58-9C92-24271E7965A6}"/>
                  </a:ext>
                </a:extLst>
              </p:cNvPr>
              <p:cNvSpPr/>
              <p:nvPr/>
            </p:nvSpPr>
            <p:spPr>
              <a:xfrm>
                <a:off x="655459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0" name="object 755">
                <a:extLst>
                  <a:ext uri="{FF2B5EF4-FFF2-40B4-BE49-F238E27FC236}">
                    <a16:creationId xmlns:a16="http://schemas.microsoft.com/office/drawing/2014/main" id="{F6BD7E00-7593-4402-BCBC-DB1249BF2253}"/>
                  </a:ext>
                </a:extLst>
              </p:cNvPr>
              <p:cNvSpPr/>
              <p:nvPr/>
            </p:nvSpPr>
            <p:spPr>
              <a:xfrm>
                <a:off x="655459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1" name="object 756">
                <a:extLst>
                  <a:ext uri="{FF2B5EF4-FFF2-40B4-BE49-F238E27FC236}">
                    <a16:creationId xmlns:a16="http://schemas.microsoft.com/office/drawing/2014/main" id="{845123DE-C444-47F1-BAE3-BED0AB832725}"/>
                  </a:ext>
                </a:extLst>
              </p:cNvPr>
              <p:cNvSpPr/>
              <p:nvPr/>
            </p:nvSpPr>
            <p:spPr>
              <a:xfrm>
                <a:off x="665976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2" name="object 757">
                <a:extLst>
                  <a:ext uri="{FF2B5EF4-FFF2-40B4-BE49-F238E27FC236}">
                    <a16:creationId xmlns:a16="http://schemas.microsoft.com/office/drawing/2014/main" id="{5F9396E9-A842-4CBE-A4F4-D267EEE6C7E3}"/>
                  </a:ext>
                </a:extLst>
              </p:cNvPr>
              <p:cNvSpPr/>
              <p:nvPr/>
            </p:nvSpPr>
            <p:spPr>
              <a:xfrm>
                <a:off x="665976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3" name="object 758">
                <a:extLst>
                  <a:ext uri="{FF2B5EF4-FFF2-40B4-BE49-F238E27FC236}">
                    <a16:creationId xmlns:a16="http://schemas.microsoft.com/office/drawing/2014/main" id="{7F1BA24E-0E67-47A8-BE3D-A6B3E8951DA1}"/>
                  </a:ext>
                </a:extLst>
              </p:cNvPr>
              <p:cNvSpPr/>
              <p:nvPr/>
            </p:nvSpPr>
            <p:spPr>
              <a:xfrm>
                <a:off x="67649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4" name="object 759">
                <a:extLst>
                  <a:ext uri="{FF2B5EF4-FFF2-40B4-BE49-F238E27FC236}">
                    <a16:creationId xmlns:a16="http://schemas.microsoft.com/office/drawing/2014/main" id="{543AE1BC-0DF3-4DAF-BF71-2763D25F4D84}"/>
                  </a:ext>
                </a:extLst>
              </p:cNvPr>
              <p:cNvSpPr/>
              <p:nvPr/>
            </p:nvSpPr>
            <p:spPr>
              <a:xfrm>
                <a:off x="67649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5" name="object 760">
                <a:extLst>
                  <a:ext uri="{FF2B5EF4-FFF2-40B4-BE49-F238E27FC236}">
                    <a16:creationId xmlns:a16="http://schemas.microsoft.com/office/drawing/2014/main" id="{EAA9D7F0-C86B-4E4C-91A5-A0DBF3BE8400}"/>
                  </a:ext>
                </a:extLst>
              </p:cNvPr>
              <p:cNvSpPr/>
              <p:nvPr/>
            </p:nvSpPr>
            <p:spPr>
              <a:xfrm>
                <a:off x="68700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6" name="object 761">
                <a:extLst>
                  <a:ext uri="{FF2B5EF4-FFF2-40B4-BE49-F238E27FC236}">
                    <a16:creationId xmlns:a16="http://schemas.microsoft.com/office/drawing/2014/main" id="{20568E9B-996C-4683-AB97-DA1BA4BE6D4B}"/>
                  </a:ext>
                </a:extLst>
              </p:cNvPr>
              <p:cNvSpPr/>
              <p:nvPr/>
            </p:nvSpPr>
            <p:spPr>
              <a:xfrm>
                <a:off x="68700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7" name="object 762">
                <a:extLst>
                  <a:ext uri="{FF2B5EF4-FFF2-40B4-BE49-F238E27FC236}">
                    <a16:creationId xmlns:a16="http://schemas.microsoft.com/office/drawing/2014/main" id="{697EC299-2939-4BD2-9E0A-92A390A53780}"/>
                  </a:ext>
                </a:extLst>
              </p:cNvPr>
              <p:cNvSpPr/>
              <p:nvPr/>
            </p:nvSpPr>
            <p:spPr>
              <a:xfrm>
                <a:off x="69752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8" name="object 763">
                <a:extLst>
                  <a:ext uri="{FF2B5EF4-FFF2-40B4-BE49-F238E27FC236}">
                    <a16:creationId xmlns:a16="http://schemas.microsoft.com/office/drawing/2014/main" id="{112E07E7-8DA9-4ADE-822B-B5E016091BB9}"/>
                  </a:ext>
                </a:extLst>
              </p:cNvPr>
              <p:cNvSpPr/>
              <p:nvPr/>
            </p:nvSpPr>
            <p:spPr>
              <a:xfrm>
                <a:off x="697522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9" name="object 764">
                <a:extLst>
                  <a:ext uri="{FF2B5EF4-FFF2-40B4-BE49-F238E27FC236}">
                    <a16:creationId xmlns:a16="http://schemas.microsoft.com/office/drawing/2014/main" id="{20B79B20-F286-4E1F-B565-477240515ABF}"/>
                  </a:ext>
                </a:extLst>
              </p:cNvPr>
              <p:cNvSpPr/>
              <p:nvPr/>
            </p:nvSpPr>
            <p:spPr>
              <a:xfrm>
                <a:off x="70803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0" name="object 765">
                <a:extLst>
                  <a:ext uri="{FF2B5EF4-FFF2-40B4-BE49-F238E27FC236}">
                    <a16:creationId xmlns:a16="http://schemas.microsoft.com/office/drawing/2014/main" id="{3AD375DB-365B-49A0-9F89-77DC4F6F72B5}"/>
                  </a:ext>
                </a:extLst>
              </p:cNvPr>
              <p:cNvSpPr/>
              <p:nvPr/>
            </p:nvSpPr>
            <p:spPr>
              <a:xfrm>
                <a:off x="708037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1" name="object 766">
                <a:extLst>
                  <a:ext uri="{FF2B5EF4-FFF2-40B4-BE49-F238E27FC236}">
                    <a16:creationId xmlns:a16="http://schemas.microsoft.com/office/drawing/2014/main" id="{11A83A03-D85F-40AE-A864-5E8A659B56F4}"/>
                  </a:ext>
                </a:extLst>
              </p:cNvPr>
              <p:cNvSpPr/>
              <p:nvPr/>
            </p:nvSpPr>
            <p:spPr>
              <a:xfrm>
                <a:off x="7185545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2" name="object 767">
                <a:extLst>
                  <a:ext uri="{FF2B5EF4-FFF2-40B4-BE49-F238E27FC236}">
                    <a16:creationId xmlns:a16="http://schemas.microsoft.com/office/drawing/2014/main" id="{625987DA-1995-492B-A857-0A39CE9AC324}"/>
                  </a:ext>
                </a:extLst>
              </p:cNvPr>
              <p:cNvSpPr/>
              <p:nvPr/>
            </p:nvSpPr>
            <p:spPr>
              <a:xfrm>
                <a:off x="7185545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3" name="object 768">
                <a:extLst>
                  <a:ext uri="{FF2B5EF4-FFF2-40B4-BE49-F238E27FC236}">
                    <a16:creationId xmlns:a16="http://schemas.microsoft.com/office/drawing/2014/main" id="{9E3D332F-A1B4-4C7A-8C9D-E1F8A9526D88}"/>
                  </a:ext>
                </a:extLst>
              </p:cNvPr>
              <p:cNvSpPr/>
              <p:nvPr/>
            </p:nvSpPr>
            <p:spPr>
              <a:xfrm>
                <a:off x="7291450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4" name="object 769">
                <a:extLst>
                  <a:ext uri="{FF2B5EF4-FFF2-40B4-BE49-F238E27FC236}">
                    <a16:creationId xmlns:a16="http://schemas.microsoft.com/office/drawing/2014/main" id="{65012CC0-8263-407B-8D15-F811586FDBCF}"/>
                  </a:ext>
                </a:extLst>
              </p:cNvPr>
              <p:cNvSpPr/>
              <p:nvPr/>
            </p:nvSpPr>
            <p:spPr>
              <a:xfrm>
                <a:off x="7291450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5" name="object 770">
                <a:extLst>
                  <a:ext uri="{FF2B5EF4-FFF2-40B4-BE49-F238E27FC236}">
                    <a16:creationId xmlns:a16="http://schemas.microsoft.com/office/drawing/2014/main" id="{B9E1116D-FEDF-4FCF-A03C-7D11146E1665}"/>
                  </a:ext>
                </a:extLst>
              </p:cNvPr>
              <p:cNvSpPr/>
              <p:nvPr/>
            </p:nvSpPr>
            <p:spPr>
              <a:xfrm>
                <a:off x="739661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6" name="object 771">
                <a:extLst>
                  <a:ext uri="{FF2B5EF4-FFF2-40B4-BE49-F238E27FC236}">
                    <a16:creationId xmlns:a16="http://schemas.microsoft.com/office/drawing/2014/main" id="{FBC3261D-538B-4BC7-BBF7-9182AF874683}"/>
                  </a:ext>
                </a:extLst>
              </p:cNvPr>
              <p:cNvSpPr/>
              <p:nvPr/>
            </p:nvSpPr>
            <p:spPr>
              <a:xfrm>
                <a:off x="739661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7" name="object 772">
                <a:extLst>
                  <a:ext uri="{FF2B5EF4-FFF2-40B4-BE49-F238E27FC236}">
                    <a16:creationId xmlns:a16="http://schemas.microsoft.com/office/drawing/2014/main" id="{A8F6323E-F9F6-4A84-8115-D24EE4903936}"/>
                  </a:ext>
                </a:extLst>
              </p:cNvPr>
              <p:cNvSpPr/>
              <p:nvPr/>
            </p:nvSpPr>
            <p:spPr>
              <a:xfrm>
                <a:off x="750176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8" name="object 773">
                <a:extLst>
                  <a:ext uri="{FF2B5EF4-FFF2-40B4-BE49-F238E27FC236}">
                    <a16:creationId xmlns:a16="http://schemas.microsoft.com/office/drawing/2014/main" id="{D38320B1-FB47-4846-BC10-F05AE8AAA9E9}"/>
                  </a:ext>
                </a:extLst>
              </p:cNvPr>
              <p:cNvSpPr/>
              <p:nvPr/>
            </p:nvSpPr>
            <p:spPr>
              <a:xfrm>
                <a:off x="750176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9" name="object 774">
                <a:extLst>
                  <a:ext uri="{FF2B5EF4-FFF2-40B4-BE49-F238E27FC236}">
                    <a16:creationId xmlns:a16="http://schemas.microsoft.com/office/drawing/2014/main" id="{8A458A44-3614-462A-B064-017CDF8B014A}"/>
                  </a:ext>
                </a:extLst>
              </p:cNvPr>
              <p:cNvSpPr/>
              <p:nvPr/>
            </p:nvSpPr>
            <p:spPr>
              <a:xfrm>
                <a:off x="760693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0" name="object 775">
                <a:extLst>
                  <a:ext uri="{FF2B5EF4-FFF2-40B4-BE49-F238E27FC236}">
                    <a16:creationId xmlns:a16="http://schemas.microsoft.com/office/drawing/2014/main" id="{B2D64B6C-AC73-457E-910B-31B9AE870ACD}"/>
                  </a:ext>
                </a:extLst>
              </p:cNvPr>
              <p:cNvSpPr/>
              <p:nvPr/>
            </p:nvSpPr>
            <p:spPr>
              <a:xfrm>
                <a:off x="7606931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1" name="object 776">
                <a:extLst>
                  <a:ext uri="{FF2B5EF4-FFF2-40B4-BE49-F238E27FC236}">
                    <a16:creationId xmlns:a16="http://schemas.microsoft.com/office/drawing/2014/main" id="{D9ED5ABC-4E81-4ED6-A368-E48137124F1E}"/>
                  </a:ext>
                </a:extLst>
              </p:cNvPr>
              <p:cNvSpPr/>
              <p:nvPr/>
            </p:nvSpPr>
            <p:spPr>
              <a:xfrm>
                <a:off x="771207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2" name="object 777">
                <a:extLst>
                  <a:ext uri="{FF2B5EF4-FFF2-40B4-BE49-F238E27FC236}">
                    <a16:creationId xmlns:a16="http://schemas.microsoft.com/office/drawing/2014/main" id="{D5EDDB16-E7EB-4616-B9F7-44EBD551A628}"/>
                  </a:ext>
                </a:extLst>
              </p:cNvPr>
              <p:cNvSpPr/>
              <p:nvPr/>
            </p:nvSpPr>
            <p:spPr>
              <a:xfrm>
                <a:off x="7712075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3" name="object 778">
                <a:extLst>
                  <a:ext uri="{FF2B5EF4-FFF2-40B4-BE49-F238E27FC236}">
                    <a16:creationId xmlns:a16="http://schemas.microsoft.com/office/drawing/2014/main" id="{A02A6261-3FB7-4EFA-A539-F437492EF89D}"/>
                  </a:ext>
                </a:extLst>
              </p:cNvPr>
              <p:cNvSpPr/>
              <p:nvPr/>
            </p:nvSpPr>
            <p:spPr>
              <a:xfrm>
                <a:off x="7817243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4" name="object 779">
                <a:extLst>
                  <a:ext uri="{FF2B5EF4-FFF2-40B4-BE49-F238E27FC236}">
                    <a16:creationId xmlns:a16="http://schemas.microsoft.com/office/drawing/2014/main" id="{1BAFC1F5-CDFF-4EF2-8C97-857B356E263A}"/>
                  </a:ext>
                </a:extLst>
              </p:cNvPr>
              <p:cNvSpPr/>
              <p:nvPr/>
            </p:nvSpPr>
            <p:spPr>
              <a:xfrm>
                <a:off x="7817243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5" name="object 780">
                <a:extLst>
                  <a:ext uri="{FF2B5EF4-FFF2-40B4-BE49-F238E27FC236}">
                    <a16:creationId xmlns:a16="http://schemas.microsoft.com/office/drawing/2014/main" id="{88374A1D-4A45-425C-97D3-629C27DB57DD}"/>
                  </a:ext>
                </a:extLst>
              </p:cNvPr>
              <p:cNvSpPr/>
              <p:nvPr/>
            </p:nvSpPr>
            <p:spPr>
              <a:xfrm>
                <a:off x="7923148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6" name="object 781">
                <a:extLst>
                  <a:ext uri="{FF2B5EF4-FFF2-40B4-BE49-F238E27FC236}">
                    <a16:creationId xmlns:a16="http://schemas.microsoft.com/office/drawing/2014/main" id="{27635F16-B71E-49F7-8DC0-5C7E0827938C}"/>
                  </a:ext>
                </a:extLst>
              </p:cNvPr>
              <p:cNvSpPr/>
              <p:nvPr/>
            </p:nvSpPr>
            <p:spPr>
              <a:xfrm>
                <a:off x="7923148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7" name="object 782">
                <a:extLst>
                  <a:ext uri="{FF2B5EF4-FFF2-40B4-BE49-F238E27FC236}">
                    <a16:creationId xmlns:a16="http://schemas.microsoft.com/office/drawing/2014/main" id="{C1056C3C-D534-4305-9893-4149E116C411}"/>
                  </a:ext>
                </a:extLst>
              </p:cNvPr>
              <p:cNvSpPr/>
              <p:nvPr/>
            </p:nvSpPr>
            <p:spPr>
              <a:xfrm>
                <a:off x="802831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8" name="object 783">
                <a:extLst>
                  <a:ext uri="{FF2B5EF4-FFF2-40B4-BE49-F238E27FC236}">
                    <a16:creationId xmlns:a16="http://schemas.microsoft.com/office/drawing/2014/main" id="{EA4AC3DE-FAFC-4B37-AA6E-79D8CA4FEEAB}"/>
                  </a:ext>
                </a:extLst>
              </p:cNvPr>
              <p:cNvSpPr/>
              <p:nvPr/>
            </p:nvSpPr>
            <p:spPr>
              <a:xfrm>
                <a:off x="802831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9" name="object 784">
                <a:extLst>
                  <a:ext uri="{FF2B5EF4-FFF2-40B4-BE49-F238E27FC236}">
                    <a16:creationId xmlns:a16="http://schemas.microsoft.com/office/drawing/2014/main" id="{93987E04-12E2-4367-8B0A-5B7918DB4527}"/>
                  </a:ext>
                </a:extLst>
              </p:cNvPr>
              <p:cNvSpPr/>
              <p:nvPr/>
            </p:nvSpPr>
            <p:spPr>
              <a:xfrm>
                <a:off x="81334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0" name="object 785">
                <a:extLst>
                  <a:ext uri="{FF2B5EF4-FFF2-40B4-BE49-F238E27FC236}">
                    <a16:creationId xmlns:a16="http://schemas.microsoft.com/office/drawing/2014/main" id="{02810E70-DC1E-40F6-A8B5-FAF56FD00334}"/>
                  </a:ext>
                </a:extLst>
              </p:cNvPr>
              <p:cNvSpPr/>
              <p:nvPr/>
            </p:nvSpPr>
            <p:spPr>
              <a:xfrm>
                <a:off x="81334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1" name="object 786">
                <a:extLst>
                  <a:ext uri="{FF2B5EF4-FFF2-40B4-BE49-F238E27FC236}">
                    <a16:creationId xmlns:a16="http://schemas.microsoft.com/office/drawing/2014/main" id="{EDA47CFB-A9D5-4754-9EB3-4FF78B7ABF10}"/>
                  </a:ext>
                </a:extLst>
              </p:cNvPr>
              <p:cNvSpPr/>
              <p:nvPr/>
            </p:nvSpPr>
            <p:spPr>
              <a:xfrm>
                <a:off x="823862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2" name="object 787">
                <a:extLst>
                  <a:ext uri="{FF2B5EF4-FFF2-40B4-BE49-F238E27FC236}">
                    <a16:creationId xmlns:a16="http://schemas.microsoft.com/office/drawing/2014/main" id="{6ADD3740-02D1-443E-99E1-1B6DA7B5DE34}"/>
                  </a:ext>
                </a:extLst>
              </p:cNvPr>
              <p:cNvSpPr/>
              <p:nvPr/>
            </p:nvSpPr>
            <p:spPr>
              <a:xfrm>
                <a:off x="8238629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3" name="object 788">
                <a:extLst>
                  <a:ext uri="{FF2B5EF4-FFF2-40B4-BE49-F238E27FC236}">
                    <a16:creationId xmlns:a16="http://schemas.microsoft.com/office/drawing/2014/main" id="{13603D5F-8863-4127-BD85-CC18798DAD37}"/>
                  </a:ext>
                </a:extLst>
              </p:cNvPr>
              <p:cNvSpPr/>
              <p:nvPr/>
            </p:nvSpPr>
            <p:spPr>
              <a:xfrm>
                <a:off x="83437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4" name="object 789">
                <a:extLst>
                  <a:ext uri="{FF2B5EF4-FFF2-40B4-BE49-F238E27FC236}">
                    <a16:creationId xmlns:a16="http://schemas.microsoft.com/office/drawing/2014/main" id="{E50F2234-9FE4-42EC-AEEB-C2078ACA9FB1}"/>
                  </a:ext>
                </a:extLst>
              </p:cNvPr>
              <p:cNvSpPr/>
              <p:nvPr/>
            </p:nvSpPr>
            <p:spPr>
              <a:xfrm>
                <a:off x="8343773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5" name="object 790">
                <a:extLst>
                  <a:ext uri="{FF2B5EF4-FFF2-40B4-BE49-F238E27FC236}">
                    <a16:creationId xmlns:a16="http://schemas.microsoft.com/office/drawing/2014/main" id="{54A695A1-2CF8-4CB0-909C-D90D482C09CA}"/>
                  </a:ext>
                </a:extLst>
              </p:cNvPr>
              <p:cNvSpPr/>
              <p:nvPr/>
            </p:nvSpPr>
            <p:spPr>
              <a:xfrm>
                <a:off x="844894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6" name="object 791">
                <a:extLst>
                  <a:ext uri="{FF2B5EF4-FFF2-40B4-BE49-F238E27FC236}">
                    <a16:creationId xmlns:a16="http://schemas.microsoft.com/office/drawing/2014/main" id="{F649CF91-5E4E-490A-AE4E-D634BAA9A8F8}"/>
                  </a:ext>
                </a:extLst>
              </p:cNvPr>
              <p:cNvSpPr/>
              <p:nvPr/>
            </p:nvSpPr>
            <p:spPr>
              <a:xfrm>
                <a:off x="8448941" y="6101333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918" y="105155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7" name="object 792">
                <a:extLst>
                  <a:ext uri="{FF2B5EF4-FFF2-40B4-BE49-F238E27FC236}">
                    <a16:creationId xmlns:a16="http://schemas.microsoft.com/office/drawing/2014/main" id="{206C20E2-C9F1-4ACD-A6FF-1DBEDC4299FE}"/>
                  </a:ext>
                </a:extLst>
              </p:cNvPr>
              <p:cNvSpPr/>
              <p:nvPr/>
            </p:nvSpPr>
            <p:spPr>
              <a:xfrm>
                <a:off x="855484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8" name="object 793">
                <a:extLst>
                  <a:ext uri="{FF2B5EF4-FFF2-40B4-BE49-F238E27FC236}">
                    <a16:creationId xmlns:a16="http://schemas.microsoft.com/office/drawing/2014/main" id="{2D124360-4C7F-4C2C-B263-398CFF6889B0}"/>
                  </a:ext>
                </a:extLst>
              </p:cNvPr>
              <p:cNvSpPr/>
              <p:nvPr/>
            </p:nvSpPr>
            <p:spPr>
              <a:xfrm>
                <a:off x="8554847" y="6101333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5"/>
                    </a:lnTo>
                    <a:lnTo>
                      <a:pt x="105155" y="105155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9" name="object 794">
                <a:extLst>
                  <a:ext uri="{FF2B5EF4-FFF2-40B4-BE49-F238E27FC236}">
                    <a16:creationId xmlns:a16="http://schemas.microsoft.com/office/drawing/2014/main" id="{2334DC5B-CF6C-4B58-AC97-4812713382E3}"/>
                  </a:ext>
                </a:extLst>
              </p:cNvPr>
              <p:cNvSpPr/>
              <p:nvPr/>
            </p:nvSpPr>
            <p:spPr>
              <a:xfrm>
                <a:off x="602806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0" name="object 795">
                <a:extLst>
                  <a:ext uri="{FF2B5EF4-FFF2-40B4-BE49-F238E27FC236}">
                    <a16:creationId xmlns:a16="http://schemas.microsoft.com/office/drawing/2014/main" id="{BEF787F8-62AC-43C4-84B6-030CE953DFE6}"/>
                  </a:ext>
                </a:extLst>
              </p:cNvPr>
              <p:cNvSpPr/>
              <p:nvPr/>
            </p:nvSpPr>
            <p:spPr>
              <a:xfrm>
                <a:off x="602806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1" name="object 796">
                <a:extLst>
                  <a:ext uri="{FF2B5EF4-FFF2-40B4-BE49-F238E27FC236}">
                    <a16:creationId xmlns:a16="http://schemas.microsoft.com/office/drawing/2014/main" id="{DC508EB5-55CC-4AA1-8975-178325918473}"/>
                  </a:ext>
                </a:extLst>
              </p:cNvPr>
              <p:cNvSpPr/>
              <p:nvPr/>
            </p:nvSpPr>
            <p:spPr>
              <a:xfrm>
                <a:off x="613322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2" name="object 797">
                <a:extLst>
                  <a:ext uri="{FF2B5EF4-FFF2-40B4-BE49-F238E27FC236}">
                    <a16:creationId xmlns:a16="http://schemas.microsoft.com/office/drawing/2014/main" id="{AFF5BB01-618C-4098-BF3C-719CA501BC94}"/>
                  </a:ext>
                </a:extLst>
              </p:cNvPr>
              <p:cNvSpPr/>
              <p:nvPr/>
            </p:nvSpPr>
            <p:spPr>
              <a:xfrm>
                <a:off x="613322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3" name="object 798">
                <a:extLst>
                  <a:ext uri="{FF2B5EF4-FFF2-40B4-BE49-F238E27FC236}">
                    <a16:creationId xmlns:a16="http://schemas.microsoft.com/office/drawing/2014/main" id="{5BF7E687-89AC-4AF8-ACDD-982E36743A76}"/>
                  </a:ext>
                </a:extLst>
              </p:cNvPr>
              <p:cNvSpPr/>
              <p:nvPr/>
            </p:nvSpPr>
            <p:spPr>
              <a:xfrm>
                <a:off x="623837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4" name="object 799">
                <a:extLst>
                  <a:ext uri="{FF2B5EF4-FFF2-40B4-BE49-F238E27FC236}">
                    <a16:creationId xmlns:a16="http://schemas.microsoft.com/office/drawing/2014/main" id="{7B91700C-4A8A-4BB7-A4E7-C9C4E272923D}"/>
                  </a:ext>
                </a:extLst>
              </p:cNvPr>
              <p:cNvSpPr/>
              <p:nvPr/>
            </p:nvSpPr>
            <p:spPr>
              <a:xfrm>
                <a:off x="623837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5" name="object 800">
                <a:extLst>
                  <a:ext uri="{FF2B5EF4-FFF2-40B4-BE49-F238E27FC236}">
                    <a16:creationId xmlns:a16="http://schemas.microsoft.com/office/drawing/2014/main" id="{BD9D991A-FE3E-4D53-9117-ED2EF4CB5B3E}"/>
                  </a:ext>
                </a:extLst>
              </p:cNvPr>
              <p:cNvSpPr/>
              <p:nvPr/>
            </p:nvSpPr>
            <p:spPr>
              <a:xfrm>
                <a:off x="634353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6" name="object 801">
                <a:extLst>
                  <a:ext uri="{FF2B5EF4-FFF2-40B4-BE49-F238E27FC236}">
                    <a16:creationId xmlns:a16="http://schemas.microsoft.com/office/drawing/2014/main" id="{91FB7B84-9521-46CF-9A74-39EBF63FB231}"/>
                  </a:ext>
                </a:extLst>
              </p:cNvPr>
              <p:cNvSpPr/>
              <p:nvPr/>
            </p:nvSpPr>
            <p:spPr>
              <a:xfrm>
                <a:off x="634353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7" name="object 802">
                <a:extLst>
                  <a:ext uri="{FF2B5EF4-FFF2-40B4-BE49-F238E27FC236}">
                    <a16:creationId xmlns:a16="http://schemas.microsoft.com/office/drawing/2014/main" id="{2568FFBB-7733-432A-8A17-81354BF5A714}"/>
                  </a:ext>
                </a:extLst>
              </p:cNvPr>
              <p:cNvSpPr/>
              <p:nvPr/>
            </p:nvSpPr>
            <p:spPr>
              <a:xfrm>
                <a:off x="644869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8" name="object 803">
                <a:extLst>
                  <a:ext uri="{FF2B5EF4-FFF2-40B4-BE49-F238E27FC236}">
                    <a16:creationId xmlns:a16="http://schemas.microsoft.com/office/drawing/2014/main" id="{38FD6C89-A2C8-4B80-9B63-684FCC11CDE1}"/>
                  </a:ext>
                </a:extLst>
              </p:cNvPr>
              <p:cNvSpPr/>
              <p:nvPr/>
            </p:nvSpPr>
            <p:spPr>
              <a:xfrm>
                <a:off x="644869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9" name="object 804">
                <a:extLst>
                  <a:ext uri="{FF2B5EF4-FFF2-40B4-BE49-F238E27FC236}">
                    <a16:creationId xmlns:a16="http://schemas.microsoft.com/office/drawing/2014/main" id="{8EA708FD-98E4-4809-818A-CA49B93091D5}"/>
                  </a:ext>
                </a:extLst>
              </p:cNvPr>
              <p:cNvSpPr/>
              <p:nvPr/>
            </p:nvSpPr>
            <p:spPr>
              <a:xfrm>
                <a:off x="655459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0" name="object 805">
                <a:extLst>
                  <a:ext uri="{FF2B5EF4-FFF2-40B4-BE49-F238E27FC236}">
                    <a16:creationId xmlns:a16="http://schemas.microsoft.com/office/drawing/2014/main" id="{5B15F660-C9B5-4968-8427-473C2A94E375}"/>
                  </a:ext>
                </a:extLst>
              </p:cNvPr>
              <p:cNvSpPr/>
              <p:nvPr/>
            </p:nvSpPr>
            <p:spPr>
              <a:xfrm>
                <a:off x="655459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1" name="object 806">
                <a:extLst>
                  <a:ext uri="{FF2B5EF4-FFF2-40B4-BE49-F238E27FC236}">
                    <a16:creationId xmlns:a16="http://schemas.microsoft.com/office/drawing/2014/main" id="{42461ACE-98D4-4FA8-A375-452CEF8680A8}"/>
                  </a:ext>
                </a:extLst>
              </p:cNvPr>
              <p:cNvSpPr/>
              <p:nvPr/>
            </p:nvSpPr>
            <p:spPr>
              <a:xfrm>
                <a:off x="665976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2" name="object 807">
                <a:extLst>
                  <a:ext uri="{FF2B5EF4-FFF2-40B4-BE49-F238E27FC236}">
                    <a16:creationId xmlns:a16="http://schemas.microsoft.com/office/drawing/2014/main" id="{C04D2463-3BDF-4DA9-9A82-818F884EE037}"/>
                  </a:ext>
                </a:extLst>
              </p:cNvPr>
              <p:cNvSpPr/>
              <p:nvPr/>
            </p:nvSpPr>
            <p:spPr>
              <a:xfrm>
                <a:off x="665976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3" name="object 808">
                <a:extLst>
                  <a:ext uri="{FF2B5EF4-FFF2-40B4-BE49-F238E27FC236}">
                    <a16:creationId xmlns:a16="http://schemas.microsoft.com/office/drawing/2014/main" id="{1D67EE8E-752F-4FEB-B9CC-B43A37235CB3}"/>
                  </a:ext>
                </a:extLst>
              </p:cNvPr>
              <p:cNvSpPr/>
              <p:nvPr/>
            </p:nvSpPr>
            <p:spPr>
              <a:xfrm>
                <a:off x="67649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4" name="object 809">
                <a:extLst>
                  <a:ext uri="{FF2B5EF4-FFF2-40B4-BE49-F238E27FC236}">
                    <a16:creationId xmlns:a16="http://schemas.microsoft.com/office/drawing/2014/main" id="{DF7A21E1-40B2-4C5C-A5B1-DE9001DF90A0}"/>
                  </a:ext>
                </a:extLst>
              </p:cNvPr>
              <p:cNvSpPr/>
              <p:nvPr/>
            </p:nvSpPr>
            <p:spPr>
              <a:xfrm>
                <a:off x="67649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5" name="object 810">
                <a:extLst>
                  <a:ext uri="{FF2B5EF4-FFF2-40B4-BE49-F238E27FC236}">
                    <a16:creationId xmlns:a16="http://schemas.microsoft.com/office/drawing/2014/main" id="{60AFE213-357A-4328-BB03-5222D4770D2C}"/>
                  </a:ext>
                </a:extLst>
              </p:cNvPr>
              <p:cNvSpPr/>
              <p:nvPr/>
            </p:nvSpPr>
            <p:spPr>
              <a:xfrm>
                <a:off x="68700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6" name="object 811">
                <a:extLst>
                  <a:ext uri="{FF2B5EF4-FFF2-40B4-BE49-F238E27FC236}">
                    <a16:creationId xmlns:a16="http://schemas.microsoft.com/office/drawing/2014/main" id="{394F9B39-8AE5-43C4-B052-660B428E0555}"/>
                  </a:ext>
                </a:extLst>
              </p:cNvPr>
              <p:cNvSpPr/>
              <p:nvPr/>
            </p:nvSpPr>
            <p:spPr>
              <a:xfrm>
                <a:off x="68700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7" name="object 812">
                <a:extLst>
                  <a:ext uri="{FF2B5EF4-FFF2-40B4-BE49-F238E27FC236}">
                    <a16:creationId xmlns:a16="http://schemas.microsoft.com/office/drawing/2014/main" id="{4790A12D-FB3E-4EF2-A423-673B4BDB5D94}"/>
                  </a:ext>
                </a:extLst>
              </p:cNvPr>
              <p:cNvSpPr/>
              <p:nvPr/>
            </p:nvSpPr>
            <p:spPr>
              <a:xfrm>
                <a:off x="69752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8" name="object 813">
                <a:extLst>
                  <a:ext uri="{FF2B5EF4-FFF2-40B4-BE49-F238E27FC236}">
                    <a16:creationId xmlns:a16="http://schemas.microsoft.com/office/drawing/2014/main" id="{27B30346-0662-41A9-A3BE-9AECD2E93C11}"/>
                  </a:ext>
                </a:extLst>
              </p:cNvPr>
              <p:cNvSpPr/>
              <p:nvPr/>
            </p:nvSpPr>
            <p:spPr>
              <a:xfrm>
                <a:off x="697522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9" name="object 814">
                <a:extLst>
                  <a:ext uri="{FF2B5EF4-FFF2-40B4-BE49-F238E27FC236}">
                    <a16:creationId xmlns:a16="http://schemas.microsoft.com/office/drawing/2014/main" id="{D29DA944-76B5-4407-9741-DEF605568AEB}"/>
                  </a:ext>
                </a:extLst>
              </p:cNvPr>
              <p:cNvSpPr/>
              <p:nvPr/>
            </p:nvSpPr>
            <p:spPr>
              <a:xfrm>
                <a:off x="70803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0" name="object 815">
                <a:extLst>
                  <a:ext uri="{FF2B5EF4-FFF2-40B4-BE49-F238E27FC236}">
                    <a16:creationId xmlns:a16="http://schemas.microsoft.com/office/drawing/2014/main" id="{9D965A6C-6506-48C1-B68B-71B4F4F1CCE7}"/>
                  </a:ext>
                </a:extLst>
              </p:cNvPr>
              <p:cNvSpPr/>
              <p:nvPr/>
            </p:nvSpPr>
            <p:spPr>
              <a:xfrm>
                <a:off x="708037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1" name="object 816">
                <a:extLst>
                  <a:ext uri="{FF2B5EF4-FFF2-40B4-BE49-F238E27FC236}">
                    <a16:creationId xmlns:a16="http://schemas.microsoft.com/office/drawing/2014/main" id="{2A65D77F-E6C2-403D-ADBE-540F4FBF492C}"/>
                  </a:ext>
                </a:extLst>
              </p:cNvPr>
              <p:cNvSpPr/>
              <p:nvPr/>
            </p:nvSpPr>
            <p:spPr>
              <a:xfrm>
                <a:off x="7185545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2" name="object 817">
                <a:extLst>
                  <a:ext uri="{FF2B5EF4-FFF2-40B4-BE49-F238E27FC236}">
                    <a16:creationId xmlns:a16="http://schemas.microsoft.com/office/drawing/2014/main" id="{34C998EA-9FAB-4EDE-A2FB-5E65A5AFAF2F}"/>
                  </a:ext>
                </a:extLst>
              </p:cNvPr>
              <p:cNvSpPr/>
              <p:nvPr/>
            </p:nvSpPr>
            <p:spPr>
              <a:xfrm>
                <a:off x="7185545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3" name="object 818">
                <a:extLst>
                  <a:ext uri="{FF2B5EF4-FFF2-40B4-BE49-F238E27FC236}">
                    <a16:creationId xmlns:a16="http://schemas.microsoft.com/office/drawing/2014/main" id="{9F7AA2BB-4E8B-4C61-BF58-70CE52BDBC33}"/>
                  </a:ext>
                </a:extLst>
              </p:cNvPr>
              <p:cNvSpPr/>
              <p:nvPr/>
            </p:nvSpPr>
            <p:spPr>
              <a:xfrm>
                <a:off x="7291450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4" name="object 819">
                <a:extLst>
                  <a:ext uri="{FF2B5EF4-FFF2-40B4-BE49-F238E27FC236}">
                    <a16:creationId xmlns:a16="http://schemas.microsoft.com/office/drawing/2014/main" id="{6229A724-9DBA-44D8-B3A7-8846948C2267}"/>
                  </a:ext>
                </a:extLst>
              </p:cNvPr>
              <p:cNvSpPr/>
              <p:nvPr/>
            </p:nvSpPr>
            <p:spPr>
              <a:xfrm>
                <a:off x="7291450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5" name="object 820">
                <a:extLst>
                  <a:ext uri="{FF2B5EF4-FFF2-40B4-BE49-F238E27FC236}">
                    <a16:creationId xmlns:a16="http://schemas.microsoft.com/office/drawing/2014/main" id="{4DF709DC-1229-4156-BC8B-AB578E8F193D}"/>
                  </a:ext>
                </a:extLst>
              </p:cNvPr>
              <p:cNvSpPr/>
              <p:nvPr/>
            </p:nvSpPr>
            <p:spPr>
              <a:xfrm>
                <a:off x="739661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6" name="object 821">
                <a:extLst>
                  <a:ext uri="{FF2B5EF4-FFF2-40B4-BE49-F238E27FC236}">
                    <a16:creationId xmlns:a16="http://schemas.microsoft.com/office/drawing/2014/main" id="{B9C9B4AC-1DE7-45FF-B52B-2179ABF3F80E}"/>
                  </a:ext>
                </a:extLst>
              </p:cNvPr>
              <p:cNvSpPr/>
              <p:nvPr/>
            </p:nvSpPr>
            <p:spPr>
              <a:xfrm>
                <a:off x="739661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7" name="object 822">
                <a:extLst>
                  <a:ext uri="{FF2B5EF4-FFF2-40B4-BE49-F238E27FC236}">
                    <a16:creationId xmlns:a16="http://schemas.microsoft.com/office/drawing/2014/main" id="{B2BD774F-6780-4EAE-BBB7-8C7A347F46DB}"/>
                  </a:ext>
                </a:extLst>
              </p:cNvPr>
              <p:cNvSpPr/>
              <p:nvPr/>
            </p:nvSpPr>
            <p:spPr>
              <a:xfrm>
                <a:off x="750176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8" name="object 823">
                <a:extLst>
                  <a:ext uri="{FF2B5EF4-FFF2-40B4-BE49-F238E27FC236}">
                    <a16:creationId xmlns:a16="http://schemas.microsoft.com/office/drawing/2014/main" id="{480493B5-F9EE-4BAB-B5CC-E758F402F6C5}"/>
                  </a:ext>
                </a:extLst>
              </p:cNvPr>
              <p:cNvSpPr/>
              <p:nvPr/>
            </p:nvSpPr>
            <p:spPr>
              <a:xfrm>
                <a:off x="750176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9" name="object 824">
                <a:extLst>
                  <a:ext uri="{FF2B5EF4-FFF2-40B4-BE49-F238E27FC236}">
                    <a16:creationId xmlns:a16="http://schemas.microsoft.com/office/drawing/2014/main" id="{D4C5C065-7B5D-4146-93DD-B1F0A6D1E81B}"/>
                  </a:ext>
                </a:extLst>
              </p:cNvPr>
              <p:cNvSpPr/>
              <p:nvPr/>
            </p:nvSpPr>
            <p:spPr>
              <a:xfrm>
                <a:off x="760693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0" name="object 825">
                <a:extLst>
                  <a:ext uri="{FF2B5EF4-FFF2-40B4-BE49-F238E27FC236}">
                    <a16:creationId xmlns:a16="http://schemas.microsoft.com/office/drawing/2014/main" id="{702005F6-37EA-4B89-9C5B-53ACD5B02CE0}"/>
                  </a:ext>
                </a:extLst>
              </p:cNvPr>
              <p:cNvSpPr/>
              <p:nvPr/>
            </p:nvSpPr>
            <p:spPr>
              <a:xfrm>
                <a:off x="7606931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1" name="object 826">
                <a:extLst>
                  <a:ext uri="{FF2B5EF4-FFF2-40B4-BE49-F238E27FC236}">
                    <a16:creationId xmlns:a16="http://schemas.microsoft.com/office/drawing/2014/main" id="{A7500864-B1C1-4F42-8E25-A04B0EB570D0}"/>
                  </a:ext>
                </a:extLst>
              </p:cNvPr>
              <p:cNvSpPr/>
              <p:nvPr/>
            </p:nvSpPr>
            <p:spPr>
              <a:xfrm>
                <a:off x="771207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2" name="object 827">
                <a:extLst>
                  <a:ext uri="{FF2B5EF4-FFF2-40B4-BE49-F238E27FC236}">
                    <a16:creationId xmlns:a16="http://schemas.microsoft.com/office/drawing/2014/main" id="{919E56A7-AD71-4639-AD9C-4F8687E6258E}"/>
                  </a:ext>
                </a:extLst>
              </p:cNvPr>
              <p:cNvSpPr/>
              <p:nvPr/>
            </p:nvSpPr>
            <p:spPr>
              <a:xfrm>
                <a:off x="7712075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3" name="object 828">
                <a:extLst>
                  <a:ext uri="{FF2B5EF4-FFF2-40B4-BE49-F238E27FC236}">
                    <a16:creationId xmlns:a16="http://schemas.microsoft.com/office/drawing/2014/main" id="{CF9E7A2D-FEEE-41AB-A02F-D7F95C24ECC5}"/>
                  </a:ext>
                </a:extLst>
              </p:cNvPr>
              <p:cNvSpPr/>
              <p:nvPr/>
            </p:nvSpPr>
            <p:spPr>
              <a:xfrm>
                <a:off x="7817243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4" name="object 829">
                <a:extLst>
                  <a:ext uri="{FF2B5EF4-FFF2-40B4-BE49-F238E27FC236}">
                    <a16:creationId xmlns:a16="http://schemas.microsoft.com/office/drawing/2014/main" id="{78FABBFC-B877-4B00-8FAF-1FF046230663}"/>
                  </a:ext>
                </a:extLst>
              </p:cNvPr>
              <p:cNvSpPr/>
              <p:nvPr/>
            </p:nvSpPr>
            <p:spPr>
              <a:xfrm>
                <a:off x="7817243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5" name="object 830">
                <a:extLst>
                  <a:ext uri="{FF2B5EF4-FFF2-40B4-BE49-F238E27FC236}">
                    <a16:creationId xmlns:a16="http://schemas.microsoft.com/office/drawing/2014/main" id="{5002868B-351E-4345-BD25-990F006F7C92}"/>
                  </a:ext>
                </a:extLst>
              </p:cNvPr>
              <p:cNvSpPr/>
              <p:nvPr/>
            </p:nvSpPr>
            <p:spPr>
              <a:xfrm>
                <a:off x="7923148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6" name="object 831">
                <a:extLst>
                  <a:ext uri="{FF2B5EF4-FFF2-40B4-BE49-F238E27FC236}">
                    <a16:creationId xmlns:a16="http://schemas.microsoft.com/office/drawing/2014/main" id="{B003D412-0C2D-401C-9FA0-60552F1681BA}"/>
                  </a:ext>
                </a:extLst>
              </p:cNvPr>
              <p:cNvSpPr/>
              <p:nvPr/>
            </p:nvSpPr>
            <p:spPr>
              <a:xfrm>
                <a:off x="7923148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7" name="object 832">
                <a:extLst>
                  <a:ext uri="{FF2B5EF4-FFF2-40B4-BE49-F238E27FC236}">
                    <a16:creationId xmlns:a16="http://schemas.microsoft.com/office/drawing/2014/main" id="{C37896E9-EA97-4993-BE68-22F3451B7B05}"/>
                  </a:ext>
                </a:extLst>
              </p:cNvPr>
              <p:cNvSpPr/>
              <p:nvPr/>
            </p:nvSpPr>
            <p:spPr>
              <a:xfrm>
                <a:off x="802831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8" name="object 833">
                <a:extLst>
                  <a:ext uri="{FF2B5EF4-FFF2-40B4-BE49-F238E27FC236}">
                    <a16:creationId xmlns:a16="http://schemas.microsoft.com/office/drawing/2014/main" id="{1FF0FB69-2633-45DF-AF4B-EEA69E9D04AF}"/>
                  </a:ext>
                </a:extLst>
              </p:cNvPr>
              <p:cNvSpPr/>
              <p:nvPr/>
            </p:nvSpPr>
            <p:spPr>
              <a:xfrm>
                <a:off x="802831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9" name="object 834">
                <a:extLst>
                  <a:ext uri="{FF2B5EF4-FFF2-40B4-BE49-F238E27FC236}">
                    <a16:creationId xmlns:a16="http://schemas.microsoft.com/office/drawing/2014/main" id="{961BAC5F-07EF-4F6C-B571-F1BC7101C78A}"/>
                  </a:ext>
                </a:extLst>
              </p:cNvPr>
              <p:cNvSpPr/>
              <p:nvPr/>
            </p:nvSpPr>
            <p:spPr>
              <a:xfrm>
                <a:off x="81334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0" name="object 835">
                <a:extLst>
                  <a:ext uri="{FF2B5EF4-FFF2-40B4-BE49-F238E27FC236}">
                    <a16:creationId xmlns:a16="http://schemas.microsoft.com/office/drawing/2014/main" id="{22B86191-6B7E-4F4F-BDB6-9EA0E2E14311}"/>
                  </a:ext>
                </a:extLst>
              </p:cNvPr>
              <p:cNvSpPr/>
              <p:nvPr/>
            </p:nvSpPr>
            <p:spPr>
              <a:xfrm>
                <a:off x="81334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1" name="object 836">
                <a:extLst>
                  <a:ext uri="{FF2B5EF4-FFF2-40B4-BE49-F238E27FC236}">
                    <a16:creationId xmlns:a16="http://schemas.microsoft.com/office/drawing/2014/main" id="{325FD41B-56A4-4BD5-AE95-81B143EF0F06}"/>
                  </a:ext>
                </a:extLst>
              </p:cNvPr>
              <p:cNvSpPr/>
              <p:nvPr/>
            </p:nvSpPr>
            <p:spPr>
              <a:xfrm>
                <a:off x="823862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2" name="object 837">
                <a:extLst>
                  <a:ext uri="{FF2B5EF4-FFF2-40B4-BE49-F238E27FC236}">
                    <a16:creationId xmlns:a16="http://schemas.microsoft.com/office/drawing/2014/main" id="{7E85E15A-551D-4838-8168-76FD830735AD}"/>
                  </a:ext>
                </a:extLst>
              </p:cNvPr>
              <p:cNvSpPr/>
              <p:nvPr/>
            </p:nvSpPr>
            <p:spPr>
              <a:xfrm>
                <a:off x="8238629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3" name="object 838">
                <a:extLst>
                  <a:ext uri="{FF2B5EF4-FFF2-40B4-BE49-F238E27FC236}">
                    <a16:creationId xmlns:a16="http://schemas.microsoft.com/office/drawing/2014/main" id="{6CE9068F-122A-4358-93F1-208A5A095E53}"/>
                  </a:ext>
                </a:extLst>
              </p:cNvPr>
              <p:cNvSpPr/>
              <p:nvPr/>
            </p:nvSpPr>
            <p:spPr>
              <a:xfrm>
                <a:off x="83437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4" name="object 839">
                <a:extLst>
                  <a:ext uri="{FF2B5EF4-FFF2-40B4-BE49-F238E27FC236}">
                    <a16:creationId xmlns:a16="http://schemas.microsoft.com/office/drawing/2014/main" id="{BB1094C6-078D-4445-AB9A-7EF34E177D9F}"/>
                  </a:ext>
                </a:extLst>
              </p:cNvPr>
              <p:cNvSpPr/>
              <p:nvPr/>
            </p:nvSpPr>
            <p:spPr>
              <a:xfrm>
                <a:off x="8343773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5" name="object 840">
                <a:extLst>
                  <a:ext uri="{FF2B5EF4-FFF2-40B4-BE49-F238E27FC236}">
                    <a16:creationId xmlns:a16="http://schemas.microsoft.com/office/drawing/2014/main" id="{4BA9D718-FB2A-40B4-AE7C-A89A3EB60E34}"/>
                  </a:ext>
                </a:extLst>
              </p:cNvPr>
              <p:cNvSpPr/>
              <p:nvPr/>
            </p:nvSpPr>
            <p:spPr>
              <a:xfrm>
                <a:off x="844894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6" name="object 841">
                <a:extLst>
                  <a:ext uri="{FF2B5EF4-FFF2-40B4-BE49-F238E27FC236}">
                    <a16:creationId xmlns:a16="http://schemas.microsoft.com/office/drawing/2014/main" id="{0354D227-9A66-40F2-A6A8-DE50E7A10A91}"/>
                  </a:ext>
                </a:extLst>
              </p:cNvPr>
              <p:cNvSpPr/>
              <p:nvPr/>
            </p:nvSpPr>
            <p:spPr>
              <a:xfrm>
                <a:off x="8448941" y="6206489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7" name="object 842">
                <a:extLst>
                  <a:ext uri="{FF2B5EF4-FFF2-40B4-BE49-F238E27FC236}">
                    <a16:creationId xmlns:a16="http://schemas.microsoft.com/office/drawing/2014/main" id="{1623ACD0-FC19-4256-BE43-2728BE346EF2}"/>
                  </a:ext>
                </a:extLst>
              </p:cNvPr>
              <p:cNvSpPr/>
              <p:nvPr/>
            </p:nvSpPr>
            <p:spPr>
              <a:xfrm>
                <a:off x="855484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8" name="object 843">
                <a:extLst>
                  <a:ext uri="{FF2B5EF4-FFF2-40B4-BE49-F238E27FC236}">
                    <a16:creationId xmlns:a16="http://schemas.microsoft.com/office/drawing/2014/main" id="{32DB0743-5DF0-4456-8C9A-EA7087694D1B}"/>
                  </a:ext>
                </a:extLst>
              </p:cNvPr>
              <p:cNvSpPr/>
              <p:nvPr/>
            </p:nvSpPr>
            <p:spPr>
              <a:xfrm>
                <a:off x="8554847" y="6206489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9" name="object 844">
                <a:extLst>
                  <a:ext uri="{FF2B5EF4-FFF2-40B4-BE49-F238E27FC236}">
                    <a16:creationId xmlns:a16="http://schemas.microsoft.com/office/drawing/2014/main" id="{5B9752CB-65CF-4E62-A22C-25C776904991}"/>
                  </a:ext>
                </a:extLst>
              </p:cNvPr>
              <p:cNvSpPr/>
              <p:nvPr/>
            </p:nvSpPr>
            <p:spPr>
              <a:xfrm>
                <a:off x="602806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0" name="object 845">
                <a:extLst>
                  <a:ext uri="{FF2B5EF4-FFF2-40B4-BE49-F238E27FC236}">
                    <a16:creationId xmlns:a16="http://schemas.microsoft.com/office/drawing/2014/main" id="{7F495C5C-18DB-46DD-B448-77825F6C0D16}"/>
                  </a:ext>
                </a:extLst>
              </p:cNvPr>
              <p:cNvSpPr/>
              <p:nvPr/>
            </p:nvSpPr>
            <p:spPr>
              <a:xfrm>
                <a:off x="602806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1" name="object 846">
                <a:extLst>
                  <a:ext uri="{FF2B5EF4-FFF2-40B4-BE49-F238E27FC236}">
                    <a16:creationId xmlns:a16="http://schemas.microsoft.com/office/drawing/2014/main" id="{F5C0F475-CF86-49DF-9269-754203C4B12F}"/>
                  </a:ext>
                </a:extLst>
              </p:cNvPr>
              <p:cNvSpPr/>
              <p:nvPr/>
            </p:nvSpPr>
            <p:spPr>
              <a:xfrm>
                <a:off x="613322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2" name="object 847">
                <a:extLst>
                  <a:ext uri="{FF2B5EF4-FFF2-40B4-BE49-F238E27FC236}">
                    <a16:creationId xmlns:a16="http://schemas.microsoft.com/office/drawing/2014/main" id="{75D66E0F-3442-4B84-9AFD-EFD9F246585F}"/>
                  </a:ext>
                </a:extLst>
              </p:cNvPr>
              <p:cNvSpPr/>
              <p:nvPr/>
            </p:nvSpPr>
            <p:spPr>
              <a:xfrm>
                <a:off x="613322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3" name="object 848">
                <a:extLst>
                  <a:ext uri="{FF2B5EF4-FFF2-40B4-BE49-F238E27FC236}">
                    <a16:creationId xmlns:a16="http://schemas.microsoft.com/office/drawing/2014/main" id="{929538E9-42B7-453B-9712-0B52F8211D4F}"/>
                  </a:ext>
                </a:extLst>
              </p:cNvPr>
              <p:cNvSpPr/>
              <p:nvPr/>
            </p:nvSpPr>
            <p:spPr>
              <a:xfrm>
                <a:off x="623837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4" name="object 849">
                <a:extLst>
                  <a:ext uri="{FF2B5EF4-FFF2-40B4-BE49-F238E27FC236}">
                    <a16:creationId xmlns:a16="http://schemas.microsoft.com/office/drawing/2014/main" id="{552AF528-9C56-4FF5-B321-73CAB93F3A18}"/>
                  </a:ext>
                </a:extLst>
              </p:cNvPr>
              <p:cNvSpPr/>
              <p:nvPr/>
            </p:nvSpPr>
            <p:spPr>
              <a:xfrm>
                <a:off x="623837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5" name="object 850">
                <a:extLst>
                  <a:ext uri="{FF2B5EF4-FFF2-40B4-BE49-F238E27FC236}">
                    <a16:creationId xmlns:a16="http://schemas.microsoft.com/office/drawing/2014/main" id="{FF909C8C-2497-4E3D-8E12-9010AD3D8BA9}"/>
                  </a:ext>
                </a:extLst>
              </p:cNvPr>
              <p:cNvSpPr/>
              <p:nvPr/>
            </p:nvSpPr>
            <p:spPr>
              <a:xfrm>
                <a:off x="634353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6" name="object 851">
                <a:extLst>
                  <a:ext uri="{FF2B5EF4-FFF2-40B4-BE49-F238E27FC236}">
                    <a16:creationId xmlns:a16="http://schemas.microsoft.com/office/drawing/2014/main" id="{1A5A49A7-8808-4687-9B72-8F93B13A3748}"/>
                  </a:ext>
                </a:extLst>
              </p:cNvPr>
              <p:cNvSpPr/>
              <p:nvPr/>
            </p:nvSpPr>
            <p:spPr>
              <a:xfrm>
                <a:off x="634353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10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7" name="object 852">
                <a:extLst>
                  <a:ext uri="{FF2B5EF4-FFF2-40B4-BE49-F238E27FC236}">
                    <a16:creationId xmlns:a16="http://schemas.microsoft.com/office/drawing/2014/main" id="{C4735E1F-3FB2-4F81-A859-294F910D0303}"/>
                  </a:ext>
                </a:extLst>
              </p:cNvPr>
              <p:cNvSpPr/>
              <p:nvPr/>
            </p:nvSpPr>
            <p:spPr>
              <a:xfrm>
                <a:off x="644869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7" y="105155"/>
                    </a:moveTo>
                    <a:lnTo>
                      <a:pt x="105917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7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8" name="object 853">
                <a:extLst>
                  <a:ext uri="{FF2B5EF4-FFF2-40B4-BE49-F238E27FC236}">
                    <a16:creationId xmlns:a16="http://schemas.microsoft.com/office/drawing/2014/main" id="{0CB1F029-A419-4833-B0E0-FCA94355878E}"/>
                  </a:ext>
                </a:extLst>
              </p:cNvPr>
              <p:cNvSpPr/>
              <p:nvPr/>
            </p:nvSpPr>
            <p:spPr>
              <a:xfrm>
                <a:off x="644869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9" name="object 854">
                <a:extLst>
                  <a:ext uri="{FF2B5EF4-FFF2-40B4-BE49-F238E27FC236}">
                    <a16:creationId xmlns:a16="http://schemas.microsoft.com/office/drawing/2014/main" id="{1DA81910-8E89-41BB-BA59-2F8C304C0D9D}"/>
                  </a:ext>
                </a:extLst>
              </p:cNvPr>
              <p:cNvSpPr/>
              <p:nvPr/>
            </p:nvSpPr>
            <p:spPr>
              <a:xfrm>
                <a:off x="655459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0" name="object 855">
                <a:extLst>
                  <a:ext uri="{FF2B5EF4-FFF2-40B4-BE49-F238E27FC236}">
                    <a16:creationId xmlns:a16="http://schemas.microsoft.com/office/drawing/2014/main" id="{2E789092-F338-4CF2-B9C6-D7C28C957264}"/>
                  </a:ext>
                </a:extLst>
              </p:cNvPr>
              <p:cNvSpPr/>
              <p:nvPr/>
            </p:nvSpPr>
            <p:spPr>
              <a:xfrm>
                <a:off x="655459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1" name="object 856">
                <a:extLst>
                  <a:ext uri="{FF2B5EF4-FFF2-40B4-BE49-F238E27FC236}">
                    <a16:creationId xmlns:a16="http://schemas.microsoft.com/office/drawing/2014/main" id="{6BE8397B-4374-4F0A-A226-4F171EE45050}"/>
                  </a:ext>
                </a:extLst>
              </p:cNvPr>
              <p:cNvSpPr/>
              <p:nvPr/>
            </p:nvSpPr>
            <p:spPr>
              <a:xfrm>
                <a:off x="665976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2" name="object 857">
                <a:extLst>
                  <a:ext uri="{FF2B5EF4-FFF2-40B4-BE49-F238E27FC236}">
                    <a16:creationId xmlns:a16="http://schemas.microsoft.com/office/drawing/2014/main" id="{5EF15046-04DA-4191-8176-08EC9CD44501}"/>
                  </a:ext>
                </a:extLst>
              </p:cNvPr>
              <p:cNvSpPr/>
              <p:nvPr/>
            </p:nvSpPr>
            <p:spPr>
              <a:xfrm>
                <a:off x="665976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3" name="object 858">
                <a:extLst>
                  <a:ext uri="{FF2B5EF4-FFF2-40B4-BE49-F238E27FC236}">
                    <a16:creationId xmlns:a16="http://schemas.microsoft.com/office/drawing/2014/main" id="{698892F6-F49B-4005-BBA3-8E9D824705C6}"/>
                  </a:ext>
                </a:extLst>
              </p:cNvPr>
              <p:cNvSpPr/>
              <p:nvPr/>
            </p:nvSpPr>
            <p:spPr>
              <a:xfrm>
                <a:off x="67649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4" name="object 859">
                <a:extLst>
                  <a:ext uri="{FF2B5EF4-FFF2-40B4-BE49-F238E27FC236}">
                    <a16:creationId xmlns:a16="http://schemas.microsoft.com/office/drawing/2014/main" id="{C764C199-C3C9-44A3-B128-0552420865B7}"/>
                  </a:ext>
                </a:extLst>
              </p:cNvPr>
              <p:cNvSpPr/>
              <p:nvPr/>
            </p:nvSpPr>
            <p:spPr>
              <a:xfrm>
                <a:off x="67649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5" name="object 860">
                <a:extLst>
                  <a:ext uri="{FF2B5EF4-FFF2-40B4-BE49-F238E27FC236}">
                    <a16:creationId xmlns:a16="http://schemas.microsoft.com/office/drawing/2014/main" id="{69A5AF2A-B81A-424F-8101-4F60EC6EABB5}"/>
                  </a:ext>
                </a:extLst>
              </p:cNvPr>
              <p:cNvSpPr/>
              <p:nvPr/>
            </p:nvSpPr>
            <p:spPr>
              <a:xfrm>
                <a:off x="68700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6" name="object 861">
                <a:extLst>
                  <a:ext uri="{FF2B5EF4-FFF2-40B4-BE49-F238E27FC236}">
                    <a16:creationId xmlns:a16="http://schemas.microsoft.com/office/drawing/2014/main" id="{7FE8B01F-40E5-48E0-938A-5F719E19D8CE}"/>
                  </a:ext>
                </a:extLst>
              </p:cNvPr>
              <p:cNvSpPr/>
              <p:nvPr/>
            </p:nvSpPr>
            <p:spPr>
              <a:xfrm>
                <a:off x="68700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7" name="object 862">
                <a:extLst>
                  <a:ext uri="{FF2B5EF4-FFF2-40B4-BE49-F238E27FC236}">
                    <a16:creationId xmlns:a16="http://schemas.microsoft.com/office/drawing/2014/main" id="{AF4326F6-BD44-4CA8-A015-CB4BC15B9058}"/>
                  </a:ext>
                </a:extLst>
              </p:cNvPr>
              <p:cNvSpPr/>
              <p:nvPr/>
            </p:nvSpPr>
            <p:spPr>
              <a:xfrm>
                <a:off x="69752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8" name="object 863">
                <a:extLst>
                  <a:ext uri="{FF2B5EF4-FFF2-40B4-BE49-F238E27FC236}">
                    <a16:creationId xmlns:a16="http://schemas.microsoft.com/office/drawing/2014/main" id="{7925CE66-DCA4-4970-8144-47E978EE49B3}"/>
                  </a:ext>
                </a:extLst>
              </p:cNvPr>
              <p:cNvSpPr/>
              <p:nvPr/>
            </p:nvSpPr>
            <p:spPr>
              <a:xfrm>
                <a:off x="697522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9" name="object 864">
                <a:extLst>
                  <a:ext uri="{FF2B5EF4-FFF2-40B4-BE49-F238E27FC236}">
                    <a16:creationId xmlns:a16="http://schemas.microsoft.com/office/drawing/2014/main" id="{17D0B06C-96B9-4F4F-83CC-315DDD78BF04}"/>
                  </a:ext>
                </a:extLst>
              </p:cNvPr>
              <p:cNvSpPr/>
              <p:nvPr/>
            </p:nvSpPr>
            <p:spPr>
              <a:xfrm>
                <a:off x="70803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0" name="object 865">
                <a:extLst>
                  <a:ext uri="{FF2B5EF4-FFF2-40B4-BE49-F238E27FC236}">
                    <a16:creationId xmlns:a16="http://schemas.microsoft.com/office/drawing/2014/main" id="{EEB3651E-4FF6-4B61-8D80-98D74EB54DA5}"/>
                  </a:ext>
                </a:extLst>
              </p:cNvPr>
              <p:cNvSpPr/>
              <p:nvPr/>
            </p:nvSpPr>
            <p:spPr>
              <a:xfrm>
                <a:off x="708037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1" name="object 866">
                <a:extLst>
                  <a:ext uri="{FF2B5EF4-FFF2-40B4-BE49-F238E27FC236}">
                    <a16:creationId xmlns:a16="http://schemas.microsoft.com/office/drawing/2014/main" id="{02BD0754-56D7-40CC-A092-6D3878D78619}"/>
                  </a:ext>
                </a:extLst>
              </p:cNvPr>
              <p:cNvSpPr/>
              <p:nvPr/>
            </p:nvSpPr>
            <p:spPr>
              <a:xfrm>
                <a:off x="7185545" y="6311658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0"/>
                    </a:moveTo>
                    <a:lnTo>
                      <a:pt x="0" y="0"/>
                    </a:lnTo>
                    <a:lnTo>
                      <a:pt x="0" y="97536"/>
                    </a:ln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97536"/>
                    </a:lnTo>
                    <a:lnTo>
                      <a:pt x="105918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2" name="object 867">
                <a:extLst>
                  <a:ext uri="{FF2B5EF4-FFF2-40B4-BE49-F238E27FC236}">
                    <a16:creationId xmlns:a16="http://schemas.microsoft.com/office/drawing/2014/main" id="{2948A589-C62F-4956-917F-FC57711AE1A9}"/>
                  </a:ext>
                </a:extLst>
              </p:cNvPr>
              <p:cNvSpPr/>
              <p:nvPr/>
            </p:nvSpPr>
            <p:spPr>
              <a:xfrm>
                <a:off x="7185545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3" name="object 868">
                <a:extLst>
                  <a:ext uri="{FF2B5EF4-FFF2-40B4-BE49-F238E27FC236}">
                    <a16:creationId xmlns:a16="http://schemas.microsoft.com/office/drawing/2014/main" id="{B9E0DFB7-F4A1-4AFE-B3B0-6F3FCAC6399E}"/>
                  </a:ext>
                </a:extLst>
              </p:cNvPr>
              <p:cNvSpPr/>
              <p:nvPr/>
            </p:nvSpPr>
            <p:spPr>
              <a:xfrm>
                <a:off x="7291450" y="6311645"/>
                <a:ext cx="10541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97789">
                    <a:moveTo>
                      <a:pt x="0" y="97536"/>
                    </a:moveTo>
                    <a:lnTo>
                      <a:pt x="105155" y="97536"/>
                    </a:lnTo>
                    <a:lnTo>
                      <a:pt x="105155" y="0"/>
                    </a:lnTo>
                    <a:lnTo>
                      <a:pt x="0" y="0"/>
                    </a:lnTo>
                    <a:lnTo>
                      <a:pt x="0" y="9753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4" name="object 869">
                <a:extLst>
                  <a:ext uri="{FF2B5EF4-FFF2-40B4-BE49-F238E27FC236}">
                    <a16:creationId xmlns:a16="http://schemas.microsoft.com/office/drawing/2014/main" id="{767C9941-D5F4-44D0-8F0B-2483A59B07FD}"/>
                  </a:ext>
                </a:extLst>
              </p:cNvPr>
              <p:cNvSpPr/>
              <p:nvPr/>
            </p:nvSpPr>
            <p:spPr>
              <a:xfrm>
                <a:off x="7291450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5" name="object 870">
                <a:extLst>
                  <a:ext uri="{FF2B5EF4-FFF2-40B4-BE49-F238E27FC236}">
                    <a16:creationId xmlns:a16="http://schemas.microsoft.com/office/drawing/2014/main" id="{8BC5C704-0910-461C-B9A8-8389F7540246}"/>
                  </a:ext>
                </a:extLst>
              </p:cNvPr>
              <p:cNvSpPr/>
              <p:nvPr/>
            </p:nvSpPr>
            <p:spPr>
              <a:xfrm>
                <a:off x="7396620" y="6311658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43" y="0"/>
                    </a:moveTo>
                    <a:lnTo>
                      <a:pt x="0" y="0"/>
                    </a:lnTo>
                    <a:lnTo>
                      <a:pt x="0" y="97536"/>
                    </a:lnTo>
                    <a:lnTo>
                      <a:pt x="0" y="105156"/>
                    </a:lnTo>
                    <a:lnTo>
                      <a:pt x="105143" y="105156"/>
                    </a:lnTo>
                    <a:lnTo>
                      <a:pt x="105143" y="97536"/>
                    </a:lnTo>
                    <a:lnTo>
                      <a:pt x="105143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6" name="object 871">
                <a:extLst>
                  <a:ext uri="{FF2B5EF4-FFF2-40B4-BE49-F238E27FC236}">
                    <a16:creationId xmlns:a16="http://schemas.microsoft.com/office/drawing/2014/main" id="{588EDD85-041D-4551-8C97-CC0AAE0A2CB0}"/>
                  </a:ext>
                </a:extLst>
              </p:cNvPr>
              <p:cNvSpPr/>
              <p:nvPr/>
            </p:nvSpPr>
            <p:spPr>
              <a:xfrm>
                <a:off x="739661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7" name="object 872">
                <a:extLst>
                  <a:ext uri="{FF2B5EF4-FFF2-40B4-BE49-F238E27FC236}">
                    <a16:creationId xmlns:a16="http://schemas.microsoft.com/office/drawing/2014/main" id="{3EECAE54-6187-4362-B409-816B085CB7E4}"/>
                  </a:ext>
                </a:extLst>
              </p:cNvPr>
              <p:cNvSpPr/>
              <p:nvPr/>
            </p:nvSpPr>
            <p:spPr>
              <a:xfrm>
                <a:off x="750176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8" name="object 873">
                <a:extLst>
                  <a:ext uri="{FF2B5EF4-FFF2-40B4-BE49-F238E27FC236}">
                    <a16:creationId xmlns:a16="http://schemas.microsoft.com/office/drawing/2014/main" id="{FA349095-D741-49CD-A893-8F245A96A100}"/>
                  </a:ext>
                </a:extLst>
              </p:cNvPr>
              <p:cNvSpPr/>
              <p:nvPr/>
            </p:nvSpPr>
            <p:spPr>
              <a:xfrm>
                <a:off x="750176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9" name="object 874">
                <a:extLst>
                  <a:ext uri="{FF2B5EF4-FFF2-40B4-BE49-F238E27FC236}">
                    <a16:creationId xmlns:a16="http://schemas.microsoft.com/office/drawing/2014/main" id="{3DA98527-A250-47BD-9A3B-9B5E1A436002}"/>
                  </a:ext>
                </a:extLst>
              </p:cNvPr>
              <p:cNvSpPr/>
              <p:nvPr/>
            </p:nvSpPr>
            <p:spPr>
              <a:xfrm>
                <a:off x="760693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0" name="object 875">
                <a:extLst>
                  <a:ext uri="{FF2B5EF4-FFF2-40B4-BE49-F238E27FC236}">
                    <a16:creationId xmlns:a16="http://schemas.microsoft.com/office/drawing/2014/main" id="{A3D8A6BC-2AEE-4C76-92DB-E355EB6F5586}"/>
                  </a:ext>
                </a:extLst>
              </p:cNvPr>
              <p:cNvSpPr/>
              <p:nvPr/>
            </p:nvSpPr>
            <p:spPr>
              <a:xfrm>
                <a:off x="7606931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1" name="object 876">
                <a:extLst>
                  <a:ext uri="{FF2B5EF4-FFF2-40B4-BE49-F238E27FC236}">
                    <a16:creationId xmlns:a16="http://schemas.microsoft.com/office/drawing/2014/main" id="{6D8572CD-FA72-4C1F-BFB0-1449EB5294BC}"/>
                  </a:ext>
                </a:extLst>
              </p:cNvPr>
              <p:cNvSpPr/>
              <p:nvPr/>
            </p:nvSpPr>
            <p:spPr>
              <a:xfrm>
                <a:off x="771207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2" name="object 877">
                <a:extLst>
                  <a:ext uri="{FF2B5EF4-FFF2-40B4-BE49-F238E27FC236}">
                    <a16:creationId xmlns:a16="http://schemas.microsoft.com/office/drawing/2014/main" id="{DB4DB0DC-6882-4CE0-8AFD-AE03D22422F8}"/>
                  </a:ext>
                </a:extLst>
              </p:cNvPr>
              <p:cNvSpPr/>
              <p:nvPr/>
            </p:nvSpPr>
            <p:spPr>
              <a:xfrm>
                <a:off x="7712075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3" name="object 878">
                <a:extLst>
                  <a:ext uri="{FF2B5EF4-FFF2-40B4-BE49-F238E27FC236}">
                    <a16:creationId xmlns:a16="http://schemas.microsoft.com/office/drawing/2014/main" id="{1571D546-E123-4CF1-89D1-EF487B1E57A7}"/>
                  </a:ext>
                </a:extLst>
              </p:cNvPr>
              <p:cNvSpPr/>
              <p:nvPr/>
            </p:nvSpPr>
            <p:spPr>
              <a:xfrm>
                <a:off x="7817243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4" name="object 879">
                <a:extLst>
                  <a:ext uri="{FF2B5EF4-FFF2-40B4-BE49-F238E27FC236}">
                    <a16:creationId xmlns:a16="http://schemas.microsoft.com/office/drawing/2014/main" id="{14A91946-4390-47FE-96D9-EE848CBAB0C5}"/>
                  </a:ext>
                </a:extLst>
              </p:cNvPr>
              <p:cNvSpPr/>
              <p:nvPr/>
            </p:nvSpPr>
            <p:spPr>
              <a:xfrm>
                <a:off x="7817243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5" name="object 880">
                <a:extLst>
                  <a:ext uri="{FF2B5EF4-FFF2-40B4-BE49-F238E27FC236}">
                    <a16:creationId xmlns:a16="http://schemas.microsoft.com/office/drawing/2014/main" id="{92CBAFE5-8082-492A-A50D-E51A4DC3F841}"/>
                  </a:ext>
                </a:extLst>
              </p:cNvPr>
              <p:cNvSpPr/>
              <p:nvPr/>
            </p:nvSpPr>
            <p:spPr>
              <a:xfrm>
                <a:off x="7923148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6" name="object 881">
                <a:extLst>
                  <a:ext uri="{FF2B5EF4-FFF2-40B4-BE49-F238E27FC236}">
                    <a16:creationId xmlns:a16="http://schemas.microsoft.com/office/drawing/2014/main" id="{E090E8FC-6478-46A0-97A4-9EA5CF898B93}"/>
                  </a:ext>
                </a:extLst>
              </p:cNvPr>
              <p:cNvSpPr/>
              <p:nvPr/>
            </p:nvSpPr>
            <p:spPr>
              <a:xfrm>
                <a:off x="7923148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7" name="object 882">
                <a:extLst>
                  <a:ext uri="{FF2B5EF4-FFF2-40B4-BE49-F238E27FC236}">
                    <a16:creationId xmlns:a16="http://schemas.microsoft.com/office/drawing/2014/main" id="{96BAA3B1-7E4A-4CA4-BCDC-411804F71C0C}"/>
                  </a:ext>
                </a:extLst>
              </p:cNvPr>
              <p:cNvSpPr/>
              <p:nvPr/>
            </p:nvSpPr>
            <p:spPr>
              <a:xfrm>
                <a:off x="802831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8" name="object 883">
                <a:extLst>
                  <a:ext uri="{FF2B5EF4-FFF2-40B4-BE49-F238E27FC236}">
                    <a16:creationId xmlns:a16="http://schemas.microsoft.com/office/drawing/2014/main" id="{C776F6D5-FD40-472C-80F9-015DD5C0BB06}"/>
                  </a:ext>
                </a:extLst>
              </p:cNvPr>
              <p:cNvSpPr/>
              <p:nvPr/>
            </p:nvSpPr>
            <p:spPr>
              <a:xfrm>
                <a:off x="802831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9" name="object 884">
                <a:extLst>
                  <a:ext uri="{FF2B5EF4-FFF2-40B4-BE49-F238E27FC236}">
                    <a16:creationId xmlns:a16="http://schemas.microsoft.com/office/drawing/2014/main" id="{2750FF42-BA3A-4937-BFD9-160436C2F2A9}"/>
                  </a:ext>
                </a:extLst>
              </p:cNvPr>
              <p:cNvSpPr/>
              <p:nvPr/>
            </p:nvSpPr>
            <p:spPr>
              <a:xfrm>
                <a:off x="81334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0" name="object 885">
                <a:extLst>
                  <a:ext uri="{FF2B5EF4-FFF2-40B4-BE49-F238E27FC236}">
                    <a16:creationId xmlns:a16="http://schemas.microsoft.com/office/drawing/2014/main" id="{2A42B9D8-60B9-4F24-830F-983AB2BCC521}"/>
                  </a:ext>
                </a:extLst>
              </p:cNvPr>
              <p:cNvSpPr/>
              <p:nvPr/>
            </p:nvSpPr>
            <p:spPr>
              <a:xfrm>
                <a:off x="81334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1" name="object 886">
                <a:extLst>
                  <a:ext uri="{FF2B5EF4-FFF2-40B4-BE49-F238E27FC236}">
                    <a16:creationId xmlns:a16="http://schemas.microsoft.com/office/drawing/2014/main" id="{6687E3F4-15DF-44EA-9CE1-66A5F109CA94}"/>
                  </a:ext>
                </a:extLst>
              </p:cNvPr>
              <p:cNvSpPr/>
              <p:nvPr/>
            </p:nvSpPr>
            <p:spPr>
              <a:xfrm>
                <a:off x="823862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2" name="object 887">
                <a:extLst>
                  <a:ext uri="{FF2B5EF4-FFF2-40B4-BE49-F238E27FC236}">
                    <a16:creationId xmlns:a16="http://schemas.microsoft.com/office/drawing/2014/main" id="{B0678079-6C12-47A2-BEAB-59F4972AEAC9}"/>
                  </a:ext>
                </a:extLst>
              </p:cNvPr>
              <p:cNvSpPr/>
              <p:nvPr/>
            </p:nvSpPr>
            <p:spPr>
              <a:xfrm>
                <a:off x="8238629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3" name="object 888">
                <a:extLst>
                  <a:ext uri="{FF2B5EF4-FFF2-40B4-BE49-F238E27FC236}">
                    <a16:creationId xmlns:a16="http://schemas.microsoft.com/office/drawing/2014/main" id="{51DEE0F2-C802-4323-B18C-430F2893FAC7}"/>
                  </a:ext>
                </a:extLst>
              </p:cNvPr>
              <p:cNvSpPr/>
              <p:nvPr/>
            </p:nvSpPr>
            <p:spPr>
              <a:xfrm>
                <a:off x="83437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4" name="object 889">
                <a:extLst>
                  <a:ext uri="{FF2B5EF4-FFF2-40B4-BE49-F238E27FC236}">
                    <a16:creationId xmlns:a16="http://schemas.microsoft.com/office/drawing/2014/main" id="{FC9C7606-2782-47E4-B3D8-EBF1701FACFC}"/>
                  </a:ext>
                </a:extLst>
              </p:cNvPr>
              <p:cNvSpPr/>
              <p:nvPr/>
            </p:nvSpPr>
            <p:spPr>
              <a:xfrm>
                <a:off x="8343773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5" name="object 890">
                <a:extLst>
                  <a:ext uri="{FF2B5EF4-FFF2-40B4-BE49-F238E27FC236}">
                    <a16:creationId xmlns:a16="http://schemas.microsoft.com/office/drawing/2014/main" id="{D3A0A1BB-BFD1-4819-B55C-536E73BCA18A}"/>
                  </a:ext>
                </a:extLst>
              </p:cNvPr>
              <p:cNvSpPr/>
              <p:nvPr/>
            </p:nvSpPr>
            <p:spPr>
              <a:xfrm>
                <a:off x="844894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105918" y="105155"/>
                    </a:moveTo>
                    <a:lnTo>
                      <a:pt x="105918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918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6" name="object 891">
                <a:extLst>
                  <a:ext uri="{FF2B5EF4-FFF2-40B4-BE49-F238E27FC236}">
                    <a16:creationId xmlns:a16="http://schemas.microsoft.com/office/drawing/2014/main" id="{36E3890D-EFF2-4819-ABB5-31E001EB070D}"/>
                  </a:ext>
                </a:extLst>
              </p:cNvPr>
              <p:cNvSpPr/>
              <p:nvPr/>
            </p:nvSpPr>
            <p:spPr>
              <a:xfrm>
                <a:off x="8448941" y="6311645"/>
                <a:ext cx="106045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6045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918" y="105156"/>
                    </a:lnTo>
                    <a:lnTo>
                      <a:pt x="1059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7" name="object 892">
                <a:extLst>
                  <a:ext uri="{FF2B5EF4-FFF2-40B4-BE49-F238E27FC236}">
                    <a16:creationId xmlns:a16="http://schemas.microsoft.com/office/drawing/2014/main" id="{FF1964D5-454C-43CF-B491-8E612BE59574}"/>
                  </a:ext>
                </a:extLst>
              </p:cNvPr>
              <p:cNvSpPr/>
              <p:nvPr/>
            </p:nvSpPr>
            <p:spPr>
              <a:xfrm>
                <a:off x="855484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105155" y="105155"/>
                    </a:moveTo>
                    <a:lnTo>
                      <a:pt x="105155" y="0"/>
                    </a:lnTo>
                    <a:lnTo>
                      <a:pt x="0" y="0"/>
                    </a:lnTo>
                    <a:lnTo>
                      <a:pt x="0" y="105155"/>
                    </a:lnTo>
                    <a:lnTo>
                      <a:pt x="105155" y="10515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8" name="object 893">
                <a:extLst>
                  <a:ext uri="{FF2B5EF4-FFF2-40B4-BE49-F238E27FC236}">
                    <a16:creationId xmlns:a16="http://schemas.microsoft.com/office/drawing/2014/main" id="{8A3F07F1-954D-4F1D-B925-004073D0B4E7}"/>
                  </a:ext>
                </a:extLst>
              </p:cNvPr>
              <p:cNvSpPr/>
              <p:nvPr/>
            </p:nvSpPr>
            <p:spPr>
              <a:xfrm>
                <a:off x="8554847" y="6311645"/>
                <a:ext cx="105410" cy="105410"/>
              </a:xfrm>
              <a:custGeom>
                <a:avLst/>
                <a:gdLst/>
                <a:ahLst/>
                <a:cxnLst/>
                <a:rect l="l" t="t" r="r" b="b"/>
                <a:pathLst>
                  <a:path w="105409" h="105410">
                    <a:moveTo>
                      <a:pt x="0" y="0"/>
                    </a:moveTo>
                    <a:lnTo>
                      <a:pt x="0" y="105156"/>
                    </a:lnTo>
                    <a:lnTo>
                      <a:pt x="105155" y="105156"/>
                    </a:lnTo>
                    <a:lnTo>
                      <a:pt x="105155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42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9" name="object 894">
                <a:extLst>
                  <a:ext uri="{FF2B5EF4-FFF2-40B4-BE49-F238E27FC236}">
                    <a16:creationId xmlns:a16="http://schemas.microsoft.com/office/drawing/2014/main" id="{1CB101D3-E3CC-4F50-8A60-F5F65605DC95}"/>
                  </a:ext>
                </a:extLst>
              </p:cNvPr>
              <p:cNvSpPr/>
              <p:nvPr/>
            </p:nvSpPr>
            <p:spPr>
              <a:xfrm>
                <a:off x="6521081" y="4125467"/>
                <a:ext cx="2927985" cy="165735"/>
              </a:xfrm>
              <a:custGeom>
                <a:avLst/>
                <a:gdLst/>
                <a:ahLst/>
                <a:cxnLst/>
                <a:rect l="l" t="t" r="r" b="b"/>
                <a:pathLst>
                  <a:path w="2927984" h="165735">
                    <a:moveTo>
                      <a:pt x="0" y="149352"/>
                    </a:moveTo>
                    <a:lnTo>
                      <a:pt x="298691" y="0"/>
                    </a:lnTo>
                  </a:path>
                  <a:path w="2927984" h="165735">
                    <a:moveTo>
                      <a:pt x="2599169" y="165354"/>
                    </a:moveTo>
                    <a:lnTo>
                      <a:pt x="2927591" y="762"/>
                    </a:lnTo>
                  </a:path>
                </a:pathLst>
              </a:custGeom>
              <a:ln w="7429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0" name="object 895">
                <a:extLst>
                  <a:ext uri="{FF2B5EF4-FFF2-40B4-BE49-F238E27FC236}">
                    <a16:creationId xmlns:a16="http://schemas.microsoft.com/office/drawing/2014/main" id="{18EBA319-6814-4DC2-B421-2E04DCD5AED3}"/>
                  </a:ext>
                </a:extLst>
              </p:cNvPr>
              <p:cNvSpPr/>
              <p:nvPr/>
            </p:nvSpPr>
            <p:spPr>
              <a:xfrm>
                <a:off x="8660015" y="5995416"/>
                <a:ext cx="842010" cy="421640"/>
              </a:xfrm>
              <a:custGeom>
                <a:avLst/>
                <a:gdLst/>
                <a:ahLst/>
                <a:cxnLst/>
                <a:rect l="l" t="t" r="r" b="b"/>
                <a:pathLst>
                  <a:path w="842009" h="421639">
                    <a:moveTo>
                      <a:pt x="0" y="421386"/>
                    </a:moveTo>
                    <a:lnTo>
                      <a:pt x="842010" y="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1" name="object 896">
                <a:extLst>
                  <a:ext uri="{FF2B5EF4-FFF2-40B4-BE49-F238E27FC236}">
                    <a16:creationId xmlns:a16="http://schemas.microsoft.com/office/drawing/2014/main" id="{CC6724BB-4CD4-4797-BB8D-6A7EAC85A8FF}"/>
                  </a:ext>
                </a:extLst>
              </p:cNvPr>
              <p:cNvSpPr/>
              <p:nvPr/>
            </p:nvSpPr>
            <p:spPr>
              <a:xfrm>
                <a:off x="8660015" y="6377177"/>
                <a:ext cx="40005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53339">
                    <a:moveTo>
                      <a:pt x="12953" y="0"/>
                    </a:moveTo>
                    <a:lnTo>
                      <a:pt x="0" y="39624"/>
                    </a:lnTo>
                    <a:lnTo>
                      <a:pt x="39623" y="5334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2" name="object 897">
                <a:extLst>
                  <a:ext uri="{FF2B5EF4-FFF2-40B4-BE49-F238E27FC236}">
                    <a16:creationId xmlns:a16="http://schemas.microsoft.com/office/drawing/2014/main" id="{FD4E5144-47B8-4A53-9C44-EBF791D49276}"/>
                  </a:ext>
                </a:extLst>
              </p:cNvPr>
              <p:cNvSpPr/>
              <p:nvPr/>
            </p:nvSpPr>
            <p:spPr>
              <a:xfrm>
                <a:off x="9461627" y="5982461"/>
                <a:ext cx="4064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40640" h="53339">
                    <a:moveTo>
                      <a:pt x="26670" y="53339"/>
                    </a:moveTo>
                    <a:lnTo>
                      <a:pt x="40386" y="12953"/>
                    </a:lnTo>
                    <a:lnTo>
                      <a:pt x="0" y="0"/>
                    </a:lnTo>
                  </a:path>
                </a:pathLst>
              </a:custGeom>
              <a:ln w="11137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3" name="object 898">
                <a:extLst>
                  <a:ext uri="{FF2B5EF4-FFF2-40B4-BE49-F238E27FC236}">
                    <a16:creationId xmlns:a16="http://schemas.microsoft.com/office/drawing/2014/main" id="{F40F2571-8338-448B-9643-5CA0A0ED4967}"/>
                  </a:ext>
                </a:extLst>
              </p:cNvPr>
              <p:cNvSpPr/>
              <p:nvPr/>
            </p:nvSpPr>
            <p:spPr>
              <a:xfrm>
                <a:off x="8913748" y="6051041"/>
                <a:ext cx="33464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334645" h="311150">
                    <a:moveTo>
                      <a:pt x="334518" y="191262"/>
                    </a:moveTo>
                    <a:lnTo>
                      <a:pt x="239267" y="0"/>
                    </a:lnTo>
                    <a:lnTo>
                      <a:pt x="0" y="119634"/>
                    </a:lnTo>
                    <a:lnTo>
                      <a:pt x="95250" y="310896"/>
                    </a:lnTo>
                    <a:lnTo>
                      <a:pt x="334518" y="191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4" name="object 899">
                <a:extLst>
                  <a:ext uri="{FF2B5EF4-FFF2-40B4-BE49-F238E27FC236}">
                    <a16:creationId xmlns:a16="http://schemas.microsoft.com/office/drawing/2014/main" id="{F74D2552-76FC-44DB-A1E9-556DD58FDAE7}"/>
                  </a:ext>
                </a:extLst>
              </p:cNvPr>
              <p:cNvSpPr/>
              <p:nvPr/>
            </p:nvSpPr>
            <p:spPr>
              <a:xfrm>
                <a:off x="8964053" y="6104191"/>
                <a:ext cx="246126" cy="203644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5" name="object 900">
                <a:extLst>
                  <a:ext uri="{FF2B5EF4-FFF2-40B4-BE49-F238E27FC236}">
                    <a16:creationId xmlns:a16="http://schemas.microsoft.com/office/drawing/2014/main" id="{D96DF73A-AA6E-4FAF-89F2-1E5E5CE497BB}"/>
                  </a:ext>
                </a:extLst>
              </p:cNvPr>
              <p:cNvSpPr/>
              <p:nvPr/>
            </p:nvSpPr>
            <p:spPr>
              <a:xfrm>
                <a:off x="5922911" y="4520945"/>
                <a:ext cx="0" cy="1896110"/>
              </a:xfrm>
              <a:custGeom>
                <a:avLst/>
                <a:gdLst/>
                <a:ahLst/>
                <a:cxnLst/>
                <a:rect l="l" t="t" r="r" b="b"/>
                <a:pathLst>
                  <a:path h="1896110">
                    <a:moveTo>
                      <a:pt x="0" y="1037082"/>
                    </a:moveTo>
                    <a:lnTo>
                      <a:pt x="0" y="1895856"/>
                    </a:lnTo>
                  </a:path>
                  <a:path h="1896110">
                    <a:moveTo>
                      <a:pt x="0" y="0"/>
                    </a:moveTo>
                    <a:lnTo>
                      <a:pt x="0" y="858774"/>
                    </a:lnTo>
                  </a:path>
                </a:pathLst>
              </a:custGeom>
              <a:ln w="1115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6" name="object 901">
                <a:extLst>
                  <a:ext uri="{FF2B5EF4-FFF2-40B4-BE49-F238E27FC236}">
                    <a16:creationId xmlns:a16="http://schemas.microsoft.com/office/drawing/2014/main" id="{6B1241D0-D3E0-464B-9FBC-2DBD4E685ECB}"/>
                  </a:ext>
                </a:extLst>
              </p:cNvPr>
              <p:cNvSpPr/>
              <p:nvPr/>
            </p:nvSpPr>
            <p:spPr>
              <a:xfrm>
                <a:off x="5892431" y="4520945"/>
                <a:ext cx="6032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29845">
                    <a:moveTo>
                      <a:pt x="60198" y="29718"/>
                    </a:moveTo>
                    <a:lnTo>
                      <a:pt x="30480" y="0"/>
                    </a:lnTo>
                    <a:lnTo>
                      <a:pt x="0" y="29718"/>
                    </a:lnTo>
                  </a:path>
                </a:pathLst>
              </a:custGeom>
              <a:ln w="1115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7" name="object 902">
                <a:extLst>
                  <a:ext uri="{FF2B5EF4-FFF2-40B4-BE49-F238E27FC236}">
                    <a16:creationId xmlns:a16="http://schemas.microsoft.com/office/drawing/2014/main" id="{0E8D77A9-26E6-4566-B581-D5188AD59410}"/>
                  </a:ext>
                </a:extLst>
              </p:cNvPr>
              <p:cNvSpPr/>
              <p:nvPr/>
            </p:nvSpPr>
            <p:spPr>
              <a:xfrm>
                <a:off x="5892431" y="6387083"/>
                <a:ext cx="6032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29845">
                    <a:moveTo>
                      <a:pt x="0" y="0"/>
                    </a:moveTo>
                    <a:lnTo>
                      <a:pt x="30480" y="29718"/>
                    </a:lnTo>
                    <a:lnTo>
                      <a:pt x="60198" y="0"/>
                    </a:lnTo>
                  </a:path>
                </a:pathLst>
              </a:custGeom>
              <a:ln w="1115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938" name="object 903">
              <a:extLst>
                <a:ext uri="{FF2B5EF4-FFF2-40B4-BE49-F238E27FC236}">
                  <a16:creationId xmlns:a16="http://schemas.microsoft.com/office/drawing/2014/main" id="{E0E40B7E-4BB6-4774-B9DD-479CCF345E5B}"/>
                </a:ext>
              </a:extLst>
            </p:cNvPr>
            <p:cNvSpPr txBox="1"/>
            <p:nvPr/>
          </p:nvSpPr>
          <p:spPr>
            <a:xfrm>
              <a:off x="6334728" y="4651945"/>
              <a:ext cx="205184" cy="203835"/>
            </a:xfrm>
            <a:prstGeom prst="rect">
              <a:avLst/>
            </a:prstGeom>
          </p:spPr>
          <p:txBody>
            <a:bodyPr vert="vert" wrap="square" lIns="0" tIns="0" rIns="0" bIns="0" rtlCol="0">
              <a:spAutoFit/>
            </a:bodyPr>
            <a:lstStyle/>
            <a:p>
              <a:pPr marL="12700">
                <a:lnSpc>
                  <a:spcPts val="1630"/>
                </a:lnSpc>
              </a:pPr>
              <a:r>
                <a:rPr sz="1400" spc="-5" dirty="0">
                  <a:cs typeface="+mn-ea"/>
                  <a:sym typeface="+mn-lt"/>
                </a:rPr>
                <a:t>18</a:t>
              </a:r>
              <a:endParaRPr sz="1400">
                <a:cs typeface="+mn-ea"/>
                <a:sym typeface="+mn-lt"/>
              </a:endParaRPr>
            </a:p>
          </p:txBody>
        </p:sp>
        <p:grpSp>
          <p:nvGrpSpPr>
            <p:cNvPr id="939" name="object 904">
              <a:extLst>
                <a:ext uri="{FF2B5EF4-FFF2-40B4-BE49-F238E27FC236}">
                  <a16:creationId xmlns:a16="http://schemas.microsoft.com/office/drawing/2014/main" id="{C3730CFF-DA59-4D09-AEA0-6CA1DEB031E6}"/>
                </a:ext>
              </a:extLst>
            </p:cNvPr>
            <p:cNvGrpSpPr/>
            <p:nvPr/>
          </p:nvGrpSpPr>
          <p:grpSpPr>
            <a:xfrm>
              <a:off x="6525649" y="5763068"/>
              <a:ext cx="2637790" cy="71755"/>
              <a:chOff x="6028448" y="6480428"/>
              <a:chExt cx="2637790" cy="71755"/>
            </a:xfrm>
          </p:grpSpPr>
          <p:sp>
            <p:nvSpPr>
              <p:cNvPr id="975" name="object 905">
                <a:extLst>
                  <a:ext uri="{FF2B5EF4-FFF2-40B4-BE49-F238E27FC236}">
                    <a16:creationId xmlns:a16="http://schemas.microsoft.com/office/drawing/2014/main" id="{E0AB7411-7148-4943-B23D-CCB581305657}"/>
                  </a:ext>
                </a:extLst>
              </p:cNvPr>
              <p:cNvSpPr/>
              <p:nvPr/>
            </p:nvSpPr>
            <p:spPr>
              <a:xfrm>
                <a:off x="6034163" y="6515861"/>
                <a:ext cx="26263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26359">
                    <a:moveTo>
                      <a:pt x="0" y="0"/>
                    </a:moveTo>
                    <a:lnTo>
                      <a:pt x="1223759" y="0"/>
                    </a:lnTo>
                  </a:path>
                  <a:path w="2626359">
                    <a:moveTo>
                      <a:pt x="1402067" y="0"/>
                    </a:moveTo>
                    <a:lnTo>
                      <a:pt x="2625852" y="0"/>
                    </a:lnTo>
                  </a:path>
                </a:pathLst>
              </a:custGeom>
              <a:ln w="11137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6" name="object 906">
                <a:extLst>
                  <a:ext uri="{FF2B5EF4-FFF2-40B4-BE49-F238E27FC236}">
                    <a16:creationId xmlns:a16="http://schemas.microsoft.com/office/drawing/2014/main" id="{AC0B259C-6BBE-497B-85E4-97C12017313C}"/>
                  </a:ext>
                </a:extLst>
              </p:cNvPr>
              <p:cNvSpPr/>
              <p:nvPr/>
            </p:nvSpPr>
            <p:spPr>
              <a:xfrm>
                <a:off x="6034163" y="6486143"/>
                <a:ext cx="2984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60325">
                    <a:moveTo>
                      <a:pt x="29717" y="0"/>
                    </a:moveTo>
                    <a:lnTo>
                      <a:pt x="0" y="29718"/>
                    </a:lnTo>
                    <a:lnTo>
                      <a:pt x="29717" y="60198"/>
                    </a:lnTo>
                  </a:path>
                </a:pathLst>
              </a:custGeom>
              <a:ln w="11137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7" name="object 907">
                <a:extLst>
                  <a:ext uri="{FF2B5EF4-FFF2-40B4-BE49-F238E27FC236}">
                    <a16:creationId xmlns:a16="http://schemas.microsoft.com/office/drawing/2014/main" id="{D9713426-C694-4FB7-A5D8-F878E1B250C1}"/>
                  </a:ext>
                </a:extLst>
              </p:cNvPr>
              <p:cNvSpPr/>
              <p:nvPr/>
            </p:nvSpPr>
            <p:spPr>
              <a:xfrm>
                <a:off x="8630297" y="6486143"/>
                <a:ext cx="2984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9845" h="60325">
                    <a:moveTo>
                      <a:pt x="0" y="60198"/>
                    </a:moveTo>
                    <a:lnTo>
                      <a:pt x="29718" y="29718"/>
                    </a:lnTo>
                    <a:lnTo>
                      <a:pt x="0" y="0"/>
                    </a:lnTo>
                  </a:path>
                </a:pathLst>
              </a:custGeom>
              <a:ln w="11137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940" name="object 908">
              <a:extLst>
                <a:ext uri="{FF2B5EF4-FFF2-40B4-BE49-F238E27FC236}">
                  <a16:creationId xmlns:a16="http://schemas.microsoft.com/office/drawing/2014/main" id="{8A7BA378-4D27-483F-BD98-3D9E8A0EE2B7}"/>
                </a:ext>
              </a:extLst>
            </p:cNvPr>
            <p:cNvSpPr txBox="1"/>
            <p:nvPr/>
          </p:nvSpPr>
          <p:spPr>
            <a:xfrm>
              <a:off x="7744722" y="5663051"/>
              <a:ext cx="20383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cs typeface="+mn-ea"/>
                  <a:sym typeface="+mn-lt"/>
                </a:rPr>
                <a:t>25</a:t>
              </a:r>
            </a:p>
          </p:txBody>
        </p:sp>
        <p:grpSp>
          <p:nvGrpSpPr>
            <p:cNvPr id="941" name="object 909">
              <a:extLst>
                <a:ext uri="{FF2B5EF4-FFF2-40B4-BE49-F238E27FC236}">
                  <a16:creationId xmlns:a16="http://schemas.microsoft.com/office/drawing/2014/main" id="{101CDB67-5347-4FBD-B8BA-A84717288F2D}"/>
                </a:ext>
              </a:extLst>
            </p:cNvPr>
            <p:cNvGrpSpPr/>
            <p:nvPr/>
          </p:nvGrpSpPr>
          <p:grpSpPr>
            <a:xfrm>
              <a:off x="7256407" y="4075238"/>
              <a:ext cx="718185" cy="1135380"/>
              <a:chOff x="6759206" y="4792598"/>
              <a:chExt cx="718185" cy="1135380"/>
            </a:xfrm>
          </p:grpSpPr>
          <p:sp>
            <p:nvSpPr>
              <p:cNvPr id="947" name="object 910">
                <a:extLst>
                  <a:ext uri="{FF2B5EF4-FFF2-40B4-BE49-F238E27FC236}">
                    <a16:creationId xmlns:a16="http://schemas.microsoft.com/office/drawing/2014/main" id="{B1F694A1-E5FE-4A40-BB31-039691F02373}"/>
                  </a:ext>
                </a:extLst>
              </p:cNvPr>
              <p:cNvSpPr/>
              <p:nvPr/>
            </p:nvSpPr>
            <p:spPr>
              <a:xfrm>
                <a:off x="6764921" y="4798313"/>
                <a:ext cx="706755" cy="1122045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1122045">
                    <a:moveTo>
                      <a:pt x="0" y="0"/>
                    </a:moveTo>
                    <a:lnTo>
                      <a:pt x="0" y="1121664"/>
                    </a:lnTo>
                    <a:lnTo>
                      <a:pt x="706374" y="1121664"/>
                    </a:lnTo>
                    <a:lnTo>
                      <a:pt x="706373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1137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8" name="object 911">
                <a:extLst>
                  <a:ext uri="{FF2B5EF4-FFF2-40B4-BE49-F238E27FC236}">
                    <a16:creationId xmlns:a16="http://schemas.microsoft.com/office/drawing/2014/main" id="{DB714FCA-14A0-4BCA-8E6A-30AA9FC67E72}"/>
                  </a:ext>
                </a:extLst>
              </p:cNvPr>
              <p:cNvSpPr/>
              <p:nvPr/>
            </p:nvSpPr>
            <p:spPr>
              <a:xfrm>
                <a:off x="7001903" y="5537453"/>
                <a:ext cx="245364" cy="39014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9" name="object 912">
                <a:extLst>
                  <a:ext uri="{FF2B5EF4-FFF2-40B4-BE49-F238E27FC236}">
                    <a16:creationId xmlns:a16="http://schemas.microsoft.com/office/drawing/2014/main" id="{B2B6B237-5868-40E0-B813-BEDD1E74294D}"/>
                  </a:ext>
                </a:extLst>
              </p:cNvPr>
              <p:cNvSpPr/>
              <p:nvPr/>
            </p:nvSpPr>
            <p:spPr>
              <a:xfrm>
                <a:off x="6764921" y="4802885"/>
                <a:ext cx="706361" cy="37261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0" name="object 913">
                <a:extLst>
                  <a:ext uri="{FF2B5EF4-FFF2-40B4-BE49-F238E27FC236}">
                    <a16:creationId xmlns:a16="http://schemas.microsoft.com/office/drawing/2014/main" id="{A28E86EE-ED7A-4E94-90D0-609243591152}"/>
                  </a:ext>
                </a:extLst>
              </p:cNvPr>
              <p:cNvSpPr/>
              <p:nvPr/>
            </p:nvSpPr>
            <p:spPr>
              <a:xfrm>
                <a:off x="6764921" y="5170931"/>
                <a:ext cx="706361" cy="372617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1" name="object 914">
                <a:extLst>
                  <a:ext uri="{FF2B5EF4-FFF2-40B4-BE49-F238E27FC236}">
                    <a16:creationId xmlns:a16="http://schemas.microsoft.com/office/drawing/2014/main" id="{A82F26FE-3EFF-4AA6-A6AC-6D728A0E9362}"/>
                  </a:ext>
                </a:extLst>
              </p:cNvPr>
              <p:cNvSpPr/>
              <p:nvPr/>
            </p:nvSpPr>
            <p:spPr>
              <a:xfrm>
                <a:off x="6764921" y="5539739"/>
                <a:ext cx="706361" cy="372617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2" name="object 915">
                <a:extLst>
                  <a:ext uri="{FF2B5EF4-FFF2-40B4-BE49-F238E27FC236}">
                    <a16:creationId xmlns:a16="http://schemas.microsoft.com/office/drawing/2014/main" id="{B2328B03-5C05-45B2-96C3-FBCBA0844A8F}"/>
                  </a:ext>
                </a:extLst>
              </p:cNvPr>
              <p:cNvSpPr/>
              <p:nvPr/>
            </p:nvSpPr>
            <p:spPr>
              <a:xfrm>
                <a:off x="6803771" y="4988051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84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3" name="object 916">
                <a:extLst>
                  <a:ext uri="{FF2B5EF4-FFF2-40B4-BE49-F238E27FC236}">
                    <a16:creationId xmlns:a16="http://schemas.microsoft.com/office/drawing/2014/main" id="{F2AEB521-4CBD-4387-BE35-6947753DEE25}"/>
                  </a:ext>
                </a:extLst>
              </p:cNvPr>
              <p:cNvSpPr/>
              <p:nvPr/>
            </p:nvSpPr>
            <p:spPr>
              <a:xfrm>
                <a:off x="6882269" y="4843271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74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4" name="object 917">
                <a:extLst>
                  <a:ext uri="{FF2B5EF4-FFF2-40B4-BE49-F238E27FC236}">
                    <a16:creationId xmlns:a16="http://schemas.microsoft.com/office/drawing/2014/main" id="{9EE40104-B615-4964-A849-8E5B6F2C0CA5}"/>
                  </a:ext>
                </a:extLst>
              </p:cNvPr>
              <p:cNvSpPr/>
              <p:nvPr/>
            </p:nvSpPr>
            <p:spPr>
              <a:xfrm>
                <a:off x="7039241" y="4988051"/>
                <a:ext cx="1581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8115">
                    <a:moveTo>
                      <a:pt x="0" y="0"/>
                    </a:moveTo>
                    <a:lnTo>
                      <a:pt x="157721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5" name="object 918">
                <a:extLst>
                  <a:ext uri="{FF2B5EF4-FFF2-40B4-BE49-F238E27FC236}">
                    <a16:creationId xmlns:a16="http://schemas.microsoft.com/office/drawing/2014/main" id="{7E13BC05-C715-4690-B5D9-50687C29E468}"/>
                  </a:ext>
                </a:extLst>
              </p:cNvPr>
              <p:cNvSpPr/>
              <p:nvPr/>
            </p:nvSpPr>
            <p:spPr>
              <a:xfrm>
                <a:off x="7118477" y="4843271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74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6" name="object 919">
                <a:extLst>
                  <a:ext uri="{FF2B5EF4-FFF2-40B4-BE49-F238E27FC236}">
                    <a16:creationId xmlns:a16="http://schemas.microsoft.com/office/drawing/2014/main" id="{A99881F9-3E45-41E1-9400-DD176FDC0AF1}"/>
                  </a:ext>
                </a:extLst>
              </p:cNvPr>
              <p:cNvSpPr/>
              <p:nvPr/>
            </p:nvSpPr>
            <p:spPr>
              <a:xfrm>
                <a:off x="7275449" y="4988051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72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7" name="object 920">
                <a:extLst>
                  <a:ext uri="{FF2B5EF4-FFF2-40B4-BE49-F238E27FC236}">
                    <a16:creationId xmlns:a16="http://schemas.microsoft.com/office/drawing/2014/main" id="{A83E2E61-CFFE-406F-A46F-7F292DD85766}"/>
                  </a:ext>
                </a:extLst>
              </p:cNvPr>
              <p:cNvSpPr/>
              <p:nvPr/>
            </p:nvSpPr>
            <p:spPr>
              <a:xfrm>
                <a:off x="7353947" y="4843271"/>
                <a:ext cx="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h="287654">
                    <a:moveTo>
                      <a:pt x="0" y="0"/>
                    </a:moveTo>
                    <a:lnTo>
                      <a:pt x="0" y="287274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8" name="object 921">
                <a:extLst>
                  <a:ext uri="{FF2B5EF4-FFF2-40B4-BE49-F238E27FC236}">
                    <a16:creationId xmlns:a16="http://schemas.microsoft.com/office/drawing/2014/main" id="{D6CEB4BA-F968-44B1-BDD2-95F65D1CF7B3}"/>
                  </a:ext>
                </a:extLst>
              </p:cNvPr>
              <p:cNvSpPr/>
              <p:nvPr/>
            </p:nvSpPr>
            <p:spPr>
              <a:xfrm>
                <a:off x="6803771" y="5356859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84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9" name="object 922">
                <a:extLst>
                  <a:ext uri="{FF2B5EF4-FFF2-40B4-BE49-F238E27FC236}">
                    <a16:creationId xmlns:a16="http://schemas.microsoft.com/office/drawing/2014/main" id="{6E2BE91B-676A-478A-A807-8F9376A53EC4}"/>
                  </a:ext>
                </a:extLst>
              </p:cNvPr>
              <p:cNvSpPr/>
              <p:nvPr/>
            </p:nvSpPr>
            <p:spPr>
              <a:xfrm>
                <a:off x="6882269" y="5212079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0" name="object 923">
                <a:extLst>
                  <a:ext uri="{FF2B5EF4-FFF2-40B4-BE49-F238E27FC236}">
                    <a16:creationId xmlns:a16="http://schemas.microsoft.com/office/drawing/2014/main" id="{592419C3-78CF-41E1-BE6E-E28C5EAB633C}"/>
                  </a:ext>
                </a:extLst>
              </p:cNvPr>
              <p:cNvSpPr/>
              <p:nvPr/>
            </p:nvSpPr>
            <p:spPr>
              <a:xfrm>
                <a:off x="7039241" y="5356859"/>
                <a:ext cx="1581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8115">
                    <a:moveTo>
                      <a:pt x="0" y="0"/>
                    </a:moveTo>
                    <a:lnTo>
                      <a:pt x="157721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1" name="object 924">
                <a:extLst>
                  <a:ext uri="{FF2B5EF4-FFF2-40B4-BE49-F238E27FC236}">
                    <a16:creationId xmlns:a16="http://schemas.microsoft.com/office/drawing/2014/main" id="{8D00873A-62CB-4A6E-A0BC-1912715F5F6E}"/>
                  </a:ext>
                </a:extLst>
              </p:cNvPr>
              <p:cNvSpPr/>
              <p:nvPr/>
            </p:nvSpPr>
            <p:spPr>
              <a:xfrm>
                <a:off x="7118477" y="5212079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2" name="object 925">
                <a:extLst>
                  <a:ext uri="{FF2B5EF4-FFF2-40B4-BE49-F238E27FC236}">
                    <a16:creationId xmlns:a16="http://schemas.microsoft.com/office/drawing/2014/main" id="{1437ED01-0F63-4C51-9C7D-D50C4FEE22AE}"/>
                  </a:ext>
                </a:extLst>
              </p:cNvPr>
              <p:cNvSpPr/>
              <p:nvPr/>
            </p:nvSpPr>
            <p:spPr>
              <a:xfrm>
                <a:off x="7275449" y="5356859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72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3" name="object 926">
                <a:extLst>
                  <a:ext uri="{FF2B5EF4-FFF2-40B4-BE49-F238E27FC236}">
                    <a16:creationId xmlns:a16="http://schemas.microsoft.com/office/drawing/2014/main" id="{898B3EFB-370A-455E-ACDC-D2DF14D3DBDF}"/>
                  </a:ext>
                </a:extLst>
              </p:cNvPr>
              <p:cNvSpPr/>
              <p:nvPr/>
            </p:nvSpPr>
            <p:spPr>
              <a:xfrm>
                <a:off x="7353947" y="5212079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4" name="object 927">
                <a:extLst>
                  <a:ext uri="{FF2B5EF4-FFF2-40B4-BE49-F238E27FC236}">
                    <a16:creationId xmlns:a16="http://schemas.microsoft.com/office/drawing/2014/main" id="{BF24D3A1-5BEA-4C96-BA59-21F1092ECB2E}"/>
                  </a:ext>
                </a:extLst>
              </p:cNvPr>
              <p:cNvSpPr/>
              <p:nvPr/>
            </p:nvSpPr>
            <p:spPr>
              <a:xfrm>
                <a:off x="6803771" y="5725667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84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5" name="object 928">
                <a:extLst>
                  <a:ext uri="{FF2B5EF4-FFF2-40B4-BE49-F238E27FC236}">
                    <a16:creationId xmlns:a16="http://schemas.microsoft.com/office/drawing/2014/main" id="{F6B7AFA3-5A37-4CE0-A061-B868A911C7D2}"/>
                  </a:ext>
                </a:extLst>
              </p:cNvPr>
              <p:cNvSpPr/>
              <p:nvPr/>
            </p:nvSpPr>
            <p:spPr>
              <a:xfrm>
                <a:off x="6882269" y="5580887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6" name="object 929">
                <a:extLst>
                  <a:ext uri="{FF2B5EF4-FFF2-40B4-BE49-F238E27FC236}">
                    <a16:creationId xmlns:a16="http://schemas.microsoft.com/office/drawing/2014/main" id="{4295459E-7432-44CA-9D58-5BBDC43141E3}"/>
                  </a:ext>
                </a:extLst>
              </p:cNvPr>
              <p:cNvSpPr/>
              <p:nvPr/>
            </p:nvSpPr>
            <p:spPr>
              <a:xfrm>
                <a:off x="7039241" y="5725667"/>
                <a:ext cx="1581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8115">
                    <a:moveTo>
                      <a:pt x="0" y="0"/>
                    </a:moveTo>
                    <a:lnTo>
                      <a:pt x="157721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7" name="object 930">
                <a:extLst>
                  <a:ext uri="{FF2B5EF4-FFF2-40B4-BE49-F238E27FC236}">
                    <a16:creationId xmlns:a16="http://schemas.microsoft.com/office/drawing/2014/main" id="{BC54366F-D085-4F42-B9DE-E2EA9CB34886}"/>
                  </a:ext>
                </a:extLst>
              </p:cNvPr>
              <p:cNvSpPr/>
              <p:nvPr/>
            </p:nvSpPr>
            <p:spPr>
              <a:xfrm>
                <a:off x="7118477" y="5580887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8" name="object 931">
                <a:extLst>
                  <a:ext uri="{FF2B5EF4-FFF2-40B4-BE49-F238E27FC236}">
                    <a16:creationId xmlns:a16="http://schemas.microsoft.com/office/drawing/2014/main" id="{08073209-1E3B-4953-B1EB-1B58CC2DF8FE}"/>
                  </a:ext>
                </a:extLst>
              </p:cNvPr>
              <p:cNvSpPr/>
              <p:nvPr/>
            </p:nvSpPr>
            <p:spPr>
              <a:xfrm>
                <a:off x="7275449" y="5725667"/>
                <a:ext cx="15748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479">
                    <a:moveTo>
                      <a:pt x="0" y="0"/>
                    </a:moveTo>
                    <a:lnTo>
                      <a:pt x="156972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9" name="object 932">
                <a:extLst>
                  <a:ext uri="{FF2B5EF4-FFF2-40B4-BE49-F238E27FC236}">
                    <a16:creationId xmlns:a16="http://schemas.microsoft.com/office/drawing/2014/main" id="{EA2C17B0-A97E-4FB7-AFB9-47440F6BCC33}"/>
                  </a:ext>
                </a:extLst>
              </p:cNvPr>
              <p:cNvSpPr/>
              <p:nvPr/>
            </p:nvSpPr>
            <p:spPr>
              <a:xfrm>
                <a:off x="7353947" y="5580887"/>
                <a:ext cx="0" cy="287020"/>
              </a:xfrm>
              <a:custGeom>
                <a:avLst/>
                <a:gdLst/>
                <a:ahLst/>
                <a:cxnLst/>
                <a:rect l="l" t="t" r="r" b="b"/>
                <a:pathLst>
                  <a:path h="287020">
                    <a:moveTo>
                      <a:pt x="0" y="0"/>
                    </a:moveTo>
                    <a:lnTo>
                      <a:pt x="0" y="286512"/>
                    </a:lnTo>
                  </a:path>
                </a:pathLst>
              </a:custGeom>
              <a:ln w="3721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0" name="object 933">
                <a:extLst>
                  <a:ext uri="{FF2B5EF4-FFF2-40B4-BE49-F238E27FC236}">
                    <a16:creationId xmlns:a16="http://schemas.microsoft.com/office/drawing/2014/main" id="{6F2A8F7F-D89A-4AF0-A62B-009B7DFE377C}"/>
                  </a:ext>
                </a:extLst>
              </p:cNvPr>
              <p:cNvSpPr/>
              <p:nvPr/>
            </p:nvSpPr>
            <p:spPr>
              <a:xfrm>
                <a:off x="6803771" y="4869954"/>
                <a:ext cx="628650" cy="22479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24789">
                    <a:moveTo>
                      <a:pt x="39624" y="204216"/>
                    </a:moveTo>
                    <a:lnTo>
                      <a:pt x="38023" y="196176"/>
                    </a:lnTo>
                    <a:lnTo>
                      <a:pt x="33718" y="189636"/>
                    </a:lnTo>
                    <a:lnTo>
                      <a:pt x="27406" y="185242"/>
                    </a:lnTo>
                    <a:lnTo>
                      <a:pt x="19812" y="183642"/>
                    </a:lnTo>
                    <a:lnTo>
                      <a:pt x="12204" y="185242"/>
                    </a:lnTo>
                    <a:lnTo>
                      <a:pt x="5905" y="189636"/>
                    </a:lnTo>
                    <a:lnTo>
                      <a:pt x="1587" y="196176"/>
                    </a:lnTo>
                    <a:lnTo>
                      <a:pt x="0" y="204216"/>
                    </a:lnTo>
                    <a:lnTo>
                      <a:pt x="1587" y="212242"/>
                    </a:lnTo>
                    <a:lnTo>
                      <a:pt x="5905" y="218782"/>
                    </a:lnTo>
                    <a:lnTo>
                      <a:pt x="12204" y="223177"/>
                    </a:lnTo>
                    <a:lnTo>
                      <a:pt x="19812" y="224790"/>
                    </a:lnTo>
                    <a:lnTo>
                      <a:pt x="27406" y="223177"/>
                    </a:lnTo>
                    <a:lnTo>
                      <a:pt x="33718" y="218782"/>
                    </a:lnTo>
                    <a:lnTo>
                      <a:pt x="38023" y="212242"/>
                    </a:lnTo>
                    <a:lnTo>
                      <a:pt x="39624" y="204216"/>
                    </a:lnTo>
                    <a:close/>
                  </a:path>
                  <a:path w="628650" h="224789">
                    <a:moveTo>
                      <a:pt x="39624" y="19812"/>
                    </a:moveTo>
                    <a:lnTo>
                      <a:pt x="38023" y="12204"/>
                    </a:lnTo>
                    <a:lnTo>
                      <a:pt x="33718" y="5905"/>
                    </a:lnTo>
                    <a:lnTo>
                      <a:pt x="27406" y="1587"/>
                    </a:lnTo>
                    <a:lnTo>
                      <a:pt x="19812" y="0"/>
                    </a:lnTo>
                    <a:lnTo>
                      <a:pt x="12204" y="1587"/>
                    </a:lnTo>
                    <a:lnTo>
                      <a:pt x="5905" y="5905"/>
                    </a:lnTo>
                    <a:lnTo>
                      <a:pt x="1587" y="12204"/>
                    </a:lnTo>
                    <a:lnTo>
                      <a:pt x="0" y="19812"/>
                    </a:lnTo>
                    <a:lnTo>
                      <a:pt x="1587" y="27838"/>
                    </a:lnTo>
                    <a:lnTo>
                      <a:pt x="5905" y="34378"/>
                    </a:lnTo>
                    <a:lnTo>
                      <a:pt x="12204" y="38773"/>
                    </a:lnTo>
                    <a:lnTo>
                      <a:pt x="19812" y="40386"/>
                    </a:lnTo>
                    <a:lnTo>
                      <a:pt x="27406" y="38773"/>
                    </a:lnTo>
                    <a:lnTo>
                      <a:pt x="33718" y="34378"/>
                    </a:lnTo>
                    <a:lnTo>
                      <a:pt x="38023" y="27838"/>
                    </a:lnTo>
                    <a:lnTo>
                      <a:pt x="39624" y="19812"/>
                    </a:lnTo>
                    <a:close/>
                  </a:path>
                  <a:path w="628650" h="224789">
                    <a:moveTo>
                      <a:pt x="156984" y="204216"/>
                    </a:moveTo>
                    <a:lnTo>
                      <a:pt x="155498" y="196176"/>
                    </a:lnTo>
                    <a:lnTo>
                      <a:pt x="151460" y="189636"/>
                    </a:lnTo>
                    <a:lnTo>
                      <a:pt x="145402" y="185242"/>
                    </a:lnTo>
                    <a:lnTo>
                      <a:pt x="137934" y="183642"/>
                    </a:lnTo>
                    <a:lnTo>
                      <a:pt x="130009" y="185242"/>
                    </a:lnTo>
                    <a:lnTo>
                      <a:pt x="123736" y="189636"/>
                    </a:lnTo>
                    <a:lnTo>
                      <a:pt x="119608" y="196176"/>
                    </a:lnTo>
                    <a:lnTo>
                      <a:pt x="118122" y="204216"/>
                    </a:lnTo>
                    <a:lnTo>
                      <a:pt x="119608" y="212242"/>
                    </a:lnTo>
                    <a:lnTo>
                      <a:pt x="123736" y="218782"/>
                    </a:lnTo>
                    <a:lnTo>
                      <a:pt x="130009" y="223177"/>
                    </a:lnTo>
                    <a:lnTo>
                      <a:pt x="137934" y="224790"/>
                    </a:lnTo>
                    <a:lnTo>
                      <a:pt x="145402" y="223177"/>
                    </a:lnTo>
                    <a:lnTo>
                      <a:pt x="151460" y="218782"/>
                    </a:lnTo>
                    <a:lnTo>
                      <a:pt x="155498" y="212242"/>
                    </a:lnTo>
                    <a:lnTo>
                      <a:pt x="156984" y="204216"/>
                    </a:lnTo>
                    <a:close/>
                  </a:path>
                  <a:path w="628650" h="224789">
                    <a:moveTo>
                      <a:pt x="156984" y="19812"/>
                    </a:moveTo>
                    <a:lnTo>
                      <a:pt x="155498" y="12204"/>
                    </a:lnTo>
                    <a:lnTo>
                      <a:pt x="151460" y="5905"/>
                    </a:lnTo>
                    <a:lnTo>
                      <a:pt x="145402" y="1587"/>
                    </a:lnTo>
                    <a:lnTo>
                      <a:pt x="137934" y="0"/>
                    </a:lnTo>
                    <a:lnTo>
                      <a:pt x="130009" y="1587"/>
                    </a:lnTo>
                    <a:lnTo>
                      <a:pt x="123736" y="5905"/>
                    </a:lnTo>
                    <a:lnTo>
                      <a:pt x="119608" y="12204"/>
                    </a:lnTo>
                    <a:lnTo>
                      <a:pt x="118122" y="19812"/>
                    </a:lnTo>
                    <a:lnTo>
                      <a:pt x="119608" y="27838"/>
                    </a:lnTo>
                    <a:lnTo>
                      <a:pt x="123736" y="34378"/>
                    </a:lnTo>
                    <a:lnTo>
                      <a:pt x="130009" y="38773"/>
                    </a:lnTo>
                    <a:lnTo>
                      <a:pt x="137934" y="40386"/>
                    </a:lnTo>
                    <a:lnTo>
                      <a:pt x="145402" y="38773"/>
                    </a:lnTo>
                    <a:lnTo>
                      <a:pt x="151460" y="34378"/>
                    </a:lnTo>
                    <a:lnTo>
                      <a:pt x="155498" y="27838"/>
                    </a:lnTo>
                    <a:lnTo>
                      <a:pt x="156984" y="19812"/>
                    </a:lnTo>
                    <a:close/>
                  </a:path>
                  <a:path w="628650" h="224789">
                    <a:moveTo>
                      <a:pt x="275094" y="204216"/>
                    </a:moveTo>
                    <a:lnTo>
                      <a:pt x="273494" y="196176"/>
                    </a:lnTo>
                    <a:lnTo>
                      <a:pt x="269189" y="189636"/>
                    </a:lnTo>
                    <a:lnTo>
                      <a:pt x="262877" y="185242"/>
                    </a:lnTo>
                    <a:lnTo>
                      <a:pt x="255282" y="183642"/>
                    </a:lnTo>
                    <a:lnTo>
                      <a:pt x="247675" y="185242"/>
                    </a:lnTo>
                    <a:lnTo>
                      <a:pt x="241376" y="189636"/>
                    </a:lnTo>
                    <a:lnTo>
                      <a:pt x="237058" y="196176"/>
                    </a:lnTo>
                    <a:lnTo>
                      <a:pt x="235470" y="204216"/>
                    </a:lnTo>
                    <a:lnTo>
                      <a:pt x="237058" y="212242"/>
                    </a:lnTo>
                    <a:lnTo>
                      <a:pt x="241376" y="218782"/>
                    </a:lnTo>
                    <a:lnTo>
                      <a:pt x="247675" y="223177"/>
                    </a:lnTo>
                    <a:lnTo>
                      <a:pt x="255282" y="224790"/>
                    </a:lnTo>
                    <a:lnTo>
                      <a:pt x="262877" y="223177"/>
                    </a:lnTo>
                    <a:lnTo>
                      <a:pt x="269189" y="218782"/>
                    </a:lnTo>
                    <a:lnTo>
                      <a:pt x="273494" y="212242"/>
                    </a:lnTo>
                    <a:lnTo>
                      <a:pt x="275094" y="204216"/>
                    </a:lnTo>
                    <a:close/>
                  </a:path>
                  <a:path w="628650" h="224789">
                    <a:moveTo>
                      <a:pt x="275094" y="19812"/>
                    </a:moveTo>
                    <a:lnTo>
                      <a:pt x="273494" y="12204"/>
                    </a:lnTo>
                    <a:lnTo>
                      <a:pt x="269189" y="5905"/>
                    </a:lnTo>
                    <a:lnTo>
                      <a:pt x="262877" y="1587"/>
                    </a:lnTo>
                    <a:lnTo>
                      <a:pt x="255282" y="0"/>
                    </a:lnTo>
                    <a:lnTo>
                      <a:pt x="247675" y="1587"/>
                    </a:lnTo>
                    <a:lnTo>
                      <a:pt x="241376" y="5905"/>
                    </a:lnTo>
                    <a:lnTo>
                      <a:pt x="237058" y="12204"/>
                    </a:lnTo>
                    <a:lnTo>
                      <a:pt x="235470" y="19812"/>
                    </a:lnTo>
                    <a:lnTo>
                      <a:pt x="237058" y="27838"/>
                    </a:lnTo>
                    <a:lnTo>
                      <a:pt x="241376" y="34378"/>
                    </a:lnTo>
                    <a:lnTo>
                      <a:pt x="247675" y="38773"/>
                    </a:lnTo>
                    <a:lnTo>
                      <a:pt x="255282" y="40386"/>
                    </a:lnTo>
                    <a:lnTo>
                      <a:pt x="262877" y="38773"/>
                    </a:lnTo>
                    <a:lnTo>
                      <a:pt x="269189" y="34378"/>
                    </a:lnTo>
                    <a:lnTo>
                      <a:pt x="273494" y="27838"/>
                    </a:lnTo>
                    <a:lnTo>
                      <a:pt x="275094" y="19812"/>
                    </a:lnTo>
                    <a:close/>
                  </a:path>
                  <a:path w="628650" h="224789">
                    <a:moveTo>
                      <a:pt x="393192" y="204216"/>
                    </a:moveTo>
                    <a:lnTo>
                      <a:pt x="391591" y="196176"/>
                    </a:lnTo>
                    <a:lnTo>
                      <a:pt x="387286" y="189636"/>
                    </a:lnTo>
                    <a:lnTo>
                      <a:pt x="380974" y="185242"/>
                    </a:lnTo>
                    <a:lnTo>
                      <a:pt x="373380" y="183642"/>
                    </a:lnTo>
                    <a:lnTo>
                      <a:pt x="365772" y="185242"/>
                    </a:lnTo>
                    <a:lnTo>
                      <a:pt x="359473" y="189636"/>
                    </a:lnTo>
                    <a:lnTo>
                      <a:pt x="355155" y="196176"/>
                    </a:lnTo>
                    <a:lnTo>
                      <a:pt x="353568" y="204216"/>
                    </a:lnTo>
                    <a:lnTo>
                      <a:pt x="355155" y="212242"/>
                    </a:lnTo>
                    <a:lnTo>
                      <a:pt x="359473" y="218782"/>
                    </a:lnTo>
                    <a:lnTo>
                      <a:pt x="365772" y="223177"/>
                    </a:lnTo>
                    <a:lnTo>
                      <a:pt x="373380" y="224790"/>
                    </a:lnTo>
                    <a:lnTo>
                      <a:pt x="380974" y="223177"/>
                    </a:lnTo>
                    <a:lnTo>
                      <a:pt x="387286" y="218782"/>
                    </a:lnTo>
                    <a:lnTo>
                      <a:pt x="391591" y="212242"/>
                    </a:lnTo>
                    <a:lnTo>
                      <a:pt x="393192" y="204216"/>
                    </a:lnTo>
                    <a:close/>
                  </a:path>
                  <a:path w="628650" h="224789">
                    <a:moveTo>
                      <a:pt x="393192" y="19812"/>
                    </a:moveTo>
                    <a:lnTo>
                      <a:pt x="391591" y="12204"/>
                    </a:lnTo>
                    <a:lnTo>
                      <a:pt x="387286" y="5905"/>
                    </a:lnTo>
                    <a:lnTo>
                      <a:pt x="380974" y="1587"/>
                    </a:lnTo>
                    <a:lnTo>
                      <a:pt x="373380" y="0"/>
                    </a:lnTo>
                    <a:lnTo>
                      <a:pt x="365772" y="1587"/>
                    </a:lnTo>
                    <a:lnTo>
                      <a:pt x="359473" y="5905"/>
                    </a:lnTo>
                    <a:lnTo>
                      <a:pt x="355155" y="12204"/>
                    </a:lnTo>
                    <a:lnTo>
                      <a:pt x="353568" y="19812"/>
                    </a:lnTo>
                    <a:lnTo>
                      <a:pt x="355155" y="27838"/>
                    </a:lnTo>
                    <a:lnTo>
                      <a:pt x="359473" y="34378"/>
                    </a:lnTo>
                    <a:lnTo>
                      <a:pt x="365772" y="38773"/>
                    </a:lnTo>
                    <a:lnTo>
                      <a:pt x="373380" y="40386"/>
                    </a:lnTo>
                    <a:lnTo>
                      <a:pt x="380974" y="38773"/>
                    </a:lnTo>
                    <a:lnTo>
                      <a:pt x="387286" y="34378"/>
                    </a:lnTo>
                    <a:lnTo>
                      <a:pt x="391591" y="27838"/>
                    </a:lnTo>
                    <a:lnTo>
                      <a:pt x="393192" y="19812"/>
                    </a:lnTo>
                    <a:close/>
                  </a:path>
                  <a:path w="628650" h="224789">
                    <a:moveTo>
                      <a:pt x="510540" y="204216"/>
                    </a:moveTo>
                    <a:lnTo>
                      <a:pt x="509041" y="196176"/>
                    </a:lnTo>
                    <a:lnTo>
                      <a:pt x="504913" y="189636"/>
                    </a:lnTo>
                    <a:lnTo>
                      <a:pt x="498640" y="185242"/>
                    </a:lnTo>
                    <a:lnTo>
                      <a:pt x="490728" y="183642"/>
                    </a:lnTo>
                    <a:lnTo>
                      <a:pt x="483247" y="185242"/>
                    </a:lnTo>
                    <a:lnTo>
                      <a:pt x="477202" y="189636"/>
                    </a:lnTo>
                    <a:lnTo>
                      <a:pt x="473151" y="196176"/>
                    </a:lnTo>
                    <a:lnTo>
                      <a:pt x="471678" y="204216"/>
                    </a:lnTo>
                    <a:lnTo>
                      <a:pt x="473151" y="212242"/>
                    </a:lnTo>
                    <a:lnTo>
                      <a:pt x="477202" y="218782"/>
                    </a:lnTo>
                    <a:lnTo>
                      <a:pt x="483247" y="223177"/>
                    </a:lnTo>
                    <a:lnTo>
                      <a:pt x="490728" y="224790"/>
                    </a:lnTo>
                    <a:lnTo>
                      <a:pt x="498640" y="223177"/>
                    </a:lnTo>
                    <a:lnTo>
                      <a:pt x="504913" y="218782"/>
                    </a:lnTo>
                    <a:lnTo>
                      <a:pt x="509041" y="212242"/>
                    </a:lnTo>
                    <a:lnTo>
                      <a:pt x="510540" y="204216"/>
                    </a:lnTo>
                    <a:close/>
                  </a:path>
                  <a:path w="628650" h="224789">
                    <a:moveTo>
                      <a:pt x="510540" y="19812"/>
                    </a:moveTo>
                    <a:lnTo>
                      <a:pt x="509041" y="12204"/>
                    </a:lnTo>
                    <a:lnTo>
                      <a:pt x="504913" y="5905"/>
                    </a:lnTo>
                    <a:lnTo>
                      <a:pt x="498640" y="1587"/>
                    </a:lnTo>
                    <a:lnTo>
                      <a:pt x="490728" y="0"/>
                    </a:lnTo>
                    <a:lnTo>
                      <a:pt x="483247" y="1587"/>
                    </a:lnTo>
                    <a:lnTo>
                      <a:pt x="477202" y="5905"/>
                    </a:lnTo>
                    <a:lnTo>
                      <a:pt x="473151" y="12204"/>
                    </a:lnTo>
                    <a:lnTo>
                      <a:pt x="471678" y="19812"/>
                    </a:lnTo>
                    <a:lnTo>
                      <a:pt x="473151" y="27838"/>
                    </a:lnTo>
                    <a:lnTo>
                      <a:pt x="477202" y="34378"/>
                    </a:lnTo>
                    <a:lnTo>
                      <a:pt x="483247" y="38773"/>
                    </a:lnTo>
                    <a:lnTo>
                      <a:pt x="490728" y="40386"/>
                    </a:lnTo>
                    <a:lnTo>
                      <a:pt x="498640" y="38773"/>
                    </a:lnTo>
                    <a:lnTo>
                      <a:pt x="504913" y="34378"/>
                    </a:lnTo>
                    <a:lnTo>
                      <a:pt x="509041" y="27838"/>
                    </a:lnTo>
                    <a:lnTo>
                      <a:pt x="510540" y="19812"/>
                    </a:lnTo>
                    <a:close/>
                  </a:path>
                  <a:path w="628650" h="224789">
                    <a:moveTo>
                      <a:pt x="628650" y="204216"/>
                    </a:moveTo>
                    <a:lnTo>
                      <a:pt x="627049" y="196176"/>
                    </a:lnTo>
                    <a:lnTo>
                      <a:pt x="622744" y="189636"/>
                    </a:lnTo>
                    <a:lnTo>
                      <a:pt x="616432" y="185242"/>
                    </a:lnTo>
                    <a:lnTo>
                      <a:pt x="608838" y="183642"/>
                    </a:lnTo>
                    <a:lnTo>
                      <a:pt x="601230" y="185242"/>
                    </a:lnTo>
                    <a:lnTo>
                      <a:pt x="594931" y="189636"/>
                    </a:lnTo>
                    <a:lnTo>
                      <a:pt x="590613" y="196176"/>
                    </a:lnTo>
                    <a:lnTo>
                      <a:pt x="589026" y="204216"/>
                    </a:lnTo>
                    <a:lnTo>
                      <a:pt x="590613" y="212242"/>
                    </a:lnTo>
                    <a:lnTo>
                      <a:pt x="594931" y="218782"/>
                    </a:lnTo>
                    <a:lnTo>
                      <a:pt x="601230" y="223177"/>
                    </a:lnTo>
                    <a:lnTo>
                      <a:pt x="608838" y="224790"/>
                    </a:lnTo>
                    <a:lnTo>
                      <a:pt x="616432" y="223177"/>
                    </a:lnTo>
                    <a:lnTo>
                      <a:pt x="622744" y="218782"/>
                    </a:lnTo>
                    <a:lnTo>
                      <a:pt x="627049" y="212242"/>
                    </a:lnTo>
                    <a:lnTo>
                      <a:pt x="628650" y="204216"/>
                    </a:lnTo>
                    <a:close/>
                  </a:path>
                  <a:path w="628650" h="224789">
                    <a:moveTo>
                      <a:pt x="628650" y="19812"/>
                    </a:moveTo>
                    <a:lnTo>
                      <a:pt x="627049" y="12204"/>
                    </a:lnTo>
                    <a:lnTo>
                      <a:pt x="622744" y="5905"/>
                    </a:lnTo>
                    <a:lnTo>
                      <a:pt x="616432" y="1587"/>
                    </a:lnTo>
                    <a:lnTo>
                      <a:pt x="608838" y="0"/>
                    </a:lnTo>
                    <a:lnTo>
                      <a:pt x="601230" y="1587"/>
                    </a:lnTo>
                    <a:lnTo>
                      <a:pt x="594931" y="5905"/>
                    </a:lnTo>
                    <a:lnTo>
                      <a:pt x="590613" y="12204"/>
                    </a:lnTo>
                    <a:lnTo>
                      <a:pt x="589026" y="19812"/>
                    </a:lnTo>
                    <a:lnTo>
                      <a:pt x="590613" y="27838"/>
                    </a:lnTo>
                    <a:lnTo>
                      <a:pt x="594931" y="34378"/>
                    </a:lnTo>
                    <a:lnTo>
                      <a:pt x="601230" y="38773"/>
                    </a:lnTo>
                    <a:lnTo>
                      <a:pt x="608838" y="40386"/>
                    </a:lnTo>
                    <a:lnTo>
                      <a:pt x="616432" y="38773"/>
                    </a:lnTo>
                    <a:lnTo>
                      <a:pt x="622744" y="34378"/>
                    </a:lnTo>
                    <a:lnTo>
                      <a:pt x="627049" y="27838"/>
                    </a:lnTo>
                    <a:lnTo>
                      <a:pt x="628650" y="1981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1" name="object 934">
                <a:extLst>
                  <a:ext uri="{FF2B5EF4-FFF2-40B4-BE49-F238E27FC236}">
                    <a16:creationId xmlns:a16="http://schemas.microsoft.com/office/drawing/2014/main" id="{85D538C8-429C-49A7-899A-7B07F7EF4766}"/>
                  </a:ext>
                </a:extLst>
              </p:cNvPr>
              <p:cNvSpPr/>
              <p:nvPr/>
            </p:nvSpPr>
            <p:spPr>
              <a:xfrm>
                <a:off x="6803771" y="5356859"/>
                <a:ext cx="6286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8650">
                    <a:moveTo>
                      <a:pt x="0" y="0"/>
                    </a:moveTo>
                    <a:lnTo>
                      <a:pt x="156984" y="0"/>
                    </a:lnTo>
                  </a:path>
                  <a:path w="628650">
                    <a:moveTo>
                      <a:pt x="235470" y="0"/>
                    </a:moveTo>
                    <a:lnTo>
                      <a:pt x="393192" y="0"/>
                    </a:lnTo>
                  </a:path>
                  <a:path w="628650">
                    <a:moveTo>
                      <a:pt x="471677" y="0"/>
                    </a:moveTo>
                    <a:lnTo>
                      <a:pt x="628650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2" name="object 935">
                <a:extLst>
                  <a:ext uri="{FF2B5EF4-FFF2-40B4-BE49-F238E27FC236}">
                    <a16:creationId xmlns:a16="http://schemas.microsoft.com/office/drawing/2014/main" id="{DBC5E8D1-A578-4A8C-84AB-5A23DB340263}"/>
                  </a:ext>
                </a:extLst>
              </p:cNvPr>
              <p:cNvSpPr/>
              <p:nvPr/>
            </p:nvSpPr>
            <p:spPr>
              <a:xfrm>
                <a:off x="6803771" y="5238000"/>
                <a:ext cx="628650" cy="22606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26060">
                    <a:moveTo>
                      <a:pt x="39624" y="204978"/>
                    </a:moveTo>
                    <a:lnTo>
                      <a:pt x="38023" y="196938"/>
                    </a:lnTo>
                    <a:lnTo>
                      <a:pt x="33718" y="190398"/>
                    </a:lnTo>
                    <a:lnTo>
                      <a:pt x="27406" y="186004"/>
                    </a:lnTo>
                    <a:lnTo>
                      <a:pt x="19812" y="184404"/>
                    </a:lnTo>
                    <a:lnTo>
                      <a:pt x="12204" y="186004"/>
                    </a:lnTo>
                    <a:lnTo>
                      <a:pt x="5905" y="190398"/>
                    </a:lnTo>
                    <a:lnTo>
                      <a:pt x="1587" y="196938"/>
                    </a:lnTo>
                    <a:lnTo>
                      <a:pt x="0" y="204978"/>
                    </a:lnTo>
                    <a:lnTo>
                      <a:pt x="1587" y="213004"/>
                    </a:lnTo>
                    <a:lnTo>
                      <a:pt x="5905" y="219544"/>
                    </a:lnTo>
                    <a:lnTo>
                      <a:pt x="12204" y="223939"/>
                    </a:lnTo>
                    <a:lnTo>
                      <a:pt x="19812" y="225552"/>
                    </a:lnTo>
                    <a:lnTo>
                      <a:pt x="27406" y="223939"/>
                    </a:lnTo>
                    <a:lnTo>
                      <a:pt x="33718" y="219544"/>
                    </a:lnTo>
                    <a:lnTo>
                      <a:pt x="38023" y="213004"/>
                    </a:lnTo>
                    <a:lnTo>
                      <a:pt x="39624" y="204978"/>
                    </a:lnTo>
                    <a:close/>
                  </a:path>
                  <a:path w="628650" h="226060">
                    <a:moveTo>
                      <a:pt x="39624" y="20574"/>
                    </a:moveTo>
                    <a:lnTo>
                      <a:pt x="38023" y="12534"/>
                    </a:lnTo>
                    <a:lnTo>
                      <a:pt x="33718" y="5994"/>
                    </a:lnTo>
                    <a:lnTo>
                      <a:pt x="27406" y="1600"/>
                    </a:lnTo>
                    <a:lnTo>
                      <a:pt x="19812" y="0"/>
                    </a:lnTo>
                    <a:lnTo>
                      <a:pt x="12204" y="1600"/>
                    </a:lnTo>
                    <a:lnTo>
                      <a:pt x="5905" y="5994"/>
                    </a:lnTo>
                    <a:lnTo>
                      <a:pt x="1587" y="12534"/>
                    </a:lnTo>
                    <a:lnTo>
                      <a:pt x="0" y="20574"/>
                    </a:lnTo>
                    <a:lnTo>
                      <a:pt x="1587" y="28600"/>
                    </a:lnTo>
                    <a:lnTo>
                      <a:pt x="5905" y="35140"/>
                    </a:lnTo>
                    <a:lnTo>
                      <a:pt x="12204" y="39535"/>
                    </a:lnTo>
                    <a:lnTo>
                      <a:pt x="19812" y="41148"/>
                    </a:lnTo>
                    <a:lnTo>
                      <a:pt x="27406" y="39535"/>
                    </a:lnTo>
                    <a:lnTo>
                      <a:pt x="33718" y="35140"/>
                    </a:lnTo>
                    <a:lnTo>
                      <a:pt x="38023" y="28600"/>
                    </a:lnTo>
                    <a:lnTo>
                      <a:pt x="39624" y="20574"/>
                    </a:lnTo>
                    <a:close/>
                  </a:path>
                  <a:path w="628650" h="226060">
                    <a:moveTo>
                      <a:pt x="156984" y="204978"/>
                    </a:moveTo>
                    <a:lnTo>
                      <a:pt x="155498" y="196938"/>
                    </a:lnTo>
                    <a:lnTo>
                      <a:pt x="151460" y="190398"/>
                    </a:lnTo>
                    <a:lnTo>
                      <a:pt x="145402" y="186004"/>
                    </a:lnTo>
                    <a:lnTo>
                      <a:pt x="137934" y="184404"/>
                    </a:lnTo>
                    <a:lnTo>
                      <a:pt x="130009" y="186004"/>
                    </a:lnTo>
                    <a:lnTo>
                      <a:pt x="123736" y="190398"/>
                    </a:lnTo>
                    <a:lnTo>
                      <a:pt x="119608" y="196938"/>
                    </a:lnTo>
                    <a:lnTo>
                      <a:pt x="118122" y="204978"/>
                    </a:lnTo>
                    <a:lnTo>
                      <a:pt x="119608" y="213004"/>
                    </a:lnTo>
                    <a:lnTo>
                      <a:pt x="123736" y="219544"/>
                    </a:lnTo>
                    <a:lnTo>
                      <a:pt x="130009" y="223939"/>
                    </a:lnTo>
                    <a:lnTo>
                      <a:pt x="137934" y="225552"/>
                    </a:lnTo>
                    <a:lnTo>
                      <a:pt x="145402" y="223939"/>
                    </a:lnTo>
                    <a:lnTo>
                      <a:pt x="151460" y="219544"/>
                    </a:lnTo>
                    <a:lnTo>
                      <a:pt x="155498" y="213004"/>
                    </a:lnTo>
                    <a:lnTo>
                      <a:pt x="156984" y="204978"/>
                    </a:lnTo>
                    <a:close/>
                  </a:path>
                  <a:path w="628650" h="226060">
                    <a:moveTo>
                      <a:pt x="156984" y="20574"/>
                    </a:moveTo>
                    <a:lnTo>
                      <a:pt x="155498" y="12534"/>
                    </a:lnTo>
                    <a:lnTo>
                      <a:pt x="151460" y="5994"/>
                    </a:lnTo>
                    <a:lnTo>
                      <a:pt x="145402" y="1600"/>
                    </a:lnTo>
                    <a:lnTo>
                      <a:pt x="137934" y="0"/>
                    </a:lnTo>
                    <a:lnTo>
                      <a:pt x="130009" y="1600"/>
                    </a:lnTo>
                    <a:lnTo>
                      <a:pt x="123736" y="5994"/>
                    </a:lnTo>
                    <a:lnTo>
                      <a:pt x="119608" y="12534"/>
                    </a:lnTo>
                    <a:lnTo>
                      <a:pt x="118122" y="20574"/>
                    </a:lnTo>
                    <a:lnTo>
                      <a:pt x="119608" y="28600"/>
                    </a:lnTo>
                    <a:lnTo>
                      <a:pt x="123736" y="35140"/>
                    </a:lnTo>
                    <a:lnTo>
                      <a:pt x="130009" y="39535"/>
                    </a:lnTo>
                    <a:lnTo>
                      <a:pt x="137934" y="41148"/>
                    </a:lnTo>
                    <a:lnTo>
                      <a:pt x="145402" y="39535"/>
                    </a:lnTo>
                    <a:lnTo>
                      <a:pt x="151460" y="35140"/>
                    </a:lnTo>
                    <a:lnTo>
                      <a:pt x="155498" y="28600"/>
                    </a:lnTo>
                    <a:lnTo>
                      <a:pt x="156984" y="20574"/>
                    </a:lnTo>
                    <a:close/>
                  </a:path>
                  <a:path w="628650" h="226060">
                    <a:moveTo>
                      <a:pt x="275094" y="204978"/>
                    </a:moveTo>
                    <a:lnTo>
                      <a:pt x="273494" y="196938"/>
                    </a:lnTo>
                    <a:lnTo>
                      <a:pt x="269189" y="190398"/>
                    </a:lnTo>
                    <a:lnTo>
                      <a:pt x="262877" y="186004"/>
                    </a:lnTo>
                    <a:lnTo>
                      <a:pt x="255282" y="184404"/>
                    </a:lnTo>
                    <a:lnTo>
                      <a:pt x="247675" y="186004"/>
                    </a:lnTo>
                    <a:lnTo>
                      <a:pt x="241376" y="190398"/>
                    </a:lnTo>
                    <a:lnTo>
                      <a:pt x="237058" y="196938"/>
                    </a:lnTo>
                    <a:lnTo>
                      <a:pt x="235470" y="204978"/>
                    </a:lnTo>
                    <a:lnTo>
                      <a:pt x="237058" y="213004"/>
                    </a:lnTo>
                    <a:lnTo>
                      <a:pt x="241376" y="219544"/>
                    </a:lnTo>
                    <a:lnTo>
                      <a:pt x="247675" y="223939"/>
                    </a:lnTo>
                    <a:lnTo>
                      <a:pt x="255282" y="225552"/>
                    </a:lnTo>
                    <a:lnTo>
                      <a:pt x="262877" y="223939"/>
                    </a:lnTo>
                    <a:lnTo>
                      <a:pt x="269189" y="219544"/>
                    </a:lnTo>
                    <a:lnTo>
                      <a:pt x="273494" y="213004"/>
                    </a:lnTo>
                    <a:lnTo>
                      <a:pt x="275094" y="204978"/>
                    </a:lnTo>
                    <a:close/>
                  </a:path>
                  <a:path w="628650" h="226060">
                    <a:moveTo>
                      <a:pt x="275094" y="20574"/>
                    </a:moveTo>
                    <a:lnTo>
                      <a:pt x="273494" y="12534"/>
                    </a:lnTo>
                    <a:lnTo>
                      <a:pt x="269189" y="5994"/>
                    </a:lnTo>
                    <a:lnTo>
                      <a:pt x="262877" y="1600"/>
                    </a:lnTo>
                    <a:lnTo>
                      <a:pt x="255282" y="0"/>
                    </a:lnTo>
                    <a:lnTo>
                      <a:pt x="247675" y="1600"/>
                    </a:lnTo>
                    <a:lnTo>
                      <a:pt x="241376" y="5994"/>
                    </a:lnTo>
                    <a:lnTo>
                      <a:pt x="237058" y="12534"/>
                    </a:lnTo>
                    <a:lnTo>
                      <a:pt x="235470" y="20574"/>
                    </a:lnTo>
                    <a:lnTo>
                      <a:pt x="237058" y="28600"/>
                    </a:lnTo>
                    <a:lnTo>
                      <a:pt x="241376" y="35140"/>
                    </a:lnTo>
                    <a:lnTo>
                      <a:pt x="247675" y="39535"/>
                    </a:lnTo>
                    <a:lnTo>
                      <a:pt x="255282" y="41148"/>
                    </a:lnTo>
                    <a:lnTo>
                      <a:pt x="262877" y="39535"/>
                    </a:lnTo>
                    <a:lnTo>
                      <a:pt x="269189" y="35140"/>
                    </a:lnTo>
                    <a:lnTo>
                      <a:pt x="273494" y="28600"/>
                    </a:lnTo>
                    <a:lnTo>
                      <a:pt x="275094" y="20574"/>
                    </a:lnTo>
                    <a:close/>
                  </a:path>
                  <a:path w="628650" h="226060">
                    <a:moveTo>
                      <a:pt x="393192" y="204978"/>
                    </a:moveTo>
                    <a:lnTo>
                      <a:pt x="391591" y="196938"/>
                    </a:lnTo>
                    <a:lnTo>
                      <a:pt x="387286" y="190398"/>
                    </a:lnTo>
                    <a:lnTo>
                      <a:pt x="380974" y="186004"/>
                    </a:lnTo>
                    <a:lnTo>
                      <a:pt x="373380" y="184404"/>
                    </a:lnTo>
                    <a:lnTo>
                      <a:pt x="365772" y="186004"/>
                    </a:lnTo>
                    <a:lnTo>
                      <a:pt x="359473" y="190398"/>
                    </a:lnTo>
                    <a:lnTo>
                      <a:pt x="355155" y="196938"/>
                    </a:lnTo>
                    <a:lnTo>
                      <a:pt x="353568" y="204978"/>
                    </a:lnTo>
                    <a:lnTo>
                      <a:pt x="355155" y="213004"/>
                    </a:lnTo>
                    <a:lnTo>
                      <a:pt x="359473" y="219544"/>
                    </a:lnTo>
                    <a:lnTo>
                      <a:pt x="365772" y="223939"/>
                    </a:lnTo>
                    <a:lnTo>
                      <a:pt x="373380" y="225552"/>
                    </a:lnTo>
                    <a:lnTo>
                      <a:pt x="380974" y="223939"/>
                    </a:lnTo>
                    <a:lnTo>
                      <a:pt x="387286" y="219544"/>
                    </a:lnTo>
                    <a:lnTo>
                      <a:pt x="391591" y="213004"/>
                    </a:lnTo>
                    <a:lnTo>
                      <a:pt x="393192" y="204978"/>
                    </a:lnTo>
                    <a:close/>
                  </a:path>
                  <a:path w="628650" h="226060">
                    <a:moveTo>
                      <a:pt x="393192" y="20574"/>
                    </a:moveTo>
                    <a:lnTo>
                      <a:pt x="391591" y="12534"/>
                    </a:lnTo>
                    <a:lnTo>
                      <a:pt x="387286" y="5994"/>
                    </a:lnTo>
                    <a:lnTo>
                      <a:pt x="380974" y="1600"/>
                    </a:lnTo>
                    <a:lnTo>
                      <a:pt x="373380" y="0"/>
                    </a:lnTo>
                    <a:lnTo>
                      <a:pt x="365772" y="1600"/>
                    </a:lnTo>
                    <a:lnTo>
                      <a:pt x="359473" y="5994"/>
                    </a:lnTo>
                    <a:lnTo>
                      <a:pt x="355155" y="12534"/>
                    </a:lnTo>
                    <a:lnTo>
                      <a:pt x="353568" y="20574"/>
                    </a:lnTo>
                    <a:lnTo>
                      <a:pt x="355155" y="28600"/>
                    </a:lnTo>
                    <a:lnTo>
                      <a:pt x="359473" y="35140"/>
                    </a:lnTo>
                    <a:lnTo>
                      <a:pt x="365772" y="39535"/>
                    </a:lnTo>
                    <a:lnTo>
                      <a:pt x="373380" y="41148"/>
                    </a:lnTo>
                    <a:lnTo>
                      <a:pt x="380974" y="39535"/>
                    </a:lnTo>
                    <a:lnTo>
                      <a:pt x="387286" y="35140"/>
                    </a:lnTo>
                    <a:lnTo>
                      <a:pt x="391591" y="28600"/>
                    </a:lnTo>
                    <a:lnTo>
                      <a:pt x="393192" y="20574"/>
                    </a:lnTo>
                    <a:close/>
                  </a:path>
                  <a:path w="628650" h="226060">
                    <a:moveTo>
                      <a:pt x="510540" y="204978"/>
                    </a:moveTo>
                    <a:lnTo>
                      <a:pt x="509041" y="196938"/>
                    </a:lnTo>
                    <a:lnTo>
                      <a:pt x="504913" y="190398"/>
                    </a:lnTo>
                    <a:lnTo>
                      <a:pt x="498640" y="186004"/>
                    </a:lnTo>
                    <a:lnTo>
                      <a:pt x="490728" y="184404"/>
                    </a:lnTo>
                    <a:lnTo>
                      <a:pt x="483247" y="186004"/>
                    </a:lnTo>
                    <a:lnTo>
                      <a:pt x="477202" y="190398"/>
                    </a:lnTo>
                    <a:lnTo>
                      <a:pt x="473151" y="196938"/>
                    </a:lnTo>
                    <a:lnTo>
                      <a:pt x="471678" y="204978"/>
                    </a:lnTo>
                    <a:lnTo>
                      <a:pt x="473151" y="213004"/>
                    </a:lnTo>
                    <a:lnTo>
                      <a:pt x="477202" y="219544"/>
                    </a:lnTo>
                    <a:lnTo>
                      <a:pt x="483247" y="223939"/>
                    </a:lnTo>
                    <a:lnTo>
                      <a:pt x="490728" y="225552"/>
                    </a:lnTo>
                    <a:lnTo>
                      <a:pt x="498640" y="223939"/>
                    </a:lnTo>
                    <a:lnTo>
                      <a:pt x="504913" y="219544"/>
                    </a:lnTo>
                    <a:lnTo>
                      <a:pt x="509041" y="213004"/>
                    </a:lnTo>
                    <a:lnTo>
                      <a:pt x="510540" y="204978"/>
                    </a:lnTo>
                    <a:close/>
                  </a:path>
                  <a:path w="628650" h="226060">
                    <a:moveTo>
                      <a:pt x="510540" y="20574"/>
                    </a:moveTo>
                    <a:lnTo>
                      <a:pt x="509041" y="12534"/>
                    </a:lnTo>
                    <a:lnTo>
                      <a:pt x="504913" y="5994"/>
                    </a:lnTo>
                    <a:lnTo>
                      <a:pt x="498640" y="1600"/>
                    </a:lnTo>
                    <a:lnTo>
                      <a:pt x="490728" y="0"/>
                    </a:lnTo>
                    <a:lnTo>
                      <a:pt x="483247" y="1600"/>
                    </a:lnTo>
                    <a:lnTo>
                      <a:pt x="477202" y="5994"/>
                    </a:lnTo>
                    <a:lnTo>
                      <a:pt x="473151" y="12534"/>
                    </a:lnTo>
                    <a:lnTo>
                      <a:pt x="471678" y="20574"/>
                    </a:lnTo>
                    <a:lnTo>
                      <a:pt x="473151" y="28600"/>
                    </a:lnTo>
                    <a:lnTo>
                      <a:pt x="477202" y="35140"/>
                    </a:lnTo>
                    <a:lnTo>
                      <a:pt x="483247" y="39535"/>
                    </a:lnTo>
                    <a:lnTo>
                      <a:pt x="490728" y="41148"/>
                    </a:lnTo>
                    <a:lnTo>
                      <a:pt x="498640" y="39535"/>
                    </a:lnTo>
                    <a:lnTo>
                      <a:pt x="504913" y="35140"/>
                    </a:lnTo>
                    <a:lnTo>
                      <a:pt x="509041" y="28600"/>
                    </a:lnTo>
                    <a:lnTo>
                      <a:pt x="510540" y="20574"/>
                    </a:lnTo>
                    <a:close/>
                  </a:path>
                  <a:path w="628650" h="226060">
                    <a:moveTo>
                      <a:pt x="628650" y="204978"/>
                    </a:moveTo>
                    <a:lnTo>
                      <a:pt x="627049" y="196938"/>
                    </a:lnTo>
                    <a:lnTo>
                      <a:pt x="622744" y="190398"/>
                    </a:lnTo>
                    <a:lnTo>
                      <a:pt x="616432" y="186004"/>
                    </a:lnTo>
                    <a:lnTo>
                      <a:pt x="608838" y="184404"/>
                    </a:lnTo>
                    <a:lnTo>
                      <a:pt x="601230" y="186004"/>
                    </a:lnTo>
                    <a:lnTo>
                      <a:pt x="594931" y="190398"/>
                    </a:lnTo>
                    <a:lnTo>
                      <a:pt x="590613" y="196938"/>
                    </a:lnTo>
                    <a:lnTo>
                      <a:pt x="589026" y="204978"/>
                    </a:lnTo>
                    <a:lnTo>
                      <a:pt x="590613" y="213004"/>
                    </a:lnTo>
                    <a:lnTo>
                      <a:pt x="594931" y="219544"/>
                    </a:lnTo>
                    <a:lnTo>
                      <a:pt x="601230" y="223939"/>
                    </a:lnTo>
                    <a:lnTo>
                      <a:pt x="608838" y="225552"/>
                    </a:lnTo>
                    <a:lnTo>
                      <a:pt x="616432" y="223939"/>
                    </a:lnTo>
                    <a:lnTo>
                      <a:pt x="622744" y="219544"/>
                    </a:lnTo>
                    <a:lnTo>
                      <a:pt x="627049" y="213004"/>
                    </a:lnTo>
                    <a:lnTo>
                      <a:pt x="628650" y="204978"/>
                    </a:lnTo>
                    <a:close/>
                  </a:path>
                  <a:path w="628650" h="226060">
                    <a:moveTo>
                      <a:pt x="628650" y="20574"/>
                    </a:moveTo>
                    <a:lnTo>
                      <a:pt x="627049" y="12534"/>
                    </a:lnTo>
                    <a:lnTo>
                      <a:pt x="622744" y="5994"/>
                    </a:lnTo>
                    <a:lnTo>
                      <a:pt x="616432" y="1600"/>
                    </a:lnTo>
                    <a:lnTo>
                      <a:pt x="608838" y="0"/>
                    </a:lnTo>
                    <a:lnTo>
                      <a:pt x="601230" y="1600"/>
                    </a:lnTo>
                    <a:lnTo>
                      <a:pt x="594931" y="5994"/>
                    </a:lnTo>
                    <a:lnTo>
                      <a:pt x="590613" y="12534"/>
                    </a:lnTo>
                    <a:lnTo>
                      <a:pt x="589026" y="20574"/>
                    </a:lnTo>
                    <a:lnTo>
                      <a:pt x="590613" y="28600"/>
                    </a:lnTo>
                    <a:lnTo>
                      <a:pt x="594931" y="35140"/>
                    </a:lnTo>
                    <a:lnTo>
                      <a:pt x="601230" y="39535"/>
                    </a:lnTo>
                    <a:lnTo>
                      <a:pt x="608838" y="41148"/>
                    </a:lnTo>
                    <a:lnTo>
                      <a:pt x="616432" y="39535"/>
                    </a:lnTo>
                    <a:lnTo>
                      <a:pt x="622744" y="35140"/>
                    </a:lnTo>
                    <a:lnTo>
                      <a:pt x="627049" y="28600"/>
                    </a:lnTo>
                    <a:lnTo>
                      <a:pt x="628650" y="2057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3" name="object 936">
                <a:extLst>
                  <a:ext uri="{FF2B5EF4-FFF2-40B4-BE49-F238E27FC236}">
                    <a16:creationId xmlns:a16="http://schemas.microsoft.com/office/drawing/2014/main" id="{D3F3A380-9C1D-46C8-8572-B6EECCF98DB0}"/>
                  </a:ext>
                </a:extLst>
              </p:cNvPr>
              <p:cNvSpPr/>
              <p:nvPr/>
            </p:nvSpPr>
            <p:spPr>
              <a:xfrm>
                <a:off x="6803771" y="5725667"/>
                <a:ext cx="6286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28650">
                    <a:moveTo>
                      <a:pt x="0" y="0"/>
                    </a:moveTo>
                    <a:lnTo>
                      <a:pt x="156984" y="0"/>
                    </a:lnTo>
                  </a:path>
                  <a:path w="628650">
                    <a:moveTo>
                      <a:pt x="235470" y="0"/>
                    </a:moveTo>
                    <a:lnTo>
                      <a:pt x="393192" y="0"/>
                    </a:lnTo>
                  </a:path>
                  <a:path w="628650">
                    <a:moveTo>
                      <a:pt x="471677" y="0"/>
                    </a:moveTo>
                    <a:lnTo>
                      <a:pt x="628650" y="0"/>
                    </a:lnTo>
                  </a:path>
                </a:pathLst>
              </a:custGeom>
              <a:ln w="3708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4" name="object 937">
                <a:extLst>
                  <a:ext uri="{FF2B5EF4-FFF2-40B4-BE49-F238E27FC236}">
                    <a16:creationId xmlns:a16="http://schemas.microsoft.com/office/drawing/2014/main" id="{127A0AFA-1651-45C1-835D-B30402204C07}"/>
                  </a:ext>
                </a:extLst>
              </p:cNvPr>
              <p:cNvSpPr/>
              <p:nvPr/>
            </p:nvSpPr>
            <p:spPr>
              <a:xfrm>
                <a:off x="6803771" y="5606808"/>
                <a:ext cx="628650" cy="22606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26060">
                    <a:moveTo>
                      <a:pt x="39624" y="204978"/>
                    </a:moveTo>
                    <a:lnTo>
                      <a:pt x="38023" y="196938"/>
                    </a:lnTo>
                    <a:lnTo>
                      <a:pt x="33718" y="190398"/>
                    </a:lnTo>
                    <a:lnTo>
                      <a:pt x="27406" y="186004"/>
                    </a:lnTo>
                    <a:lnTo>
                      <a:pt x="19812" y="184404"/>
                    </a:lnTo>
                    <a:lnTo>
                      <a:pt x="12204" y="186004"/>
                    </a:lnTo>
                    <a:lnTo>
                      <a:pt x="5905" y="190398"/>
                    </a:lnTo>
                    <a:lnTo>
                      <a:pt x="1587" y="196938"/>
                    </a:lnTo>
                    <a:lnTo>
                      <a:pt x="0" y="204978"/>
                    </a:lnTo>
                    <a:lnTo>
                      <a:pt x="1587" y="213004"/>
                    </a:lnTo>
                    <a:lnTo>
                      <a:pt x="5905" y="219544"/>
                    </a:lnTo>
                    <a:lnTo>
                      <a:pt x="12204" y="223939"/>
                    </a:lnTo>
                    <a:lnTo>
                      <a:pt x="19812" y="225552"/>
                    </a:lnTo>
                    <a:lnTo>
                      <a:pt x="27406" y="223939"/>
                    </a:lnTo>
                    <a:lnTo>
                      <a:pt x="33718" y="219544"/>
                    </a:lnTo>
                    <a:lnTo>
                      <a:pt x="38023" y="213004"/>
                    </a:lnTo>
                    <a:lnTo>
                      <a:pt x="39624" y="204978"/>
                    </a:lnTo>
                    <a:close/>
                  </a:path>
                  <a:path w="628650" h="226060">
                    <a:moveTo>
                      <a:pt x="39624" y="20574"/>
                    </a:moveTo>
                    <a:lnTo>
                      <a:pt x="38023" y="12534"/>
                    </a:lnTo>
                    <a:lnTo>
                      <a:pt x="33718" y="5994"/>
                    </a:lnTo>
                    <a:lnTo>
                      <a:pt x="27406" y="1600"/>
                    </a:lnTo>
                    <a:lnTo>
                      <a:pt x="19812" y="0"/>
                    </a:lnTo>
                    <a:lnTo>
                      <a:pt x="12204" y="1600"/>
                    </a:lnTo>
                    <a:lnTo>
                      <a:pt x="5905" y="5994"/>
                    </a:lnTo>
                    <a:lnTo>
                      <a:pt x="1587" y="12534"/>
                    </a:lnTo>
                    <a:lnTo>
                      <a:pt x="0" y="20574"/>
                    </a:lnTo>
                    <a:lnTo>
                      <a:pt x="1587" y="28600"/>
                    </a:lnTo>
                    <a:lnTo>
                      <a:pt x="5905" y="35140"/>
                    </a:lnTo>
                    <a:lnTo>
                      <a:pt x="12204" y="39535"/>
                    </a:lnTo>
                    <a:lnTo>
                      <a:pt x="19812" y="41148"/>
                    </a:lnTo>
                    <a:lnTo>
                      <a:pt x="27406" y="39535"/>
                    </a:lnTo>
                    <a:lnTo>
                      <a:pt x="33718" y="35140"/>
                    </a:lnTo>
                    <a:lnTo>
                      <a:pt x="38023" y="28600"/>
                    </a:lnTo>
                    <a:lnTo>
                      <a:pt x="39624" y="20574"/>
                    </a:lnTo>
                    <a:close/>
                  </a:path>
                  <a:path w="628650" h="226060">
                    <a:moveTo>
                      <a:pt x="156984" y="204978"/>
                    </a:moveTo>
                    <a:lnTo>
                      <a:pt x="155498" y="196938"/>
                    </a:lnTo>
                    <a:lnTo>
                      <a:pt x="151460" y="190398"/>
                    </a:lnTo>
                    <a:lnTo>
                      <a:pt x="145402" y="186004"/>
                    </a:lnTo>
                    <a:lnTo>
                      <a:pt x="137934" y="184404"/>
                    </a:lnTo>
                    <a:lnTo>
                      <a:pt x="130009" y="186004"/>
                    </a:lnTo>
                    <a:lnTo>
                      <a:pt x="123736" y="190398"/>
                    </a:lnTo>
                    <a:lnTo>
                      <a:pt x="119608" y="196938"/>
                    </a:lnTo>
                    <a:lnTo>
                      <a:pt x="118122" y="204978"/>
                    </a:lnTo>
                    <a:lnTo>
                      <a:pt x="119608" y="213004"/>
                    </a:lnTo>
                    <a:lnTo>
                      <a:pt x="123736" y="219544"/>
                    </a:lnTo>
                    <a:lnTo>
                      <a:pt x="130009" y="223939"/>
                    </a:lnTo>
                    <a:lnTo>
                      <a:pt x="137934" y="225552"/>
                    </a:lnTo>
                    <a:lnTo>
                      <a:pt x="145402" y="223939"/>
                    </a:lnTo>
                    <a:lnTo>
                      <a:pt x="151460" y="219544"/>
                    </a:lnTo>
                    <a:lnTo>
                      <a:pt x="155498" y="213004"/>
                    </a:lnTo>
                    <a:lnTo>
                      <a:pt x="156984" y="204978"/>
                    </a:lnTo>
                    <a:close/>
                  </a:path>
                  <a:path w="628650" h="226060">
                    <a:moveTo>
                      <a:pt x="156984" y="20574"/>
                    </a:moveTo>
                    <a:lnTo>
                      <a:pt x="155498" y="12534"/>
                    </a:lnTo>
                    <a:lnTo>
                      <a:pt x="151460" y="5994"/>
                    </a:lnTo>
                    <a:lnTo>
                      <a:pt x="145402" y="1600"/>
                    </a:lnTo>
                    <a:lnTo>
                      <a:pt x="137934" y="0"/>
                    </a:lnTo>
                    <a:lnTo>
                      <a:pt x="130009" y="1600"/>
                    </a:lnTo>
                    <a:lnTo>
                      <a:pt x="123736" y="5994"/>
                    </a:lnTo>
                    <a:lnTo>
                      <a:pt x="119608" y="12534"/>
                    </a:lnTo>
                    <a:lnTo>
                      <a:pt x="118122" y="20574"/>
                    </a:lnTo>
                    <a:lnTo>
                      <a:pt x="119608" y="28600"/>
                    </a:lnTo>
                    <a:lnTo>
                      <a:pt x="123736" y="35140"/>
                    </a:lnTo>
                    <a:lnTo>
                      <a:pt x="130009" y="39535"/>
                    </a:lnTo>
                    <a:lnTo>
                      <a:pt x="137934" y="41148"/>
                    </a:lnTo>
                    <a:lnTo>
                      <a:pt x="145402" y="39535"/>
                    </a:lnTo>
                    <a:lnTo>
                      <a:pt x="151460" y="35140"/>
                    </a:lnTo>
                    <a:lnTo>
                      <a:pt x="155498" y="28600"/>
                    </a:lnTo>
                    <a:lnTo>
                      <a:pt x="156984" y="20574"/>
                    </a:lnTo>
                    <a:close/>
                  </a:path>
                  <a:path w="628650" h="226060">
                    <a:moveTo>
                      <a:pt x="275094" y="204978"/>
                    </a:moveTo>
                    <a:lnTo>
                      <a:pt x="273494" y="196938"/>
                    </a:lnTo>
                    <a:lnTo>
                      <a:pt x="269189" y="190398"/>
                    </a:lnTo>
                    <a:lnTo>
                      <a:pt x="262877" y="186004"/>
                    </a:lnTo>
                    <a:lnTo>
                      <a:pt x="255282" y="184404"/>
                    </a:lnTo>
                    <a:lnTo>
                      <a:pt x="247675" y="186004"/>
                    </a:lnTo>
                    <a:lnTo>
                      <a:pt x="241376" y="190398"/>
                    </a:lnTo>
                    <a:lnTo>
                      <a:pt x="237058" y="196938"/>
                    </a:lnTo>
                    <a:lnTo>
                      <a:pt x="235470" y="204978"/>
                    </a:lnTo>
                    <a:lnTo>
                      <a:pt x="237058" y="213004"/>
                    </a:lnTo>
                    <a:lnTo>
                      <a:pt x="241376" y="219544"/>
                    </a:lnTo>
                    <a:lnTo>
                      <a:pt x="247675" y="223939"/>
                    </a:lnTo>
                    <a:lnTo>
                      <a:pt x="255282" y="225552"/>
                    </a:lnTo>
                    <a:lnTo>
                      <a:pt x="262877" y="223939"/>
                    </a:lnTo>
                    <a:lnTo>
                      <a:pt x="269189" y="219544"/>
                    </a:lnTo>
                    <a:lnTo>
                      <a:pt x="273494" y="213004"/>
                    </a:lnTo>
                    <a:lnTo>
                      <a:pt x="275094" y="204978"/>
                    </a:lnTo>
                    <a:close/>
                  </a:path>
                  <a:path w="628650" h="226060">
                    <a:moveTo>
                      <a:pt x="275094" y="20574"/>
                    </a:moveTo>
                    <a:lnTo>
                      <a:pt x="273494" y="12534"/>
                    </a:lnTo>
                    <a:lnTo>
                      <a:pt x="269189" y="5994"/>
                    </a:lnTo>
                    <a:lnTo>
                      <a:pt x="262877" y="1600"/>
                    </a:lnTo>
                    <a:lnTo>
                      <a:pt x="255282" y="0"/>
                    </a:lnTo>
                    <a:lnTo>
                      <a:pt x="247675" y="1600"/>
                    </a:lnTo>
                    <a:lnTo>
                      <a:pt x="241376" y="5994"/>
                    </a:lnTo>
                    <a:lnTo>
                      <a:pt x="237058" y="12534"/>
                    </a:lnTo>
                    <a:lnTo>
                      <a:pt x="235470" y="20574"/>
                    </a:lnTo>
                    <a:lnTo>
                      <a:pt x="237058" y="28600"/>
                    </a:lnTo>
                    <a:lnTo>
                      <a:pt x="241376" y="35140"/>
                    </a:lnTo>
                    <a:lnTo>
                      <a:pt x="247675" y="39535"/>
                    </a:lnTo>
                    <a:lnTo>
                      <a:pt x="255282" y="41148"/>
                    </a:lnTo>
                    <a:lnTo>
                      <a:pt x="262877" y="39535"/>
                    </a:lnTo>
                    <a:lnTo>
                      <a:pt x="269189" y="35140"/>
                    </a:lnTo>
                    <a:lnTo>
                      <a:pt x="273494" y="28600"/>
                    </a:lnTo>
                    <a:lnTo>
                      <a:pt x="275094" y="20574"/>
                    </a:lnTo>
                    <a:close/>
                  </a:path>
                  <a:path w="628650" h="226060">
                    <a:moveTo>
                      <a:pt x="393192" y="204978"/>
                    </a:moveTo>
                    <a:lnTo>
                      <a:pt x="391591" y="196938"/>
                    </a:lnTo>
                    <a:lnTo>
                      <a:pt x="387286" y="190398"/>
                    </a:lnTo>
                    <a:lnTo>
                      <a:pt x="380974" y="186004"/>
                    </a:lnTo>
                    <a:lnTo>
                      <a:pt x="373380" y="184404"/>
                    </a:lnTo>
                    <a:lnTo>
                      <a:pt x="365772" y="186004"/>
                    </a:lnTo>
                    <a:lnTo>
                      <a:pt x="359473" y="190398"/>
                    </a:lnTo>
                    <a:lnTo>
                      <a:pt x="355155" y="196938"/>
                    </a:lnTo>
                    <a:lnTo>
                      <a:pt x="353568" y="204978"/>
                    </a:lnTo>
                    <a:lnTo>
                      <a:pt x="355155" y="213004"/>
                    </a:lnTo>
                    <a:lnTo>
                      <a:pt x="359473" y="219544"/>
                    </a:lnTo>
                    <a:lnTo>
                      <a:pt x="365772" y="223939"/>
                    </a:lnTo>
                    <a:lnTo>
                      <a:pt x="373380" y="225552"/>
                    </a:lnTo>
                    <a:lnTo>
                      <a:pt x="380974" y="223939"/>
                    </a:lnTo>
                    <a:lnTo>
                      <a:pt x="387286" y="219544"/>
                    </a:lnTo>
                    <a:lnTo>
                      <a:pt x="391591" y="213004"/>
                    </a:lnTo>
                    <a:lnTo>
                      <a:pt x="393192" y="204978"/>
                    </a:lnTo>
                    <a:close/>
                  </a:path>
                  <a:path w="628650" h="226060">
                    <a:moveTo>
                      <a:pt x="393192" y="20574"/>
                    </a:moveTo>
                    <a:lnTo>
                      <a:pt x="391591" y="12534"/>
                    </a:lnTo>
                    <a:lnTo>
                      <a:pt x="387286" y="5994"/>
                    </a:lnTo>
                    <a:lnTo>
                      <a:pt x="380974" y="1600"/>
                    </a:lnTo>
                    <a:lnTo>
                      <a:pt x="373380" y="0"/>
                    </a:lnTo>
                    <a:lnTo>
                      <a:pt x="365772" y="1600"/>
                    </a:lnTo>
                    <a:lnTo>
                      <a:pt x="359473" y="5994"/>
                    </a:lnTo>
                    <a:lnTo>
                      <a:pt x="355155" y="12534"/>
                    </a:lnTo>
                    <a:lnTo>
                      <a:pt x="353568" y="20574"/>
                    </a:lnTo>
                    <a:lnTo>
                      <a:pt x="355155" y="28600"/>
                    </a:lnTo>
                    <a:lnTo>
                      <a:pt x="359473" y="35140"/>
                    </a:lnTo>
                    <a:lnTo>
                      <a:pt x="365772" y="39535"/>
                    </a:lnTo>
                    <a:lnTo>
                      <a:pt x="373380" y="41148"/>
                    </a:lnTo>
                    <a:lnTo>
                      <a:pt x="380974" y="39535"/>
                    </a:lnTo>
                    <a:lnTo>
                      <a:pt x="387286" y="35140"/>
                    </a:lnTo>
                    <a:lnTo>
                      <a:pt x="391591" y="28600"/>
                    </a:lnTo>
                    <a:lnTo>
                      <a:pt x="393192" y="20574"/>
                    </a:lnTo>
                    <a:close/>
                  </a:path>
                  <a:path w="628650" h="226060">
                    <a:moveTo>
                      <a:pt x="510540" y="204978"/>
                    </a:moveTo>
                    <a:lnTo>
                      <a:pt x="509041" y="196938"/>
                    </a:lnTo>
                    <a:lnTo>
                      <a:pt x="504913" y="190398"/>
                    </a:lnTo>
                    <a:lnTo>
                      <a:pt x="498640" y="186004"/>
                    </a:lnTo>
                    <a:lnTo>
                      <a:pt x="490728" y="184404"/>
                    </a:lnTo>
                    <a:lnTo>
                      <a:pt x="483247" y="186004"/>
                    </a:lnTo>
                    <a:lnTo>
                      <a:pt x="477202" y="190398"/>
                    </a:lnTo>
                    <a:lnTo>
                      <a:pt x="473151" y="196938"/>
                    </a:lnTo>
                    <a:lnTo>
                      <a:pt x="471678" y="204978"/>
                    </a:lnTo>
                    <a:lnTo>
                      <a:pt x="473151" y="213004"/>
                    </a:lnTo>
                    <a:lnTo>
                      <a:pt x="477202" y="219544"/>
                    </a:lnTo>
                    <a:lnTo>
                      <a:pt x="483247" y="223939"/>
                    </a:lnTo>
                    <a:lnTo>
                      <a:pt x="490728" y="225552"/>
                    </a:lnTo>
                    <a:lnTo>
                      <a:pt x="498640" y="223939"/>
                    </a:lnTo>
                    <a:lnTo>
                      <a:pt x="504913" y="219544"/>
                    </a:lnTo>
                    <a:lnTo>
                      <a:pt x="509041" y="213004"/>
                    </a:lnTo>
                    <a:lnTo>
                      <a:pt x="510540" y="204978"/>
                    </a:lnTo>
                    <a:close/>
                  </a:path>
                  <a:path w="628650" h="226060">
                    <a:moveTo>
                      <a:pt x="510540" y="20574"/>
                    </a:moveTo>
                    <a:lnTo>
                      <a:pt x="509041" y="12534"/>
                    </a:lnTo>
                    <a:lnTo>
                      <a:pt x="504913" y="5994"/>
                    </a:lnTo>
                    <a:lnTo>
                      <a:pt x="498640" y="1600"/>
                    </a:lnTo>
                    <a:lnTo>
                      <a:pt x="490728" y="0"/>
                    </a:lnTo>
                    <a:lnTo>
                      <a:pt x="483247" y="1600"/>
                    </a:lnTo>
                    <a:lnTo>
                      <a:pt x="477202" y="5994"/>
                    </a:lnTo>
                    <a:lnTo>
                      <a:pt x="473151" y="12534"/>
                    </a:lnTo>
                    <a:lnTo>
                      <a:pt x="471678" y="20574"/>
                    </a:lnTo>
                    <a:lnTo>
                      <a:pt x="473151" y="28600"/>
                    </a:lnTo>
                    <a:lnTo>
                      <a:pt x="477202" y="35140"/>
                    </a:lnTo>
                    <a:lnTo>
                      <a:pt x="483247" y="39535"/>
                    </a:lnTo>
                    <a:lnTo>
                      <a:pt x="490728" y="41148"/>
                    </a:lnTo>
                    <a:lnTo>
                      <a:pt x="498640" y="39535"/>
                    </a:lnTo>
                    <a:lnTo>
                      <a:pt x="504913" y="35140"/>
                    </a:lnTo>
                    <a:lnTo>
                      <a:pt x="509041" y="28600"/>
                    </a:lnTo>
                    <a:lnTo>
                      <a:pt x="510540" y="20574"/>
                    </a:lnTo>
                    <a:close/>
                  </a:path>
                  <a:path w="628650" h="226060">
                    <a:moveTo>
                      <a:pt x="628650" y="204978"/>
                    </a:moveTo>
                    <a:lnTo>
                      <a:pt x="627049" y="196938"/>
                    </a:lnTo>
                    <a:lnTo>
                      <a:pt x="622744" y="190398"/>
                    </a:lnTo>
                    <a:lnTo>
                      <a:pt x="616432" y="186004"/>
                    </a:lnTo>
                    <a:lnTo>
                      <a:pt x="608838" y="184404"/>
                    </a:lnTo>
                    <a:lnTo>
                      <a:pt x="601230" y="186004"/>
                    </a:lnTo>
                    <a:lnTo>
                      <a:pt x="594931" y="190398"/>
                    </a:lnTo>
                    <a:lnTo>
                      <a:pt x="590613" y="196938"/>
                    </a:lnTo>
                    <a:lnTo>
                      <a:pt x="589026" y="204978"/>
                    </a:lnTo>
                    <a:lnTo>
                      <a:pt x="590613" y="213004"/>
                    </a:lnTo>
                    <a:lnTo>
                      <a:pt x="594931" y="219544"/>
                    </a:lnTo>
                    <a:lnTo>
                      <a:pt x="601230" y="223939"/>
                    </a:lnTo>
                    <a:lnTo>
                      <a:pt x="608838" y="225552"/>
                    </a:lnTo>
                    <a:lnTo>
                      <a:pt x="616432" y="223939"/>
                    </a:lnTo>
                    <a:lnTo>
                      <a:pt x="622744" y="219544"/>
                    </a:lnTo>
                    <a:lnTo>
                      <a:pt x="627049" y="213004"/>
                    </a:lnTo>
                    <a:lnTo>
                      <a:pt x="628650" y="204978"/>
                    </a:lnTo>
                    <a:close/>
                  </a:path>
                  <a:path w="628650" h="226060">
                    <a:moveTo>
                      <a:pt x="628650" y="20574"/>
                    </a:moveTo>
                    <a:lnTo>
                      <a:pt x="627049" y="12534"/>
                    </a:lnTo>
                    <a:lnTo>
                      <a:pt x="622744" y="5994"/>
                    </a:lnTo>
                    <a:lnTo>
                      <a:pt x="616432" y="1600"/>
                    </a:lnTo>
                    <a:lnTo>
                      <a:pt x="608838" y="0"/>
                    </a:lnTo>
                    <a:lnTo>
                      <a:pt x="601230" y="1600"/>
                    </a:lnTo>
                    <a:lnTo>
                      <a:pt x="594931" y="5994"/>
                    </a:lnTo>
                    <a:lnTo>
                      <a:pt x="590613" y="12534"/>
                    </a:lnTo>
                    <a:lnTo>
                      <a:pt x="589026" y="20574"/>
                    </a:lnTo>
                    <a:lnTo>
                      <a:pt x="590613" y="28600"/>
                    </a:lnTo>
                    <a:lnTo>
                      <a:pt x="594931" y="35140"/>
                    </a:lnTo>
                    <a:lnTo>
                      <a:pt x="601230" y="39535"/>
                    </a:lnTo>
                    <a:lnTo>
                      <a:pt x="608838" y="41148"/>
                    </a:lnTo>
                    <a:lnTo>
                      <a:pt x="616432" y="39535"/>
                    </a:lnTo>
                    <a:lnTo>
                      <a:pt x="622744" y="35140"/>
                    </a:lnTo>
                    <a:lnTo>
                      <a:pt x="627049" y="28600"/>
                    </a:lnTo>
                    <a:lnTo>
                      <a:pt x="628650" y="2057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942" name="object 1015">
              <a:extLst>
                <a:ext uri="{FF2B5EF4-FFF2-40B4-BE49-F238E27FC236}">
                  <a16:creationId xmlns:a16="http://schemas.microsoft.com/office/drawing/2014/main" id="{71ED0FAE-D814-4E22-9FB1-9F7D11FA1177}"/>
                </a:ext>
              </a:extLst>
            </p:cNvPr>
            <p:cNvGrpSpPr/>
            <p:nvPr/>
          </p:nvGrpSpPr>
          <p:grpSpPr>
            <a:xfrm>
              <a:off x="7364992" y="4095431"/>
              <a:ext cx="2465070" cy="413384"/>
              <a:chOff x="6867791" y="4812791"/>
              <a:chExt cx="2465070" cy="413384"/>
            </a:xfrm>
          </p:grpSpPr>
          <p:sp>
            <p:nvSpPr>
              <p:cNvPr id="945" name="object 1016">
                <a:extLst>
                  <a:ext uri="{FF2B5EF4-FFF2-40B4-BE49-F238E27FC236}">
                    <a16:creationId xmlns:a16="http://schemas.microsoft.com/office/drawing/2014/main" id="{07B2DB03-B9D1-40CF-860F-5D0C941191F1}"/>
                  </a:ext>
                </a:extLst>
              </p:cNvPr>
              <p:cNvSpPr/>
              <p:nvPr/>
            </p:nvSpPr>
            <p:spPr>
              <a:xfrm>
                <a:off x="6867791" y="4812791"/>
                <a:ext cx="141731" cy="150113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6" name="object 1017">
                <a:extLst>
                  <a:ext uri="{FF2B5EF4-FFF2-40B4-BE49-F238E27FC236}">
                    <a16:creationId xmlns:a16="http://schemas.microsoft.com/office/drawing/2014/main" id="{2C86CAE0-B6D1-427B-8F66-C66C5C5D05AC}"/>
                  </a:ext>
                </a:extLst>
              </p:cNvPr>
              <p:cNvSpPr/>
              <p:nvPr/>
            </p:nvSpPr>
            <p:spPr>
              <a:xfrm>
                <a:off x="7818005" y="4856225"/>
                <a:ext cx="1515110" cy="369570"/>
              </a:xfrm>
              <a:custGeom>
                <a:avLst/>
                <a:gdLst/>
                <a:ahLst/>
                <a:cxnLst/>
                <a:rect l="l" t="t" r="r" b="b"/>
                <a:pathLst>
                  <a:path w="1515109" h="369570">
                    <a:moveTo>
                      <a:pt x="1514855" y="369570"/>
                    </a:moveTo>
                    <a:lnTo>
                      <a:pt x="1514855" y="0"/>
                    </a:lnTo>
                    <a:lnTo>
                      <a:pt x="0" y="0"/>
                    </a:lnTo>
                    <a:lnTo>
                      <a:pt x="0" y="369570"/>
                    </a:lnTo>
                    <a:lnTo>
                      <a:pt x="1514855" y="3695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3" name="object 1018">
                  <a:extLst>
                    <a:ext uri="{FF2B5EF4-FFF2-40B4-BE49-F238E27FC236}">
                      <a16:creationId xmlns:a16="http://schemas.microsoft.com/office/drawing/2014/main" id="{EFB083DA-E213-4603-A00A-45D2C5F7295D}"/>
                    </a:ext>
                  </a:extLst>
                </p:cNvPr>
                <p:cNvSpPr txBox="1"/>
                <p:nvPr/>
              </p:nvSpPr>
              <p:spPr>
                <a:xfrm>
                  <a:off x="8426699" y="4158932"/>
                  <a:ext cx="129159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80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sz="1800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sz="180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8.673,</m:t>
                        </m:r>
                        <m:r>
                          <a:rPr lang="zh-CN" altLang="en-US" sz="1800" i="1" spc="-3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sz="1800" i="1" spc="-1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3.675)</m:t>
                        </m:r>
                      </m:oMath>
                    </m:oMathPara>
                  </a14:m>
                  <a:endParaRPr sz="18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43" name="object 1018">
                  <a:extLst>
                    <a:ext uri="{FF2B5EF4-FFF2-40B4-BE49-F238E27FC236}">
                      <a16:creationId xmlns:a16="http://schemas.microsoft.com/office/drawing/2014/main" id="{EFB083DA-E213-4603-A00A-45D2C5F72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6699" y="4158932"/>
                  <a:ext cx="1291590" cy="299720"/>
                </a:xfrm>
                <a:prstGeom prst="rect">
                  <a:avLst/>
                </a:prstGeom>
                <a:blipFill>
                  <a:blip r:embed="rId9"/>
                  <a:stretch>
                    <a:fillRect l="-7547" r="-9906" b="-306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4" name="object 1020">
              <a:extLst>
                <a:ext uri="{FF2B5EF4-FFF2-40B4-BE49-F238E27FC236}">
                  <a16:creationId xmlns:a16="http://schemas.microsoft.com/office/drawing/2014/main" id="{D5AAD51D-E54D-4C60-A9B9-B653D71BE9B3}"/>
                </a:ext>
              </a:extLst>
            </p:cNvPr>
            <p:cNvSpPr/>
            <p:nvPr/>
          </p:nvSpPr>
          <p:spPr>
            <a:xfrm>
              <a:off x="7464040" y="3645360"/>
              <a:ext cx="1546225" cy="424180"/>
            </a:xfrm>
            <a:custGeom>
              <a:avLst/>
              <a:gdLst/>
              <a:ahLst/>
              <a:cxnLst/>
              <a:rect l="l" t="t" r="r" b="b"/>
              <a:pathLst>
                <a:path w="1546225" h="424179">
                  <a:moveTo>
                    <a:pt x="1490376" y="333770"/>
                  </a:moveTo>
                  <a:lnTo>
                    <a:pt x="1454658" y="307576"/>
                  </a:lnTo>
                  <a:lnTo>
                    <a:pt x="1402245" y="269443"/>
                  </a:lnTo>
                  <a:lnTo>
                    <a:pt x="1351673" y="233906"/>
                  </a:lnTo>
                  <a:lnTo>
                    <a:pt x="1302832" y="200948"/>
                  </a:lnTo>
                  <a:lnTo>
                    <a:pt x="1255611" y="170555"/>
                  </a:lnTo>
                  <a:lnTo>
                    <a:pt x="1209901" y="142710"/>
                  </a:lnTo>
                  <a:lnTo>
                    <a:pt x="1165591" y="117396"/>
                  </a:lnTo>
                  <a:lnTo>
                    <a:pt x="1122572" y="94599"/>
                  </a:lnTo>
                  <a:lnTo>
                    <a:pt x="1080734" y="74302"/>
                  </a:lnTo>
                  <a:lnTo>
                    <a:pt x="1039967" y="56488"/>
                  </a:lnTo>
                  <a:lnTo>
                    <a:pt x="1000161" y="41143"/>
                  </a:lnTo>
                  <a:lnTo>
                    <a:pt x="961205" y="28249"/>
                  </a:lnTo>
                  <a:lnTo>
                    <a:pt x="922991" y="17792"/>
                  </a:lnTo>
                  <a:lnTo>
                    <a:pt x="885408" y="9754"/>
                  </a:lnTo>
                  <a:lnTo>
                    <a:pt x="811695" y="874"/>
                  </a:lnTo>
                  <a:lnTo>
                    <a:pt x="775345" y="0"/>
                  </a:lnTo>
                  <a:lnTo>
                    <a:pt x="739187" y="1481"/>
                  </a:lnTo>
                  <a:lnTo>
                    <a:pt x="667005" y="11447"/>
                  </a:lnTo>
                  <a:lnTo>
                    <a:pt x="594269" y="30645"/>
                  </a:lnTo>
                  <a:lnTo>
                    <a:pt x="557418" y="43665"/>
                  </a:lnTo>
                  <a:lnTo>
                    <a:pt x="520100" y="58945"/>
                  </a:lnTo>
                  <a:lnTo>
                    <a:pt x="482202" y="76469"/>
                  </a:lnTo>
                  <a:lnTo>
                    <a:pt x="443617" y="96220"/>
                  </a:lnTo>
                  <a:lnTo>
                    <a:pt x="404234" y="118183"/>
                  </a:lnTo>
                  <a:lnTo>
                    <a:pt x="363943" y="142342"/>
                  </a:lnTo>
                  <a:lnTo>
                    <a:pt x="322633" y="168680"/>
                  </a:lnTo>
                  <a:lnTo>
                    <a:pt x="280196" y="197182"/>
                  </a:lnTo>
                  <a:lnTo>
                    <a:pt x="236521" y="227831"/>
                  </a:lnTo>
                  <a:lnTo>
                    <a:pt x="191498" y="260612"/>
                  </a:lnTo>
                  <a:lnTo>
                    <a:pt x="145018" y="295509"/>
                  </a:lnTo>
                  <a:lnTo>
                    <a:pt x="96969" y="332505"/>
                  </a:lnTo>
                  <a:lnTo>
                    <a:pt x="0" y="408922"/>
                  </a:lnTo>
                  <a:lnTo>
                    <a:pt x="11430" y="424162"/>
                  </a:lnTo>
                  <a:lnTo>
                    <a:pt x="59436" y="386062"/>
                  </a:lnTo>
                  <a:lnTo>
                    <a:pt x="106680" y="349317"/>
                  </a:lnTo>
                  <a:lnTo>
                    <a:pt x="106680" y="348724"/>
                  </a:lnTo>
                  <a:lnTo>
                    <a:pt x="154686" y="312148"/>
                  </a:lnTo>
                  <a:lnTo>
                    <a:pt x="178308" y="293860"/>
                  </a:lnTo>
                  <a:lnTo>
                    <a:pt x="201930" y="276882"/>
                  </a:lnTo>
                  <a:lnTo>
                    <a:pt x="201930" y="276334"/>
                  </a:lnTo>
                  <a:lnTo>
                    <a:pt x="226314" y="258808"/>
                  </a:lnTo>
                  <a:lnTo>
                    <a:pt x="249936" y="241282"/>
                  </a:lnTo>
                  <a:lnTo>
                    <a:pt x="273558" y="224518"/>
                  </a:lnTo>
                  <a:lnTo>
                    <a:pt x="297180" y="208516"/>
                  </a:lnTo>
                  <a:lnTo>
                    <a:pt x="320802" y="193015"/>
                  </a:lnTo>
                  <a:lnTo>
                    <a:pt x="320802" y="192514"/>
                  </a:lnTo>
                  <a:lnTo>
                    <a:pt x="345186" y="176512"/>
                  </a:lnTo>
                  <a:lnTo>
                    <a:pt x="416052" y="133078"/>
                  </a:lnTo>
                  <a:lnTo>
                    <a:pt x="416052" y="133840"/>
                  </a:lnTo>
                  <a:lnTo>
                    <a:pt x="439673" y="120124"/>
                  </a:lnTo>
                  <a:lnTo>
                    <a:pt x="464058" y="107170"/>
                  </a:lnTo>
                  <a:lnTo>
                    <a:pt x="464058" y="107551"/>
                  </a:lnTo>
                  <a:lnTo>
                    <a:pt x="486918" y="96121"/>
                  </a:lnTo>
                  <a:lnTo>
                    <a:pt x="486918" y="95740"/>
                  </a:lnTo>
                  <a:lnTo>
                    <a:pt x="511302" y="84310"/>
                  </a:lnTo>
                  <a:lnTo>
                    <a:pt x="581020" y="55907"/>
                  </a:lnTo>
                  <a:lnTo>
                    <a:pt x="617242" y="43927"/>
                  </a:lnTo>
                  <a:lnTo>
                    <a:pt x="676656" y="28851"/>
                  </a:lnTo>
                  <a:lnTo>
                    <a:pt x="676656" y="28684"/>
                  </a:lnTo>
                  <a:lnTo>
                    <a:pt x="700278" y="24994"/>
                  </a:lnTo>
                  <a:lnTo>
                    <a:pt x="723900" y="21922"/>
                  </a:lnTo>
                  <a:lnTo>
                    <a:pt x="747522" y="19612"/>
                  </a:lnTo>
                  <a:lnTo>
                    <a:pt x="759714" y="18778"/>
                  </a:lnTo>
                  <a:lnTo>
                    <a:pt x="794766" y="18778"/>
                  </a:lnTo>
                  <a:lnTo>
                    <a:pt x="818388" y="19517"/>
                  </a:lnTo>
                  <a:lnTo>
                    <a:pt x="819150" y="19612"/>
                  </a:lnTo>
                  <a:lnTo>
                    <a:pt x="842772" y="21826"/>
                  </a:lnTo>
                  <a:lnTo>
                    <a:pt x="866394" y="25636"/>
                  </a:lnTo>
                  <a:lnTo>
                    <a:pt x="890016" y="29446"/>
                  </a:lnTo>
                  <a:lnTo>
                    <a:pt x="913638" y="34780"/>
                  </a:lnTo>
                  <a:lnTo>
                    <a:pt x="937260" y="40876"/>
                  </a:lnTo>
                  <a:lnTo>
                    <a:pt x="961644" y="47734"/>
                  </a:lnTo>
                  <a:lnTo>
                    <a:pt x="961644" y="47996"/>
                  </a:lnTo>
                  <a:lnTo>
                    <a:pt x="985266" y="56116"/>
                  </a:lnTo>
                  <a:lnTo>
                    <a:pt x="1022193" y="69737"/>
                  </a:lnTo>
                  <a:lnTo>
                    <a:pt x="1058403" y="85134"/>
                  </a:lnTo>
                  <a:lnTo>
                    <a:pt x="1094049" y="101835"/>
                  </a:lnTo>
                  <a:lnTo>
                    <a:pt x="1129284" y="119362"/>
                  </a:lnTo>
                  <a:lnTo>
                    <a:pt x="1153668" y="132316"/>
                  </a:lnTo>
                  <a:lnTo>
                    <a:pt x="1153668" y="132745"/>
                  </a:lnTo>
                  <a:lnTo>
                    <a:pt x="1177290" y="146032"/>
                  </a:lnTo>
                  <a:lnTo>
                    <a:pt x="1201674" y="160510"/>
                  </a:lnTo>
                  <a:lnTo>
                    <a:pt x="1201674" y="159748"/>
                  </a:lnTo>
                  <a:lnTo>
                    <a:pt x="1225296" y="174988"/>
                  </a:lnTo>
                  <a:lnTo>
                    <a:pt x="1249680" y="189466"/>
                  </a:lnTo>
                  <a:lnTo>
                    <a:pt x="1298448" y="221470"/>
                  </a:lnTo>
                  <a:lnTo>
                    <a:pt x="1298448" y="221971"/>
                  </a:lnTo>
                  <a:lnTo>
                    <a:pt x="1322070" y="237472"/>
                  </a:lnTo>
                  <a:lnTo>
                    <a:pt x="1395222" y="287764"/>
                  </a:lnTo>
                  <a:lnTo>
                    <a:pt x="1443228" y="322816"/>
                  </a:lnTo>
                  <a:lnTo>
                    <a:pt x="1479367" y="348884"/>
                  </a:lnTo>
                  <a:lnTo>
                    <a:pt x="1490376" y="333770"/>
                  </a:lnTo>
                  <a:close/>
                </a:path>
                <a:path w="1546225" h="424179">
                  <a:moveTo>
                    <a:pt x="107442" y="348724"/>
                  </a:moveTo>
                  <a:lnTo>
                    <a:pt x="106680" y="348724"/>
                  </a:lnTo>
                  <a:lnTo>
                    <a:pt x="106680" y="349317"/>
                  </a:lnTo>
                  <a:lnTo>
                    <a:pt x="107442" y="348724"/>
                  </a:lnTo>
                  <a:close/>
                </a:path>
                <a:path w="1546225" h="424179">
                  <a:moveTo>
                    <a:pt x="202692" y="276334"/>
                  </a:moveTo>
                  <a:lnTo>
                    <a:pt x="201930" y="276334"/>
                  </a:lnTo>
                  <a:lnTo>
                    <a:pt x="201930" y="276882"/>
                  </a:lnTo>
                  <a:lnTo>
                    <a:pt x="202692" y="276334"/>
                  </a:lnTo>
                  <a:close/>
                </a:path>
                <a:path w="1546225" h="424179">
                  <a:moveTo>
                    <a:pt x="321564" y="192514"/>
                  </a:moveTo>
                  <a:lnTo>
                    <a:pt x="320802" y="192514"/>
                  </a:lnTo>
                  <a:lnTo>
                    <a:pt x="320802" y="193015"/>
                  </a:lnTo>
                  <a:lnTo>
                    <a:pt x="321564" y="192514"/>
                  </a:lnTo>
                  <a:close/>
                </a:path>
                <a:path w="1546225" h="424179">
                  <a:moveTo>
                    <a:pt x="464058" y="107551"/>
                  </a:moveTo>
                  <a:lnTo>
                    <a:pt x="464058" y="107170"/>
                  </a:lnTo>
                  <a:lnTo>
                    <a:pt x="463295" y="107932"/>
                  </a:lnTo>
                  <a:lnTo>
                    <a:pt x="464058" y="107551"/>
                  </a:lnTo>
                  <a:close/>
                </a:path>
                <a:path w="1546225" h="424179">
                  <a:moveTo>
                    <a:pt x="487680" y="95740"/>
                  </a:moveTo>
                  <a:lnTo>
                    <a:pt x="486918" y="95740"/>
                  </a:lnTo>
                  <a:lnTo>
                    <a:pt x="486918" y="96121"/>
                  </a:lnTo>
                  <a:lnTo>
                    <a:pt x="487680" y="95740"/>
                  </a:lnTo>
                  <a:close/>
                </a:path>
                <a:path w="1546225" h="424179">
                  <a:moveTo>
                    <a:pt x="677418" y="28684"/>
                  </a:moveTo>
                  <a:lnTo>
                    <a:pt x="676656" y="28684"/>
                  </a:lnTo>
                  <a:lnTo>
                    <a:pt x="676656" y="28851"/>
                  </a:lnTo>
                  <a:lnTo>
                    <a:pt x="677418" y="28684"/>
                  </a:lnTo>
                  <a:close/>
                </a:path>
                <a:path w="1546225" h="424179">
                  <a:moveTo>
                    <a:pt x="701040" y="24874"/>
                  </a:moveTo>
                  <a:lnTo>
                    <a:pt x="700278" y="24874"/>
                  </a:lnTo>
                  <a:lnTo>
                    <a:pt x="701040" y="24874"/>
                  </a:lnTo>
                  <a:close/>
                </a:path>
                <a:path w="1546225" h="424179">
                  <a:moveTo>
                    <a:pt x="724662" y="21826"/>
                  </a:moveTo>
                  <a:lnTo>
                    <a:pt x="723900" y="21826"/>
                  </a:lnTo>
                  <a:lnTo>
                    <a:pt x="724662" y="21826"/>
                  </a:lnTo>
                  <a:close/>
                </a:path>
                <a:path w="1546225" h="424179">
                  <a:moveTo>
                    <a:pt x="748284" y="19540"/>
                  </a:moveTo>
                  <a:lnTo>
                    <a:pt x="747522" y="19540"/>
                  </a:lnTo>
                  <a:lnTo>
                    <a:pt x="748284" y="19540"/>
                  </a:lnTo>
                  <a:close/>
                </a:path>
                <a:path w="1546225" h="424179">
                  <a:moveTo>
                    <a:pt x="819150" y="19612"/>
                  </a:moveTo>
                  <a:lnTo>
                    <a:pt x="818388" y="19540"/>
                  </a:lnTo>
                  <a:lnTo>
                    <a:pt x="819150" y="19612"/>
                  </a:lnTo>
                  <a:close/>
                </a:path>
                <a:path w="1546225" h="424179">
                  <a:moveTo>
                    <a:pt x="842772" y="21946"/>
                  </a:moveTo>
                  <a:lnTo>
                    <a:pt x="842010" y="21826"/>
                  </a:lnTo>
                  <a:lnTo>
                    <a:pt x="842772" y="21946"/>
                  </a:lnTo>
                  <a:close/>
                </a:path>
                <a:path w="1546225" h="424179">
                  <a:moveTo>
                    <a:pt x="866394" y="25756"/>
                  </a:moveTo>
                  <a:lnTo>
                    <a:pt x="865632" y="25636"/>
                  </a:lnTo>
                  <a:lnTo>
                    <a:pt x="866394" y="25756"/>
                  </a:lnTo>
                  <a:close/>
                </a:path>
                <a:path w="1546225" h="424179">
                  <a:moveTo>
                    <a:pt x="961644" y="47996"/>
                  </a:moveTo>
                  <a:lnTo>
                    <a:pt x="961644" y="47734"/>
                  </a:lnTo>
                  <a:lnTo>
                    <a:pt x="960882" y="47734"/>
                  </a:lnTo>
                  <a:lnTo>
                    <a:pt x="961644" y="47996"/>
                  </a:lnTo>
                  <a:close/>
                </a:path>
                <a:path w="1546225" h="424179">
                  <a:moveTo>
                    <a:pt x="1153668" y="132745"/>
                  </a:moveTo>
                  <a:lnTo>
                    <a:pt x="1153668" y="132316"/>
                  </a:lnTo>
                  <a:lnTo>
                    <a:pt x="1152906" y="132316"/>
                  </a:lnTo>
                  <a:lnTo>
                    <a:pt x="1153668" y="132745"/>
                  </a:lnTo>
                  <a:close/>
                </a:path>
                <a:path w="1546225" h="424179">
                  <a:moveTo>
                    <a:pt x="1298448" y="221971"/>
                  </a:moveTo>
                  <a:lnTo>
                    <a:pt x="1298448" y="221470"/>
                  </a:lnTo>
                  <a:lnTo>
                    <a:pt x="1297686" y="221470"/>
                  </a:lnTo>
                  <a:lnTo>
                    <a:pt x="1298448" y="221971"/>
                  </a:lnTo>
                  <a:close/>
                </a:path>
                <a:path w="1546225" h="424179">
                  <a:moveTo>
                    <a:pt x="1500378" y="378927"/>
                  </a:moveTo>
                  <a:lnTo>
                    <a:pt x="1500378" y="341104"/>
                  </a:lnTo>
                  <a:lnTo>
                    <a:pt x="1489710" y="356344"/>
                  </a:lnTo>
                  <a:lnTo>
                    <a:pt x="1479367" y="348884"/>
                  </a:lnTo>
                  <a:lnTo>
                    <a:pt x="1462278" y="372346"/>
                  </a:lnTo>
                  <a:lnTo>
                    <a:pt x="1500378" y="378927"/>
                  </a:lnTo>
                  <a:close/>
                </a:path>
                <a:path w="1546225" h="424179">
                  <a:moveTo>
                    <a:pt x="1500378" y="341104"/>
                  </a:moveTo>
                  <a:lnTo>
                    <a:pt x="1490376" y="333770"/>
                  </a:lnTo>
                  <a:lnTo>
                    <a:pt x="1479367" y="348884"/>
                  </a:lnTo>
                  <a:lnTo>
                    <a:pt x="1489710" y="356344"/>
                  </a:lnTo>
                  <a:lnTo>
                    <a:pt x="1500378" y="341104"/>
                  </a:lnTo>
                  <a:close/>
                </a:path>
                <a:path w="1546225" h="424179">
                  <a:moveTo>
                    <a:pt x="1546098" y="386824"/>
                  </a:moveTo>
                  <a:lnTo>
                    <a:pt x="1507236" y="310624"/>
                  </a:lnTo>
                  <a:lnTo>
                    <a:pt x="1490376" y="333770"/>
                  </a:lnTo>
                  <a:lnTo>
                    <a:pt x="1500378" y="341104"/>
                  </a:lnTo>
                  <a:lnTo>
                    <a:pt x="1500378" y="378927"/>
                  </a:lnTo>
                  <a:lnTo>
                    <a:pt x="1546098" y="386824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885" name="Group 1884">
            <a:extLst>
              <a:ext uri="{FF2B5EF4-FFF2-40B4-BE49-F238E27FC236}">
                <a16:creationId xmlns:a16="http://schemas.microsoft.com/office/drawing/2014/main" id="{C0548F01-8A17-4D7A-B720-45FA28332809}"/>
              </a:ext>
            </a:extLst>
          </p:cNvPr>
          <p:cNvGrpSpPr/>
          <p:nvPr/>
        </p:nvGrpSpPr>
        <p:grpSpPr>
          <a:xfrm>
            <a:off x="7030921" y="2832687"/>
            <a:ext cx="3357179" cy="3154077"/>
            <a:chOff x="8530653" y="3235881"/>
            <a:chExt cx="3357179" cy="3154077"/>
          </a:xfrm>
        </p:grpSpPr>
        <p:pic>
          <p:nvPicPr>
            <p:cNvPr id="1884" name="Picture 1883">
              <a:extLst>
                <a:ext uri="{FF2B5EF4-FFF2-40B4-BE49-F238E27FC236}">
                  <a16:creationId xmlns:a16="http://schemas.microsoft.com/office/drawing/2014/main" id="{749DC8EF-AE48-45BB-85CE-E69E33B20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30653" y="3235881"/>
              <a:ext cx="3281086" cy="31540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8" name="Rectangle 1877">
                  <a:extLst>
                    <a:ext uri="{FF2B5EF4-FFF2-40B4-BE49-F238E27FC236}">
                      <a16:creationId xmlns:a16="http://schemas.microsoft.com/office/drawing/2014/main" id="{06426F4D-CF94-4E01-8165-F84BB16CB445}"/>
                    </a:ext>
                  </a:extLst>
                </p:cNvPr>
                <p:cNvSpPr/>
                <p:nvPr/>
              </p:nvSpPr>
              <p:spPr>
                <a:xfrm>
                  <a:off x="9177824" y="3913751"/>
                  <a:ext cx="82907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(8,</m:t>
                        </m:r>
                        <m:r>
                          <a:rPr lang="zh-CN" altLang="en-US" i="1" spc="-3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i="1" spc="-1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3)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78" name="Rectangle 1877">
                  <a:extLst>
                    <a:ext uri="{FF2B5EF4-FFF2-40B4-BE49-F238E27FC236}">
                      <a16:creationId xmlns:a16="http://schemas.microsoft.com/office/drawing/2014/main" id="{06426F4D-CF94-4E01-8165-F84BB16CB4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7824" y="3913751"/>
                  <a:ext cx="829073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9" name="Rectangle 1878">
                  <a:extLst>
                    <a:ext uri="{FF2B5EF4-FFF2-40B4-BE49-F238E27FC236}">
                      <a16:creationId xmlns:a16="http://schemas.microsoft.com/office/drawing/2014/main" id="{ECB68C01-1C71-41FB-AC0A-380F6D08B83B}"/>
                    </a:ext>
                  </a:extLst>
                </p:cNvPr>
                <p:cNvSpPr/>
                <p:nvPr/>
              </p:nvSpPr>
              <p:spPr>
                <a:xfrm>
                  <a:off x="9511928" y="5525034"/>
                  <a:ext cx="82907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(8,</m:t>
                        </m:r>
                        <m:r>
                          <a:rPr lang="zh-CN" altLang="en-US" i="1" spc="-3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b="0" i="1" spc="-1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  <m:r>
                          <a:rPr lang="en-US" altLang="zh-CN" i="1" spc="-1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79" name="Rectangle 1878">
                  <a:extLst>
                    <a:ext uri="{FF2B5EF4-FFF2-40B4-BE49-F238E27FC236}">
                      <a16:creationId xmlns:a16="http://schemas.microsoft.com/office/drawing/2014/main" id="{ECB68C01-1C71-41FB-AC0A-380F6D08B8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928" y="5525034"/>
                  <a:ext cx="829073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0" name="Rectangle 1879">
                  <a:extLst>
                    <a:ext uri="{FF2B5EF4-FFF2-40B4-BE49-F238E27FC236}">
                      <a16:creationId xmlns:a16="http://schemas.microsoft.com/office/drawing/2014/main" id="{6F785ABD-06B0-425A-B5DE-208FFA29EE9B}"/>
                    </a:ext>
                  </a:extLst>
                </p:cNvPr>
                <p:cNvSpPr/>
                <p:nvPr/>
              </p:nvSpPr>
              <p:spPr>
                <a:xfrm>
                  <a:off x="11058759" y="3964822"/>
                  <a:ext cx="82907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b="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9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zh-CN" altLang="en-US" i="1" spc="-3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i="1" spc="-1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3)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80" name="Rectangle 1879">
                  <a:extLst>
                    <a:ext uri="{FF2B5EF4-FFF2-40B4-BE49-F238E27FC236}">
                      <a16:creationId xmlns:a16="http://schemas.microsoft.com/office/drawing/2014/main" id="{6F785ABD-06B0-425A-B5DE-208FFA29EE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8759" y="3964822"/>
                  <a:ext cx="829073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1" name="Rectangle 1880">
                  <a:extLst>
                    <a:ext uri="{FF2B5EF4-FFF2-40B4-BE49-F238E27FC236}">
                      <a16:creationId xmlns:a16="http://schemas.microsoft.com/office/drawing/2014/main" id="{F1DF3736-7D3A-4438-9B81-3BFEF27C2D7D}"/>
                    </a:ext>
                  </a:extLst>
                </p:cNvPr>
                <p:cNvSpPr/>
                <p:nvPr/>
              </p:nvSpPr>
              <p:spPr>
                <a:xfrm>
                  <a:off x="10982666" y="5529259"/>
                  <a:ext cx="82907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b="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9</m:t>
                        </m:r>
                        <m:r>
                          <a:rPr lang="en-US" altLang="zh-CN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zh-CN" altLang="en-US" i="1" spc="-3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b="0" i="1" spc="-1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  <m:r>
                          <a:rPr lang="en-US" altLang="zh-CN" i="1" spc="-12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81" name="Rectangle 1880">
                  <a:extLst>
                    <a:ext uri="{FF2B5EF4-FFF2-40B4-BE49-F238E27FC236}">
                      <a16:creationId xmlns:a16="http://schemas.microsoft.com/office/drawing/2014/main" id="{F1DF3736-7D3A-4438-9B81-3BFEF27C2D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666" y="5529259"/>
                  <a:ext cx="829073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2" name="object 1018">
                  <a:extLst>
                    <a:ext uri="{FF2B5EF4-FFF2-40B4-BE49-F238E27FC236}">
                      <a16:creationId xmlns:a16="http://schemas.microsoft.com/office/drawing/2014/main" id="{5B40E882-6539-4A3B-8637-657A467BF208}"/>
                    </a:ext>
                  </a:extLst>
                </p:cNvPr>
                <p:cNvSpPr txBox="1"/>
                <p:nvPr/>
              </p:nvSpPr>
              <p:spPr>
                <a:xfrm>
                  <a:off x="10412964" y="5006213"/>
                  <a:ext cx="129159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80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𝑓</m:t>
                        </m:r>
                        <m:r>
                          <a:rPr lang="en-US" altLang="zh-CN" sz="1800" i="1" spc="-125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sz="1800" i="1" spc="-125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8.673,</m:t>
                        </m:r>
                        <m:r>
                          <a:rPr lang="zh-CN" altLang="en-US" sz="1800" i="1" spc="-3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sz="1800" i="1" spc="-12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3.675)</m:t>
                        </m:r>
                      </m:oMath>
                    </m:oMathPara>
                  </a14:m>
                  <a:endParaRPr sz="18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82" name="object 1018">
                  <a:extLst>
                    <a:ext uri="{FF2B5EF4-FFF2-40B4-BE49-F238E27FC236}">
                      <a16:creationId xmlns:a16="http://schemas.microsoft.com/office/drawing/2014/main" id="{5B40E882-6539-4A3B-8637-657A467BF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64" y="5006213"/>
                  <a:ext cx="1291590" cy="299720"/>
                </a:xfrm>
                <a:prstGeom prst="rect">
                  <a:avLst/>
                </a:prstGeom>
                <a:blipFill>
                  <a:blip r:embed="rId15"/>
                  <a:stretch>
                    <a:fillRect l="-7547" r="-9906" b="-306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72513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9267-521A-4E62-B2EC-30553743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Resource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75AC3-4BC1-458B-9111-C81E277DE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cs typeface="+mn-ea"/>
                <a:sym typeface="+mn-lt"/>
              </a:rPr>
              <a:t>Dai, et al. </a:t>
            </a:r>
            <a:r>
              <a:rPr lang="en-US" altLang="zh-CN" sz="2400" b="1" dirty="0">
                <a:cs typeface="+mn-ea"/>
                <a:sym typeface="+mn-lt"/>
              </a:rPr>
              <a:t>Instance-aware Semantic Segmentation via Multi-task Network Cascades</a:t>
            </a:r>
            <a:r>
              <a:rPr lang="en-US" altLang="zh-CN" sz="2400" dirty="0">
                <a:cs typeface="+mn-ea"/>
                <a:sym typeface="+mn-lt"/>
              </a:rPr>
              <a:t>, </a:t>
            </a:r>
            <a:r>
              <a:rPr lang="en-US" altLang="zh-CN" sz="2400" i="1" dirty="0">
                <a:cs typeface="+mn-ea"/>
                <a:sym typeface="+mn-lt"/>
              </a:rPr>
              <a:t>CVPR 2016</a:t>
            </a:r>
            <a:endParaRPr lang="zh-CN" altLang="en-US" sz="2400" i="1" dirty="0"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cs typeface="+mn-ea"/>
                <a:sym typeface="+mn-lt"/>
              </a:rPr>
              <a:t>Lin et al. </a:t>
            </a:r>
            <a:r>
              <a:rPr lang="en-US" altLang="zh-CN" sz="2400" b="1" dirty="0">
                <a:cs typeface="+mn-ea"/>
                <a:sym typeface="+mn-lt"/>
              </a:rPr>
              <a:t>Feature Pyramid Networks</a:t>
            </a:r>
            <a:r>
              <a:rPr lang="en-US" altLang="zh-CN" sz="2400" dirty="0">
                <a:cs typeface="+mn-ea"/>
                <a:sym typeface="+mn-lt"/>
              </a:rPr>
              <a:t>, </a:t>
            </a:r>
            <a:r>
              <a:rPr lang="en-US" altLang="zh-CN" sz="2400" i="1" dirty="0">
                <a:cs typeface="+mn-ea"/>
                <a:sym typeface="+mn-lt"/>
              </a:rPr>
              <a:t>CVPR 2017</a:t>
            </a:r>
            <a:endParaRPr lang="zh-CN" altLang="en-US" sz="2400" i="1" dirty="0"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cs typeface="+mn-ea"/>
                <a:sym typeface="+mn-lt"/>
              </a:rPr>
              <a:t>He, et al. </a:t>
            </a:r>
            <a:r>
              <a:rPr lang="en-US" altLang="zh-CN" sz="2400" b="1" dirty="0">
                <a:cs typeface="+mn-ea"/>
                <a:sym typeface="+mn-lt"/>
              </a:rPr>
              <a:t>Mask R-CNN</a:t>
            </a:r>
            <a:r>
              <a:rPr lang="en-US" altLang="zh-CN" sz="2400" dirty="0">
                <a:cs typeface="+mn-ea"/>
                <a:sym typeface="+mn-lt"/>
              </a:rPr>
              <a:t>, </a:t>
            </a:r>
            <a:r>
              <a:rPr lang="en-US" altLang="zh-CN" sz="2400" i="1" dirty="0">
                <a:cs typeface="+mn-ea"/>
                <a:sym typeface="+mn-lt"/>
              </a:rPr>
              <a:t>ICCV 2017</a:t>
            </a:r>
            <a:endParaRPr lang="zh-CN" altLang="en-US" sz="2400" i="1" dirty="0"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hlinkClick r:id="rId2"/>
              </a:rPr>
              <a:t>https://learnopencv.com/deep-learning-based-object-detection-and-instance-segmentation-using-mask-rcnn-in-opencv-python-c/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238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5sqi2cu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1773</Words>
  <Application>Microsoft Office PowerPoint</Application>
  <PresentationFormat>Widescreen</PresentationFormat>
  <Paragraphs>285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等线</vt:lpstr>
      <vt:lpstr>宋体</vt:lpstr>
      <vt:lpstr>Arial</vt:lpstr>
      <vt:lpstr>Cambria Math</vt:lpstr>
      <vt:lpstr>Times New Roman</vt:lpstr>
      <vt:lpstr>Office Theme</vt:lpstr>
      <vt:lpstr>13. 实例分割 Instance Segmentation</vt:lpstr>
      <vt:lpstr>实例分割 (Instance Segmentation)</vt:lpstr>
      <vt:lpstr>实例分割 (Instance Segmentation)</vt:lpstr>
      <vt:lpstr>实例分割 – 应用</vt:lpstr>
      <vt:lpstr>实例分割 – 应用</vt:lpstr>
      <vt:lpstr>数据集 (Dataset)</vt:lpstr>
      <vt:lpstr>代表性方法</vt:lpstr>
      <vt:lpstr>Multi-task Cascades</vt:lpstr>
      <vt:lpstr>Multi-task Cascades</vt:lpstr>
      <vt:lpstr>Task 1: differentiating instances</vt:lpstr>
      <vt:lpstr>Task 2: estimating masks</vt:lpstr>
      <vt:lpstr>Task 3: categorizing objects</vt:lpstr>
      <vt:lpstr>目标损失函数</vt:lpstr>
      <vt:lpstr>More Stages</vt:lpstr>
      <vt:lpstr>分割结果</vt:lpstr>
      <vt:lpstr>实验结果</vt:lpstr>
      <vt:lpstr>代表性方法</vt:lpstr>
      <vt:lpstr>Feature Pyramid Networks (FPN)</vt:lpstr>
      <vt:lpstr>FPN – 实现细节</vt:lpstr>
      <vt:lpstr>FPN – Implementation details</vt:lpstr>
      <vt:lpstr>FPN – Multiscale Representation</vt:lpstr>
      <vt:lpstr>FPN – Small Objects</vt:lpstr>
      <vt:lpstr>实验结果 (Fast R-CNN+FPN)</vt:lpstr>
      <vt:lpstr>Mask R-CNN</vt:lpstr>
      <vt:lpstr>Mask R-CNN</vt:lpstr>
      <vt:lpstr>Mask R-CNN</vt:lpstr>
      <vt:lpstr>Mask R-CNN: Mask Branch</vt:lpstr>
      <vt:lpstr>Mask R-CNN: Network Architecture</vt:lpstr>
      <vt:lpstr>Mask R-CNN: Mask Head</vt:lpstr>
      <vt:lpstr>Mask R-CNN: Result</vt:lpstr>
      <vt:lpstr>Mask R-CNN: Result</vt:lpstr>
      <vt:lpstr>Mask R-CNN</vt:lpstr>
      <vt:lpstr>ROI Pooling &amp; RoI Align</vt:lpstr>
      <vt:lpstr>RoI Feature Extraction: input</vt:lpstr>
      <vt:lpstr>RoI Feature Extraction: input</vt:lpstr>
      <vt:lpstr>RoI Feature Extraction: output</vt:lpstr>
      <vt:lpstr>ROI Pooling - Steps</vt:lpstr>
      <vt:lpstr>Step 1: RoI mapping</vt:lpstr>
      <vt:lpstr>Step 1: RoI mapping</vt:lpstr>
      <vt:lpstr>Step 2: RoI division</vt:lpstr>
      <vt:lpstr>Step 3: max pooling</vt:lpstr>
      <vt:lpstr>RoI Pooling</vt:lpstr>
      <vt:lpstr>ROI Align - Steps</vt:lpstr>
      <vt:lpstr>Align Steps: mapping &amp; division</vt:lpstr>
      <vt:lpstr>Align Steps: interpolation</vt:lpstr>
      <vt:lpstr>Align Steps: interpolation</vt:lpstr>
      <vt:lpstr>Align Steps: max pooling</vt:lpstr>
      <vt:lpstr>线性插值（Linear Interpolation）</vt:lpstr>
      <vt:lpstr>双线性插值（Bilinear Interpolation）</vt:lpstr>
      <vt:lpstr>RoI Align: Bilinear Interpolation</vt:lpstr>
      <vt:lpstr>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Instance Segmentation</dc:title>
  <dc:creator>Luo Zhiming</dc:creator>
  <cp:lastModifiedBy>Luo Zhiming</cp:lastModifiedBy>
  <cp:revision>171</cp:revision>
  <dcterms:created xsi:type="dcterms:W3CDTF">2022-03-29T08:28:13Z</dcterms:created>
  <dcterms:modified xsi:type="dcterms:W3CDTF">2023-05-18T13:25:51Z</dcterms:modified>
</cp:coreProperties>
</file>