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319" r:id="rId3"/>
    <p:sldId id="276" r:id="rId4"/>
    <p:sldId id="313" r:id="rId5"/>
    <p:sldId id="312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xmlns="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85" d="100"/>
          <a:sy n="85" d="100"/>
        </p:scale>
        <p:origin x="-88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88637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76112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83923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pPr/>
              <a:t>2020/5/7 Thursday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xmlns="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xmlns="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xmlns="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实验九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子程序</a:t>
            </a: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设计</a:t>
            </a:r>
            <a:r>
              <a:rPr lang="en-US" altLang="zh-CN" sz="2400" spc="225" dirty="0" smtClean="0">
                <a:solidFill>
                  <a:srgbClr val="292929"/>
                </a:solidFill>
                <a:cs typeface="+mn-ea"/>
                <a:sym typeface="+mn-lt"/>
              </a:rPr>
              <a:t>2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94724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987480" cy="59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上周实验讲解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341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完成以下题目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编写一个判断是否为素数的子程序，在主程序中调用该子程序，并在屏幕中显示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1~100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的所有素数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英文人名排序。从终端输入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个人名，当所有人名都键入后，按字典序将人名排序，并在屏幕上显示已经排好序的人名。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要求：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按功能分模块编写子程序实现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 startAt="4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4920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213" y="-412594"/>
            <a:ext cx="3678426" cy="7638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4038" y="156117"/>
            <a:ext cx="724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dirty="0" smtClean="0"/>
              <a:t>主程序</a:t>
            </a:r>
            <a:endParaRPr lang="zh-CN" altLang="en-US" sz="1000" dirty="0"/>
          </a:p>
        </p:txBody>
      </p:sp>
      <p:pic>
        <p:nvPicPr>
          <p:cNvPr id="8" name="图片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8615" y="-234175"/>
            <a:ext cx="3078321" cy="72928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94663" y="144966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Judge</a:t>
            </a:r>
            <a:r>
              <a:rPr lang="zh-CN" altLang="zh-CN" sz="1000" dirty="0" smtClean="0"/>
              <a:t>子程序</a:t>
            </a:r>
            <a:endParaRPr lang="zh-CN" altLang="en-US" sz="1000" dirty="0"/>
          </a:p>
        </p:txBody>
      </p:sp>
      <p:pic>
        <p:nvPicPr>
          <p:cNvPr id="1026" name="Picture 2" descr="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317638" y="-301083"/>
            <a:ext cx="2874362" cy="7482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9121697" y="144967"/>
            <a:ext cx="9701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trans </a:t>
            </a:r>
            <a:r>
              <a:rPr lang="zh-CN" altLang="zh-CN" sz="1000" dirty="0" smtClean="0"/>
              <a:t>子程序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2352103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" name="图片 6" descr="微信图片_2020050715482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0100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xmlns="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987480" cy="59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341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完成以下题目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、给定一个日期，输出这个日期是该年的第几天，日期输入数据格式为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YYYY/MM/DD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组成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、“水仙花数”是指一个三位数，它的各位数字的立方和等于其本身，比如：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153=1^3+5^3+3^3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</a:t>
            </a:r>
          </a:p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现在要求输出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100--999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所有的水仙花数。要求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按功能分模块编写子程序实现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 startAt="4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4920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13559</TotalTime>
  <Words>169</Words>
  <Application>Microsoft Office PowerPoint</Application>
  <PresentationFormat>自定义</PresentationFormat>
  <Paragraphs>22</Paragraphs>
  <Slides>5</Slides>
  <Notes>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第一PPT，www.1ppt.com</vt:lpstr>
      <vt:lpstr>幻灯片 1</vt:lpstr>
      <vt:lpstr>幻灯片 2</vt:lpstr>
      <vt:lpstr>幻灯片 3</vt:lpstr>
      <vt:lpstr>幻灯片 4</vt:lpstr>
      <vt:lpstr>幻灯片 5</vt:lpstr>
    </vt:vector>
  </TitlesOfParts>
  <Company>第一PPT，www.1ppt.com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Administrator</cp:lastModifiedBy>
  <cp:revision>197</cp:revision>
  <dcterms:created xsi:type="dcterms:W3CDTF">2019-06-11T09:29:47Z</dcterms:created>
  <dcterms:modified xsi:type="dcterms:W3CDTF">2020-05-07T08:02:50Z</dcterms:modified>
</cp:coreProperties>
</file>