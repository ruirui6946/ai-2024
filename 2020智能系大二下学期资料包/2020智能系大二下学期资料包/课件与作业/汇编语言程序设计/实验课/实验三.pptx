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304" r:id="rId3"/>
    <p:sldId id="305" r:id="rId4"/>
    <p:sldId id="306" r:id="rId5"/>
    <p:sldId id="276" r:id="rId6"/>
    <p:sldId id="298" r:id="rId7"/>
    <p:sldId id="302" r:id="rId8"/>
    <p:sldId id="307" r:id="rId9"/>
    <p:sldId id="300" r:id="rId10"/>
    <p:sldId id="297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6318" autoAdjust="0"/>
  </p:normalViewPr>
  <p:slideViewPr>
    <p:cSldViewPr snapToGrid="0">
      <p:cViewPr varScale="1">
        <p:scale>
          <a:sx n="154" d="100"/>
          <a:sy n="154" d="100"/>
        </p:scale>
        <p:origin x="174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905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2020/3/26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实验三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2" y="4101335"/>
            <a:ext cx="4060960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 smtClean="0">
                <a:solidFill>
                  <a:srgbClr val="292929"/>
                </a:solidFill>
                <a:cs typeface="+mn-ea"/>
                <a:sym typeface="+mn-lt"/>
              </a:rPr>
              <a:t>逻辑指令</a:t>
            </a:r>
            <a:r>
              <a:rPr lang="en-US" altLang="zh-CN" sz="2400" spc="225" dirty="0" smtClean="0">
                <a:solidFill>
                  <a:srgbClr val="292929"/>
                </a:solidFill>
                <a:cs typeface="+mn-ea"/>
                <a:sym typeface="+mn-lt"/>
              </a:rPr>
              <a:t>&amp;</a:t>
            </a:r>
            <a:r>
              <a:rPr lang="zh-CN" altLang="en-US" sz="2400" spc="225" dirty="0" smtClean="0">
                <a:solidFill>
                  <a:srgbClr val="292929"/>
                </a:solidFill>
                <a:cs typeface="+mn-ea"/>
                <a:sym typeface="+mn-lt"/>
              </a:rPr>
              <a:t>字符串操作实验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39EA8D8-525F-4775-BAE5-4FD2E050D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771" y="860841"/>
            <a:ext cx="5868288" cy="557487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F2526D7-99D4-4C36-BFAF-2935CF20E675}"/>
              </a:ext>
            </a:extLst>
          </p:cNvPr>
          <p:cNvSpPr txBox="1"/>
          <p:nvPr/>
        </p:nvSpPr>
        <p:spPr>
          <a:xfrm>
            <a:off x="993505" y="27606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实验二评析</a:t>
            </a:r>
          </a:p>
        </p:txBody>
      </p:sp>
    </p:spTree>
    <p:extLst>
      <p:ext uri="{BB962C8B-B14F-4D97-AF65-F5344CB8AC3E}">
        <p14:creationId xmlns:p14="http://schemas.microsoft.com/office/powerpoint/2010/main" val="4739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2D44577-367B-4CF5-A8F0-041B11879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13" y="1146923"/>
            <a:ext cx="5000000" cy="53238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5BA02EB-0BA9-42C9-B28B-3EF7BB2F8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32" y="387268"/>
            <a:ext cx="5304762" cy="3714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BCD22A5-B3FF-49C9-9766-86753EBFF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195" y="986246"/>
            <a:ext cx="5039204" cy="532380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8F67AE0-E502-4BF0-9E46-F82602DDE154}"/>
              </a:ext>
            </a:extLst>
          </p:cNvPr>
          <p:cNvSpPr/>
          <p:nvPr/>
        </p:nvSpPr>
        <p:spPr>
          <a:xfrm>
            <a:off x="6606489" y="1983545"/>
            <a:ext cx="4661733" cy="7315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60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556" y="416962"/>
            <a:ext cx="4851628" cy="525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1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374187" y="1443915"/>
            <a:ext cx="10668288" cy="230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掌握汇编语言逻辑指令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了解汇编语言字符串处理基本流程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熟悉汇编语言字符串处理基本指令的使用方法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224062" y="889169"/>
            <a:ext cx="10668288" cy="618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逻辑指令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1)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逻辑运算指令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AND OR NOT XOR TEST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2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）移位指令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分清算术、逻辑、循环等几种不同类型的移位指令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 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字符串处理基本操作流程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）利用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SI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寄存器保存源串首地址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2)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利用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寄存器保存目的串首地址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3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)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利用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CX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寄存器保存字符串长度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4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)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利用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CLD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或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STD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指令设置字符串处理方向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5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）利用字符串处理指令实进行相关处理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12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ldLvl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507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>
                <a:sym typeface="+mn-lt"/>
              </a:rPr>
              <a:t>不使用乘法</a:t>
            </a:r>
            <a:r>
              <a:rPr lang="zh-CN" altLang="en-US" sz="2400" dirty="0"/>
              <a:t>指令</a:t>
            </a:r>
            <a:r>
              <a:rPr lang="zh-CN" altLang="en-US" sz="2400" dirty="0"/>
              <a:t>编写一</a:t>
            </a:r>
            <a:r>
              <a:rPr lang="zh-CN" altLang="en-US" sz="2400" dirty="0"/>
              <a:t>个汇编程序用于计算</a:t>
            </a:r>
            <a:r>
              <a:rPr lang="zh-CN" altLang="en-US" sz="2400" dirty="0"/>
              <a:t>：AX×21，假设乘积不超过</a:t>
            </a:r>
            <a:r>
              <a:rPr lang="en-US" altLang="zh-CN" sz="2400" dirty="0"/>
              <a:t>16</a:t>
            </a:r>
            <a:r>
              <a:rPr lang="zh-CN" altLang="en-US" sz="2400" dirty="0"/>
              <a:t>位。提示：21＝24＋22＋</a:t>
            </a:r>
            <a:r>
              <a:rPr lang="zh-CN" altLang="en-US" sz="2400" dirty="0"/>
              <a:t>20</a:t>
            </a:r>
            <a:endParaRPr lang="en-US" altLang="zh-CN" sz="2400" dirty="0"/>
          </a:p>
          <a:p>
            <a:pPr marL="457200" indent="-457200">
              <a:buAutoNum type="arabicPeriod"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+mn-lt"/>
              </a:rPr>
              <a:t>	</a:t>
            </a:r>
            <a:r>
              <a:rPr lang="zh-CN" altLang="en-US" sz="2400" dirty="0">
                <a:sym typeface="+mn-lt"/>
              </a:rPr>
              <a:t>利用移位指令，左移或右移</a:t>
            </a:r>
            <a:r>
              <a:rPr lang="en-US" altLang="zh-CN" sz="2400" dirty="0">
                <a:sym typeface="+mn-lt"/>
              </a:rPr>
              <a:t>n</a:t>
            </a:r>
            <a:r>
              <a:rPr lang="zh-CN" altLang="en-US" sz="2400" dirty="0">
                <a:sym typeface="+mn-lt"/>
              </a:rPr>
              <a:t>位可以放大或缩小</a:t>
            </a:r>
            <a:r>
              <a:rPr lang="zh-CN" altLang="en-US" sz="2400" dirty="0"/>
              <a:t>2</a:t>
            </a:r>
            <a:r>
              <a:rPr lang="en-US" altLang="zh-CN" sz="2400" dirty="0"/>
              <a:t>n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+mn-lt"/>
              </a:rPr>
              <a:t>	</a:t>
            </a:r>
            <a:r>
              <a:rPr lang="zh-CN" altLang="en-US" sz="2400" dirty="0">
                <a:sym typeface="+mn-lt"/>
              </a:rPr>
              <a:t>算术移位 </a:t>
            </a:r>
            <a:r>
              <a:rPr lang="en-US" altLang="zh-CN" sz="2400" dirty="0">
                <a:sym typeface="+mn-lt"/>
              </a:rPr>
              <a:t>or </a:t>
            </a:r>
            <a:r>
              <a:rPr lang="zh-CN" altLang="en-US" sz="2400" dirty="0">
                <a:sym typeface="+mn-lt"/>
              </a:rPr>
              <a:t>逻辑移位？</a:t>
            </a:r>
            <a:endParaRPr lang="en-US" altLang="zh-CN" sz="2400" dirty="0"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+mn-lt"/>
              </a:rPr>
              <a:t>	</a:t>
            </a:r>
            <a:r>
              <a:rPr lang="zh-CN" altLang="en-US" sz="2400" dirty="0">
                <a:sym typeface="+mn-lt"/>
              </a:rPr>
              <a:t>例如数据 </a:t>
            </a:r>
            <a:r>
              <a:rPr lang="en-US" altLang="zh-CN" sz="2400" dirty="0">
                <a:sym typeface="+mn-lt"/>
              </a:rPr>
              <a:t>AX=00011100,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+mn-lt"/>
              </a:rPr>
              <a:t> </a:t>
            </a:r>
            <a:r>
              <a:rPr lang="en-US" altLang="zh-CN" sz="2400" dirty="0">
                <a:sym typeface="+mn-lt"/>
              </a:rPr>
              <a:t>         SHL AX</a:t>
            </a:r>
            <a:r>
              <a:rPr lang="zh-CN" altLang="en-US" sz="2400" dirty="0">
                <a:sym typeface="+mn-lt"/>
              </a:rPr>
              <a:t>，</a:t>
            </a:r>
            <a:r>
              <a:rPr lang="en-US" altLang="zh-CN" sz="2400" dirty="0">
                <a:sym typeface="+mn-lt"/>
              </a:rPr>
              <a:t>3   </a:t>
            </a:r>
            <a:r>
              <a:rPr lang="zh-CN" altLang="en-US" sz="2400" dirty="0">
                <a:sym typeface="+mn-lt"/>
              </a:rPr>
              <a:t>则</a:t>
            </a:r>
            <a:r>
              <a:rPr lang="en-US" altLang="zh-CN" sz="2400" dirty="0">
                <a:sym typeface="+mn-lt"/>
              </a:rPr>
              <a:t>AX=11100000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 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515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51338" y="983088"/>
            <a:ext cx="963005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给定一个只含英文字符的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字符串 如“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ABcdEfGabFZ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”，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实现以下几个功能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）将字符串中的字母全部转为大写字母，存在以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string1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为首地址的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缓冲区中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）将字符串中的字母全部转为大写字母，存在以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string2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为首地址的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缓冲区中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	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）选做：将大写转小写，小写转大写，存入以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string3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为首地址的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缓冲区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中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要求：不能使用加法或者减法指令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提示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观察字母的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ascii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码的二进制表示，找出规律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A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01000001   a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01100001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01000010   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01100010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，利用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OR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或者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AND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运算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95727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507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zh-CN" altLang="en-US" sz="2400" dirty="0" smtClean="0"/>
              <a:t>编写汇编程序，统计一串字符串中字符“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”出现的次数</a:t>
            </a:r>
            <a:endParaRPr lang="en-US" altLang="zh-CN" sz="2400" dirty="0" smtClean="0"/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比较缓冲区中两字符串是否相同，若相同则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AL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返回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，不同返回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获取字符串长度的方法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 segment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string1 </a:t>
            </a:r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db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‘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Hello$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’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   len1 </a:t>
            </a:r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equ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$-string1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 ends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 </a:t>
            </a:r>
            <a:r>
              <a:rPr lang="en-US" altLang="zh-CN" dirty="0" smtClean="0"/>
              <a:t> </a:t>
            </a:r>
            <a:r>
              <a:rPr lang="zh-CN" altLang="en-US" dirty="0"/>
              <a:t>给出实验</a:t>
            </a:r>
            <a:r>
              <a:rPr lang="zh-CN" altLang="en-US" dirty="0" smtClean="0"/>
              <a:t>内容</a:t>
            </a:r>
            <a:r>
              <a:rPr lang="en-US" altLang="zh-CN" dirty="0" smtClean="0"/>
              <a:t>1</a:t>
            </a:r>
            <a:r>
              <a:rPr lang="zh-CN" altLang="en-US" dirty="0" smtClean="0"/>
              <a:t>的</a:t>
            </a:r>
            <a:r>
              <a:rPr lang="zh-CN" altLang="en-US" dirty="0"/>
              <a:t>源程序代码</a:t>
            </a:r>
            <a:r>
              <a:rPr lang="zh-CN" altLang="en-US" dirty="0" smtClean="0"/>
              <a:t>片段</a:t>
            </a:r>
            <a:r>
              <a:rPr lang="zh-CN" altLang="en-US" dirty="0" smtClean="0"/>
              <a:t>和运行结果截图，思考并分析 </a:t>
            </a:r>
            <a:r>
              <a:rPr lang="en-US" altLang="zh-CN" dirty="0" smtClean="0"/>
              <a:t>SHL SAL SHR SAR ROL ROR</a:t>
            </a:r>
            <a:r>
              <a:rPr lang="zh-CN" altLang="en-US" dirty="0" smtClean="0"/>
              <a:t>这几个移位指令的不同点，分别可以在哪些情况下使用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2. </a:t>
            </a:r>
            <a:r>
              <a:rPr lang="zh-CN" altLang="en-US" dirty="0"/>
              <a:t>给出实内验</a:t>
            </a:r>
            <a:r>
              <a:rPr lang="zh-CN" altLang="en-US" dirty="0" smtClean="0"/>
              <a:t>容</a:t>
            </a:r>
            <a:r>
              <a:rPr lang="en-US" altLang="zh-CN" dirty="0" smtClean="0"/>
              <a:t>2</a:t>
            </a:r>
            <a:r>
              <a:rPr lang="zh-CN" altLang="en-US" dirty="0" smtClean="0"/>
              <a:t>的</a:t>
            </a:r>
            <a:r>
              <a:rPr lang="zh-CN" altLang="en-US" dirty="0"/>
              <a:t>程序片段（关键部分的源码）和运行结果截图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3. </a:t>
            </a:r>
            <a:r>
              <a:rPr lang="zh-CN" altLang="en-US" dirty="0"/>
              <a:t>给出实内</a:t>
            </a:r>
            <a:r>
              <a:rPr lang="zh-CN" altLang="en-US" dirty="0" smtClean="0"/>
              <a:t>验容</a:t>
            </a:r>
            <a:r>
              <a:rPr lang="en-US" altLang="zh-CN" dirty="0" smtClean="0"/>
              <a:t>3</a:t>
            </a:r>
            <a:r>
              <a:rPr lang="zh-CN" altLang="en-US" dirty="0" smtClean="0"/>
              <a:t>的</a:t>
            </a:r>
            <a:r>
              <a:rPr lang="zh-CN" altLang="en-US" dirty="0"/>
              <a:t>程序片段（关键部分的源码）和运行结果截</a:t>
            </a:r>
            <a:r>
              <a:rPr lang="zh-CN" altLang="en-US" dirty="0" smtClean="0"/>
              <a:t>图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4. </a:t>
            </a:r>
            <a:r>
              <a:rPr lang="zh-CN" altLang="en-US" dirty="0"/>
              <a:t>给出实内验容</a:t>
            </a:r>
            <a:r>
              <a:rPr lang="en-US" altLang="zh-CN" dirty="0"/>
              <a:t>3</a:t>
            </a:r>
            <a:r>
              <a:rPr lang="zh-CN" altLang="en-US" dirty="0" smtClean="0"/>
              <a:t>的流程图、程序</a:t>
            </a:r>
            <a:r>
              <a:rPr lang="zh-CN" altLang="en-US" dirty="0"/>
              <a:t>片段（关键部分的源码）和运行结果截图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en-US" dirty="0"/>
              <a:t>实验总结（实验过程错误总结、知识点掌握情况）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1994</TotalTime>
  <Words>267</Words>
  <Application>Microsoft Office PowerPoint</Application>
  <PresentationFormat>宽屏</PresentationFormat>
  <Paragraphs>61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方正粗谭黑简体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guo feng</cp:lastModifiedBy>
  <cp:revision>120</cp:revision>
  <dcterms:created xsi:type="dcterms:W3CDTF">2019-06-11T09:29:47Z</dcterms:created>
  <dcterms:modified xsi:type="dcterms:W3CDTF">2020-03-26T06:49:01Z</dcterms:modified>
</cp:coreProperties>
</file>