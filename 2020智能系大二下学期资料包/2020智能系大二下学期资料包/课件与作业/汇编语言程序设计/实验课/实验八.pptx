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76" r:id="rId3"/>
    <p:sldId id="313" r:id="rId4"/>
    <p:sldId id="314" r:id="rId5"/>
    <p:sldId id="316" r:id="rId6"/>
    <p:sldId id="312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88" d="100"/>
          <a:sy n="88" d="100"/>
        </p:scale>
        <p:origin x="37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11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257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实验八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子程序设计</a:t>
            </a: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1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93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熟悉汇编语言程序子程序设计方法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了解汇编语言程序设计参数传递方法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93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熟悉汇编语言程序子程序设计方法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了解汇编语言程序设计参数传递方法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EF0C1B-D8FE-4118-AD8F-23F7973EEA4C}"/>
              </a:ext>
            </a:extLst>
          </p:cNvPr>
          <p:cNvSpPr txBox="1"/>
          <p:nvPr/>
        </p:nvSpPr>
        <p:spPr>
          <a:xfrm>
            <a:off x="1068089" y="860841"/>
            <a:ext cx="41352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1.</a:t>
            </a:r>
            <a:r>
              <a:rPr lang="zh-CN" altLang="en-US" dirty="0">
                <a:solidFill>
                  <a:srgbClr val="00B050"/>
                </a:solidFill>
              </a:rPr>
              <a:t>子程序定义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proc [near/far]</a:t>
            </a: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zh-CN" altLang="en-US" dirty="0"/>
              <a:t>过程体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endp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调用程序和过程在统一个代码段，用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near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属性，不在一个代码段用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far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属性，默认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near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C24557-3CBB-438B-8B29-9422510817AC}"/>
              </a:ext>
            </a:extLst>
          </p:cNvPr>
          <p:cNvSpPr/>
          <p:nvPr/>
        </p:nvSpPr>
        <p:spPr>
          <a:xfrm>
            <a:off x="1118890" y="4045236"/>
            <a:ext cx="245451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2.</a:t>
            </a:r>
            <a:r>
              <a:rPr lang="zh-CN" altLang="en-US" dirty="0">
                <a:solidFill>
                  <a:srgbClr val="00B050"/>
                </a:solidFill>
              </a:rPr>
              <a:t>子程序的调用与返回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调用：</a:t>
            </a:r>
            <a:r>
              <a:rPr lang="en-US" altLang="zh-CN" dirty="0">
                <a:solidFill>
                  <a:schemeClr val="accent1"/>
                </a:solidFill>
              </a:rPr>
              <a:t>CALL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返回：</a:t>
            </a:r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916183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3.</a:t>
            </a:r>
            <a:r>
              <a:rPr lang="zh-CN" altLang="en-US" dirty="0">
                <a:solidFill>
                  <a:srgbClr val="00B050"/>
                </a:solidFill>
              </a:rPr>
              <a:t>子程序的现场保护与恢复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>
                <a:solidFill>
                  <a:schemeClr val="accent1"/>
                </a:solidFill>
              </a:rPr>
              <a:t>PROC NEAR</a:t>
            </a: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PUSH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AX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PUSH BX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PUSH CX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…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CX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BX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AX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r>
              <a:rPr lang="zh-CN" altLang="en-US" dirty="0">
                <a:solidFill>
                  <a:schemeClr val="accent1"/>
                </a:solidFill>
              </a:rPr>
              <a:t>过程名 </a:t>
            </a:r>
            <a:r>
              <a:rPr lang="en-US" altLang="zh-CN" dirty="0">
                <a:solidFill>
                  <a:schemeClr val="accent1"/>
                </a:solidFill>
              </a:rPr>
              <a:t>ENDP</a:t>
            </a: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59649E-E504-48F6-950F-04D698122284}"/>
              </a:ext>
            </a:extLst>
          </p:cNvPr>
          <p:cNvSpPr/>
          <p:nvPr/>
        </p:nvSpPr>
        <p:spPr>
          <a:xfrm>
            <a:off x="5282736" y="4342779"/>
            <a:ext cx="6737742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4.</a:t>
            </a:r>
            <a:r>
              <a:rPr lang="zh-CN" altLang="en-US" dirty="0">
                <a:solidFill>
                  <a:srgbClr val="00B050"/>
                </a:solidFill>
              </a:rPr>
              <a:t>子程序的说明部分：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1</a:t>
            </a:r>
            <a:r>
              <a:rPr lang="zh-CN" altLang="en-US" dirty="0">
                <a:solidFill>
                  <a:srgbClr val="00B050"/>
                </a:solidFill>
              </a:rPr>
              <a:t>）子程序的功能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2</a:t>
            </a:r>
            <a:r>
              <a:rPr lang="zh-CN" altLang="en-US" dirty="0">
                <a:solidFill>
                  <a:srgbClr val="00B050"/>
                </a:solidFill>
              </a:rPr>
              <a:t>）子程序的入口参数：说明子程序运行所需参数及存放位置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3</a:t>
            </a:r>
            <a:r>
              <a:rPr lang="zh-CN" altLang="en-US" dirty="0">
                <a:solidFill>
                  <a:srgbClr val="00B050"/>
                </a:solidFill>
              </a:rPr>
              <a:t>）子程序的出口参数：说明子程序运行结果的参数及存放位置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4</a:t>
            </a:r>
            <a:r>
              <a:rPr lang="zh-CN" altLang="en-US" dirty="0">
                <a:solidFill>
                  <a:srgbClr val="00B050"/>
                </a:solidFill>
              </a:rPr>
              <a:t>）子程序所占用的寄存器和存储单元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5</a:t>
            </a:r>
            <a:r>
              <a:rPr lang="zh-CN" altLang="en-US" dirty="0">
                <a:solidFill>
                  <a:srgbClr val="00B050"/>
                </a:solidFill>
              </a:rPr>
              <a:t>）子程序调用示例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48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EF0C1B-D8FE-4118-AD8F-23F7973EEA4C}"/>
              </a:ext>
            </a:extLst>
          </p:cNvPr>
          <p:cNvSpPr txBox="1"/>
          <p:nvPr/>
        </p:nvSpPr>
        <p:spPr>
          <a:xfrm>
            <a:off x="1068089" y="860841"/>
            <a:ext cx="9280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5.</a:t>
            </a:r>
            <a:r>
              <a:rPr lang="zh-CN" altLang="en-US" dirty="0">
                <a:solidFill>
                  <a:srgbClr val="00B050"/>
                </a:solidFill>
              </a:rPr>
              <a:t>子程序的参数传递方法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）寄存器传递参数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）存储器单元（变量）传递参数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</a:t>
            </a:r>
            <a:r>
              <a:rPr lang="zh-CN" altLang="en-US" dirty="0">
                <a:solidFill>
                  <a:srgbClr val="00B050"/>
                </a:solidFill>
              </a:rPr>
              <a:t>在主程序调用子程序前，将入口参数存放到约定的存储单元中；子程序运行时到约定的存储单元中读取参数；子程序执行结束后将结果也放在约定存储单元中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3</a:t>
            </a:r>
            <a:r>
              <a:rPr lang="zh-CN" altLang="en-US" dirty="0">
                <a:solidFill>
                  <a:srgbClr val="00B050"/>
                </a:solidFill>
              </a:rPr>
              <a:t>）用堆栈传递参数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24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41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完成以下题目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编写一个判断是否为素数的子程序，在主程序中调用该子程序，并在屏幕中显示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1~100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的所有素数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英文人名排序。从终端输入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个人名，当所有人名都键入后，按字典序将人名排序，并在屏幕上显示已经排好序的人名。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要求：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按功能分模块编写子程序实现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 startAt="4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13269</TotalTime>
  <Words>350</Words>
  <Application>Microsoft Office PowerPoint</Application>
  <PresentationFormat>宽屏</PresentationFormat>
  <Paragraphs>59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175</cp:revision>
  <dcterms:created xsi:type="dcterms:W3CDTF">2019-06-11T09:29:47Z</dcterms:created>
  <dcterms:modified xsi:type="dcterms:W3CDTF">2020-04-30T05:32:09Z</dcterms:modified>
</cp:coreProperties>
</file>