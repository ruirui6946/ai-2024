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76" r:id="rId3"/>
    <p:sldId id="298" r:id="rId4"/>
    <p:sldId id="302" r:id="rId5"/>
    <p:sldId id="295" r:id="rId6"/>
    <p:sldId id="303" r:id="rId7"/>
    <p:sldId id="300" r:id="rId8"/>
    <p:sldId id="297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95" d="100"/>
          <a:sy n="95" d="100"/>
        </p:scale>
        <p:origin x="11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19T15:16:38.485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67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539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实验二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2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算术指令操作实验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10668288" cy="378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了解汇编语言循环程序设计结构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掌握各类运算指令对各状态标志位的影响及测试方法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掌握汇编语言长整数的加减法的操作方法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熟悉无符号数和有符号数乘法和除法指令的使用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掌握无符号位扩展指令的使用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224062" y="889169"/>
            <a:ext cx="10668288" cy="30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加减法处理指令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ADD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ADC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SUB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SBB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INC, CMP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 startAt="2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乘除法指令和符号扩展位指令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MUL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IMUL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DIV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IDIV	</a:t>
            </a:r>
          </a:p>
        </p:txBody>
      </p: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ldLvl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05" y="1762927"/>
            <a:ext cx="3714286" cy="368571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809" y="3918114"/>
            <a:ext cx="4933148" cy="143299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849" y="2044079"/>
            <a:ext cx="3234591" cy="181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860841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b="29772"/>
          <a:stretch/>
        </p:blipFill>
        <p:spPr>
          <a:xfrm>
            <a:off x="993505" y="1743234"/>
            <a:ext cx="4142857" cy="392604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48512" y="3502513"/>
            <a:ext cx="1822704" cy="5391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48512" y="4054367"/>
            <a:ext cx="1822704" cy="5391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79" y="5840039"/>
            <a:ext cx="5438095" cy="50476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113" y="4161045"/>
            <a:ext cx="4952381" cy="260952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636" y="86366"/>
            <a:ext cx="3714286" cy="3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8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7" grpId="0" animBg="1"/>
      <p:bldP spid="7" grpId="1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188" y="1273896"/>
            <a:ext cx="4761905" cy="52571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b="29772"/>
          <a:stretch/>
        </p:blipFill>
        <p:spPr>
          <a:xfrm>
            <a:off x="465221" y="1939444"/>
            <a:ext cx="4142857" cy="3926046"/>
          </a:xfrm>
          <a:prstGeom prst="rect">
            <a:avLst/>
          </a:prstGeom>
        </p:spPr>
      </p:pic>
      <p:sp>
        <p:nvSpPr>
          <p:cNvPr id="10" name="云形 9"/>
          <p:cNvSpPr/>
          <p:nvPr/>
        </p:nvSpPr>
        <p:spPr>
          <a:xfrm>
            <a:off x="9659501" y="1325573"/>
            <a:ext cx="2338163" cy="133784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思考：</a:t>
            </a:r>
            <a:r>
              <a:rPr lang="en-US" altLang="zh-CN" sz="1400" dirty="0"/>
              <a:t>je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jmp</a:t>
            </a:r>
            <a:r>
              <a:rPr lang="zh-CN" altLang="en-US" sz="1400" dirty="0"/>
              <a:t>分别有什么作用，区别在哪里？</a:t>
            </a:r>
          </a:p>
        </p:txBody>
      </p:sp>
    </p:spTree>
    <p:extLst>
      <p:ext uri="{BB962C8B-B14F-4D97-AF65-F5344CB8AC3E}">
        <p14:creationId xmlns:p14="http://schemas.microsoft.com/office/powerpoint/2010/main" val="234615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618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sample2.asm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对于两组无符号数，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087H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034H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0C2H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5FH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，编程求这两组数的和差积商，并考虑计算结果对标志寄存器中状态标志位的影响（思考：如果是有符号数，有什么区别？）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/>
              <a:t>计算（</a:t>
            </a:r>
            <a:r>
              <a:rPr lang="en-US" altLang="zh-CN" sz="2400" dirty="0"/>
              <a:t>V-</a:t>
            </a:r>
            <a:r>
              <a:rPr lang="zh-CN" altLang="en-US" sz="2400" dirty="0"/>
              <a:t>（</a:t>
            </a:r>
            <a:r>
              <a:rPr lang="en-US" altLang="zh-CN" sz="2400" dirty="0"/>
              <a:t>X*Y+Z-540))/X</a:t>
            </a:r>
            <a:r>
              <a:rPr lang="zh-CN" altLang="en-US" sz="2400" dirty="0"/>
              <a:t>，其中</a:t>
            </a:r>
            <a:r>
              <a:rPr lang="en-US" altLang="zh-CN" sz="2400" dirty="0"/>
              <a:t>X</a:t>
            </a:r>
            <a:r>
              <a:rPr lang="zh-CN" altLang="en-US" sz="2400" dirty="0"/>
              <a:t>、</a:t>
            </a:r>
            <a:r>
              <a:rPr lang="en-US" altLang="zh-CN" sz="2400" dirty="0"/>
              <a:t>Y</a:t>
            </a:r>
            <a:r>
              <a:rPr lang="zh-CN" altLang="en-US" sz="2400" dirty="0"/>
              <a:t>、</a:t>
            </a:r>
            <a:r>
              <a:rPr lang="en-US" altLang="zh-CN" sz="2400" dirty="0"/>
              <a:t>Z</a:t>
            </a:r>
            <a:r>
              <a:rPr lang="zh-CN" altLang="en-US" sz="2400" dirty="0"/>
              <a:t>、</a:t>
            </a:r>
            <a:r>
              <a:rPr lang="en-US" altLang="zh-CN" sz="2400" dirty="0"/>
              <a:t>V</a:t>
            </a:r>
            <a:r>
              <a:rPr lang="zh-CN" altLang="en-US" sz="2400" dirty="0"/>
              <a:t>均为</a:t>
            </a:r>
            <a:r>
              <a:rPr lang="en-US" altLang="zh-CN" sz="2400" dirty="0"/>
              <a:t>16</a:t>
            </a:r>
            <a:r>
              <a:rPr lang="zh-CN" altLang="en-US" sz="2400" dirty="0"/>
              <a:t>位带符号数，假设初始数据分别装入</a:t>
            </a:r>
            <a:r>
              <a:rPr lang="en-US" altLang="zh-CN" sz="2400" dirty="0"/>
              <a:t>X</a:t>
            </a:r>
            <a:r>
              <a:rPr lang="zh-CN" altLang="en-US" sz="2400" dirty="0"/>
              <a:t>，</a:t>
            </a:r>
            <a:r>
              <a:rPr lang="en-US" altLang="zh-CN" sz="2400" dirty="0"/>
              <a:t>Y</a:t>
            </a:r>
            <a:r>
              <a:rPr lang="zh-CN" altLang="en-US" sz="2400" dirty="0"/>
              <a:t>，</a:t>
            </a:r>
            <a:r>
              <a:rPr lang="en-US" altLang="zh-CN" sz="2400" dirty="0"/>
              <a:t>Z</a:t>
            </a:r>
            <a:r>
              <a:rPr lang="zh-CN" altLang="en-US" sz="2400" dirty="0"/>
              <a:t>，</a:t>
            </a:r>
            <a:r>
              <a:rPr lang="en-US" altLang="zh-CN" sz="2400" dirty="0"/>
              <a:t>V</a:t>
            </a:r>
            <a:r>
              <a:rPr lang="zh-CN" altLang="en-US" sz="2400" dirty="0"/>
              <a:t>单元，要求将计算的结果放入以</a:t>
            </a:r>
            <a:r>
              <a:rPr lang="en-US" altLang="zh-CN" sz="2400" dirty="0" err="1"/>
              <a:t>ans</a:t>
            </a:r>
            <a:r>
              <a:rPr lang="zh-CN" altLang="en-US" sz="2400" dirty="0"/>
              <a:t>为首地址的缓冲器区中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是两个三字节的无符号整数，尝试编写汇编程序计算得到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的和，将结果存到</a:t>
            </a:r>
            <a:r>
              <a:rPr lang="zh-CN" altLang="en-US" sz="2400" dirty="0"/>
              <a:t>以</a:t>
            </a:r>
            <a:r>
              <a:rPr lang="en-US" altLang="zh-CN" sz="2400" dirty="0" err="1"/>
              <a:t>ans</a:t>
            </a:r>
            <a:r>
              <a:rPr lang="zh-CN" altLang="en-US" sz="2400" dirty="0"/>
              <a:t>为首地址的缓冲器区中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阅读</a:t>
            </a:r>
            <a:r>
              <a:rPr lang="en-US" altLang="zh-CN" dirty="0"/>
              <a:t>sample2.asm</a:t>
            </a:r>
            <a:r>
              <a:rPr lang="zh-CN" altLang="en-US" dirty="0"/>
              <a:t>程序，并尝试在</a:t>
            </a:r>
            <a:r>
              <a:rPr lang="en-US" altLang="zh-CN" dirty="0"/>
              <a:t>emu8086</a:t>
            </a:r>
            <a:r>
              <a:rPr lang="zh-CN" altLang="en-US" dirty="0"/>
              <a:t>上运行，画出程序流程图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给出实验内容</a:t>
            </a:r>
            <a:r>
              <a:rPr lang="en-US" altLang="zh-CN" dirty="0"/>
              <a:t>2</a:t>
            </a:r>
            <a:r>
              <a:rPr lang="zh-CN" altLang="en-US" dirty="0"/>
              <a:t>的源程序代码片段，记录两组数据的和差积商及对状态标记位的变化情况，并尝试总结出不同算术运算对状态标志位的影响情况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给出实内验容</a:t>
            </a:r>
            <a:r>
              <a:rPr lang="en-US" altLang="zh-CN" dirty="0"/>
              <a:t>3</a:t>
            </a:r>
            <a:r>
              <a:rPr lang="zh-CN" altLang="en-US" dirty="0"/>
              <a:t>的程序片段（关键部分的源码）和运行结果截图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给出实内验容</a:t>
            </a:r>
            <a:r>
              <a:rPr lang="en-US" altLang="zh-CN" dirty="0"/>
              <a:t>4</a:t>
            </a:r>
            <a:r>
              <a:rPr lang="zh-CN" altLang="en-US" dirty="0"/>
              <a:t>的程序片段（关键部分的源码）和运行结果截图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实验总结（实验过程错误总结、知识点掌握情况）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1780</TotalTime>
  <Words>412</Words>
  <Application>Microsoft Office PowerPoint</Application>
  <PresentationFormat>宽屏</PresentationFormat>
  <Paragraphs>42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 ying</cp:lastModifiedBy>
  <cp:revision>105</cp:revision>
  <dcterms:created xsi:type="dcterms:W3CDTF">2019-06-11T09:29:47Z</dcterms:created>
  <dcterms:modified xsi:type="dcterms:W3CDTF">2020-03-19T08:29:48Z</dcterms:modified>
</cp:coreProperties>
</file>