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302" r:id="rId3"/>
    <p:sldId id="315" r:id="rId4"/>
    <p:sldId id="316" r:id="rId5"/>
    <p:sldId id="300" r:id="rId6"/>
    <p:sldId id="276" r:id="rId7"/>
    <p:sldId id="312" r:id="rId8"/>
    <p:sldId id="297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71" d="100"/>
          <a:sy n="71" d="100"/>
        </p:scale>
        <p:origin x="60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546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60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实验六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综合程序设计实验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2377" y="944043"/>
            <a:ext cx="3147638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 smtClean="0"/>
              <a:t>在</a:t>
            </a:r>
            <a:r>
              <a:rPr lang="en-US" altLang="zh-CN" sz="2400" dirty="0"/>
              <a:t>AX</a:t>
            </a:r>
            <a:r>
              <a:rPr lang="zh-CN" altLang="en-US" sz="2400" dirty="0"/>
              <a:t>寄存器中给定一个无符号数，屏幕中输出其十进制的数值</a:t>
            </a:r>
            <a:endParaRPr lang="en-US" altLang="zh-CN" sz="2400" dirty="0"/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例如：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 : 1234H  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4660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要求输出的数据首位非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，即不能输出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004660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这种形式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挑战：输出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进制数？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实验五评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讲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015" y="860841"/>
            <a:ext cx="2711618" cy="254682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82" y="276066"/>
            <a:ext cx="4902878" cy="657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2377" y="944043"/>
            <a:ext cx="3147638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69" y="1092978"/>
            <a:ext cx="1866667" cy="6476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43" y="2373272"/>
            <a:ext cx="2780952" cy="29047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98" y="1969497"/>
            <a:ext cx="1895238" cy="323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/>
          <a:srcRect t="1994"/>
          <a:stretch/>
        </p:blipFill>
        <p:spPr>
          <a:xfrm>
            <a:off x="6430635" y="732196"/>
            <a:ext cx="2561905" cy="181077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146" y="3570509"/>
            <a:ext cx="5590476" cy="25333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343" y="5470508"/>
            <a:ext cx="3323809" cy="126666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32816" y="1832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CN" dirty="0"/>
              <a:t> </a:t>
            </a:r>
            <a:r>
              <a:rPr lang="zh-CN" altLang="en-US" dirty="0"/>
              <a:t>编写一段程序，要求根据用户键入的月份数在终端上显示该月的英文缩写名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577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860" y="657386"/>
            <a:ext cx="5980952" cy="562857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9056" y="737908"/>
            <a:ext cx="18470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dirty="0">
                <a:sym typeface="+mn-lt"/>
              </a:rPr>
              <a:t>接受用户键入的一行字符串（个数不超过</a:t>
            </a:r>
            <a:r>
              <a:rPr lang="en-US" altLang="zh-CN" dirty="0">
                <a:sym typeface="+mn-lt"/>
              </a:rPr>
              <a:t>80</a:t>
            </a:r>
            <a:r>
              <a:rPr lang="zh-CN" altLang="en-US" dirty="0">
                <a:sym typeface="+mn-lt"/>
              </a:rPr>
              <a:t>个</a:t>
            </a:r>
            <a:r>
              <a:rPr lang="en-US" altLang="zh-CN" dirty="0">
                <a:sym typeface="+mn-lt"/>
              </a:rPr>
              <a:t>,</a:t>
            </a:r>
            <a:r>
              <a:rPr lang="zh-CN" altLang="en-US" dirty="0">
                <a:sym typeface="+mn-lt"/>
              </a:rPr>
              <a:t>用回车键结束），要求统计这一字符串中字母、数字、其他字符出现的次数，将结果存入以</a:t>
            </a:r>
            <a:r>
              <a:rPr lang="en-US" altLang="zh-CN" dirty="0">
                <a:sym typeface="+mn-lt"/>
              </a:rPr>
              <a:t>letter</a:t>
            </a:r>
            <a:r>
              <a:rPr lang="zh-CN" altLang="en-US" dirty="0">
                <a:sym typeface="+mn-lt"/>
              </a:rPr>
              <a:t>、</a:t>
            </a:r>
            <a:r>
              <a:rPr lang="en-US" altLang="zh-CN" dirty="0">
                <a:sym typeface="+mn-lt"/>
              </a:rPr>
              <a:t>digit </a:t>
            </a:r>
            <a:r>
              <a:rPr lang="zh-CN" altLang="en-US" dirty="0">
                <a:sym typeface="+mn-lt"/>
              </a:rPr>
              <a:t>和 </a:t>
            </a:r>
            <a:r>
              <a:rPr lang="en-US" altLang="zh-CN" dirty="0">
                <a:sym typeface="+mn-lt"/>
              </a:rPr>
              <a:t>other</a:t>
            </a:r>
            <a:r>
              <a:rPr lang="zh-CN" altLang="en-US" dirty="0">
                <a:sym typeface="+mn-lt"/>
              </a:rPr>
              <a:t>为名的存储单元中</a:t>
            </a:r>
            <a:endParaRPr lang="en-US" altLang="zh-CN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461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52" y="2252809"/>
            <a:ext cx="5238095" cy="2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灵活掌握</a:t>
            </a: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汇编语言程序设计及调试方法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预习子程序相关内容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489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至少完成以下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道题目中的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题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个正整数，要求编写汇编程序使其在内存中按照从小到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的顺序排序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给定一个正整数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，计算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有一个首地址为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50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个字节数组，编制程序删除数组中所有为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的项，并将后续项向前压缩，最后将数组的剩余部分补上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MEM 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12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15, 0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程序执行后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里的数据变为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,15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-100,…,0,0,0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编写汇编程序实现，从键盘接收一个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位的十六进制数，并在终端上显示与它等值的二进制数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</a:t>
            </a:r>
            <a:r>
              <a:rPr lang="zh-CN" altLang="en-US" dirty="0" smtClean="0"/>
              <a:t>实验</a:t>
            </a:r>
            <a:r>
              <a:rPr lang="zh-CN" altLang="en-US" dirty="0" smtClean="0"/>
              <a:t>内容的</a:t>
            </a:r>
            <a:r>
              <a:rPr lang="zh-CN" altLang="en-US" dirty="0" smtClean="0"/>
              <a:t>程序代码、程序流程图、调试及运行结果截图</a:t>
            </a:r>
            <a:endParaRPr lang="en-US" altLang="zh-CN" dirty="0" smtClean="0"/>
          </a:p>
          <a:p>
            <a:pPr marL="514350" indent="-514350">
              <a:buAutoNum type="arabicPeriod"/>
            </a:pPr>
            <a:r>
              <a:rPr lang="zh-CN" altLang="en-US" dirty="0" smtClean="0"/>
              <a:t>实验总结（实验过程错误总结、知识点掌握情况）</a:t>
            </a:r>
            <a:endParaRPr lang="en-US" altLang="zh-CN" dirty="0" smtClean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</TotalTime>
  <Words>320</Words>
  <Application>Microsoft Office PowerPoint</Application>
  <PresentationFormat>宽屏</PresentationFormat>
  <Paragraphs>36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guo feng</cp:lastModifiedBy>
  <cp:revision>147</cp:revision>
  <dcterms:created xsi:type="dcterms:W3CDTF">2019-06-11T09:29:47Z</dcterms:created>
  <dcterms:modified xsi:type="dcterms:W3CDTF">2020-04-16T06:56:00Z</dcterms:modified>
</cp:coreProperties>
</file>