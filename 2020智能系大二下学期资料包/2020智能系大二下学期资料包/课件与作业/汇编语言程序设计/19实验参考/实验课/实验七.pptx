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308" r:id="rId3"/>
    <p:sldId id="311" r:id="rId4"/>
    <p:sldId id="312" r:id="rId5"/>
    <p:sldId id="309" r:id="rId6"/>
    <p:sldId id="310" r:id="rId7"/>
    <p:sldId id="314" r:id="rId8"/>
    <p:sldId id="315" r:id="rId9"/>
    <p:sldId id="298" r:id="rId10"/>
    <p:sldId id="300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7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2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126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0.emf"/><Relationship Id="rId4" Type="http://schemas.openxmlformats.org/officeDocument/2006/relationships/customXml" Target="../ink/ink1.xml"/><Relationship Id="rId9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实验七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66316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字符串操作实验（</a:t>
            </a: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2</a:t>
            </a: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）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17720" y="391417"/>
            <a:ext cx="963005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给定一个只含英文字符的字符串 如“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ABcdEfGabFZ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”，实现以下几个功能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）将字符串中的字母全部转为大写字母，存在以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）将字符串中的字母全部转为小写字母，存在以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	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）选做：将大写转小写，小写转大写，存入以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6797" y="2365823"/>
            <a:ext cx="391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or  al, 20H       (00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00000)    +20H</a:t>
            </a:r>
          </a:p>
          <a:p>
            <a:r>
              <a:rPr lang="en-US" altLang="zh-CN" dirty="0"/>
              <a:t>and  al, 0dfh    (11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11111)	   -20H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20" y="3128518"/>
            <a:ext cx="11088961" cy="30100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墨迹 14"/>
              <p14:cNvContentPartPr/>
              <p14:nvPr/>
            </p14:nvContentPartPr>
            <p14:xfrm>
              <a:off x="5120568" y="4285632"/>
              <a:ext cx="360" cy="360"/>
            </p14:xfrm>
          </p:contentPart>
        </mc:Choice>
        <mc:Fallback xmlns="">
          <p:pic>
            <p:nvPicPr>
              <p:cNvPr id="15" name="墨迹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8688" y="4273752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墨迹 15"/>
              <p14:cNvContentPartPr/>
              <p14:nvPr/>
            </p14:nvContentPartPr>
            <p14:xfrm>
              <a:off x="4943808" y="4321992"/>
              <a:ext cx="360" cy="360"/>
            </p14:xfrm>
          </p:contentPart>
        </mc:Choice>
        <mc:Fallback xmlns="">
          <p:pic>
            <p:nvPicPr>
              <p:cNvPr id="16" name="墨迹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31928" y="4310112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897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B2F814-47D5-467F-9388-1D7D5C8B5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32" y="117382"/>
            <a:ext cx="6046780" cy="28678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6EE99D-92DF-4FE5-946B-8C251CCF2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00" y="67235"/>
            <a:ext cx="3638939" cy="685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40B8853-C7AB-4D0E-9B66-828B2B3D488F}"/>
              </a:ext>
            </a:extLst>
          </p:cNvPr>
          <p:cNvSpPr txBox="1"/>
          <p:nvPr/>
        </p:nvSpPr>
        <p:spPr>
          <a:xfrm>
            <a:off x="808505" y="5600263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stosb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、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stosw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：把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或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AX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中的数据装入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ES:DI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指向的存储单元，然后根据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DF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标志增减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25E9A82-B049-4FC3-AA39-510FD5AB1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561" y="3167232"/>
            <a:ext cx="4089954" cy="205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5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C9B33E-7773-4F5C-B2DA-1B1CEF7FD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188" y="0"/>
            <a:ext cx="2761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53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735514" y="419787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zh-CN" altLang="en-US" sz="2400" dirty="0"/>
              <a:t>编写汇编程序，统计一串字符串中字符“</a:t>
            </a:r>
            <a:r>
              <a:rPr lang="en-US" altLang="zh-CN" sz="2400" dirty="0"/>
              <a:t>A</a:t>
            </a:r>
            <a:r>
              <a:rPr lang="zh-CN" altLang="en-US" sz="2400" dirty="0"/>
              <a:t>”出现的次数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 startAt="3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60" y="1019951"/>
            <a:ext cx="11347861" cy="403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9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5632" y="681335"/>
            <a:ext cx="809548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比较缓冲区中两字符串是否相同，若相同则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返回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，不同返回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8" y="1309391"/>
            <a:ext cx="6144482" cy="42392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365" y="1855694"/>
            <a:ext cx="5896488" cy="26952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872B89-CE54-433F-A77C-D61CFB796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765673"/>
            <a:ext cx="7772400" cy="2635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0" rIns="9144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CMPSB指令，是用 DS:[SI] 所指的字节单元内容，减去 ES:[DI] 所指的字节单元的内容。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D7EF80-77C6-47BC-90D2-8F422FAA8CDA}"/>
              </a:ext>
            </a:extLst>
          </p:cNvPr>
          <p:cNvSpPr txBox="1"/>
          <p:nvPr/>
        </p:nvSpPr>
        <p:spPr>
          <a:xfrm>
            <a:off x="457200" y="6094911"/>
            <a:ext cx="6094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REPE/REPZ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表示在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不为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时，且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ZF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＝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重复执行后面的串处理指令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SCAS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CMPS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50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797439"/>
            <a:ext cx="3124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无条件转移指令 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JMP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2" y="2018695"/>
            <a:ext cx="11198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条件转移指令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简单条件转移指令 （根据单个标志位的状态判断转移条件）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91" y="2857500"/>
            <a:ext cx="8943975" cy="40005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D5F680B-C7D9-46EA-9BA5-71F858145F4E}"/>
              </a:ext>
            </a:extLst>
          </p:cNvPr>
          <p:cNvSpPr txBox="1"/>
          <p:nvPr/>
        </p:nvSpPr>
        <p:spPr>
          <a:xfrm>
            <a:off x="993502" y="1266912"/>
            <a:ext cx="107793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根据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CX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ECX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寄存器的值跳转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: JCXZ(CX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为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则跳转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JECXZ(ECX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为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则跳转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);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73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926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）无符号数条件转移指令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7" y="2046974"/>
            <a:ext cx="6657975" cy="20669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4397355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）带符号数条件转移号指令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485476" y="4974033"/>
            <a:ext cx="6534149" cy="1779495"/>
            <a:chOff x="2485476" y="4974033"/>
            <a:chExt cx="6534149" cy="17794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82359"/>
            <a:stretch/>
          </p:blipFill>
          <p:spPr>
            <a:xfrm>
              <a:off x="2485476" y="4974033"/>
              <a:ext cx="6505575" cy="74771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/>
            <a:srcRect l="439" t="75380" r="-439" b="-1399"/>
            <a:stretch/>
          </p:blipFill>
          <p:spPr>
            <a:xfrm>
              <a:off x="2514050" y="5650706"/>
              <a:ext cx="6505575" cy="1102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25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089592" y="717666"/>
            <a:ext cx="10668288" cy="603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字符串处理基本操作流程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寄存器保存源串首地址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2)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寄存器保存目的串首地址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3)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寄存器保存字符串长度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4)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CLD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指令设置字符串处理方向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5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）利用字符串处理指令实进行相关处理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STOSB/STOSW :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把寄存器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AL/AX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中的值存入指针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ES:DI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所指向内存单元开始的一片存储单元中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　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MOVSB/MOVSW: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把指针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DS: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所指向的字节、字传送给指针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ES:DI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所指向的内存单元，并根据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的指对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分别作相应增减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重复前缀指令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 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 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 STOSB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		  REP MOVSB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　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10471086" cy="279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 </a:t>
            </a:r>
            <a:r>
              <a:rPr lang="en-US" altLang="zh-CN" sz="2400" dirty="0"/>
              <a:t>.</a:t>
            </a:r>
            <a:r>
              <a:rPr lang="zh-CN" altLang="en-US" sz="2400" dirty="0"/>
              <a:t>编写汇编程序，从键盘输入一个字符串，并将其倒序输出到屏幕中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例如：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输入  </a:t>
            </a:r>
            <a:r>
              <a:rPr lang="en-US" altLang="zh-CN" sz="2400" dirty="0"/>
              <a:t>abcd345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输出 </a:t>
            </a:r>
            <a:r>
              <a:rPr lang="en-US" altLang="zh-CN" sz="2400" dirty="0"/>
              <a:t>543cba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475</Words>
  <Application>Microsoft Office PowerPoint</Application>
  <PresentationFormat>宽屏</PresentationFormat>
  <Paragraphs>43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PingFang SC</vt:lpstr>
      <vt:lpstr>等线</vt:lpstr>
      <vt:lpstr>方正粗谭黑简体</vt:lpstr>
      <vt:lpstr>Arial</vt:lpstr>
      <vt:lpstr>Calibri</vt:lpstr>
      <vt:lpstr>Verdana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136</cp:revision>
  <dcterms:created xsi:type="dcterms:W3CDTF">2019-06-11T09:29:47Z</dcterms:created>
  <dcterms:modified xsi:type="dcterms:W3CDTF">2021-04-14T06:21:16Z</dcterms:modified>
</cp:coreProperties>
</file>