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308" r:id="rId3"/>
    <p:sldId id="309" r:id="rId4"/>
    <p:sldId id="298" r:id="rId5"/>
    <p:sldId id="307" r:id="rId6"/>
    <p:sldId id="300" r:id="rId7"/>
    <p:sldId id="297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96318" autoAdjust="0"/>
  </p:normalViewPr>
  <p:slideViewPr>
    <p:cSldViewPr snapToGrid="0">
      <p:cViewPr varScale="1">
        <p:scale>
          <a:sx n="70" d="100"/>
          <a:sy n="70" d="100"/>
        </p:scale>
        <p:origin x="81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05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2021/4/7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实验六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2" y="4101335"/>
            <a:ext cx="4060960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字符串操作实验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43B4132-E720-4CB5-A746-6F2B5BB0B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13" y="1146923"/>
            <a:ext cx="5000000" cy="532380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04B4F78-F8E3-4684-BC34-38E9A2292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32" y="387268"/>
            <a:ext cx="5304762" cy="3714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D454B42-CF05-4863-A4F9-E78DE23AA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195" y="986246"/>
            <a:ext cx="5039204" cy="532380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665A703-CB7A-4C33-9555-7352323DC04A}"/>
              </a:ext>
            </a:extLst>
          </p:cNvPr>
          <p:cNvSpPr/>
          <p:nvPr/>
        </p:nvSpPr>
        <p:spPr>
          <a:xfrm>
            <a:off x="6606489" y="1983545"/>
            <a:ext cx="4661733" cy="7315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206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416114" y="957179"/>
            <a:ext cx="9031054" cy="1870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ym typeface="+mn-lt"/>
              </a:rPr>
              <a:t>不使用乘法</a:t>
            </a:r>
            <a:r>
              <a:rPr lang="zh-CN" altLang="en-US" sz="2400" dirty="0"/>
              <a:t>指令编写一个汇编程序用于计算：AX×21，假设乘积不超过</a:t>
            </a:r>
            <a:r>
              <a:rPr lang="en-US" altLang="zh-CN" sz="2400" dirty="0"/>
              <a:t>16</a:t>
            </a:r>
            <a:r>
              <a:rPr lang="zh-CN" altLang="en-US" sz="2400" dirty="0"/>
              <a:t>位。</a:t>
            </a:r>
            <a:r>
              <a:rPr lang="en-US" altLang="zh-CN" sz="2400" dirty="0">
                <a:sym typeface="+mn-lt"/>
              </a:rPr>
              <a:t>	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831" y="1880044"/>
            <a:ext cx="2714625" cy="36099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949" y="1880043"/>
            <a:ext cx="7048308" cy="257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06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1089592" y="717666"/>
            <a:ext cx="10668288" cy="6039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字符串处理基本操作流程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1)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寄存器保存源串首地址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2)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寄存器保存目的串首地址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3)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CX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寄存器保存字符串长度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4)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利用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CLD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或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STD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指令设置字符串处理方向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5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）利用字符串处理指令实进行相关处理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STOSB/STOSW :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把寄存器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AL/AX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中的值存入指针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ES:DI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所指向内存单元开始的一片存储单元中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　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MOVSB/MOVSW: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把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指针</a:t>
            </a:r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DS: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SI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所指向的字节、字传送给指针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ES:DI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所指向的内存单元，并根据</a:t>
            </a:r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DF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的值对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分别作相应增减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重复前缀指令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REP 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  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REP STOSB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		  REP MOVSB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　　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91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ldLvl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51338" y="983088"/>
            <a:ext cx="9630050" cy="5027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1.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给定一个只含英文字符的字符串 如“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ABcdEfGabFZ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”，实现以下几个功能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）将字符串中的字母全部转为大写字母，存在以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为首地址的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）将字符串中的字母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全部转为小写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字母，存在以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为首地址的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	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）选做：将大写转小写，小写转大写，存入以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string3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为首地址的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缓冲区中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要求：不能使用加法或者减法指令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提示：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观察字母的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ascii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码的二进制表示，找出规律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A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01000001   a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01100001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01000010   b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01100010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，利用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OR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或者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AND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运算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</p:spTree>
    <p:extLst>
      <p:ext uri="{BB962C8B-B14F-4D97-AF65-F5344CB8AC3E}">
        <p14:creationId xmlns:p14="http://schemas.microsoft.com/office/powerpoint/2010/main" val="957274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10471086" cy="445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2</a:t>
            </a:r>
            <a:r>
              <a:rPr lang="zh-CN" altLang="en-US" sz="2400" dirty="0"/>
              <a:t> </a:t>
            </a:r>
            <a:r>
              <a:rPr lang="en-US" altLang="zh-CN" sz="2400" dirty="0"/>
              <a:t>.</a:t>
            </a:r>
            <a:r>
              <a:rPr lang="zh-CN" altLang="en-US" sz="2400" dirty="0"/>
              <a:t>编写汇编程序，统计一串字符串中字符“</a:t>
            </a:r>
            <a:r>
              <a:rPr lang="en-US" altLang="zh-CN" sz="2400" dirty="0"/>
              <a:t>A</a:t>
            </a:r>
            <a:r>
              <a:rPr lang="zh-CN" altLang="en-US" sz="2400" dirty="0"/>
              <a:t>”出现的次数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3.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比较缓冲区中两字符串是否相同，若相同则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AL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返回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，不同返回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提示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 使用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repz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cmpsb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获取字符串长度的方法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 segment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	string1 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db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‘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Hello$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’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      len1 </a:t>
            </a:r>
            <a:r>
              <a:rPr lang="en-US" altLang="zh-CN" sz="2400" dirty="0" err="1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equ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$-string1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Data ends</a:t>
            </a:r>
          </a:p>
        </p:txBody>
      </p:sp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1.  </a:t>
            </a:r>
            <a:r>
              <a:rPr lang="zh-CN" altLang="en-US" dirty="0"/>
              <a:t>给出实验内容</a:t>
            </a:r>
            <a:r>
              <a:rPr lang="en-US" altLang="zh-CN" dirty="0"/>
              <a:t>1</a:t>
            </a:r>
            <a:r>
              <a:rPr lang="zh-CN" altLang="en-US" dirty="0"/>
              <a:t>的源程序代码片段和运行结果截图，思考并分析 </a:t>
            </a:r>
            <a:r>
              <a:rPr lang="en-US" altLang="zh-CN" dirty="0"/>
              <a:t>SHL SAL SHR SAR ROL ROR</a:t>
            </a:r>
            <a:r>
              <a:rPr lang="zh-CN" altLang="en-US" dirty="0"/>
              <a:t>这几个移位指令的不同点，分别可以在哪些情况下使用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给出实内验容</a:t>
            </a:r>
            <a:r>
              <a:rPr lang="en-US" altLang="zh-CN" dirty="0"/>
              <a:t>2</a:t>
            </a:r>
            <a:r>
              <a:rPr lang="zh-CN" altLang="en-US" dirty="0"/>
              <a:t>的程序片段（关键部分的源码）和运行结果截图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 </a:t>
            </a:r>
            <a:r>
              <a:rPr lang="zh-CN" altLang="en-US" dirty="0"/>
              <a:t>给出实内验容</a:t>
            </a:r>
            <a:r>
              <a:rPr lang="en-US" altLang="zh-CN" dirty="0"/>
              <a:t>3</a:t>
            </a:r>
            <a:r>
              <a:rPr lang="zh-CN" altLang="en-US" dirty="0"/>
              <a:t>的程序片段（关键部分的源码）和运行结果截图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4. </a:t>
            </a:r>
            <a:r>
              <a:rPr lang="zh-CN" altLang="en-US" dirty="0"/>
              <a:t>给出实内验容</a:t>
            </a:r>
            <a:r>
              <a:rPr lang="en-US" altLang="zh-CN" dirty="0"/>
              <a:t>3</a:t>
            </a:r>
            <a:r>
              <a:rPr lang="zh-CN" altLang="en-US" dirty="0"/>
              <a:t>的流程图、程序片段（关键部分的源码）和运行结果截图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</a:t>
            </a:r>
            <a:r>
              <a:rPr lang="zh-CN" altLang="en-US" dirty="0"/>
              <a:t>实验总结（实验过程错误总结、知识点掌握情况）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2109</TotalTime>
  <Words>498</Words>
  <Application>Microsoft Office PowerPoint</Application>
  <PresentationFormat>宽屏</PresentationFormat>
  <Paragraphs>48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方正粗谭黑简体</vt:lpstr>
      <vt:lpstr>等线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Kim Jisso</cp:lastModifiedBy>
  <cp:revision>130</cp:revision>
  <dcterms:created xsi:type="dcterms:W3CDTF">2019-06-11T09:29:47Z</dcterms:created>
  <dcterms:modified xsi:type="dcterms:W3CDTF">2021-04-07T10:04:12Z</dcterms:modified>
</cp:coreProperties>
</file>