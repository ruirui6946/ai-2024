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02" r:id="rId3"/>
    <p:sldId id="307" r:id="rId4"/>
    <p:sldId id="300" r:id="rId5"/>
    <p:sldId id="276" r:id="rId6"/>
    <p:sldId id="310" r:id="rId7"/>
    <p:sldId id="298" r:id="rId8"/>
    <p:sldId id="312" r:id="rId9"/>
    <p:sldId id="297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>
        <p:scale>
          <a:sx n="75" d="100"/>
          <a:sy n="75" d="100"/>
        </p:scale>
        <p:origin x="1118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7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C8115FE-5DD3-4304-800A-006E8B99A6FA}" emma:medium="tactile" emma:mode="ink">
          <msink:context xmlns:msink="http://schemas.microsoft.com/ink/2010/main" type="inkDrawing" rotatedBoundingBox="14223,11904 14238,11904 14238,11919 14223,11919" shapeName="Other"/>
        </emma:interpretation>
      </emma:emma>
    </inkml:annotationXML>
    <inkml:trace contextRef="#ctx0" brushRef="#br0">0 0 0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2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F6A731A-B332-49B2-BF44-278792F0C97E}" emma:medium="tactile" emma:mode="ink">
          <msink:context xmlns:msink="http://schemas.microsoft.com/ink/2010/main" type="inkDrawing" rotatedBoundingBox="13732,12005 13747,12005 13747,12020 13732,12020" shapeName="Other"/>
        </emma:interpretation>
      </emma:emma>
    </inkml:annotationXML>
    <inkml:trace contextRef="#ctx0" brushRef="#br0">0 0 0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2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10" Type="http://schemas.openxmlformats.org/officeDocument/2006/relationships/image" Target="../media/image10.emf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实验九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分支和循环程序设计实验</a:t>
            </a: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(2)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23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给定</a:t>
            </a:r>
            <a:r>
              <a:rPr lang="en-US" altLang="zh-CN" sz="2400" dirty="0"/>
              <a:t>10</a:t>
            </a:r>
            <a:r>
              <a:rPr lang="zh-CN" altLang="en-US" sz="2400" dirty="0"/>
              <a:t>个学生成绩，编制汇编程序分别统计低于</a:t>
            </a:r>
            <a:r>
              <a:rPr lang="en-US" altLang="zh-CN" sz="2400" dirty="0"/>
              <a:t>60</a:t>
            </a:r>
            <a:r>
              <a:rPr lang="zh-CN" altLang="en-US" sz="2400" dirty="0"/>
              <a:t>分，</a:t>
            </a:r>
            <a:r>
              <a:rPr lang="en-US" altLang="zh-CN" sz="2400" dirty="0"/>
              <a:t>60~69</a:t>
            </a:r>
            <a:r>
              <a:rPr lang="zh-CN" altLang="en-US" sz="2400" dirty="0"/>
              <a:t>分，</a:t>
            </a:r>
            <a:r>
              <a:rPr lang="en-US" altLang="zh-CN" sz="2400" dirty="0"/>
              <a:t>70~79,80~89</a:t>
            </a:r>
            <a:r>
              <a:rPr lang="zh-CN" altLang="en-US" sz="2400" dirty="0"/>
              <a:t>，</a:t>
            </a:r>
            <a:r>
              <a:rPr lang="en-US" altLang="zh-CN" sz="2400" dirty="0"/>
              <a:t>90~100</a:t>
            </a:r>
            <a:r>
              <a:rPr lang="zh-CN" altLang="en-US" sz="2400" dirty="0"/>
              <a:t>分的人数，分别存到</a:t>
            </a:r>
            <a:r>
              <a:rPr lang="en-US" altLang="zh-CN" sz="2400" dirty="0"/>
              <a:t>s5</a:t>
            </a:r>
            <a:r>
              <a:rPr lang="zh-CN" altLang="en-US" sz="2400" dirty="0"/>
              <a:t>，</a:t>
            </a:r>
            <a:r>
              <a:rPr lang="en-US" altLang="zh-CN" sz="2400" dirty="0"/>
              <a:t>s6</a:t>
            </a:r>
            <a:r>
              <a:rPr lang="zh-CN" altLang="en-US" sz="2400" dirty="0"/>
              <a:t>，</a:t>
            </a:r>
            <a:r>
              <a:rPr lang="en-US" altLang="zh-CN" sz="2400" dirty="0"/>
              <a:t>s7,s8</a:t>
            </a:r>
            <a:r>
              <a:rPr lang="zh-CN" altLang="en-US" sz="2400" dirty="0"/>
              <a:t>，</a:t>
            </a:r>
            <a:r>
              <a:rPr lang="en-US" altLang="zh-CN" sz="2400" dirty="0"/>
              <a:t>s9</a:t>
            </a:r>
            <a:r>
              <a:rPr lang="zh-CN" altLang="en-US" sz="2400" dirty="0"/>
              <a:t>单元中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实验八评讲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02" y="2216910"/>
            <a:ext cx="5772956" cy="45821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437" y="1974913"/>
            <a:ext cx="45815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1338" y="983088"/>
            <a:ext cx="963005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en-US" altLang="zh-CN" dirty="0"/>
              <a:t> </a:t>
            </a:r>
            <a:r>
              <a:rPr lang="zh-CN" altLang="en-US" dirty="0"/>
              <a:t>判断一元二次方程</a:t>
            </a:r>
            <a:r>
              <a:rPr lang="en-US" altLang="zh-CN" dirty="0"/>
              <a:t>AX</a:t>
            </a:r>
            <a:r>
              <a:rPr lang="en-US" altLang="zh-CN" baseline="30000" dirty="0"/>
              <a:t>2</a:t>
            </a:r>
            <a:r>
              <a:rPr lang="en-US" altLang="zh-CN" dirty="0"/>
              <a:t>+BX+C=0 </a:t>
            </a:r>
            <a:r>
              <a:rPr lang="zh-CN" altLang="en-US" dirty="0"/>
              <a:t>是否有实根，若有实根，将字节变量</a:t>
            </a:r>
            <a:r>
              <a:rPr lang="en-US" altLang="zh-CN" dirty="0"/>
              <a:t>tag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，否则置</a:t>
            </a:r>
            <a:r>
              <a:rPr lang="en-US" altLang="zh-CN" dirty="0"/>
              <a:t>0</a:t>
            </a:r>
            <a:r>
              <a:rPr lang="zh-CN" altLang="en-US" dirty="0"/>
              <a:t>。设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均为字节变量，其数值范围在</a:t>
            </a:r>
            <a:r>
              <a:rPr lang="en-US" altLang="zh-CN" dirty="0"/>
              <a:t>-128~127 </a:t>
            </a:r>
            <a:r>
              <a:rPr lang="zh-CN" altLang="en-US" dirty="0"/>
              <a:t>之间</a:t>
            </a:r>
            <a:endParaRPr lang="en-US" altLang="zh-CN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墨迹 14"/>
              <p14:cNvContentPartPr/>
              <p14:nvPr/>
            </p14:nvContentPartPr>
            <p14:xfrm>
              <a:off x="5120568" y="4285632"/>
              <a:ext cx="360" cy="360"/>
            </p14:xfrm>
          </p:contentPart>
        </mc:Choice>
        <mc:Fallback xmlns=""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8688" y="4273752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墨迹 15"/>
              <p14:cNvContentPartPr/>
              <p14:nvPr/>
            </p14:nvContentPartPr>
            <p14:xfrm>
              <a:off x="4943808" y="4321992"/>
              <a:ext cx="360" cy="360"/>
            </p14:xfrm>
          </p:contentPart>
        </mc:Choice>
        <mc:Fallback xmlns="">
          <p:pic>
            <p:nvPicPr>
              <p:cNvPr id="16" name="墨迹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31928" y="4310112"/>
                <a:ext cx="24120" cy="24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65" y="2104939"/>
            <a:ext cx="4491317" cy="4716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844" y="2693054"/>
            <a:ext cx="6100200" cy="12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74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35514" y="419787"/>
            <a:ext cx="3459968" cy="544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>
                <a:sym typeface="+mn-lt"/>
              </a:rPr>
              <a:t>编写一个程序，判别键盘上输入的字符；若是</a:t>
            </a:r>
            <a:r>
              <a:rPr lang="en-US" altLang="zh-CN" sz="2400" dirty="0">
                <a:sym typeface="+mn-lt"/>
              </a:rPr>
              <a:t>1~9 </a:t>
            </a:r>
            <a:r>
              <a:rPr lang="zh-CN" altLang="en-US" sz="2400" dirty="0">
                <a:sym typeface="+mn-lt"/>
              </a:rPr>
              <a:t>字符，则显示之；若为</a:t>
            </a:r>
            <a:r>
              <a:rPr lang="en-US" altLang="zh-CN" sz="2400" dirty="0">
                <a:sym typeface="+mn-lt"/>
              </a:rPr>
              <a:t>A~Z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”，若为</a:t>
            </a:r>
            <a:r>
              <a:rPr lang="en-US" altLang="zh-CN" sz="2400" dirty="0">
                <a:sym typeface="+mn-lt"/>
              </a:rPr>
              <a:t>a-z 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”，若是回车字符（</a:t>
            </a:r>
            <a:r>
              <a:rPr lang="en-US" altLang="zh-CN" sz="2400" dirty="0">
                <a:sym typeface="+mn-lt"/>
              </a:rPr>
              <a:t>0DH</a:t>
            </a:r>
            <a:r>
              <a:rPr lang="zh-CN" altLang="en-US" sz="2400" dirty="0">
                <a:sym typeface="+mn-lt"/>
              </a:rPr>
              <a:t>），则结束程序，若为其他按字符则显示“</a:t>
            </a:r>
            <a:r>
              <a:rPr lang="en-US" altLang="zh-CN" sz="2400" dirty="0">
                <a:sym typeface="+mn-lt"/>
              </a:rPr>
              <a:t>R</a:t>
            </a:r>
            <a:r>
              <a:rPr lang="zh-CN" altLang="en-US" sz="2400" dirty="0">
                <a:sym typeface="+mn-lt"/>
              </a:rPr>
              <a:t>”</a:t>
            </a:r>
            <a:endParaRPr lang="en-US" altLang="zh-CN" sz="2400" dirty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    </a:t>
            </a:r>
            <a:r>
              <a:rPr lang="zh-CN" altLang="en-US" sz="2400" dirty="0">
                <a:sym typeface="+mn-lt"/>
              </a:rPr>
              <a:t>键盘输入字符：利用</a:t>
            </a:r>
            <a:r>
              <a:rPr lang="en-US" altLang="zh-CN" sz="2400" dirty="0">
                <a:sym typeface="+mn-lt"/>
              </a:rPr>
              <a:t>DOS</a:t>
            </a:r>
            <a:r>
              <a:rPr lang="zh-CN" altLang="en-US" sz="2400" dirty="0">
                <a:sym typeface="+mn-lt"/>
              </a:rPr>
              <a:t>功能调用的</a:t>
            </a:r>
            <a:r>
              <a:rPr lang="en-US" altLang="zh-CN" sz="2400" dirty="0">
                <a:sym typeface="+mn-lt"/>
              </a:rPr>
              <a:t>07</a:t>
            </a:r>
            <a:r>
              <a:rPr lang="zh-CN" altLang="en-US" sz="2400" dirty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389" y="0"/>
            <a:ext cx="6153150" cy="65627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446" y="419787"/>
            <a:ext cx="1409897" cy="1505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/>
          <a:srcRect l="13497" r="14229"/>
          <a:stretch/>
        </p:blipFill>
        <p:spPr>
          <a:xfrm>
            <a:off x="10369297" y="2895959"/>
            <a:ext cx="1810512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熟悉掌握汇编语言程序设计方法，能灵活使用各种跳转指令，进一步掌握循环、分支程序设计的方法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功能调用，包括字符的输入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输出，以及字符串的输出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熟悉使用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emul8086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调试功能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105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无条件转移指令  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1763518"/>
            <a:ext cx="11198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91" y="2857500"/>
            <a:ext cx="89439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）带符号数条件转移号指令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阅读</a:t>
            </a:r>
            <a:r>
              <a:rPr lang="en-US" altLang="zh-CN" sz="2400" dirty="0"/>
              <a:t>ex8_1_w.asm </a:t>
            </a:r>
            <a:r>
              <a:rPr lang="zh-CN" altLang="en-US" sz="2400"/>
              <a:t>程序，其要实现实验八第一题的功能，但程序有错，请在不影响程序流程结构的情况下，将其改对，要求 改动越小越好（忽略输出的改动）</a:t>
            </a: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在</a:t>
            </a:r>
            <a:r>
              <a:rPr lang="en-US" altLang="zh-CN" sz="2400" dirty="0"/>
              <a:t>AX</a:t>
            </a:r>
            <a:r>
              <a:rPr lang="zh-CN" altLang="en-US" sz="2400" dirty="0"/>
              <a:t>寄存器中给定一个无符号数，屏幕中输出其十进制的数值</a:t>
            </a:r>
            <a:endParaRPr lang="en-US" altLang="zh-CN" sz="2400" dirty="0"/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例如：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 : 1234H 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4660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要求输出的数据首位非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，即不能输出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004660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这种形式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挑战：输出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进制数？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</a:t>
            </a:r>
            <a:r>
              <a:rPr lang="en-US" altLang="zh-CN" dirty="0"/>
              <a:t>1~3</a:t>
            </a:r>
            <a:r>
              <a:rPr lang="zh-CN" altLang="en-US" dirty="0"/>
              <a:t>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/>
              <a:t>实验</a:t>
            </a:r>
            <a:r>
              <a:rPr lang="zh-CN" altLang="en-US" dirty="0"/>
              <a:t>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405</Words>
  <Application>Microsoft Office PowerPoint</Application>
  <PresentationFormat>宽屏</PresentationFormat>
  <Paragraphs>40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方正粗谭黑简体</vt:lpstr>
      <vt:lpstr>等线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Kim Jisso</cp:lastModifiedBy>
  <cp:revision>145</cp:revision>
  <dcterms:created xsi:type="dcterms:W3CDTF">2019-06-11T09:29:47Z</dcterms:created>
  <dcterms:modified xsi:type="dcterms:W3CDTF">2021-04-28T10:01:22Z</dcterms:modified>
</cp:coreProperties>
</file>