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302" r:id="rId3"/>
    <p:sldId id="315" r:id="rId4"/>
    <p:sldId id="316" r:id="rId5"/>
    <p:sldId id="297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5" d="100"/>
          <a:sy n="95" d="100"/>
        </p:scale>
        <p:origin x="1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546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60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/>
              <a:t>实验十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综合程序设计实验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2377" y="944043"/>
            <a:ext cx="3147638" cy="52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/>
              <a:t>在</a:t>
            </a:r>
            <a:r>
              <a:rPr lang="en-US" altLang="zh-CN" sz="2400" dirty="0"/>
              <a:t>AX</a:t>
            </a:r>
            <a:r>
              <a:rPr lang="zh-CN" altLang="en-US" sz="2400" dirty="0"/>
              <a:t>寄存器中给定一个无符号数，屏幕中输出其十进制的数值</a:t>
            </a:r>
            <a:endParaRPr lang="en-US" altLang="zh-CN" sz="2400" dirty="0"/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例如：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 : 1234H  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输出：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4660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要求输出的数据首位非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，即不能输出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004660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这种形式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挑战：输出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进制数？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实验五评讲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015" y="860841"/>
            <a:ext cx="2711618" cy="254682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82" y="276066"/>
            <a:ext cx="4902878" cy="657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2377" y="944043"/>
            <a:ext cx="3147638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69" y="1092978"/>
            <a:ext cx="1866667" cy="6476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43" y="2373272"/>
            <a:ext cx="2780952" cy="29047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98" y="1969497"/>
            <a:ext cx="1895238" cy="32381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32816" y="1832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zh-CN" dirty="0"/>
              <a:t> </a:t>
            </a:r>
            <a:r>
              <a:rPr lang="zh-CN" altLang="en-US" dirty="0"/>
              <a:t>编写一段程序，要求根据用户键入的月份数在终端上显示该月的英文缩写名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1577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9056" y="737909"/>
            <a:ext cx="10204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dirty="0">
                <a:sym typeface="+mn-lt"/>
              </a:rPr>
              <a:t>接受用户键入的一行字符串（个数不超过</a:t>
            </a:r>
            <a:r>
              <a:rPr lang="en-US" altLang="zh-CN" dirty="0">
                <a:sym typeface="+mn-lt"/>
              </a:rPr>
              <a:t>80</a:t>
            </a:r>
            <a:r>
              <a:rPr lang="zh-CN" altLang="en-US" dirty="0">
                <a:sym typeface="+mn-lt"/>
              </a:rPr>
              <a:t>个</a:t>
            </a:r>
            <a:r>
              <a:rPr lang="en-US" altLang="zh-CN" dirty="0">
                <a:sym typeface="+mn-lt"/>
              </a:rPr>
              <a:t>,</a:t>
            </a:r>
            <a:r>
              <a:rPr lang="zh-CN" altLang="en-US" dirty="0">
                <a:sym typeface="+mn-lt"/>
              </a:rPr>
              <a:t>用回车键结束），要求统计这一字符串中字母、数字、其他字符出现的次数，将结果存入以</a:t>
            </a:r>
            <a:r>
              <a:rPr lang="en-US" altLang="zh-CN" dirty="0">
                <a:sym typeface="+mn-lt"/>
              </a:rPr>
              <a:t>letter</a:t>
            </a:r>
            <a:r>
              <a:rPr lang="zh-CN" altLang="en-US" dirty="0">
                <a:sym typeface="+mn-lt"/>
              </a:rPr>
              <a:t>、</a:t>
            </a:r>
            <a:r>
              <a:rPr lang="en-US" altLang="zh-CN" dirty="0">
                <a:sym typeface="+mn-lt"/>
              </a:rPr>
              <a:t>digit </a:t>
            </a:r>
            <a:r>
              <a:rPr lang="zh-CN" altLang="en-US" dirty="0">
                <a:sym typeface="+mn-lt"/>
              </a:rPr>
              <a:t>和 </a:t>
            </a:r>
            <a:r>
              <a:rPr lang="en-US" altLang="zh-CN" dirty="0">
                <a:sym typeface="+mn-lt"/>
              </a:rPr>
              <a:t>other</a:t>
            </a:r>
            <a:r>
              <a:rPr lang="zh-CN" altLang="en-US" dirty="0">
                <a:sym typeface="+mn-lt"/>
              </a:rPr>
              <a:t>为名的存储单元中</a:t>
            </a:r>
            <a:endParaRPr lang="en-US" altLang="zh-CN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461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给出实验内容的程序代码、程序流程图、调试及运行结果截图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2250</TotalTime>
  <Words>167</Words>
  <Application>Microsoft Office PowerPoint</Application>
  <PresentationFormat>宽屏</PresentationFormat>
  <Paragraphs>22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150</cp:revision>
  <dcterms:created xsi:type="dcterms:W3CDTF">2019-06-11T09:29:47Z</dcterms:created>
  <dcterms:modified xsi:type="dcterms:W3CDTF">2021-05-08T01:26:48Z</dcterms:modified>
</cp:coreProperties>
</file>