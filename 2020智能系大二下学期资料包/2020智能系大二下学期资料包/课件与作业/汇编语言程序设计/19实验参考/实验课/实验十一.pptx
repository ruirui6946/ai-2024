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312" r:id="rId3"/>
    <p:sldId id="320" r:id="rId4"/>
    <p:sldId id="297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5" d="100"/>
          <a:sy n="95" d="100"/>
        </p:scale>
        <p:origin x="1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实验十一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综合程序设计实验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341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完成以下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道题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给定一个正整数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1&lt;=N&lt;=8)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，计算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！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有一个首地址为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个字节数组，编制程序删除数组中所有为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的项，并将后续项向前压缩，最后将数组的剩余部分补上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 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MEM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db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12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15, 0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程序执行后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里的数据变为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12,15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-100,…,0,0,0</a:t>
            </a:r>
          </a:p>
          <a:p>
            <a:pPr marL="457200" indent="-457200">
              <a:buAutoNum type="arabicPeriod" startAt="4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2450764-8308-4025-9F81-5F6340052BA7}"/>
              </a:ext>
            </a:extLst>
          </p:cNvPr>
          <p:cNvSpPr/>
          <p:nvPr/>
        </p:nvSpPr>
        <p:spPr>
          <a:xfrm>
            <a:off x="587828" y="348297"/>
            <a:ext cx="97245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有一个首地址为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50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个字节数组，编制程序删除数组中所有为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的项，并将后续项向前压缩，最后将数组的剩余部分补上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 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MEM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db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12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15, 0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程序执行后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里的数据变为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12,15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-100,…,0,0,0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DCA7CE-DF1C-471C-B645-D83D3E5D2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709" y="1779710"/>
            <a:ext cx="3848298" cy="40388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AC24F92-D716-4ADF-A0AB-59DE75542CD0}"/>
              </a:ext>
            </a:extLst>
          </p:cNvPr>
          <p:cNvSpPr txBox="1"/>
          <p:nvPr/>
        </p:nvSpPr>
        <p:spPr>
          <a:xfrm>
            <a:off x="6515100" y="1885950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1F286-2A7A-4CEC-B486-76D9437AE4F8}"/>
              </a:ext>
            </a:extLst>
          </p:cNvPr>
          <p:cNvSpPr txBox="1"/>
          <p:nvPr/>
        </p:nvSpPr>
        <p:spPr>
          <a:xfrm>
            <a:off x="7404100" y="2768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6004D1-5D6D-4422-B0F1-011414C8386D}"/>
              </a:ext>
            </a:extLst>
          </p:cNvPr>
          <p:cNvSpPr txBox="1"/>
          <p:nvPr/>
        </p:nvSpPr>
        <p:spPr>
          <a:xfrm>
            <a:off x="8223250" y="27686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A9B8012-1BC7-40E8-8334-CB1EA977BE14}"/>
              </a:ext>
            </a:extLst>
          </p:cNvPr>
          <p:cNvCxnSpPr>
            <a:stCxn id="7" idx="0"/>
          </p:cNvCxnSpPr>
          <p:nvPr/>
        </p:nvCxnSpPr>
        <p:spPr>
          <a:xfrm flipV="1">
            <a:off x="7579789" y="2255282"/>
            <a:ext cx="0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CE9B6B4-6C02-403F-A295-FF3AEDE19B6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7651750" y="2255282"/>
            <a:ext cx="753601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0BD2E5D-C8C2-46B0-BA6C-F9EE9D5B0149}"/>
              </a:ext>
            </a:extLst>
          </p:cNvPr>
          <p:cNvSpPr txBox="1"/>
          <p:nvPr/>
        </p:nvSpPr>
        <p:spPr>
          <a:xfrm>
            <a:off x="6515100" y="3027919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45F6CC-9157-4CC4-9502-DC9C1F381EB2}"/>
              </a:ext>
            </a:extLst>
          </p:cNvPr>
          <p:cNvSpPr txBox="1"/>
          <p:nvPr/>
        </p:nvSpPr>
        <p:spPr>
          <a:xfrm>
            <a:off x="7404100" y="391056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C762CA-C5C8-4145-96C8-55A2B9CE149B}"/>
              </a:ext>
            </a:extLst>
          </p:cNvPr>
          <p:cNvSpPr txBox="1"/>
          <p:nvPr/>
        </p:nvSpPr>
        <p:spPr>
          <a:xfrm>
            <a:off x="8223250" y="391056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A7EB069-3BB4-4F1E-B48D-AA68E05176D5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579789" y="3340100"/>
            <a:ext cx="332311" cy="57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80E8A54-96F2-4531-8E10-2B5527A85E5E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flipH="1" flipV="1">
            <a:off x="8056548" y="3397251"/>
            <a:ext cx="348803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055C53D-6115-4886-9728-E0C9F81EFABF}"/>
              </a:ext>
            </a:extLst>
          </p:cNvPr>
          <p:cNvSpPr txBox="1"/>
          <p:nvPr/>
        </p:nvSpPr>
        <p:spPr>
          <a:xfrm>
            <a:off x="6515100" y="4264106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835C6B-7999-4EC2-B31D-1A937A1E10F2}"/>
              </a:ext>
            </a:extLst>
          </p:cNvPr>
          <p:cNvSpPr txBox="1"/>
          <p:nvPr/>
        </p:nvSpPr>
        <p:spPr>
          <a:xfrm>
            <a:off x="7404100" y="51467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8C79DB-332F-4597-B752-16BD33593F7B}"/>
              </a:ext>
            </a:extLst>
          </p:cNvPr>
          <p:cNvSpPr txBox="1"/>
          <p:nvPr/>
        </p:nvSpPr>
        <p:spPr>
          <a:xfrm>
            <a:off x="8223250" y="514675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E98E65B-EC1A-4560-A818-812E48718CED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7579789" y="4633438"/>
            <a:ext cx="745061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BF41FED-A618-4951-B7FB-3C0A9F429159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flipH="1" flipV="1">
            <a:off x="8056548" y="4633438"/>
            <a:ext cx="348803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6C054FB-6D0A-4E31-B61E-28293255C423}"/>
              </a:ext>
            </a:extLst>
          </p:cNvPr>
          <p:cNvSpPr txBox="1"/>
          <p:nvPr/>
        </p:nvSpPr>
        <p:spPr>
          <a:xfrm>
            <a:off x="6515100" y="5610306"/>
            <a:ext cx="3082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Mem      12   15  0  0  0 -100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44CDAB8-9DB6-4704-91A5-6E8D846F6293}"/>
              </a:ext>
            </a:extLst>
          </p:cNvPr>
          <p:cNvSpPr txBox="1"/>
          <p:nvPr/>
        </p:nvSpPr>
        <p:spPr>
          <a:xfrm>
            <a:off x="7404100" y="64929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9AD029-377C-4ED8-9068-6D0B3560E4C3}"/>
              </a:ext>
            </a:extLst>
          </p:cNvPr>
          <p:cNvSpPr txBox="1"/>
          <p:nvPr/>
        </p:nvSpPr>
        <p:spPr>
          <a:xfrm>
            <a:off x="8223250" y="649295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790192C-9111-449C-A957-BAE73E7EE2D3}"/>
              </a:ext>
            </a:extLst>
          </p:cNvPr>
          <p:cNvCxnSpPr>
            <a:cxnSpLocks/>
          </p:cNvCxnSpPr>
          <p:nvPr/>
        </p:nvCxnSpPr>
        <p:spPr>
          <a:xfrm flipV="1">
            <a:off x="7579789" y="5922488"/>
            <a:ext cx="1609782" cy="700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CA7F157-F627-4E3B-8960-CF64BD15F53E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8405351" y="5924550"/>
            <a:ext cx="0" cy="56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3FF7488-9713-49A7-8B62-6C3271315393}"/>
              </a:ext>
            </a:extLst>
          </p:cNvPr>
          <p:cNvSpPr txBox="1"/>
          <p:nvPr/>
        </p:nvSpPr>
        <p:spPr>
          <a:xfrm>
            <a:off x="7848798" y="53315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55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/>
              <a:t>连同实验十给</a:t>
            </a:r>
            <a:r>
              <a:rPr lang="zh-CN" altLang="en-US" dirty="0"/>
              <a:t>出实验内容的程序代码、程序流程图、调试及运行结果截图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2248</TotalTime>
  <Words>251</Words>
  <Application>Microsoft Office PowerPoint</Application>
  <PresentationFormat>宽屏</PresentationFormat>
  <Paragraphs>30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149</cp:revision>
  <dcterms:created xsi:type="dcterms:W3CDTF">2019-06-11T09:29:47Z</dcterms:created>
  <dcterms:modified xsi:type="dcterms:W3CDTF">2021-05-12T04:49:49Z</dcterms:modified>
</cp:coreProperties>
</file>