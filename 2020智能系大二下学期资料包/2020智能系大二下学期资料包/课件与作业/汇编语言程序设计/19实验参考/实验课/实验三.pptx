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9" r:id="rId2"/>
    <p:sldId id="276" r:id="rId3"/>
    <p:sldId id="295" r:id="rId4"/>
    <p:sldId id="298" r:id="rId5"/>
    <p:sldId id="296" r:id="rId6"/>
    <p:sldId id="297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70" d="100"/>
          <a:sy n="70" d="100"/>
        </p:scale>
        <p:origin x="816" y="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767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实验三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5999198" y="4101335"/>
            <a:ext cx="4721354" cy="154657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dirty="0"/>
              <a:t>汇编语言程序上机及调试</a:t>
            </a:r>
            <a:endParaRPr lang="en-US" altLang="zh-CN" sz="2400" dirty="0"/>
          </a:p>
          <a:p>
            <a:pPr algn="dist">
              <a:defRPr/>
            </a:pPr>
            <a:endParaRPr lang="en-US" altLang="zh-CN" sz="2400" dirty="0"/>
          </a:p>
          <a:p>
            <a:pPr algn="ctr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林颖</a:t>
            </a:r>
            <a:endParaRPr lang="en-US" altLang="zh-CN" sz="2400" spc="225" dirty="0">
              <a:solidFill>
                <a:srgbClr val="292929"/>
              </a:solidFill>
              <a:cs typeface="+mn-ea"/>
              <a:sym typeface="+mn-lt"/>
            </a:endParaRPr>
          </a:p>
          <a:p>
            <a:pPr algn="ctr">
              <a:defRPr/>
            </a:pPr>
            <a:r>
              <a:rPr lang="en-US" altLang="zh-CN" sz="2400" spc="225" dirty="0">
                <a:solidFill>
                  <a:srgbClr val="292929"/>
                </a:solidFill>
                <a:cs typeface="+mn-ea"/>
                <a:sym typeface="+mn-lt"/>
              </a:rPr>
              <a:t>linying@xmu.edu.cn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374187" y="1443915"/>
            <a:ext cx="9031054" cy="367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了解汇编语言的程序结构，能正确书写数据段、代码段等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利用功能，查看寄存器（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CS,IP,AX,DS..)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及数据段的内容变化，熟悉并了解程序调试方法，并认真观察、判断每条指令执行的结果是否正确。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对错误结果，能够做出相应的处理。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7" y="986715"/>
            <a:ext cx="10141633" cy="618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阅读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sample.asm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程序，利用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Emu8086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进行编译并使用单步（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Debug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）功能，观察寄存器的变化并记录，根据运行结果给出该程序实现的功能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编写一个汇编程序，在数据表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DATA1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中存放数据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0F895H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，在数据表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DATA2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中存放数据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3E0CH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，要求将两数分别取出相加，然后将计算结果存放到当前数据段，偏移地址为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2800H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的单元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中。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mov DS:[2800],ax	1234h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仿照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sample.asm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编写一个汇编程序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,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输出一段自我介绍，要求</a:t>
            </a:r>
            <a:r>
              <a:rPr lang="zh-CN" altLang="en-US" sz="2400" dirty="0"/>
              <a:t>分三行输出姓名、学号、自我介绍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有如下指令序列</a:t>
            </a:r>
            <a:endParaRPr lang="en-US" altLang="zh-CN" sz="2400" dirty="0"/>
          </a:p>
          <a:p>
            <a:pPr lvl="1"/>
            <a:r>
              <a:rPr lang="en-US" altLang="zh-CN" sz="2400" dirty="0"/>
              <a:t>mov al</a:t>
            </a:r>
            <a:r>
              <a:rPr lang="zh-CN" altLang="en-US" sz="2400" dirty="0"/>
              <a:t>，</a:t>
            </a:r>
            <a:r>
              <a:rPr lang="en-US" altLang="zh-CN" sz="2400" dirty="0"/>
              <a:t>81h</a:t>
            </a:r>
          </a:p>
          <a:p>
            <a:pPr lvl="1"/>
            <a:r>
              <a:rPr lang="en-US" altLang="zh-CN" sz="2400" dirty="0"/>
              <a:t>add al</a:t>
            </a:r>
            <a:r>
              <a:rPr lang="zh-CN" altLang="en-US" sz="2400" dirty="0"/>
              <a:t>，</a:t>
            </a:r>
            <a:r>
              <a:rPr lang="en-US" altLang="zh-CN" sz="2400" dirty="0"/>
              <a:t>al</a:t>
            </a:r>
          </a:p>
          <a:p>
            <a:pPr lvl="1"/>
            <a:r>
              <a:rPr lang="en-US" altLang="zh-CN" sz="2400" dirty="0" err="1"/>
              <a:t>adc</a:t>
            </a:r>
            <a:r>
              <a:rPr lang="en-US" altLang="zh-CN" sz="2400" dirty="0"/>
              <a:t> al</a:t>
            </a:r>
            <a:r>
              <a:rPr lang="zh-CN" altLang="en-US" sz="2400" dirty="0"/>
              <a:t>，</a:t>
            </a:r>
            <a:r>
              <a:rPr lang="en-US" altLang="zh-CN" sz="2400" dirty="0"/>
              <a:t>al</a:t>
            </a:r>
          </a:p>
          <a:p>
            <a:pPr lvl="1"/>
            <a:r>
              <a:rPr lang="zh-CN" altLang="en-US" sz="2400" dirty="0"/>
              <a:t>将其编写在一个完整的汇编程序里，尝试利用</a:t>
            </a:r>
            <a:r>
              <a:rPr lang="en-US" altLang="zh-CN" sz="2400" dirty="0"/>
              <a:t>debug</a:t>
            </a:r>
            <a:r>
              <a:rPr lang="zh-CN" altLang="en-US" sz="2400" dirty="0"/>
              <a:t>观察执行后</a:t>
            </a:r>
            <a:r>
              <a:rPr lang="en-US" altLang="zh-CN" sz="2400" dirty="0"/>
              <a:t>al</a:t>
            </a:r>
            <a:r>
              <a:rPr lang="zh-CN" altLang="en-US" sz="2400" dirty="0"/>
              <a:t>寄存器的值，以及</a:t>
            </a:r>
            <a:r>
              <a:rPr lang="en-US" altLang="zh-CN" sz="2400" dirty="0"/>
              <a:t>CF</a:t>
            </a:r>
            <a:r>
              <a:rPr lang="zh-CN" altLang="en-US" sz="2400" dirty="0"/>
              <a:t>、</a:t>
            </a:r>
            <a:r>
              <a:rPr lang="en-US" altLang="zh-CN" sz="2400" dirty="0"/>
              <a:t>ZF</a:t>
            </a:r>
            <a:r>
              <a:rPr lang="zh-CN" altLang="en-US" sz="2400" dirty="0"/>
              <a:t>、</a:t>
            </a:r>
            <a:r>
              <a:rPr lang="en-US" altLang="zh-CN" sz="2400" dirty="0"/>
              <a:t>OF</a:t>
            </a:r>
            <a:r>
              <a:rPr lang="zh-CN" altLang="en-US" sz="2400" dirty="0"/>
              <a:t>标志位的值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99568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72305E7-1620-420B-BBFD-E01DD9619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305" y="1057275"/>
            <a:ext cx="777240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69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1C3D62B-71C7-4C11-9E00-90CCDFB32A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977"/>
          <a:stretch/>
        </p:blipFill>
        <p:spPr>
          <a:xfrm>
            <a:off x="399446" y="520261"/>
            <a:ext cx="4834706" cy="566210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9E6027F-170C-405D-85A2-1AF7319762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560"/>
          <a:stretch/>
        </p:blipFill>
        <p:spPr>
          <a:xfrm>
            <a:off x="5840828" y="520260"/>
            <a:ext cx="5747838" cy="566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7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5692-B8B3-435C-A09C-6228FCA9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实验报告及作业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EE591-09B0-4AB8-A317-B725E1A7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分析</a:t>
            </a:r>
            <a:r>
              <a:rPr lang="en-US" altLang="zh-CN" dirty="0"/>
              <a:t>sample.asm</a:t>
            </a:r>
            <a:r>
              <a:rPr lang="zh-CN" altLang="en-US" dirty="0"/>
              <a:t>程序，画出程序流程图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给出实验内容</a:t>
            </a:r>
            <a:r>
              <a:rPr lang="en-US" altLang="zh-CN" dirty="0"/>
              <a:t>2</a:t>
            </a:r>
            <a:r>
              <a:rPr lang="zh-CN" altLang="en-US" dirty="0"/>
              <a:t>的源程序代码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 </a:t>
            </a:r>
            <a:r>
              <a:rPr lang="zh-CN" altLang="en-US" dirty="0"/>
              <a:t>给出实验内容</a:t>
            </a:r>
            <a:r>
              <a:rPr lang="en-US" altLang="zh-CN" dirty="0"/>
              <a:t>3</a:t>
            </a:r>
            <a:r>
              <a:rPr lang="zh-CN" altLang="en-US" dirty="0"/>
              <a:t>的程序片段（关键部分的源码）和运行结果截图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汇编及调试时产生的错误，其原因及解决方法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4.</a:t>
            </a:r>
            <a:r>
              <a:rPr lang="zh-CN" altLang="en-US" dirty="0"/>
              <a:t>思考</a:t>
            </a:r>
            <a:endParaRPr lang="en-US" altLang="zh-CN" dirty="0"/>
          </a:p>
          <a:p>
            <a:pPr lvl="1"/>
            <a:r>
              <a:rPr lang="zh-CN" altLang="en-US" dirty="0"/>
              <a:t>结合课本附录</a:t>
            </a:r>
            <a:r>
              <a:rPr lang="en-US" altLang="zh-CN" dirty="0"/>
              <a:t>4  </a:t>
            </a:r>
            <a:r>
              <a:rPr lang="en-US" altLang="zh-CN" dirty="0">
                <a:solidFill>
                  <a:srgbClr val="7030A0"/>
                </a:solidFill>
              </a:rPr>
              <a:t>Dos</a:t>
            </a:r>
            <a:r>
              <a:rPr lang="zh-CN" altLang="en-US" dirty="0">
                <a:solidFill>
                  <a:srgbClr val="7030A0"/>
                </a:solidFill>
              </a:rPr>
              <a:t>系统功能调用（</a:t>
            </a:r>
            <a:r>
              <a:rPr lang="en-US" altLang="zh-CN" dirty="0">
                <a:solidFill>
                  <a:srgbClr val="7030A0"/>
                </a:solidFill>
              </a:rPr>
              <a:t>INT 21H</a:t>
            </a:r>
            <a:r>
              <a:rPr lang="zh-CN" altLang="en-US" dirty="0">
                <a:solidFill>
                  <a:srgbClr val="7030A0"/>
                </a:solidFill>
              </a:rPr>
              <a:t>）</a:t>
            </a:r>
            <a:r>
              <a:rPr lang="zh-CN" altLang="en-US" dirty="0"/>
              <a:t>，说说</a:t>
            </a:r>
            <a:r>
              <a:rPr lang="en-US" altLang="zh-CN" dirty="0"/>
              <a:t>int 21h</a:t>
            </a:r>
            <a:r>
              <a:rPr lang="zh-CN" altLang="en-US" dirty="0"/>
              <a:t>指令的含义，并尝试输入、输出字符的终端调用方法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6220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1298</TotalTime>
  <Words>342</Words>
  <Application>Microsoft Office PowerPoint</Application>
  <PresentationFormat>宽屏</PresentationFormat>
  <Paragraphs>28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方正粗谭黑简体</vt:lpstr>
      <vt:lpstr>等线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实验报告及作业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Kim Jisso</cp:lastModifiedBy>
  <cp:revision>93</cp:revision>
  <dcterms:created xsi:type="dcterms:W3CDTF">2019-06-11T09:29:47Z</dcterms:created>
  <dcterms:modified xsi:type="dcterms:W3CDTF">2021-03-17T10:13:16Z</dcterms:modified>
</cp:coreProperties>
</file>