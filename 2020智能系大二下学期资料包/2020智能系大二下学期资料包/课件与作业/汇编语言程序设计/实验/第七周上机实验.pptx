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0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10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078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211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66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11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7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069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02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50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A2E6C-BA7E-4B20-9DF2-AEB9459AEB71}" type="datetimeFigureOut">
              <a:rPr lang="zh-CN" altLang="en-US" smtClean="0"/>
              <a:t>2019/3/24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889A9-0BC3-497B-9199-B41E1FAC9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27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实验</a:t>
            </a:r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7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90146"/>
            <a:ext cx="10515600" cy="5886817"/>
          </a:xfrm>
        </p:spPr>
        <p:txBody>
          <a:bodyPr/>
          <a:lstStyle/>
          <a:p>
            <a:r>
              <a:rPr lang="zh-CN" altLang="en-US" dirty="0"/>
              <a:t>对一个字符串，用</a:t>
            </a:r>
            <a:r>
              <a:rPr lang="en-US" altLang="zh-CN" dirty="0"/>
              <a:t>OR</a:t>
            </a:r>
            <a:r>
              <a:rPr lang="zh-CN" altLang="en-US" dirty="0"/>
              <a:t>指令将其中的大写字母变成小写，用</a:t>
            </a:r>
            <a:r>
              <a:rPr lang="en-US" altLang="zh-CN" dirty="0"/>
              <a:t>AND</a:t>
            </a:r>
            <a:r>
              <a:rPr lang="zh-CN" altLang="en-US" dirty="0"/>
              <a:t>指令将其中的小写字母变成大写</a:t>
            </a:r>
            <a:endParaRPr lang="en-US" altLang="zh-CN" dirty="0"/>
          </a:p>
          <a:p>
            <a:r>
              <a:rPr lang="zh-CN" altLang="en-US" smtClean="0"/>
              <a:t>实现两个字符串的拼接，保存到新开的字符串数组中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624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41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实验4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实验1</dc:title>
  <dc:creator>feng guo</dc:creator>
  <cp:lastModifiedBy>guo feng</cp:lastModifiedBy>
  <cp:revision>13</cp:revision>
  <dcterms:created xsi:type="dcterms:W3CDTF">2018-03-14T03:03:42Z</dcterms:created>
  <dcterms:modified xsi:type="dcterms:W3CDTF">2019-03-24T05:32:32Z</dcterms:modified>
</cp:coreProperties>
</file>