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0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0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7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1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6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11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7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06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02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50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A2E6C-BA7E-4B20-9DF2-AEB9459AEB71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90146"/>
            <a:ext cx="10515600" cy="5886817"/>
          </a:xfrm>
        </p:spPr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en-US" dirty="0" smtClean="0"/>
              <a:t>程序中建立一个二维数组，放入</a:t>
            </a:r>
            <a:r>
              <a:rPr lang="en-US" altLang="zh-CN" dirty="0" smtClean="0"/>
              <a:t>3</a:t>
            </a:r>
            <a:r>
              <a:rPr lang="zh-CN" altLang="en-US" dirty="0" smtClean="0"/>
              <a:t>行</a:t>
            </a:r>
            <a:r>
              <a:rPr lang="en-US" altLang="zh-CN" dirty="0" smtClean="0"/>
              <a:t>6</a:t>
            </a:r>
            <a:r>
              <a:rPr lang="zh-CN" altLang="en-US" dirty="0" smtClean="0"/>
              <a:t>列的单字节数据，然后代码中使用基址变址寻址方式，改变其中第二行第四个数据的值，使其发生变化</a:t>
            </a:r>
            <a:endParaRPr lang="en-US" altLang="zh-CN" dirty="0" smtClean="0"/>
          </a:p>
          <a:p>
            <a:r>
              <a:rPr lang="zh-CN" altLang="en-US" dirty="0" smtClean="0"/>
              <a:t>继续修改上面程序，在后面继续定义二维数组</a:t>
            </a:r>
            <a:r>
              <a:rPr lang="en-US" altLang="zh-CN" dirty="0" smtClean="0"/>
              <a:t>array</a:t>
            </a:r>
            <a:r>
              <a:rPr lang="zh-CN" altLang="en-US" dirty="0" smtClean="0"/>
              <a:t>，该数组为</a:t>
            </a:r>
            <a:r>
              <a:rPr lang="en-US" altLang="zh-CN" dirty="0" smtClean="0"/>
              <a:t>3</a:t>
            </a:r>
            <a:r>
              <a:rPr lang="zh-CN" altLang="en-US" dirty="0" smtClean="0"/>
              <a:t>行</a:t>
            </a:r>
            <a:r>
              <a:rPr lang="en-US" altLang="zh-CN" dirty="0" smtClean="0"/>
              <a:t>5</a:t>
            </a:r>
            <a:r>
              <a:rPr lang="zh-CN" altLang="en-US" dirty="0" smtClean="0"/>
              <a:t>列，</a:t>
            </a:r>
            <a:r>
              <a:rPr lang="zh-CN" altLang="en-US" dirty="0"/>
              <a:t>使用相对基址变址</a:t>
            </a:r>
            <a:r>
              <a:rPr lang="zh-CN" altLang="en-US" dirty="0" smtClean="0"/>
              <a:t>寻址方式改变其中第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个元素的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r>
              <a:rPr lang="zh-CN" altLang="en-US" dirty="0" smtClean="0"/>
              <a:t>计算如下四则运算，</a:t>
            </a:r>
            <a:r>
              <a:rPr lang="en-US" altLang="zh-CN" dirty="0" smtClean="0"/>
              <a:t>8+9</a:t>
            </a:r>
            <a:r>
              <a:rPr lang="zh-CN" altLang="en-US" dirty="0" smtClean="0"/>
              <a:t>*</a:t>
            </a:r>
            <a:r>
              <a:rPr lang="en-US" altLang="zh-CN" dirty="0" smtClean="0"/>
              <a:t>(6/(3-1))</a:t>
            </a:r>
            <a:r>
              <a:rPr lang="zh-CN" altLang="en-US" smtClean="0"/>
              <a:t>，结果放入内存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63624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95</Words>
  <Application>Microsoft Office PowerPoint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实验2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</dc:title>
  <dc:creator>feng guo</dc:creator>
  <cp:lastModifiedBy>guo feng</cp:lastModifiedBy>
  <cp:revision>7</cp:revision>
  <dcterms:created xsi:type="dcterms:W3CDTF">2018-03-14T03:03:42Z</dcterms:created>
  <dcterms:modified xsi:type="dcterms:W3CDTF">2019-03-18T08:05:59Z</dcterms:modified>
</cp:coreProperties>
</file>