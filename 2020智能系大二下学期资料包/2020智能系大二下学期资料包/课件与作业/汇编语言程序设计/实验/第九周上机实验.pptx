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54" d="100"/>
          <a:sy n="154" d="100"/>
        </p:scale>
        <p:origin x="534" y="1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单击以编辑母版副标题样式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0A2E6C-BA7E-4B20-9DF2-AEB9459AEB71}" type="datetimeFigureOut">
              <a:rPr lang="zh-CN" altLang="en-US" smtClean="0"/>
              <a:t>2019/4/16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D889A9-0BC3-497B-9199-B41E1FAC925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674087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0A2E6C-BA7E-4B20-9DF2-AEB9459AEB71}" type="datetimeFigureOut">
              <a:rPr lang="zh-CN" altLang="en-US" smtClean="0"/>
              <a:t>2019/4/16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D889A9-0BC3-497B-9199-B41E1FAC925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041059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0A2E6C-BA7E-4B20-9DF2-AEB9459AEB71}" type="datetimeFigureOut">
              <a:rPr lang="zh-CN" altLang="en-US" smtClean="0"/>
              <a:t>2019/4/16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D889A9-0BC3-497B-9199-B41E1FAC925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930785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0A2E6C-BA7E-4B20-9DF2-AEB9459AEB71}" type="datetimeFigureOut">
              <a:rPr lang="zh-CN" altLang="en-US" smtClean="0"/>
              <a:t>2019/4/16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D889A9-0BC3-497B-9199-B41E1FAC925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122119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0A2E6C-BA7E-4B20-9DF2-AEB9459AEB71}" type="datetimeFigureOut">
              <a:rPr lang="zh-CN" altLang="en-US" smtClean="0"/>
              <a:t>2019/4/16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D889A9-0BC3-497B-9199-B41E1FAC925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736615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0A2E6C-BA7E-4B20-9DF2-AEB9459AEB71}" type="datetimeFigureOut">
              <a:rPr lang="zh-CN" altLang="en-US" smtClean="0"/>
              <a:t>2019/4/16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D889A9-0BC3-497B-9199-B41E1FAC925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221189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0A2E6C-BA7E-4B20-9DF2-AEB9459AEB71}" type="datetimeFigureOut">
              <a:rPr lang="zh-CN" altLang="en-US" smtClean="0"/>
              <a:t>2019/4/16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D889A9-0BC3-497B-9199-B41E1FAC925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968707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0A2E6C-BA7E-4B20-9DF2-AEB9459AEB71}" type="datetimeFigureOut">
              <a:rPr lang="zh-CN" altLang="en-US" smtClean="0"/>
              <a:t>2019/4/16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D889A9-0BC3-497B-9199-B41E1FAC925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900692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0A2E6C-BA7E-4B20-9DF2-AEB9459AEB71}" type="datetimeFigureOut">
              <a:rPr lang="zh-CN" altLang="en-US" smtClean="0"/>
              <a:t>2019/4/16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D889A9-0BC3-497B-9199-B41E1FAC925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050227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0A2E6C-BA7E-4B20-9DF2-AEB9459AEB71}" type="datetimeFigureOut">
              <a:rPr lang="zh-CN" altLang="en-US" smtClean="0"/>
              <a:t>2019/4/16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D889A9-0BC3-497B-9199-B41E1FAC925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785018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0A2E6C-BA7E-4B20-9DF2-AEB9459AEB71}" type="datetimeFigureOut">
              <a:rPr lang="zh-CN" altLang="en-US" smtClean="0"/>
              <a:t>2019/4/16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D889A9-0BC3-497B-9199-B41E1FAC925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447816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C0A2E6C-BA7E-4B20-9DF2-AEB9459AEB71}" type="datetimeFigureOut">
              <a:rPr lang="zh-CN" altLang="en-US" smtClean="0"/>
              <a:t>2019/4/16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D889A9-0BC3-497B-9199-B41E1FAC925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21272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 smtClean="0"/>
              <a:t>实验</a:t>
            </a:r>
            <a:r>
              <a:rPr lang="en-US" altLang="zh-CN" dirty="0" smtClean="0"/>
              <a:t>5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84176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290146"/>
            <a:ext cx="10515600" cy="5886817"/>
          </a:xfrm>
        </p:spPr>
        <p:txBody>
          <a:bodyPr/>
          <a:lstStyle/>
          <a:p>
            <a:r>
              <a:rPr lang="zh-CN" altLang="en-US" dirty="0"/>
              <a:t>使用跳转实现</a:t>
            </a:r>
            <a:r>
              <a:rPr lang="en-US" altLang="zh-CN" dirty="0"/>
              <a:t>1</a:t>
            </a:r>
            <a:r>
              <a:rPr lang="zh-CN" altLang="en-US" dirty="0"/>
              <a:t>累加到</a:t>
            </a:r>
            <a:r>
              <a:rPr lang="en-US" altLang="zh-CN" dirty="0"/>
              <a:t>100</a:t>
            </a:r>
            <a:r>
              <a:rPr lang="zh-CN" altLang="en-US" dirty="0"/>
              <a:t>的</a:t>
            </a:r>
            <a:r>
              <a:rPr lang="zh-CN" altLang="en-US" dirty="0" smtClean="0"/>
              <a:t>和</a:t>
            </a:r>
            <a:endParaRPr lang="en-US" altLang="zh-CN" dirty="0" smtClean="0"/>
          </a:p>
          <a:p>
            <a:r>
              <a:rPr lang="zh-CN" altLang="en-US" dirty="0" smtClean="0"/>
              <a:t>使用串指令在字符串中统计大写字母</a:t>
            </a:r>
            <a:r>
              <a:rPr lang="en-US" altLang="zh-CN" dirty="0" smtClean="0"/>
              <a:t>A</a:t>
            </a:r>
            <a:r>
              <a:rPr lang="zh-CN" altLang="en-US" smtClean="0"/>
              <a:t>的数目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6362401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405</TotalTime>
  <Words>23</Words>
  <Application>Microsoft Office PowerPoint</Application>
  <PresentationFormat>宽屏</PresentationFormat>
  <Paragraphs>3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6" baseType="lpstr">
      <vt:lpstr>等线</vt:lpstr>
      <vt:lpstr>等线 Light</vt:lpstr>
      <vt:lpstr>Arial</vt:lpstr>
      <vt:lpstr>Office 主题​​</vt:lpstr>
      <vt:lpstr>实验5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实验1</dc:title>
  <dc:creator>feng guo</dc:creator>
  <cp:lastModifiedBy>guo feng</cp:lastModifiedBy>
  <cp:revision>14</cp:revision>
  <dcterms:created xsi:type="dcterms:W3CDTF">2018-03-14T03:03:42Z</dcterms:created>
  <dcterms:modified xsi:type="dcterms:W3CDTF">2019-04-15T16:54:56Z</dcterms:modified>
</cp:coreProperties>
</file>