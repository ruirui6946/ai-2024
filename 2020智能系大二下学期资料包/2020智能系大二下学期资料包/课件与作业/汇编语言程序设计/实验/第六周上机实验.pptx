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0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0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7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1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6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11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7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06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2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50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A2E6C-BA7E-4B20-9DF2-AEB9459AEB71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90146"/>
            <a:ext cx="10515600" cy="5886817"/>
          </a:xfrm>
        </p:spPr>
        <p:txBody>
          <a:bodyPr/>
          <a:lstStyle/>
          <a:p>
            <a:r>
              <a:rPr lang="zh-CN" altLang="en-US" dirty="0"/>
              <a:t>在内存中存放两个</a:t>
            </a:r>
            <a:r>
              <a:rPr lang="en-US" altLang="zh-CN" dirty="0"/>
              <a:t>6</a:t>
            </a:r>
            <a:r>
              <a:rPr lang="zh-CN" altLang="en-US" dirty="0"/>
              <a:t>字节无符号整数，分别实现两个整数的加法和减法，存放到内存变量中</a:t>
            </a:r>
            <a:endParaRPr lang="en-US" altLang="zh-CN" dirty="0"/>
          </a:p>
          <a:p>
            <a:r>
              <a:rPr lang="zh-CN" altLang="en-US" dirty="0"/>
              <a:t>将上述两个</a:t>
            </a:r>
            <a:r>
              <a:rPr lang="en-US" altLang="zh-CN" dirty="0"/>
              <a:t>6</a:t>
            </a:r>
            <a:r>
              <a:rPr lang="zh-CN" altLang="en-US" dirty="0"/>
              <a:t>字节整数看成有符号数字，实现两个整数的加法和减法，分析与上一题的相同点与</a:t>
            </a:r>
            <a:r>
              <a:rPr lang="zh-CN" altLang="en-US" dirty="0" smtClean="0"/>
              <a:t>差异</a:t>
            </a:r>
            <a:endParaRPr lang="en-US" altLang="zh-CN" dirty="0" smtClean="0"/>
          </a:p>
          <a:p>
            <a:r>
              <a:rPr lang="zh-CN" altLang="en-US" dirty="0"/>
              <a:t>请使用移位和加减法指令编写一个程序片段计算：AX×21，假设乘积不超过</a:t>
            </a:r>
            <a:r>
              <a:rPr lang="en-US" altLang="zh-CN" dirty="0"/>
              <a:t>16</a:t>
            </a:r>
            <a:r>
              <a:rPr lang="zh-CN" altLang="en-US" dirty="0"/>
              <a:t>位。提示：21＝2</a:t>
            </a:r>
            <a:r>
              <a:rPr lang="zh-CN" altLang="en-US" baseline="30000" dirty="0"/>
              <a:t>4</a:t>
            </a:r>
            <a:r>
              <a:rPr lang="zh-CN" altLang="en-US" dirty="0"/>
              <a:t>＋2</a:t>
            </a:r>
            <a:r>
              <a:rPr lang="zh-CN" altLang="en-US" baseline="30000" dirty="0"/>
              <a:t>2</a:t>
            </a:r>
            <a:r>
              <a:rPr lang="zh-CN" altLang="en-US" dirty="0"/>
              <a:t>＋2</a:t>
            </a:r>
            <a:r>
              <a:rPr lang="zh-CN" altLang="en-US" baseline="30000" dirty="0"/>
              <a:t>0</a:t>
            </a:r>
            <a:endParaRPr lang="en-US" altLang="zh-CN" baseline="3000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3624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92</Words>
  <Application>Microsoft Office PowerPoint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实验3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</dc:title>
  <dc:creator>feng guo</dc:creator>
  <cp:lastModifiedBy>guo feng</cp:lastModifiedBy>
  <cp:revision>10</cp:revision>
  <dcterms:created xsi:type="dcterms:W3CDTF">2018-03-14T03:03:42Z</dcterms:created>
  <dcterms:modified xsi:type="dcterms:W3CDTF">2019-03-21T09:07:18Z</dcterms:modified>
</cp:coreProperties>
</file>