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F22A-1E70-4349-B3C6-F52C68491B50}" type="datetimeFigureOut">
              <a:rPr lang="zh-CN" altLang="en-US" smtClean="0"/>
              <a:t>2019/3/4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C6BC3-AB90-413C-98B5-1CF66846F0A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第四周</a:t>
            </a:r>
            <a:r>
              <a:rPr lang="zh-CN" altLang="en-US" dirty="0" smtClean="0"/>
              <a:t>上机实验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建立第一个汇编程序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编写</a:t>
            </a:r>
            <a:r>
              <a:rPr lang="en-US" altLang="zh-CN" dirty="0" smtClean="0"/>
              <a:t>ex1.asm</a:t>
            </a:r>
            <a:r>
              <a:rPr lang="en-US" altLang="zh-CN" dirty="0" smtClean="0"/>
              <a:t>, </a:t>
            </a:r>
            <a:r>
              <a:rPr lang="zh-CN" altLang="en-US" dirty="0" smtClean="0"/>
              <a:t>分三行输出你的姓名、学号、自我介绍</a:t>
            </a:r>
            <a:endParaRPr lang="en-US" altLang="zh-CN" dirty="0" smtClean="0"/>
          </a:p>
          <a:p>
            <a:r>
              <a:rPr lang="zh-CN" altLang="en-US" dirty="0"/>
              <a:t>建立一个字符数组，其中为</a:t>
            </a:r>
            <a:r>
              <a:rPr lang="en-US" altLang="zh-CN" dirty="0"/>
              <a:t>26</a:t>
            </a:r>
            <a:r>
              <a:rPr lang="zh-CN" altLang="en-US" dirty="0"/>
              <a:t>个大写英文字母，使用</a:t>
            </a:r>
            <a:r>
              <a:rPr lang="en-US" altLang="zh-CN" dirty="0"/>
              <a:t>XLAT</a:t>
            </a:r>
            <a:r>
              <a:rPr lang="zh-CN" altLang="en-US" dirty="0"/>
              <a:t>指令，获取其中的字母“</a:t>
            </a:r>
            <a:r>
              <a:rPr lang="en-US" altLang="zh-CN" dirty="0"/>
              <a:t>X</a:t>
            </a:r>
            <a:r>
              <a:rPr lang="zh-CN" altLang="en-US" dirty="0"/>
              <a:t>”，并进行输出</a:t>
            </a:r>
            <a:endParaRPr lang="en-US" altLang="zh-CN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534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52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宋体</vt:lpstr>
      <vt:lpstr>Arial</vt:lpstr>
      <vt:lpstr>Calibri</vt:lpstr>
      <vt:lpstr>Office 主题</vt:lpstr>
      <vt:lpstr>第四周上机实验</vt:lpstr>
      <vt:lpstr>建立第一个汇编程序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第二周上机实验</dc:title>
  <dc:creator>Windows 用户</dc:creator>
  <cp:lastModifiedBy>guo feng</cp:lastModifiedBy>
  <cp:revision>13</cp:revision>
  <dcterms:created xsi:type="dcterms:W3CDTF">2013-03-04T09:08:03Z</dcterms:created>
  <dcterms:modified xsi:type="dcterms:W3CDTF">2019-03-04T08:07:31Z</dcterms:modified>
</cp:coreProperties>
</file>