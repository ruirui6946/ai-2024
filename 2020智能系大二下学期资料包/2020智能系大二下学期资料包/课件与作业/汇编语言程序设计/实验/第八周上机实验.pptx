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0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0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7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1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6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11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7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06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02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50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en-US" altLang="zh-CN" dirty="0" smtClean="0"/>
              <a:t>6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90146"/>
            <a:ext cx="10515600" cy="5886817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10</a:t>
            </a:r>
            <a:r>
              <a:rPr lang="zh-CN" altLang="en-US" dirty="0"/>
              <a:t>个升序存放的整数数组中实现折半查找</a:t>
            </a:r>
            <a:endParaRPr lang="en-US" altLang="zh-CN" dirty="0"/>
          </a:p>
          <a:p>
            <a:r>
              <a:rPr lang="zh-CN" altLang="en-US" dirty="0"/>
              <a:t>将两个升序的数组（</a:t>
            </a:r>
            <a:r>
              <a:rPr lang="en-US" altLang="zh-CN" dirty="0"/>
              <a:t>10</a:t>
            </a:r>
            <a:r>
              <a:rPr lang="zh-CN" altLang="en-US" dirty="0"/>
              <a:t>个元素），合并成一个</a:t>
            </a:r>
            <a:r>
              <a:rPr lang="en-US" altLang="zh-CN" dirty="0"/>
              <a:t>20</a:t>
            </a:r>
            <a:r>
              <a:rPr lang="zh-CN" altLang="en-US"/>
              <a:t>元素的升序数组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24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34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实验6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</dc:title>
  <dc:creator>feng guo</dc:creator>
  <cp:lastModifiedBy>guo feng</cp:lastModifiedBy>
  <cp:revision>15</cp:revision>
  <dcterms:created xsi:type="dcterms:W3CDTF">2018-03-14T03:03:42Z</dcterms:created>
  <dcterms:modified xsi:type="dcterms:W3CDTF">2019-04-22T04:32:59Z</dcterms:modified>
</cp:coreProperties>
</file>