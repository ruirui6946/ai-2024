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9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masm</a:t>
            </a:r>
            <a:r>
              <a:rPr lang="zh-CN" altLang="en-US" dirty="0" smtClean="0"/>
              <a:t>实现两个源代码模块的编译和链接，生成一个</a:t>
            </a:r>
            <a:r>
              <a:rPr lang="en-US" altLang="zh-CN" dirty="0" smtClean="0"/>
              <a:t>exe</a:t>
            </a:r>
            <a:r>
              <a:rPr lang="zh-CN" altLang="en-US" dirty="0" smtClean="0"/>
              <a:t>；要求其中一个源代码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一个变量和一个子程序，由另一个源代码文件调用；使用</a:t>
            </a:r>
            <a:r>
              <a:rPr lang="en-US" altLang="zh-CN" dirty="0" err="1" smtClean="0"/>
              <a:t>obj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lib</a:t>
            </a:r>
            <a:r>
              <a:rPr lang="zh-CN" altLang="en-US" dirty="0" smtClean="0"/>
              <a:t>两种方式的链接。</a:t>
            </a:r>
            <a:endParaRPr lang="en-US" altLang="zh-CN" dirty="0" smtClean="0"/>
          </a:p>
          <a:p>
            <a:r>
              <a:rPr lang="zh-CN" altLang="en-US" dirty="0" smtClean="0"/>
              <a:t>使用递归，计算</a:t>
            </a:r>
            <a:r>
              <a:rPr lang="en-US" altLang="zh-CN" dirty="0" smtClean="0"/>
              <a:t>N</a:t>
            </a:r>
            <a:r>
              <a:rPr lang="zh-CN" altLang="en-US" dirty="0" smtClean="0"/>
              <a:t>！，</a:t>
            </a:r>
            <a:r>
              <a:rPr lang="en-US" altLang="zh-CN" dirty="0" smtClean="0"/>
              <a:t>N</a:t>
            </a:r>
            <a:r>
              <a:rPr lang="zh-CN" altLang="en-US" smtClean="0"/>
              <a:t>在代码中给出，为正整数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66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实验9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28</cp:revision>
  <dcterms:created xsi:type="dcterms:W3CDTF">2018-03-14T03:03:42Z</dcterms:created>
  <dcterms:modified xsi:type="dcterms:W3CDTF">2019-05-15T08:28:00Z</dcterms:modified>
</cp:coreProperties>
</file>