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40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105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7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21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66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11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7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06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02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50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A2E6C-BA7E-4B20-9DF2-AEB9459AEB71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2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实验</a:t>
            </a:r>
            <a:r>
              <a:rPr lang="en-US" altLang="zh-CN" dirty="0" smtClean="0"/>
              <a:t>7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17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90146"/>
            <a:ext cx="10515600" cy="5886817"/>
          </a:xfrm>
        </p:spPr>
        <p:txBody>
          <a:bodyPr/>
          <a:lstStyle/>
          <a:p>
            <a:r>
              <a:rPr lang="zh-CN" altLang="en-US" dirty="0"/>
              <a:t>写一段 子 程 序 </a:t>
            </a:r>
            <a:r>
              <a:rPr lang="en-US" altLang="zh-CN" dirty="0"/>
              <a:t>SKIPLINES , </a:t>
            </a:r>
            <a:r>
              <a:rPr lang="zh-CN" altLang="en-US" dirty="0"/>
              <a:t>完 成 输出 空 行 的 功 能。 空 行 的 行 数在 </a:t>
            </a:r>
            <a:r>
              <a:rPr lang="en-US" altLang="zh-CN" dirty="0"/>
              <a:t>AX </a:t>
            </a:r>
            <a:r>
              <a:rPr lang="zh-CN" altLang="en-US" dirty="0"/>
              <a:t>寄 </a:t>
            </a:r>
            <a:r>
              <a:rPr lang="zh-CN" altLang="en-US" dirty="0" smtClean="0"/>
              <a:t>存</a:t>
            </a:r>
            <a:r>
              <a:rPr lang="zh-CN" altLang="en-US" smtClean="0"/>
              <a:t>器</a:t>
            </a:r>
            <a:r>
              <a:rPr lang="zh-CN" altLang="en-US" smtClean="0"/>
              <a:t>中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636240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29</Words>
  <Application>Microsoft Office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实验7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实验1</dc:title>
  <dc:creator>feng guo</dc:creator>
  <cp:lastModifiedBy>guo feng</cp:lastModifiedBy>
  <cp:revision>22</cp:revision>
  <dcterms:created xsi:type="dcterms:W3CDTF">2018-03-14T03:03:42Z</dcterms:created>
  <dcterms:modified xsi:type="dcterms:W3CDTF">2019-04-26T15:03:30Z</dcterms:modified>
</cp:coreProperties>
</file>