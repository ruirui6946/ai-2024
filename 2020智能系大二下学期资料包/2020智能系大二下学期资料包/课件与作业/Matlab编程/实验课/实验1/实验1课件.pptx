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58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413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 smtClean="0"/>
              <a:t>Matlab</a:t>
            </a:r>
            <a:r>
              <a:rPr lang="en-US" altLang="zh-CN" dirty="0" smtClean="0"/>
              <a:t> </a:t>
            </a:r>
            <a:r>
              <a:rPr lang="zh-CN" altLang="en-US" dirty="0" smtClean="0"/>
              <a:t>编程</a:t>
            </a:r>
            <a:br>
              <a:rPr lang="en-US" altLang="zh-CN" dirty="0" smtClean="0"/>
            </a:br>
            <a:r>
              <a:rPr lang="zh-CN" altLang="en-US" dirty="0" smtClean="0"/>
              <a:t>实验一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主讲：施明辉</a:t>
            </a:r>
            <a:endParaRPr lang="en-US" altLang="zh-CN" dirty="0" smtClean="0"/>
          </a:p>
          <a:p>
            <a:r>
              <a:rPr lang="zh-CN" altLang="en-US" dirty="0" smtClean="0"/>
              <a:t>助教：刘    畅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隶书" panose="02010509060101010101" pitchFamily="49" charset="-122"/>
                <a:ea typeface="隶书" panose="02010509060101010101" pitchFamily="49" charset="-122"/>
              </a:rPr>
              <a:t>目标与任务</a:t>
            </a:r>
            <a:endParaRPr lang="zh-CN" altLang="en-US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/>
          <a:lstStyle/>
          <a:p>
            <a:r>
              <a:rPr lang="zh-CN" altLang="zh-CN" b="1" dirty="0"/>
              <a:t>实验目标</a:t>
            </a:r>
            <a:r>
              <a:rPr lang="zh-CN" altLang="zh-CN" b="1" dirty="0" smtClean="0"/>
              <a:t>：</a:t>
            </a:r>
            <a:endParaRPr lang="en-US" altLang="zh-CN" b="1" dirty="0" smtClean="0"/>
          </a:p>
          <a:p>
            <a:pPr lvl="1"/>
            <a:r>
              <a:rPr lang="zh-CN" altLang="zh-CN" dirty="0" smtClean="0"/>
              <a:t>通过</a:t>
            </a:r>
            <a:r>
              <a:rPr lang="zh-CN" altLang="zh-CN" dirty="0"/>
              <a:t>完成任务，掌握</a:t>
            </a:r>
            <a:r>
              <a:rPr lang="en-US" altLang="zh-CN" dirty="0" err="1"/>
              <a:t>Matlab</a:t>
            </a:r>
            <a:r>
              <a:rPr lang="zh-CN" altLang="zh-CN" dirty="0"/>
              <a:t>的基本操作</a:t>
            </a:r>
            <a:r>
              <a:rPr lang="zh-CN" altLang="zh-CN" dirty="0" smtClean="0"/>
              <a:t>。</a:t>
            </a:r>
            <a:br>
              <a:rPr lang="en-US" altLang="zh-CN" dirty="0" smtClean="0"/>
            </a:br>
            <a:endParaRPr lang="zh-CN" altLang="zh-CN" dirty="0"/>
          </a:p>
          <a:p>
            <a:r>
              <a:rPr lang="zh-CN" altLang="zh-CN" b="1" dirty="0"/>
              <a:t>实验任务：</a:t>
            </a:r>
            <a:endParaRPr lang="zh-CN" altLang="zh-CN" dirty="0"/>
          </a:p>
          <a:p>
            <a:pPr marL="457200" lvl="1" indent="0">
              <a:buNone/>
            </a:pPr>
            <a:r>
              <a:rPr lang="zh-CN" altLang="en-US" b="1" dirty="0" smtClean="0"/>
              <a:t>任务</a:t>
            </a:r>
            <a:r>
              <a:rPr lang="zh-CN" altLang="zh-CN" b="1" dirty="0" smtClean="0"/>
              <a:t>一</a:t>
            </a:r>
            <a:r>
              <a:rPr lang="zh-CN" altLang="en-US" b="1" dirty="0" smtClean="0"/>
              <a:t>：</a:t>
            </a:r>
            <a:r>
              <a:rPr lang="en-US" altLang="zh-CN" b="1" dirty="0" err="1" smtClean="0"/>
              <a:t>Matlab</a:t>
            </a:r>
            <a:r>
              <a:rPr lang="zh-CN" altLang="zh-CN" b="1" dirty="0"/>
              <a:t>基本运算练习。</a:t>
            </a:r>
            <a:endParaRPr lang="zh-CN" altLang="zh-CN" dirty="0"/>
          </a:p>
          <a:p>
            <a:pPr marL="457200" lvl="1" indent="0">
              <a:buNone/>
            </a:pPr>
            <a:r>
              <a:rPr lang="zh-CN" altLang="en-US" b="1" dirty="0" smtClean="0"/>
              <a:t>任务</a:t>
            </a:r>
            <a:r>
              <a:rPr lang="zh-CN" altLang="zh-CN" b="1" dirty="0" smtClean="0"/>
              <a:t>二 </a:t>
            </a:r>
            <a:r>
              <a:rPr lang="zh-CN" altLang="en-US" b="1" dirty="0" smtClean="0"/>
              <a:t>：</a:t>
            </a:r>
            <a:endParaRPr lang="en-US" altLang="zh-CN" b="1" dirty="0" smtClean="0"/>
          </a:p>
          <a:p>
            <a:pPr marL="457200" lvl="1" indent="0">
              <a:buNone/>
            </a:pPr>
            <a:r>
              <a:rPr lang="zh-CN" altLang="zh-CN" sz="2400" b="1" dirty="0" smtClean="0"/>
              <a:t>以</a:t>
            </a:r>
            <a:r>
              <a:rPr lang="zh-CN" altLang="zh-CN" sz="2400" b="1" dirty="0"/>
              <a:t>一个单层的神经网络的计算过程为背景，练习各题</a:t>
            </a:r>
            <a:r>
              <a:rPr lang="zh-CN" altLang="zh-CN" sz="2400" b="1" dirty="0" smtClean="0"/>
              <a:t>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隶书" panose="02010509060101010101" pitchFamily="49" charset="-122"/>
                <a:ea typeface="隶书" panose="02010509060101010101" pitchFamily="49" charset="-122"/>
              </a:rPr>
              <a:t>提交方式</a:t>
            </a:r>
            <a:endParaRPr lang="zh-CN" altLang="en-US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实验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作业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保存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为一个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Word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文档。</a:t>
            </a:r>
            <a:b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Word</a:t>
            </a:r>
            <a:r>
              <a:rPr lang="zh-CN" altLang="zh-CN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文件名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命名规则是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    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学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号姓名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en-US" altLang="zh-CN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docx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如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: 32222014888456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张三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en-US" altLang="zh-CN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docx</a:t>
            </a:r>
            <a:br>
              <a:rPr lang="en-US" altLang="zh-CN" dirty="0"/>
            </a:br>
            <a:endParaRPr lang="zh-CN" altLang="zh-CN" dirty="0"/>
          </a:p>
          <a:p>
            <a:pPr marL="514350" lvl="0" indent="-514350">
              <a:buFont typeface="+mj-lt"/>
              <a:buAutoNum type="arabicPeriod"/>
            </a:pP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此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Word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文档上传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至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course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网站文件夹“实验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”。</a:t>
            </a:r>
            <a:endParaRPr lang="zh-CN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251520" y="188640"/>
            <a:ext cx="2304256" cy="1656184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3051226" y="274340"/>
            <a:ext cx="2456877" cy="1642492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6173770" y="265205"/>
            <a:ext cx="2232248" cy="1880713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4"/>
          <a:stretch>
            <a:fillRect/>
          </a:stretch>
        </p:blipFill>
        <p:spPr>
          <a:xfrm>
            <a:off x="319896" y="1899565"/>
            <a:ext cx="2167503" cy="2227428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5"/>
          <a:stretch>
            <a:fillRect/>
          </a:stretch>
        </p:blipFill>
        <p:spPr>
          <a:xfrm>
            <a:off x="211111" y="4293096"/>
            <a:ext cx="2664295" cy="2353442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276872"/>
            <a:ext cx="2232248" cy="1120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124" y="3789040"/>
            <a:ext cx="3563292" cy="2399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WPS Presentation</Application>
  <PresentationFormat>全屏显示(4:3)</PresentationFormat>
  <Paragraphs>22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隶书</vt:lpstr>
      <vt:lpstr>楷体</vt:lpstr>
      <vt:lpstr>Calibri</vt:lpstr>
      <vt:lpstr>微软雅黑</vt:lpstr>
      <vt:lpstr>Arial Unicode MS</vt:lpstr>
      <vt:lpstr>Office 主题</vt:lpstr>
      <vt:lpstr>Matlab 编程 实验一</vt:lpstr>
      <vt:lpstr>目标与任务</vt:lpstr>
      <vt:lpstr>提交方式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Matlab 编程 实验一</dc:title>
  <dc:creator>kymh</dc:creator>
  <cp:lastModifiedBy>Administrator</cp:lastModifiedBy>
  <cp:revision>4</cp:revision>
  <dcterms:created xsi:type="dcterms:W3CDTF">2019-03-10T10:31:00Z</dcterms:created>
  <dcterms:modified xsi:type="dcterms:W3CDTF">2019-03-13T07:28:41Z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1033-10.2.0.7635</vt:lpwstr>
  </property>
</Properties>
</file>