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6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69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tags" Target="../tags/tag68.xml"/><Relationship Id="rId2" Type="http://schemas.openxmlformats.org/officeDocument/2006/relationships/image" Target="../media/image9.png"/><Relationship Id="rId1" Type="http://schemas.openxmlformats.org/officeDocument/2006/relationships/tags" Target="../tags/tag67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0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3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5.xml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6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566160" y="2227580"/>
            <a:ext cx="5059680" cy="82994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4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三至五周作业讲解</a:t>
            </a:r>
            <a:endParaRPr lang="zh-CN" altLang="en-US" sz="4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1005840" y="206375"/>
            <a:ext cx="3569970" cy="82994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4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第三周</a:t>
            </a:r>
            <a:r>
              <a:rPr lang="en-US" altLang="zh-CN" sz="4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</a:t>
            </a:r>
            <a:r>
              <a:rPr lang="zh-CN" altLang="en-US" sz="4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分治</a:t>
            </a:r>
            <a:endParaRPr lang="zh-CN" altLang="en-US" sz="4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510" y="1333500"/>
            <a:ext cx="5715000" cy="8382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00" y="2409825"/>
            <a:ext cx="3846830" cy="392366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190" y="775970"/>
            <a:ext cx="7325360" cy="9759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95" y="1947545"/>
            <a:ext cx="5143500" cy="421005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420" y="404495"/>
            <a:ext cx="8335645" cy="15081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550" y="2282825"/>
            <a:ext cx="4752975" cy="37052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1705" y="3522345"/>
            <a:ext cx="2933700" cy="26289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7255" y="1912620"/>
            <a:ext cx="5562600" cy="89535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73380" y="311150"/>
            <a:ext cx="8081645" cy="12261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25475" y="1770380"/>
            <a:ext cx="6507480" cy="45313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8855" y="3049905"/>
            <a:ext cx="4735830" cy="310261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580" y="464820"/>
            <a:ext cx="4486275" cy="5334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575" y="1536700"/>
            <a:ext cx="6462395" cy="433451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180023" y="196850"/>
            <a:ext cx="10106025" cy="82994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4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第四周 分治（下）与动态规划（上）</a:t>
            </a:r>
            <a:endParaRPr lang="zh-CN" altLang="en-US" sz="4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010" y="1581785"/>
            <a:ext cx="5267325" cy="4381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540" y="2301875"/>
            <a:ext cx="4914900" cy="20574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545" y="601345"/>
            <a:ext cx="8714740" cy="7404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0" y="2338705"/>
            <a:ext cx="8143875" cy="21812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595" y="2360295"/>
            <a:ext cx="8210550" cy="29241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330" y="963295"/>
            <a:ext cx="7374255" cy="99758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470" y="596900"/>
            <a:ext cx="8647430" cy="11620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610" y="2113280"/>
            <a:ext cx="5757545" cy="421195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760" y="1792605"/>
            <a:ext cx="8378190" cy="82042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746761" y="511810"/>
            <a:ext cx="6617970" cy="82994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4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第五周 动态规划（中） </a:t>
            </a:r>
            <a:endParaRPr lang="zh-CN" altLang="en-US" sz="4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05" y="2897505"/>
            <a:ext cx="4695825" cy="28479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4505" y="2787650"/>
            <a:ext cx="4121150" cy="406781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0385" y="3063875"/>
            <a:ext cx="4451985" cy="351599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810" y="516890"/>
            <a:ext cx="6628765" cy="13023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2535" y="1920240"/>
            <a:ext cx="4486275" cy="424815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03555" y="2485390"/>
            <a:ext cx="536765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用</a:t>
            </a:r>
            <a:r>
              <a:rPr lang="en-US" altLang="zh-CN"/>
              <a:t>edit</a:t>
            </a:r>
            <a:r>
              <a:rPr lang="zh-CN" altLang="en-US"/>
              <a:t>[i][j]表示A串和B串的编辑距离。</a:t>
            </a:r>
            <a:r>
              <a:rPr lang="en-US" altLang="zh-CN"/>
              <a:t>edit</a:t>
            </a:r>
            <a:r>
              <a:rPr lang="zh-CN" altLang="en-US"/>
              <a:t>[i][j]表示A串从第0个字符开始到第i个字符和B串从第0个字符开始到第j个字符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95" y="3590925"/>
            <a:ext cx="7324725" cy="1133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830" y="757555"/>
            <a:ext cx="6911975" cy="95694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885" y="1875155"/>
            <a:ext cx="4943475" cy="37528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755" y="2118360"/>
            <a:ext cx="4019550" cy="32670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7.xml><?xml version="1.0" encoding="utf-8"?>
<p:tagLst xmlns:p="http://schemas.openxmlformats.org/presentationml/2006/main">
  <p:tag name="KSO_WM_UNIT_PLACING_PICTURE_USER_VIEWPORT" val="{&quot;height&quot;:1931,&quot;width&quot;:12727}"/>
</p:tagLst>
</file>

<file path=ppt/tags/tag68.xml><?xml version="1.0" encoding="utf-8"?>
<p:tagLst xmlns:p="http://schemas.openxmlformats.org/presentationml/2006/main">
  <p:tag name="KSO_WM_UNIT_PLACING_PICTURE_USER_VIEWPORT" val="{&quot;height&quot;:8805,&quot;width&quot;:12645}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</Words>
  <Application>WPS 演示</Application>
  <PresentationFormat>宽屏</PresentationFormat>
  <Paragraphs>10</Paragraphs>
  <Slides>13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Wingdings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近来安好</cp:lastModifiedBy>
  <cp:revision>173</cp:revision>
  <dcterms:created xsi:type="dcterms:W3CDTF">2019-06-19T02:08:00Z</dcterms:created>
  <dcterms:modified xsi:type="dcterms:W3CDTF">2021-04-14T03:19:25Z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2052-11.1.0.10463</vt:lpwstr>
  </property>
  <property fmtid="{D5CDD505-2E9C-101B-9397-08002B2CF9AE}" pid="3" name="ICV">
    <vt:lpwstr>2ADC2F2072324927A3C3B105AD279BA7</vt:lpwstr>
  </property>
</Properties>
</file>