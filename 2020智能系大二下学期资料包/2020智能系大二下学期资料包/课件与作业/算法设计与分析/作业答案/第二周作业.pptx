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5" r:id="rId6"/>
    <p:sldId id="412" r:id="rId7"/>
    <p:sldId id="41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算法设计与分析</a:t>
            </a:r>
            <a:br>
              <a:rPr lang="zh-CN" altLang="zh-CN"/>
            </a:br>
            <a:r>
              <a:rPr lang="zh-CN" altLang="zh-CN"/>
              <a:t>第二周作业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84810" y="619760"/>
            <a:ext cx="201168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第一题</a:t>
            </a:r>
            <a:endParaRPr lang="zh-CN" altLang="en-US" sz="4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810" y="1718945"/>
            <a:ext cx="11210925" cy="952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90" y="3315970"/>
            <a:ext cx="6343650" cy="20097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84810" y="619760"/>
            <a:ext cx="201168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第二题</a:t>
            </a:r>
            <a:endParaRPr lang="zh-CN" altLang="en-US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775" y="1809750"/>
            <a:ext cx="106864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按照下述思路修改MergeSort算法：算法首先把输入数组A[p...r]划分成4个部分，A1,A2,A3,A4，取代原来的部分，然后分别对每部分递归排序，最后将4个已排序部分合并得到一个有序的数组。为简单起见，假定n是4的幂。请设计出修改算法并分析时间复杂度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8495" y="837565"/>
            <a:ext cx="2695575" cy="1476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240" y="999490"/>
            <a:ext cx="2324100" cy="34956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145" y="4495165"/>
            <a:ext cx="3267075" cy="17811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84810" y="619760"/>
            <a:ext cx="201168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第三题</a:t>
            </a:r>
            <a:endParaRPr lang="zh-CN" altLang="en-US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" y="2019300"/>
            <a:ext cx="9086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证明汉诺塔问题的递归算法与非递归算法实际上是一回事。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449070" y="2919730"/>
            <a:ext cx="573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数学归纳法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84810" y="619760"/>
            <a:ext cx="201168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第四题</a:t>
            </a:r>
            <a:endParaRPr lang="zh-CN" altLang="en-US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1685925"/>
            <a:ext cx="8523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设计一个递归算法，在有n个元素的序列A[1..n]种搜索元素x。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UNIT_PLACING_PICTURE_USER_VIEWPORT" val="{&quot;height&quot;:2325,&quot;width&quot;:4245}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WPS 演示</Application>
  <PresentationFormat>宽屏</PresentationFormat>
  <Paragraphs>18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空白演示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近来安好</cp:lastModifiedBy>
  <cp:revision>173</cp:revision>
  <dcterms:created xsi:type="dcterms:W3CDTF">2019-06-19T02:08:00Z</dcterms:created>
  <dcterms:modified xsi:type="dcterms:W3CDTF">2021-03-16T12:12:50Z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