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0.png"/><Relationship Id="rId2" Type="http://schemas.openxmlformats.org/officeDocument/2006/relationships/tags" Target="../tags/tag76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1710055"/>
            <a:ext cx="9799200" cy="2570400"/>
          </a:xfrm>
        </p:spPr>
        <p:txBody>
          <a:bodyPr/>
          <a:p>
            <a:r>
              <a:rPr lang="zh-CN" altLang="zh-CN"/>
              <a:t>算法设计与分析</a:t>
            </a:r>
            <a:br>
              <a:rPr lang="zh-CN" altLang="zh-CN"/>
            </a:br>
            <a:r>
              <a:rPr lang="zh-CN" altLang="zh-CN"/>
              <a:t>第一周作业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10" y="1731645"/>
            <a:ext cx="8905875" cy="1400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08430" y="4204970"/>
            <a:ext cx="7533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满足，确定性、可行性、有穷性。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36600" y="175895"/>
            <a:ext cx="3484245" cy="932180"/>
          </a:xfrm>
        </p:spPr>
        <p:txBody>
          <a:bodyPr>
            <a:normAutofit fontScale="90000"/>
          </a:bodyPr>
          <a:p>
            <a:r>
              <a:rPr lang="zh-CN" altLang="zh-CN"/>
              <a:t>第一题</a:t>
            </a:r>
            <a:endParaRPr lang="zh-CN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465" y="1327150"/>
            <a:ext cx="5429250" cy="3514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" y="1108075"/>
            <a:ext cx="5172075" cy="2962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2680" y="4243705"/>
            <a:ext cx="52908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①定义循环不变量 </a:t>
            </a:r>
            <a:r>
              <a:rPr lang="en-US" altLang="zh-CN"/>
              <a:t>L</a:t>
            </a:r>
            <a:r>
              <a:rPr lang="en-US" altLang="zh-CN" baseline="-25000"/>
              <a:t>i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②初始步：当</a:t>
            </a:r>
            <a:r>
              <a:rPr lang="en-US" altLang="zh-CN"/>
              <a:t>i=1</a:t>
            </a:r>
            <a:r>
              <a:rPr lang="zh-CN" altLang="en-US"/>
              <a:t>时，</a:t>
            </a:r>
            <a:r>
              <a:rPr lang="en-US" altLang="zh-CN"/>
              <a:t>……</a:t>
            </a:r>
            <a:r>
              <a:rPr lang="zh-CN" altLang="en-US"/>
              <a:t>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③归纳步：假设当</a:t>
            </a:r>
            <a:r>
              <a:rPr lang="en-US" altLang="zh-CN"/>
              <a:t>i=k</a:t>
            </a:r>
            <a:r>
              <a:rPr lang="zh-CN" altLang="en-US"/>
              <a:t>时满足</a:t>
            </a:r>
            <a:r>
              <a:rPr lang="en-US" altLang="zh-CN"/>
              <a:t>……</a:t>
            </a:r>
            <a:r>
              <a:rPr lang="zh-CN" altLang="en-US"/>
              <a:t>，当</a:t>
            </a:r>
            <a:r>
              <a:rPr lang="en-US" altLang="zh-CN"/>
              <a:t>i=k+1</a:t>
            </a:r>
            <a:r>
              <a:rPr lang="zh-CN" altLang="en-US"/>
              <a:t>时</a:t>
            </a:r>
            <a:r>
              <a:rPr lang="en-US" altLang="zh-CN"/>
              <a:t>……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④总结步：当</a:t>
            </a:r>
            <a:r>
              <a:rPr lang="en-US" altLang="zh-CN"/>
              <a:t>i=n+1</a:t>
            </a:r>
            <a:r>
              <a:rPr lang="zh-CN" altLang="en-US"/>
              <a:t>时，循环退出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36600" y="175895"/>
            <a:ext cx="3484245" cy="932180"/>
          </a:xfrm>
        </p:spPr>
        <p:txBody>
          <a:bodyPr>
            <a:normAutofit fontScale="90000"/>
          </a:bodyPr>
          <a:p>
            <a:r>
              <a:rPr lang="zh-CN" altLang="zh-CN"/>
              <a:t>第二题</a:t>
            </a:r>
            <a:endParaRPr lang="zh-CN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576070"/>
            <a:ext cx="7658100" cy="3705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1580515"/>
            <a:ext cx="8915400" cy="419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85" y="2510155"/>
            <a:ext cx="5324475" cy="200977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708025" y="194945"/>
            <a:ext cx="3484245" cy="932180"/>
          </a:xfrm>
        </p:spPr>
        <p:txBody>
          <a:bodyPr>
            <a:normAutofit fontScale="90000"/>
          </a:bodyPr>
          <a:p>
            <a:r>
              <a:rPr lang="zh-CN" altLang="zh-CN"/>
              <a:t>第三题</a:t>
            </a:r>
            <a:endParaRPr lang="zh-CN" altLang="zh-CN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1189990"/>
            <a:ext cx="9505950" cy="971550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36600" y="175895"/>
            <a:ext cx="3484245" cy="932180"/>
          </a:xfrm>
        </p:spPr>
        <p:txBody>
          <a:bodyPr>
            <a:normAutofit/>
          </a:bodyPr>
          <a:p>
            <a:r>
              <a:rPr lang="zh-CN" altLang="zh-CN"/>
              <a:t>第四题</a:t>
            </a:r>
            <a:endParaRPr lang="zh-CN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946785"/>
            <a:ext cx="7592695" cy="53105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245995"/>
            <a:ext cx="7400925" cy="50482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59535" y="741680"/>
            <a:ext cx="3484245" cy="932180"/>
          </a:xfrm>
        </p:spPr>
        <p:txBody>
          <a:bodyPr>
            <a:normAutofit/>
          </a:bodyPr>
          <a:p>
            <a:r>
              <a:rPr lang="zh-CN" altLang="zh-CN"/>
              <a:t>第五题</a:t>
            </a:r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405" y="3446145"/>
            <a:ext cx="2367915" cy="26695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WPS 演示</Application>
  <PresentationFormat>宽屏</PresentationFormat>
  <Paragraphs>22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空白演示</vt:lpstr>
      <vt:lpstr>算法设计与分析 第一周作业</vt:lpstr>
      <vt:lpstr>PowerPoint 演示文稿</vt:lpstr>
      <vt:lpstr>第一题</vt:lpstr>
      <vt:lpstr>PowerPoint 演示文稿</vt:lpstr>
      <vt:lpstr>第一题</vt:lpstr>
      <vt:lpstr>第一题</vt:lpstr>
      <vt:lpstr>PowerPoint 演示文稿</vt:lpstr>
      <vt:lpstr>第一题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近来安好</cp:lastModifiedBy>
  <cp:revision>172</cp:revision>
  <dcterms:created xsi:type="dcterms:W3CDTF">2019-06-19T02:08:00Z</dcterms:created>
  <dcterms:modified xsi:type="dcterms:W3CDTF">2021-03-16T09:28:35Z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