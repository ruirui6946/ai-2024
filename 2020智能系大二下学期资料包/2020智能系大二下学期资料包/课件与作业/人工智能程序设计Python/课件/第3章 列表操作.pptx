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7" r:id="rId6"/>
    <p:sldId id="270" r:id="rId7"/>
    <p:sldId id="276" r:id="rId8"/>
    <p:sldId id="260" r:id="rId9"/>
    <p:sldId id="261" r:id="rId10"/>
    <p:sldId id="262" r:id="rId11"/>
    <p:sldId id="277" r:id="rId12"/>
    <p:sldId id="278" r:id="rId13"/>
    <p:sldId id="271" r:id="rId14"/>
    <p:sldId id="263" r:id="rId15"/>
    <p:sldId id="264" r:id="rId16"/>
    <p:sldId id="272" r:id="rId17"/>
    <p:sldId id="265" r:id="rId18"/>
    <p:sldId id="273" r:id="rId19"/>
    <p:sldId id="266" r:id="rId20"/>
    <p:sldId id="274" r:id="rId21"/>
    <p:sldId id="268" r:id="rId22"/>
    <p:sldId id="275" r:id="rId23"/>
    <p:sldId id="269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A2CDC-D5AB-4625-8B7A-0D8853DC4A9F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136C2-7A93-44A6-AC97-57AC188F5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0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136C2-7A93-44A6-AC97-57AC188F5C1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12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74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91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6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96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20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53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93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8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7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9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ABB5-F7D4-4294-B306-4A92237EF094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2E652-5ABE-4AD0-B146-7E887D9C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95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列表操作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1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基本概念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045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列表 由一系列按特定顺序排列的元素组成。列表中的元素之间可以没有任何关系。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中，用方括号（</a:t>
            </a:r>
            <a:r>
              <a:rPr lang="en-US" altLang="zh-CN" dirty="0" smtClean="0"/>
              <a:t>[] </a:t>
            </a:r>
            <a:r>
              <a:rPr lang="zh-CN" altLang="en-US" dirty="0" smtClean="0"/>
              <a:t>）来表示列表，并用逗号来分隔其中的元素。</a:t>
            </a:r>
            <a:endParaRPr lang="en-US" altLang="zh-CN" dirty="0" smtClean="0"/>
          </a:p>
          <a:p>
            <a:r>
              <a:rPr lang="it-IT" altLang="zh-CN" dirty="0" smtClean="0"/>
              <a:t>student =["zhang san","li si","wang wu"]</a:t>
            </a:r>
          </a:p>
          <a:p>
            <a:r>
              <a:rPr lang="en-US" altLang="zh-CN" dirty="0" smtClean="0"/>
              <a:t>student =["</a:t>
            </a:r>
            <a:r>
              <a:rPr lang="en-US" altLang="zh-CN" dirty="0" err="1" smtClean="0"/>
              <a:t>zhang</a:t>
            </a:r>
            <a:r>
              <a:rPr lang="en-US" altLang="zh-CN" dirty="0" smtClean="0"/>
              <a:t> san",1,5.0]</a:t>
            </a:r>
          </a:p>
          <a:p>
            <a:r>
              <a:rPr lang="it-IT" altLang="zh-CN" dirty="0" smtClean="0"/>
              <a:t>student =[["zhang san",21],["li si",20]]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92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访问列表元素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列表是有序集合，因此要访问列表的任何元素，只需将该元素的位置或索引告诉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即可。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中，第一个列表元素的索引为</a:t>
            </a:r>
            <a:r>
              <a:rPr lang="en-US" altLang="zh-CN" dirty="0" smtClean="0"/>
              <a:t>0</a:t>
            </a:r>
          </a:p>
          <a:p>
            <a:pPr lvl="1"/>
            <a:r>
              <a:rPr lang="it-IT" altLang="zh-CN" dirty="0" smtClean="0"/>
              <a:t>student =[["zhang san",21],["li si",20]]</a:t>
            </a:r>
            <a:endParaRPr lang="zh-CN" altLang="en-US" dirty="0" smtClean="0"/>
          </a:p>
          <a:p>
            <a:pPr lvl="1"/>
            <a:r>
              <a:rPr lang="en-US" altLang="zh-CN" dirty="0"/>
              <a:t>s</a:t>
            </a:r>
            <a:r>
              <a:rPr lang="en-US" altLang="zh-CN" dirty="0" smtClean="0"/>
              <a:t>tudent[0]</a:t>
            </a:r>
          </a:p>
          <a:p>
            <a:pPr lvl="1"/>
            <a:r>
              <a:rPr lang="en-US" altLang="zh-CN" dirty="0" smtClean="0"/>
              <a:t>Student[0][1]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137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创建数值列表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使用函数</a:t>
            </a:r>
            <a:r>
              <a:rPr lang="en-US" altLang="zh-CN" dirty="0" smtClean="0"/>
              <a:t>list() </a:t>
            </a:r>
            <a:r>
              <a:rPr lang="zh-CN" altLang="en-US" dirty="0" smtClean="0"/>
              <a:t>将</a:t>
            </a:r>
            <a:r>
              <a:rPr lang="en-US" altLang="zh-CN" dirty="0" smtClean="0"/>
              <a:t>range() </a:t>
            </a:r>
            <a:r>
              <a:rPr lang="zh-CN" altLang="en-US" dirty="0" smtClean="0"/>
              <a:t>的结果直接转换为列表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numbers = list(range(1,6)) #</a:t>
            </a:r>
            <a:r>
              <a:rPr lang="zh-CN" altLang="en-US" dirty="0" smtClean="0"/>
              <a:t>产生</a:t>
            </a:r>
            <a:r>
              <a:rPr lang="en-US" altLang="zh-CN" dirty="0" smtClean="0"/>
              <a:t>1,2,3,4,5</a:t>
            </a:r>
          </a:p>
          <a:p>
            <a:pPr lvl="1"/>
            <a:r>
              <a:rPr lang="en-US" altLang="zh-CN" dirty="0" err="1" smtClean="0"/>
              <a:t>even_numbers</a:t>
            </a:r>
            <a:r>
              <a:rPr lang="en-US" altLang="zh-CN" dirty="0" smtClean="0"/>
              <a:t> = list(range(2,11,2)) #</a:t>
            </a:r>
            <a:r>
              <a:rPr lang="zh-CN" altLang="en-US" dirty="0" smtClean="0"/>
              <a:t>最后一个</a:t>
            </a:r>
            <a:r>
              <a:rPr lang="en-US" altLang="zh-CN" dirty="0" smtClean="0"/>
              <a:t>2</a:t>
            </a:r>
            <a:r>
              <a:rPr lang="zh-CN" altLang="en-US" dirty="0" smtClean="0"/>
              <a:t>为步长</a:t>
            </a:r>
            <a:endParaRPr lang="en-US" altLang="zh-CN" dirty="0" smtClean="0"/>
          </a:p>
          <a:p>
            <a:r>
              <a:rPr lang="zh-CN" altLang="en-US" dirty="0" smtClean="0"/>
              <a:t>数字列表执行简单的统计计算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最大值、最小值和总和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max, min, sum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776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列表基本操作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44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列表基本操作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+ </a:t>
            </a:r>
            <a:r>
              <a:rPr lang="zh-CN" altLang="en-US" dirty="0" smtClean="0"/>
              <a:t>号用于</a:t>
            </a:r>
            <a:r>
              <a:rPr lang="zh-CN" altLang="en-US" dirty="0"/>
              <a:t>组合</a:t>
            </a:r>
            <a:r>
              <a:rPr lang="zh-CN" altLang="en-US" dirty="0" smtClean="0"/>
              <a:t>列表</a:t>
            </a:r>
            <a:endParaRPr lang="en-US" altLang="zh-CN" dirty="0" smtClean="0"/>
          </a:p>
          <a:p>
            <a:pPr lvl="1"/>
            <a:r>
              <a:rPr lang="en-US" altLang="zh-CN" dirty="0"/>
              <a:t>[1, 2, 3] + [4, 5, 6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/>
              <a:t>[1, 2, 3, 4, 5, 6]</a:t>
            </a:r>
            <a:endParaRPr lang="en-US" altLang="zh-CN" dirty="0" smtClean="0"/>
          </a:p>
          <a:p>
            <a:r>
              <a:rPr lang="zh-CN" altLang="en-US" dirty="0" smtClean="0"/>
              <a:t>* </a:t>
            </a:r>
            <a:r>
              <a:rPr lang="zh-CN" altLang="en-US" dirty="0"/>
              <a:t>号用于重复</a:t>
            </a:r>
            <a:r>
              <a:rPr lang="zh-CN" altLang="en-US" dirty="0" smtClean="0"/>
              <a:t>列表</a:t>
            </a:r>
            <a:endParaRPr lang="en-US" altLang="zh-CN" dirty="0" smtClean="0"/>
          </a:p>
          <a:p>
            <a:pPr lvl="1"/>
            <a:r>
              <a:rPr lang="en-US" altLang="zh-CN" dirty="0"/>
              <a:t>['Hi!'] * </a:t>
            </a:r>
            <a:r>
              <a:rPr lang="en-US" altLang="zh-CN" dirty="0" smtClean="0"/>
              <a:t>4</a:t>
            </a:r>
          </a:p>
          <a:p>
            <a:pPr lvl="1"/>
            <a:r>
              <a:rPr lang="en-US" altLang="zh-CN" dirty="0"/>
              <a:t>['Hi!', 'Hi!', 'Hi!', 'Hi</a:t>
            </a:r>
            <a:r>
              <a:rPr lang="en-US" altLang="zh-CN" dirty="0" smtClean="0"/>
              <a:t>!']</a:t>
            </a:r>
          </a:p>
          <a:p>
            <a:r>
              <a:rPr lang="en-US" altLang="zh-CN" dirty="0" smtClean="0"/>
              <a:t>in</a:t>
            </a:r>
            <a:r>
              <a:rPr lang="zh-CN" altLang="en-US" dirty="0" smtClean="0"/>
              <a:t>判断元素是否在列表中</a:t>
            </a:r>
            <a:endParaRPr lang="en-US" altLang="zh-CN" dirty="0" smtClean="0"/>
          </a:p>
          <a:p>
            <a:pPr lvl="1"/>
            <a:r>
              <a:rPr lang="en-US" altLang="zh-CN" dirty="0"/>
              <a:t>3 in [1, 2, 3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/>
              <a:t>	True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227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列表基本操作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修改列表元素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要修改列表元素，可指定列表名和要修改的元素的索引，再指定该元素的新值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motorcycles = ['</a:t>
            </a:r>
            <a:r>
              <a:rPr lang="en-US" altLang="zh-CN" dirty="0" err="1" smtClean="0"/>
              <a:t>honda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yamaha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suzuki</a:t>
            </a:r>
            <a:r>
              <a:rPr lang="en-US" altLang="zh-CN" dirty="0" smtClean="0"/>
              <a:t>']</a:t>
            </a:r>
          </a:p>
          <a:p>
            <a:pPr lvl="1"/>
            <a:r>
              <a:rPr lang="en-US" altLang="zh-CN" dirty="0" smtClean="0"/>
              <a:t>motorcycles[0] = '</a:t>
            </a:r>
            <a:r>
              <a:rPr lang="en-US" altLang="zh-CN" dirty="0" err="1" smtClean="0"/>
              <a:t>ducati</a:t>
            </a:r>
            <a:r>
              <a:rPr lang="en-US" altLang="zh-CN" dirty="0" smtClean="0"/>
              <a:t>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85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列表基本操作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添加元素</a:t>
            </a:r>
            <a:endParaRPr lang="en-US" altLang="zh-CN" dirty="0" smtClean="0"/>
          </a:p>
          <a:p>
            <a:pPr lvl="1"/>
            <a:r>
              <a:rPr lang="zh-CN" altLang="en-US" dirty="0"/>
              <a:t>元素附加到列表</a:t>
            </a:r>
            <a:r>
              <a:rPr lang="zh-CN" altLang="en-US" dirty="0" smtClean="0"/>
              <a:t>末尾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motorcycles = ['</a:t>
            </a:r>
            <a:r>
              <a:rPr lang="en-US" altLang="zh-CN" dirty="0" err="1" smtClean="0"/>
              <a:t>honda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yamaha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suzuki</a:t>
            </a:r>
            <a:r>
              <a:rPr lang="en-US" altLang="zh-CN" dirty="0" smtClean="0"/>
              <a:t>']</a:t>
            </a:r>
          </a:p>
          <a:p>
            <a:pPr lvl="2"/>
            <a:r>
              <a:rPr lang="en-US" altLang="zh-CN" dirty="0" err="1" smtClean="0"/>
              <a:t>motorcycles.append</a:t>
            </a:r>
            <a:r>
              <a:rPr lang="en-US" altLang="zh-CN" dirty="0" smtClean="0"/>
              <a:t>('</a:t>
            </a:r>
            <a:r>
              <a:rPr lang="en-US" altLang="zh-CN" dirty="0" err="1" smtClean="0"/>
              <a:t>ducati</a:t>
            </a:r>
            <a:r>
              <a:rPr lang="en-US" altLang="zh-CN" dirty="0" smtClean="0"/>
              <a:t>')</a:t>
            </a:r>
          </a:p>
          <a:p>
            <a:pPr lvl="1"/>
            <a:r>
              <a:rPr lang="zh-CN" altLang="en-US" dirty="0" smtClean="0"/>
              <a:t>插入元素，列表中既有的每个元素都右移一个位置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motorcycles.insert</a:t>
            </a:r>
            <a:r>
              <a:rPr lang="en-US" altLang="zh-CN" dirty="0" smtClean="0"/>
              <a:t>(0, '</a:t>
            </a:r>
            <a:r>
              <a:rPr lang="en-US" altLang="zh-CN" dirty="0" err="1" smtClean="0"/>
              <a:t>ducati</a:t>
            </a:r>
            <a:r>
              <a:rPr lang="en-US" altLang="zh-CN" dirty="0" smtClean="0"/>
              <a:t>')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082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列表基本操作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删除元素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del </a:t>
            </a:r>
            <a:r>
              <a:rPr lang="zh-CN" altLang="en-US" dirty="0" smtClean="0"/>
              <a:t>语句删除元素，</a:t>
            </a:r>
            <a:r>
              <a:rPr lang="zh-CN" altLang="en-US" dirty="0"/>
              <a:t>条件是知道其索引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motorcycles = ['</a:t>
            </a:r>
            <a:r>
              <a:rPr lang="en-US" altLang="zh-CN" dirty="0" err="1" smtClean="0"/>
              <a:t>honda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yamaha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suzuki</a:t>
            </a:r>
            <a:r>
              <a:rPr lang="en-US" altLang="zh-CN" dirty="0" smtClean="0"/>
              <a:t>']</a:t>
            </a:r>
          </a:p>
          <a:p>
            <a:pPr lvl="2"/>
            <a:r>
              <a:rPr lang="en-US" altLang="zh-CN" dirty="0" smtClean="0"/>
              <a:t>del motorcycles[0]</a:t>
            </a:r>
          </a:p>
          <a:p>
            <a:pPr lvl="1"/>
            <a:r>
              <a:rPr lang="en-US" altLang="zh-CN" dirty="0" smtClean="0"/>
              <a:t>pop() </a:t>
            </a:r>
            <a:r>
              <a:rPr lang="zh-CN" altLang="en-US" dirty="0" smtClean="0"/>
              <a:t>删除元素，删除列表末尾的元素，并让你能够接着使用它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popped_motorcycle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motorcycles.pop</a:t>
            </a:r>
            <a:r>
              <a:rPr lang="en-US" altLang="zh-CN" dirty="0" smtClean="0"/>
              <a:t>()</a:t>
            </a:r>
          </a:p>
          <a:p>
            <a:pPr lvl="1"/>
            <a:r>
              <a:rPr lang="en-US" altLang="zh-CN" dirty="0" smtClean="0"/>
              <a:t>pop(index) </a:t>
            </a:r>
            <a:r>
              <a:rPr lang="zh-CN" altLang="en-US" dirty="0" smtClean="0"/>
              <a:t>删除元素，删除列表指定位置的元素，并让你能够接着使用它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first_owned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motorcycles.pop</a:t>
            </a:r>
            <a:r>
              <a:rPr lang="en-US" altLang="zh-CN" dirty="0" smtClean="0"/>
              <a:t>(0)</a:t>
            </a:r>
          </a:p>
          <a:p>
            <a:pPr lvl="1"/>
            <a:r>
              <a:rPr lang="en-US" altLang="zh-CN" dirty="0" smtClean="0"/>
              <a:t>remove</a:t>
            </a:r>
            <a:r>
              <a:rPr lang="zh-CN" altLang="en-US" dirty="0" smtClean="0"/>
              <a:t>根据值删除元素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motorcycles.remove</a:t>
            </a:r>
            <a:r>
              <a:rPr lang="en-US" altLang="zh-CN" dirty="0" smtClean="0"/>
              <a:t>('</a:t>
            </a:r>
            <a:r>
              <a:rPr lang="en-US" altLang="zh-CN" dirty="0" err="1" smtClean="0"/>
              <a:t>ducati</a:t>
            </a:r>
            <a:r>
              <a:rPr lang="en-US" altLang="zh-CN" dirty="0" smtClean="0"/>
              <a:t>')</a:t>
            </a:r>
          </a:p>
          <a:p>
            <a:pPr lvl="2"/>
            <a:r>
              <a:rPr lang="zh-CN" altLang="en-US" dirty="0" smtClean="0"/>
              <a:t>方法</a:t>
            </a:r>
            <a:r>
              <a:rPr lang="en-US" altLang="zh-CN" dirty="0" smtClean="0"/>
              <a:t>remove() </a:t>
            </a:r>
            <a:r>
              <a:rPr lang="zh-CN" altLang="en-US" dirty="0" smtClean="0"/>
              <a:t>只删除第一个指定的值。如果要删除的值可能在列表中出现多次，就需要使用循环来判断是否删除了所有这样的值。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361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列表基本操作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960245"/>
              </p:ext>
            </p:extLst>
          </p:nvPr>
        </p:nvGraphicFramePr>
        <p:xfrm>
          <a:off x="921775" y="1466474"/>
          <a:ext cx="6993884" cy="2007876"/>
        </p:xfrm>
        <a:graphic>
          <a:graphicData uri="http://schemas.openxmlformats.org/drawingml/2006/table">
            <a:tbl>
              <a:tblPr/>
              <a:tblGrid>
                <a:gridCol w="1681315"/>
                <a:gridCol w="5312569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dirty="0" smtClean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dirty="0" smtClean="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cmp(list1, list2)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比较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两个列表的元素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len(list)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元素个数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max(list)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列表元素最大值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min(list)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列表元素最小值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list(</a:t>
                      </a:r>
                      <a:r>
                        <a:rPr lang="en-US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</a:t>
                      </a: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元组转换为列表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37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列表基本操作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71952"/>
              </p:ext>
            </p:extLst>
          </p:nvPr>
        </p:nvGraphicFramePr>
        <p:xfrm>
          <a:off x="838200" y="1820248"/>
          <a:ext cx="9225115" cy="4150730"/>
        </p:xfrm>
        <a:graphic>
          <a:graphicData uri="http://schemas.openxmlformats.org/drawingml/2006/table">
            <a:tbl>
              <a:tblPr/>
              <a:tblGrid>
                <a:gridCol w="3827207"/>
                <a:gridCol w="5397908"/>
              </a:tblGrid>
              <a:tr h="348245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 smtClean="0">
                          <a:solidFill>
                            <a:srgbClr val="FFFFFF"/>
                          </a:solidFill>
                          <a:effectLst/>
                        </a:rPr>
                        <a:t>方法</a:t>
                      </a:r>
                      <a:endParaRPr lang="zh-CN" alt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20" marR="8620" marT="8620" marB="862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 smtClean="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sz="16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20" marR="8620" marT="8620" marB="862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list.append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列表末尾添加新的对象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list.count(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统计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某个元素在列表中出现的次数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3673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list.extend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列表末尾一次性追加另一个序列中的多个值（用新列表扩展原来的列表）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12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list.index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从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列表中找出某个值第一个匹配项的索引位置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list.insert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(index, 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对象插入列表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73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list.pop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([index=-1])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除列表中的一个元素（默认最后一个元素），并且返回该元素的值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list.remove(</a:t>
                      </a:r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除列表中某个值的第一个匹配项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list.reverse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反向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列表中元素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3673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list.sort(cmp=None, key=None, reverse=False)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原列表进行排序</a:t>
                      </a:r>
                    </a:p>
                  </a:txBody>
                  <a:tcPr marL="14367" marR="14367" marT="20113" marB="20113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111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组织列表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778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组织列表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永久性</a:t>
            </a:r>
            <a:r>
              <a:rPr lang="zh-CN" altLang="en-US" dirty="0" smtClean="0"/>
              <a:t>排序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sort()</a:t>
            </a:r>
            <a:r>
              <a:rPr lang="zh-CN" altLang="en-US" dirty="0" smtClean="0"/>
              <a:t>方法，永久性地修改了列表元素的排列顺序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cars = ['</a:t>
            </a:r>
            <a:r>
              <a:rPr lang="en-US" altLang="zh-CN" dirty="0" err="1" smtClean="0"/>
              <a:t>bmw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audi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toyota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subaru</a:t>
            </a:r>
            <a:r>
              <a:rPr lang="en-US" altLang="zh-CN" dirty="0" smtClean="0"/>
              <a:t>']</a:t>
            </a:r>
          </a:p>
          <a:p>
            <a:pPr lvl="1"/>
            <a:r>
              <a:rPr lang="en-US" altLang="zh-CN" dirty="0" err="1" smtClean="0"/>
              <a:t>cars.sort</a:t>
            </a:r>
            <a:r>
              <a:rPr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cars.sort</a:t>
            </a:r>
            <a:r>
              <a:rPr lang="en-US" altLang="zh-CN" dirty="0" smtClean="0"/>
              <a:t>(reverse=True)</a:t>
            </a:r>
          </a:p>
          <a:p>
            <a:r>
              <a:rPr lang="zh-CN" altLang="en-US" dirty="0" smtClean="0"/>
              <a:t>临时排序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sorted()</a:t>
            </a:r>
            <a:r>
              <a:rPr lang="zh-CN" altLang="en-US" dirty="0" smtClean="0"/>
              <a:t>按特定顺序显示列表元素，同时不影响它们在列表中的原始排列顺序。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sorted(cars)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56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组织列表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反转列表元素的排列顺序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reverse() </a:t>
            </a:r>
            <a:r>
              <a:rPr lang="zh-CN" altLang="en-US" dirty="0" smtClean="0"/>
              <a:t>反转列表元素的排列顺序，</a:t>
            </a:r>
            <a:r>
              <a:rPr lang="zh-CN" altLang="en-US" dirty="0"/>
              <a:t>永久性地修改列表元素的排列顺序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cars.reverse</a:t>
            </a:r>
            <a:r>
              <a:rPr lang="en-US" altLang="zh-CN" dirty="0" smtClean="0"/>
              <a:t>()</a:t>
            </a:r>
          </a:p>
          <a:p>
            <a:r>
              <a:rPr lang="zh-CN" altLang="en-US" dirty="0" smtClean="0"/>
              <a:t>列表的长度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len() </a:t>
            </a:r>
            <a:r>
              <a:rPr lang="zh-CN" altLang="en-US" dirty="0" smtClean="0"/>
              <a:t>可快速获悉列表的长度</a:t>
            </a:r>
            <a:endParaRPr lang="en-US" altLang="zh-CN" dirty="0" smtClean="0"/>
          </a:p>
          <a:p>
            <a:pPr lvl="1"/>
            <a:r>
              <a:rPr lang="en-US" altLang="zh-CN" dirty="0"/>
              <a:t>l</a:t>
            </a:r>
            <a:r>
              <a:rPr lang="en-US" altLang="zh-CN" dirty="0" smtClean="0"/>
              <a:t>en(cars)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70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索引错误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13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列表索引范围</a:t>
            </a:r>
            <a:r>
              <a:rPr lang="en-US" altLang="zh-CN" dirty="0" smtClean="0"/>
              <a:t>[0,len-1]</a:t>
            </a:r>
          </a:p>
          <a:p>
            <a:r>
              <a:rPr lang="zh-CN" altLang="en-US" dirty="0" smtClean="0"/>
              <a:t>索引</a:t>
            </a:r>
            <a:r>
              <a:rPr lang="en-US" altLang="zh-CN" dirty="0" smtClean="0"/>
              <a:t>-1 </a:t>
            </a:r>
            <a:r>
              <a:rPr lang="zh-CN" altLang="en-US" dirty="0" smtClean="0"/>
              <a:t>总是返回最后一个列表元素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73" y="2861802"/>
            <a:ext cx="89725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9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列表遍历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113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列表遍历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magicians = ['</a:t>
            </a:r>
            <a:r>
              <a:rPr lang="en-US" altLang="zh-CN" dirty="0" err="1"/>
              <a:t>alice</a:t>
            </a:r>
            <a:r>
              <a:rPr lang="en-US" altLang="zh-CN" dirty="0"/>
              <a:t>', '</a:t>
            </a:r>
            <a:r>
              <a:rPr lang="en-US" altLang="zh-CN" dirty="0" err="1"/>
              <a:t>david</a:t>
            </a:r>
            <a:r>
              <a:rPr lang="en-US" altLang="zh-CN" dirty="0"/>
              <a:t>', '</a:t>
            </a:r>
            <a:r>
              <a:rPr lang="en-US" altLang="zh-CN" dirty="0" err="1"/>
              <a:t>carolina</a:t>
            </a:r>
            <a:r>
              <a:rPr lang="en-US" altLang="zh-CN" dirty="0" smtClean="0"/>
              <a:t>']</a:t>
            </a:r>
          </a:p>
          <a:p>
            <a:pPr marL="457200" lvl="1" indent="0">
              <a:buNone/>
            </a:pPr>
            <a:r>
              <a:rPr lang="en-US" altLang="zh-CN" dirty="0" smtClean="0"/>
              <a:t>for magician in magicians:</a:t>
            </a:r>
          </a:p>
          <a:p>
            <a:pPr marL="457200" lvl="1" indent="0">
              <a:buNone/>
            </a:pPr>
            <a:r>
              <a:rPr lang="en-US" altLang="zh-CN" dirty="0" smtClean="0"/>
              <a:t>	print(magician)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for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in range(0,len(magicians)):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print(magicians[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</a:t>
            </a:r>
          </a:p>
          <a:p>
            <a:r>
              <a:rPr lang="zh-CN" altLang="en-US" dirty="0" smtClean="0"/>
              <a:t>避免缩进错误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根据缩进来判断代码行与前一个代码行的关系</a:t>
            </a:r>
            <a:endParaRPr lang="en-US" altLang="zh-CN" dirty="0" smtClean="0"/>
          </a:p>
          <a:p>
            <a:r>
              <a:rPr lang="zh-CN" altLang="en-US" dirty="0" smtClean="0"/>
              <a:t>遗漏了冒号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4520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列表截取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元组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2739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列表截取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指定要使用的第一个元素和最后一个元素的索引，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在到达你指定的第二个索引前面的元素后停止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players = ['</a:t>
            </a:r>
            <a:r>
              <a:rPr lang="en-US" altLang="zh-CN" dirty="0" err="1" smtClean="0"/>
              <a:t>charles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martina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michael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florence</a:t>
            </a:r>
            <a:r>
              <a:rPr lang="en-US" altLang="zh-CN" dirty="0" smtClean="0"/>
              <a:t>', '</a:t>
            </a:r>
            <a:r>
              <a:rPr lang="en-US" altLang="zh-CN" dirty="0" err="1" smtClean="0"/>
              <a:t>eli</a:t>
            </a:r>
            <a:r>
              <a:rPr lang="en-US" altLang="zh-CN" dirty="0" smtClean="0"/>
              <a:t>']</a:t>
            </a:r>
          </a:p>
          <a:p>
            <a:pPr lvl="1"/>
            <a:r>
              <a:rPr lang="en-US" altLang="zh-CN" dirty="0" smtClean="0"/>
              <a:t>players[0:3]</a:t>
            </a:r>
          </a:p>
          <a:p>
            <a:r>
              <a:rPr lang="zh-CN" altLang="en-US" dirty="0" smtClean="0"/>
              <a:t>没有指定第一个索引，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将自动从列表开头开始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players[:4]</a:t>
            </a:r>
          </a:p>
          <a:p>
            <a:r>
              <a:rPr lang="zh-CN" altLang="en-US" dirty="0" smtClean="0"/>
              <a:t>没有指定第二个索引，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将自动截取到列表末尾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players[2:]</a:t>
            </a:r>
          </a:p>
          <a:p>
            <a:r>
              <a:rPr lang="zh-CN" altLang="en-US" dirty="0" smtClean="0"/>
              <a:t>负数索引返回离列表末尾相应距离的元素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players[-3:]</a:t>
            </a:r>
          </a:p>
          <a:p>
            <a:r>
              <a:rPr lang="zh-CN" altLang="en-US" dirty="0" smtClean="0"/>
              <a:t>复制列表</a:t>
            </a:r>
            <a:r>
              <a:rPr lang="en-US" altLang="zh-CN" dirty="0" smtClean="0"/>
              <a:t>(</a:t>
            </a:r>
            <a:r>
              <a:rPr lang="zh-CN" altLang="en-US" dirty="0" smtClean="0"/>
              <a:t>注意与直接赋值</a:t>
            </a:r>
            <a:r>
              <a:rPr lang="zh-CN" altLang="en-US" smtClean="0"/>
              <a:t>的</a:t>
            </a:r>
            <a:r>
              <a:rPr lang="zh-CN" altLang="en-US" smtClean="0"/>
              <a:t>区别：赋值是指向同一个对象，复制则是两个不同对象</a:t>
            </a:r>
            <a:r>
              <a:rPr lang="en-US" altLang="zh-CN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/>
              <a:t>p</a:t>
            </a:r>
            <a:r>
              <a:rPr lang="en-US" altLang="zh-CN" dirty="0" smtClean="0"/>
              <a:t>layer[:]</a:t>
            </a:r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56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列表基本操作</a:t>
            </a:r>
            <a:endParaRPr lang="en-US" altLang="zh-CN" dirty="0" smtClean="0"/>
          </a:p>
          <a:p>
            <a:r>
              <a:rPr lang="zh-CN" altLang="en-US" dirty="0" smtClean="0"/>
              <a:t>组织列表</a:t>
            </a:r>
            <a:endParaRPr lang="en-US" altLang="zh-CN" dirty="0" smtClean="0"/>
          </a:p>
          <a:p>
            <a:r>
              <a:rPr lang="zh-CN" altLang="en-US" dirty="0" smtClean="0"/>
              <a:t>索引错误</a:t>
            </a:r>
            <a:endParaRPr lang="en-US" altLang="zh-CN" dirty="0" smtClean="0"/>
          </a:p>
          <a:p>
            <a:r>
              <a:rPr lang="zh-CN" altLang="en-US" dirty="0" smtClean="0"/>
              <a:t>列表遍历</a:t>
            </a:r>
            <a:endParaRPr lang="en-US" altLang="zh-CN" dirty="0" smtClean="0"/>
          </a:p>
          <a:p>
            <a:r>
              <a:rPr lang="zh-CN" altLang="en-US" dirty="0" smtClean="0"/>
              <a:t>列表截取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元组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980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将不能修改的值称为不可变的 ，而不可变的列表被称为</a:t>
            </a:r>
            <a:r>
              <a:rPr lang="zh-CN" altLang="en-US" dirty="0" smtClean="0"/>
              <a:t>元组</a:t>
            </a:r>
            <a:endParaRPr lang="en-US" altLang="zh-CN" dirty="0" smtClean="0"/>
          </a:p>
          <a:p>
            <a:pPr lvl="1"/>
            <a:r>
              <a:rPr lang="en-US" altLang="zh-CN" dirty="0"/>
              <a:t>tup1 = ('physics', 'chemistry', 1997, 2000)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tup2 </a:t>
            </a:r>
            <a:r>
              <a:rPr lang="en-US" altLang="zh-CN" dirty="0"/>
              <a:t>= (1, 2, 3, 4, 5 )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tup3 </a:t>
            </a:r>
            <a:r>
              <a:rPr lang="en-US" altLang="zh-CN" dirty="0"/>
              <a:t>= "a", "b", "c", "d"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dimensions </a:t>
            </a:r>
            <a:r>
              <a:rPr lang="en-US" altLang="zh-CN" dirty="0"/>
              <a:t>= (200, 50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/>
              <a:t>print(dimensions[0</a:t>
            </a:r>
            <a:r>
              <a:rPr lang="en-US" altLang="zh-CN" dirty="0" smtClean="0"/>
              <a:t>])</a:t>
            </a:r>
          </a:p>
          <a:p>
            <a:pPr lvl="1"/>
            <a:r>
              <a:rPr lang="en-US" altLang="zh-CN" dirty="0"/>
              <a:t>dimensions[0] = </a:t>
            </a:r>
            <a:r>
              <a:rPr lang="en-US" altLang="zh-CN" dirty="0" smtClean="0"/>
              <a:t>250   </a:t>
            </a:r>
            <a:r>
              <a:rPr lang="zh-CN" altLang="en-US" dirty="0" smtClean="0"/>
              <a:t>错误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虽然</a:t>
            </a:r>
            <a:r>
              <a:rPr lang="zh-CN" altLang="en-US" dirty="0"/>
              <a:t>不能修改元组的元素，但可以给存储元组的变量</a:t>
            </a:r>
            <a:r>
              <a:rPr lang="zh-CN" altLang="en-US" dirty="0" smtClean="0"/>
              <a:t>赋值</a:t>
            </a:r>
            <a:endParaRPr lang="en-US" altLang="zh-CN" dirty="0" smtClean="0"/>
          </a:p>
          <a:p>
            <a:pPr lvl="1"/>
            <a:r>
              <a:rPr lang="en-US" altLang="zh-CN" dirty="0"/>
              <a:t>dimensions = (400, 100)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552" y="2520438"/>
            <a:ext cx="6878893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91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元组组合</a:t>
            </a:r>
            <a:endParaRPr lang="en-US" altLang="zh-CN" dirty="0" smtClean="0"/>
          </a:p>
          <a:p>
            <a:pPr lvl="1"/>
            <a:r>
              <a:rPr lang="en-US" altLang="zh-CN" dirty="0"/>
              <a:t>tup1 = (12, 34.56)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tup2 </a:t>
            </a:r>
            <a:r>
              <a:rPr lang="en-US" altLang="zh-CN" dirty="0"/>
              <a:t>= ('</a:t>
            </a:r>
            <a:r>
              <a:rPr lang="en-US" altLang="zh-CN" dirty="0" err="1"/>
              <a:t>abc</a:t>
            </a:r>
            <a:r>
              <a:rPr lang="en-US" altLang="zh-CN" dirty="0"/>
              <a:t>', 'xyz</a:t>
            </a:r>
            <a:r>
              <a:rPr lang="en-US" altLang="zh-CN" dirty="0" smtClean="0"/>
              <a:t>')</a:t>
            </a:r>
          </a:p>
          <a:p>
            <a:pPr lvl="1"/>
            <a:r>
              <a:rPr lang="en-US" altLang="zh-CN" dirty="0"/>
              <a:t>tup3 = tup1 + </a:t>
            </a:r>
            <a:r>
              <a:rPr lang="en-US" altLang="zh-CN" dirty="0" smtClean="0"/>
              <a:t>tup2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(12, 34.56, '</a:t>
            </a:r>
            <a:r>
              <a:rPr lang="en-US" altLang="zh-CN" dirty="0" err="1"/>
              <a:t>abc</a:t>
            </a:r>
            <a:r>
              <a:rPr lang="en-US" altLang="zh-CN" dirty="0"/>
              <a:t>', 'xyz</a:t>
            </a:r>
            <a:r>
              <a:rPr lang="en-US" altLang="zh-CN" dirty="0" smtClean="0"/>
              <a:t>')</a:t>
            </a:r>
          </a:p>
          <a:p>
            <a:r>
              <a:rPr lang="zh-CN" altLang="en-US" dirty="0" smtClean="0"/>
              <a:t>删除元组</a:t>
            </a:r>
            <a:endParaRPr lang="en-US" altLang="zh-CN" dirty="0" smtClean="0"/>
          </a:p>
          <a:p>
            <a:pPr lvl="1"/>
            <a:r>
              <a:rPr lang="en-US" altLang="zh-CN" dirty="0"/>
              <a:t>tup1 = (12, 34.56) </a:t>
            </a:r>
          </a:p>
          <a:p>
            <a:pPr lvl="1"/>
            <a:r>
              <a:rPr lang="en-US" altLang="zh-CN" dirty="0" smtClean="0"/>
              <a:t>del tup1</a:t>
            </a:r>
          </a:p>
          <a:p>
            <a:pPr lvl="1"/>
            <a:r>
              <a:rPr lang="en-US" altLang="zh-CN" dirty="0"/>
              <a:t>p</a:t>
            </a:r>
            <a:r>
              <a:rPr lang="en-US" altLang="zh-CN" dirty="0" smtClean="0"/>
              <a:t>rint(tup1)</a:t>
            </a:r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err="1" smtClean="0"/>
              <a:t>NameError</a:t>
            </a:r>
            <a:r>
              <a:rPr lang="en-US" altLang="zh-CN" dirty="0"/>
              <a:t>: name 'tup1' is not defined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0189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写一个程序计算列表中所有元素的和。</a:t>
            </a:r>
          </a:p>
          <a:p>
            <a:r>
              <a:rPr lang="zh-CN" altLang="zh-CN" dirty="0"/>
              <a:t>写一个程序将列表中的重复元素删除</a:t>
            </a:r>
          </a:p>
          <a:p>
            <a:r>
              <a:rPr lang="zh-CN" altLang="zh-CN"/>
              <a:t>写一个程序输出列表中第二大的元素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09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1179</Words>
  <Application>Microsoft Office PowerPoint</Application>
  <PresentationFormat>宽屏</PresentationFormat>
  <Paragraphs>219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宋体</vt:lpstr>
      <vt:lpstr>Arial</vt:lpstr>
      <vt:lpstr>Calibri</vt:lpstr>
      <vt:lpstr>Calibri Light</vt:lpstr>
      <vt:lpstr>Office 主题</vt:lpstr>
      <vt:lpstr>列表操作</vt:lpstr>
      <vt:lpstr>主要内容</vt:lpstr>
      <vt:lpstr>基本概念</vt:lpstr>
      <vt:lpstr>基本概念</vt:lpstr>
      <vt:lpstr>基本概念</vt:lpstr>
      <vt:lpstr>主要内容</vt:lpstr>
      <vt:lpstr>列表基本操作</vt:lpstr>
      <vt:lpstr>列表基本操作</vt:lpstr>
      <vt:lpstr>列表基本操作</vt:lpstr>
      <vt:lpstr>列表基本操作</vt:lpstr>
      <vt:lpstr>列表基本操作</vt:lpstr>
      <vt:lpstr>列表基本操作</vt:lpstr>
      <vt:lpstr>主要内容</vt:lpstr>
      <vt:lpstr>组织列表</vt:lpstr>
      <vt:lpstr>组织列表</vt:lpstr>
      <vt:lpstr>主要内容</vt:lpstr>
      <vt:lpstr>索引错误</vt:lpstr>
      <vt:lpstr>主要内容</vt:lpstr>
      <vt:lpstr>列表遍历</vt:lpstr>
      <vt:lpstr>主要内容</vt:lpstr>
      <vt:lpstr>列表截取</vt:lpstr>
      <vt:lpstr>主要内容</vt:lpstr>
      <vt:lpstr>元组</vt:lpstr>
      <vt:lpstr>元组</vt:lpstr>
      <vt:lpstr>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列表操作</dc:title>
  <dc:creator>cao dong lin</dc:creator>
  <cp:lastModifiedBy>dong lin cao</cp:lastModifiedBy>
  <cp:revision>28</cp:revision>
  <dcterms:created xsi:type="dcterms:W3CDTF">2020-06-20T22:12:57Z</dcterms:created>
  <dcterms:modified xsi:type="dcterms:W3CDTF">2021-03-10T12:34:16Z</dcterms:modified>
</cp:coreProperties>
</file>