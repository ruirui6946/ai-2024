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25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62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1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71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2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2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98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09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4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3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15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FE00-F7D1-4868-BAF3-CB9E353C882B}" type="datetimeFigureOut">
              <a:rPr lang="zh-CN" altLang="en-US" smtClean="0"/>
              <a:t>2021-4-21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26427-DB31-4689-A4D6-FFE7487615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8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</a:t>
            </a:r>
            <a:r>
              <a:rPr lang="en-US" altLang="zh-CN" dirty="0"/>
              <a:t>2</a:t>
            </a:r>
            <a:r>
              <a:rPr lang="en-US" altLang="zh-CN" dirty="0" smtClean="0"/>
              <a:t> 	</a:t>
            </a:r>
            <a:r>
              <a:rPr lang="zh-CN" altLang="en-US" dirty="0" smtClean="0"/>
              <a:t>设计</a:t>
            </a:r>
            <a:r>
              <a:rPr lang="en-US" altLang="zh-CN" dirty="0" smtClean="0"/>
              <a:t>Boggle</a:t>
            </a:r>
            <a:r>
              <a:rPr lang="zh-CN" altLang="en-US" dirty="0" smtClean="0"/>
              <a:t>游戏程序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5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Boggle</a:t>
            </a:r>
            <a:r>
              <a:rPr lang="zh-CN" altLang="en-US" dirty="0" smtClean="0"/>
              <a:t>游戏规则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将唐诗中的一句和其他的补充文字（总字数为</a:t>
            </a:r>
            <a:r>
              <a:rPr lang="en-US" altLang="zh-CN" dirty="0" smtClean="0"/>
              <a:t>40</a:t>
            </a:r>
            <a:r>
              <a:rPr lang="zh-CN" altLang="en-US" dirty="0" smtClean="0"/>
              <a:t>个字）文字次序打乱，游戏者从打乱的文字中找到正确的一句唐诗。</a:t>
            </a:r>
            <a:endParaRPr lang="en-US" altLang="zh-CN" dirty="0" smtClean="0"/>
          </a:p>
          <a:p>
            <a:r>
              <a:rPr lang="zh-CN" altLang="en-US" dirty="0" smtClean="0"/>
              <a:t>评分规则：按照下列计算公式评分：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得分</a:t>
            </a:r>
            <a:r>
              <a:rPr lang="en-US" altLang="zh-CN" dirty="0" smtClean="0"/>
              <a:t>=</a:t>
            </a:r>
            <a:r>
              <a:rPr lang="zh-CN" altLang="en-US" dirty="0" smtClean="0"/>
              <a:t>正确的字数</a:t>
            </a:r>
            <a:r>
              <a:rPr lang="en-US" altLang="zh-CN" dirty="0" smtClean="0"/>
              <a:t>/</a:t>
            </a:r>
            <a:r>
              <a:rPr lang="zh-CN" altLang="en-US" dirty="0" smtClean="0"/>
              <a:t>唐诗中的字数*</a:t>
            </a:r>
            <a:r>
              <a:rPr lang="en-US" altLang="zh-CN" dirty="0" smtClean="0"/>
              <a:t>100</a:t>
            </a:r>
          </a:p>
          <a:p>
            <a:r>
              <a:rPr lang="zh-CN" altLang="en-US" dirty="0" smtClean="0"/>
              <a:t>若输入字数超过唐诗中的字数，则计算公式如下：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得分</a:t>
            </a:r>
            <a:r>
              <a:rPr lang="en-US" altLang="zh-CN" dirty="0" smtClean="0"/>
              <a:t>=</a:t>
            </a:r>
            <a:r>
              <a:rPr lang="zh-CN" altLang="en-US" dirty="0"/>
              <a:t>正确的字数</a:t>
            </a:r>
            <a:r>
              <a:rPr lang="en-US" altLang="zh-CN" dirty="0"/>
              <a:t>/</a:t>
            </a:r>
            <a:r>
              <a:rPr lang="zh-CN" altLang="en-US" dirty="0"/>
              <a:t>唐诗中的字数*</a:t>
            </a:r>
            <a:r>
              <a:rPr lang="en-US" altLang="zh-CN" dirty="0" smtClean="0"/>
              <a:t>100-</a:t>
            </a:r>
            <a:r>
              <a:rPr lang="zh-CN" altLang="en-US" dirty="0" smtClean="0"/>
              <a:t>超过字数</a:t>
            </a:r>
            <a:r>
              <a:rPr lang="en-US" altLang="zh-CN" dirty="0" smtClean="0"/>
              <a:t>/</a:t>
            </a:r>
            <a:r>
              <a:rPr lang="zh-CN" altLang="en-US" dirty="0"/>
              <a:t>唐诗中的字数*</a:t>
            </a:r>
            <a:r>
              <a:rPr lang="en-US" altLang="zh-CN" dirty="0" smtClean="0"/>
              <a:t>100</a:t>
            </a:r>
          </a:p>
          <a:p>
            <a:r>
              <a:rPr lang="zh-CN" altLang="en-US" dirty="0" smtClean="0"/>
              <a:t>经过</a:t>
            </a:r>
            <a:r>
              <a:rPr lang="en-US" altLang="zh-CN" dirty="0" smtClean="0"/>
              <a:t>10</a:t>
            </a:r>
            <a:r>
              <a:rPr lang="zh-CN" altLang="en-US" dirty="0" smtClean="0"/>
              <a:t>轮游戏后给出游戏者的总分。并记录游戏者的得分记录。</a:t>
            </a:r>
            <a:endParaRPr lang="en-US" altLang="zh-CN" dirty="0" smtClean="0"/>
          </a:p>
          <a:p>
            <a:r>
              <a:rPr lang="zh-CN" altLang="en-US" dirty="0" smtClean="0"/>
              <a:t>游戏分成：简单，中等，难三个级别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简单：补充文字由电脑随机抽取。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中等：补充文字由唐诗中的其他半句诗词构成，但与目标诗句完全不一样。</a:t>
            </a:r>
            <a:endParaRPr lang="en-US" altLang="zh-CN" dirty="0" smtClean="0"/>
          </a:p>
          <a:p>
            <a:pPr lvl="1"/>
            <a:r>
              <a:rPr lang="zh-CN" altLang="en-US" dirty="0"/>
              <a:t>难：补充文字由唐诗中的其他半句诗词构成</a:t>
            </a:r>
            <a:r>
              <a:rPr lang="zh-CN" altLang="en-US" dirty="0" smtClean="0"/>
              <a:t>，且与目标诗句有一定程度的相似。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911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181</Words>
  <Application>Microsoft Office PowerPoint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</vt:lpstr>
      <vt:lpstr>实验2  设计Boggle游戏程序</vt:lpstr>
      <vt:lpstr>Boggle游戏规则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  设计一个凯撒密码（Caesar cipher）加密和解密程序</dc:title>
  <dc:creator>dong lin cao</dc:creator>
  <cp:lastModifiedBy>dong lin cao</cp:lastModifiedBy>
  <cp:revision>11</cp:revision>
  <dcterms:created xsi:type="dcterms:W3CDTF">2020-12-31T06:32:39Z</dcterms:created>
  <dcterms:modified xsi:type="dcterms:W3CDTF">2021-04-21T05:02:37Z</dcterms:modified>
</cp:coreProperties>
</file>