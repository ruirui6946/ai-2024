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25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2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1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71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2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2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8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9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3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15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FE00-F7D1-4868-BAF3-CB9E353C882B}" type="datetimeFigureOut">
              <a:rPr lang="zh-CN" altLang="en-US" smtClean="0"/>
              <a:t>2021-5-5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8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/>
              <a:t>3</a:t>
            </a:r>
            <a:r>
              <a:rPr lang="en-US" altLang="zh-CN" dirty="0" smtClean="0"/>
              <a:t> 	</a:t>
            </a:r>
            <a:r>
              <a:rPr lang="zh-CN" altLang="en-US" dirty="0" smtClean="0"/>
              <a:t>设计实现文档查重程序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5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针对</a:t>
            </a:r>
            <a:r>
              <a:rPr lang="en-US" altLang="zh-CN" dirty="0" err="1" smtClean="0"/>
              <a:t>docx</a:t>
            </a:r>
            <a:r>
              <a:rPr lang="zh-CN" altLang="en-US" dirty="0" smtClean="0"/>
              <a:t>格式</a:t>
            </a:r>
            <a:r>
              <a:rPr lang="zh-CN" altLang="en-US" dirty="0" smtClean="0"/>
              <a:t>文件进行查重</a:t>
            </a:r>
            <a:endParaRPr lang="en-US" altLang="zh-CN" dirty="0" smtClean="0"/>
          </a:p>
          <a:p>
            <a:r>
              <a:rPr lang="zh-CN" altLang="en-US" dirty="0" smtClean="0"/>
              <a:t>输入：文件目录</a:t>
            </a:r>
            <a:endParaRPr lang="en-US" altLang="zh-CN" dirty="0" smtClean="0"/>
          </a:p>
          <a:p>
            <a:r>
              <a:rPr lang="zh-CN" altLang="en-US" dirty="0" smtClean="0"/>
              <a:t>输出：相似文件列表及相似度评分，格式如下：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文件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[</a:t>
            </a:r>
            <a:r>
              <a:rPr lang="zh-CN" altLang="en-US" dirty="0" smtClean="0"/>
              <a:t>相似文件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，分值</a:t>
            </a:r>
            <a:r>
              <a:rPr lang="en-US" altLang="zh-CN" dirty="0" smtClean="0"/>
              <a:t>]</a:t>
            </a:r>
            <a:r>
              <a:rPr lang="zh-CN" altLang="en-US" dirty="0" smtClean="0"/>
              <a:t>；</a:t>
            </a:r>
            <a:r>
              <a:rPr lang="en-US" altLang="zh-CN" dirty="0"/>
              <a:t> [</a:t>
            </a:r>
            <a:r>
              <a:rPr lang="zh-CN" altLang="en-US" dirty="0"/>
              <a:t>相似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zh-CN" altLang="en-US" dirty="0"/>
              <a:t>分值</a:t>
            </a:r>
            <a:r>
              <a:rPr lang="en-US" altLang="zh-CN" dirty="0" smtClean="0"/>
              <a:t>]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文件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/>
              <a:t>[</a:t>
            </a:r>
            <a:r>
              <a:rPr lang="zh-CN" altLang="en-US" dirty="0"/>
              <a:t>相似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zh-CN" altLang="en-US" dirty="0"/>
              <a:t>分值</a:t>
            </a:r>
            <a:r>
              <a:rPr lang="en-US" altLang="zh-CN" dirty="0"/>
              <a:t>]</a:t>
            </a:r>
            <a:r>
              <a:rPr lang="zh-CN" altLang="en-US" dirty="0"/>
              <a:t>；</a:t>
            </a:r>
            <a:r>
              <a:rPr lang="en-US" altLang="zh-CN" dirty="0"/>
              <a:t> [</a:t>
            </a:r>
            <a:r>
              <a:rPr lang="zh-CN" altLang="en-US" dirty="0"/>
              <a:t>相似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zh-CN" altLang="en-US" dirty="0"/>
              <a:t>分值</a:t>
            </a:r>
            <a:r>
              <a:rPr lang="en-US" altLang="zh-CN" dirty="0"/>
              <a:t>]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1911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64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实验3  设计实现文档查重程序</vt:lpstr>
      <vt:lpstr>实验要求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  设计一个凯撒密码（Caesar cipher）加密和解密程序</dc:title>
  <dc:creator>dong lin cao</dc:creator>
  <cp:lastModifiedBy>dong lin cao</cp:lastModifiedBy>
  <cp:revision>21</cp:revision>
  <dcterms:created xsi:type="dcterms:W3CDTF">2020-12-31T06:32:39Z</dcterms:created>
  <dcterms:modified xsi:type="dcterms:W3CDTF">2021-05-05T11:54:44Z</dcterms:modified>
</cp:coreProperties>
</file>