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25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2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1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71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2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2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8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9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3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15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FE00-F7D1-4868-BAF3-CB9E353C882B}" type="datetimeFigureOut">
              <a:rPr lang="zh-CN" altLang="en-US" smtClean="0"/>
              <a:t>2020-12-31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8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1</a:t>
            </a:r>
            <a:r>
              <a:rPr lang="en-US" altLang="zh-CN" dirty="0" smtClean="0"/>
              <a:t>	</a:t>
            </a:r>
            <a:r>
              <a:rPr lang="zh-CN" altLang="en-US" dirty="0" smtClean="0"/>
              <a:t>设计一个凯撒密码（</a:t>
            </a:r>
            <a:r>
              <a:rPr lang="en-US" altLang="zh-CN" dirty="0" smtClean="0"/>
              <a:t>Caesar cipher</a:t>
            </a:r>
            <a:r>
              <a:rPr lang="zh-CN" altLang="en-US" dirty="0" smtClean="0"/>
              <a:t>）加密和解密程序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5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凯撒密码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按正常字母序列进行移位，给定移位长度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，设计实现凯撒密码的加密和解密程序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89" y="2888314"/>
            <a:ext cx="4273291" cy="179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1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凯撒密码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给定映射</a:t>
            </a:r>
            <a:r>
              <a:rPr lang="zh-CN" altLang="en-US" dirty="0" smtClean="0"/>
              <a:t>序列和移位长度</a:t>
            </a:r>
            <a:r>
              <a:rPr lang="en-US" altLang="zh-CN" dirty="0" smtClean="0"/>
              <a:t>N</a:t>
            </a:r>
            <a:endParaRPr lang="en-US" altLang="zh-CN" dirty="0" smtClean="0"/>
          </a:p>
          <a:p>
            <a:r>
              <a:rPr lang="en-US" altLang="zh-CN" dirty="0" smtClean="0"/>
              <a:t>Plaintext: ABCDEFGHIJKLMNOPQRSTUVWXYZ </a:t>
            </a:r>
          </a:p>
          <a:p>
            <a:r>
              <a:rPr lang="en-US" altLang="zh-CN" dirty="0" err="1" smtClean="0"/>
              <a:t>Ciphertext</a:t>
            </a:r>
            <a:r>
              <a:rPr lang="en-US" altLang="zh-CN" dirty="0" smtClean="0"/>
              <a:t>: COMPUTERABDFGHIJKLNQSVWXYZ</a:t>
            </a:r>
          </a:p>
          <a:p>
            <a:pPr marL="0" indent="0">
              <a:buNone/>
            </a:pPr>
            <a:r>
              <a:rPr lang="zh-CN" altLang="en-US" dirty="0" smtClean="0"/>
              <a:t>设计实现凯撒密码的加密和解密程序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876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凯撒密码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设计实现针对中文的凯</a:t>
            </a:r>
            <a:r>
              <a:rPr lang="zh-CN" altLang="en-US" dirty="0" smtClean="0"/>
              <a:t>撒密码的加密和解密程序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419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69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实验1 设计一个凯撒密码（Caesar cipher）加密和解密程序</vt:lpstr>
      <vt:lpstr>凯撒密码</vt:lpstr>
      <vt:lpstr>凯撒密码</vt:lpstr>
      <vt:lpstr>凯撒密码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  设计一个凯撒密码（Caesar cipher）加密和解密程序</dc:title>
  <dc:creator>dong lin cao</dc:creator>
  <cp:lastModifiedBy>dong lin cao</cp:lastModifiedBy>
  <cp:revision>7</cp:revision>
  <dcterms:created xsi:type="dcterms:W3CDTF">2020-12-31T06:32:39Z</dcterms:created>
  <dcterms:modified xsi:type="dcterms:W3CDTF">2020-12-31T06:54:39Z</dcterms:modified>
</cp:coreProperties>
</file>