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25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62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1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71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2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2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98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09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4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3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15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FE00-F7D1-4868-BAF3-CB9E353C882B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8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</a:t>
            </a:r>
            <a:r>
              <a:rPr lang="en-US" altLang="zh-CN" dirty="0"/>
              <a:t>4</a:t>
            </a:r>
            <a:r>
              <a:rPr lang="en-US" altLang="zh-CN" dirty="0" smtClean="0"/>
              <a:t> </a:t>
            </a:r>
            <a:r>
              <a:rPr lang="en-US" altLang="zh-CN" dirty="0" smtClean="0"/>
              <a:t>	</a:t>
            </a:r>
            <a:r>
              <a:rPr lang="zh-CN" altLang="en-US" dirty="0" smtClean="0"/>
              <a:t>设计实现一</a:t>
            </a:r>
            <a:r>
              <a:rPr lang="zh-CN" altLang="en-US" dirty="0" smtClean="0"/>
              <a:t>个新浪新闻数据</a:t>
            </a:r>
            <a:r>
              <a:rPr lang="zh-CN" altLang="en-US" dirty="0" smtClean="0"/>
              <a:t>爬取程序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5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针对新浪新闻页面</a:t>
            </a:r>
            <a:r>
              <a:rPr lang="en-US" altLang="zh-CN" dirty="0" smtClean="0"/>
              <a:t>https</a:t>
            </a:r>
            <a:r>
              <a:rPr lang="en-US" altLang="zh-CN" dirty="0"/>
              <a:t>://news.sina.com.cn/</a:t>
            </a:r>
            <a:r>
              <a:rPr lang="zh-CN" altLang="en-US" dirty="0" smtClean="0"/>
              <a:t>设计一个内容采集程序</a:t>
            </a:r>
            <a:endParaRPr lang="en-US" altLang="zh-CN" dirty="0" smtClean="0"/>
          </a:p>
          <a:p>
            <a:r>
              <a:rPr lang="zh-CN" altLang="en-US" dirty="0" smtClean="0"/>
              <a:t>每条新闻采集如下信息：题目、发布者、发布</a:t>
            </a:r>
            <a:r>
              <a:rPr lang="zh-CN" altLang="en-US" dirty="0" smtClean="0"/>
              <a:t>时间，内容</a:t>
            </a:r>
            <a:endParaRPr lang="en-US" altLang="zh-CN" dirty="0" smtClean="0"/>
          </a:p>
          <a:p>
            <a:r>
              <a:rPr lang="zh-CN" altLang="en-US" dirty="0" smtClean="0"/>
              <a:t>数据保存到数据库或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文件中</a:t>
            </a:r>
            <a:endParaRPr lang="en-US" altLang="zh-CN" dirty="0" smtClean="0"/>
          </a:p>
          <a:p>
            <a:r>
              <a:rPr lang="zh-CN" altLang="en-US" dirty="0" smtClean="0"/>
              <a:t>具有定时采集功能</a:t>
            </a:r>
            <a:endParaRPr lang="en-US" altLang="zh-CN" dirty="0" smtClean="0"/>
          </a:p>
          <a:p>
            <a:r>
              <a:rPr lang="zh-CN" altLang="en-US" dirty="0" smtClean="0"/>
              <a:t>具有</a:t>
            </a:r>
            <a:r>
              <a:rPr lang="zh-CN" altLang="en-US" dirty="0"/>
              <a:t>翻页功能，能自动采集下</a:t>
            </a:r>
            <a:r>
              <a:rPr lang="zh-CN" altLang="en-US" dirty="0" smtClean="0"/>
              <a:t>一页数据</a:t>
            </a:r>
            <a:endParaRPr lang="en-US" altLang="zh-CN" dirty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1911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59</Words>
  <Application>Microsoft Office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</vt:lpstr>
      <vt:lpstr>实验4  设计实现一个新浪新闻数据爬取程序</vt:lpstr>
      <vt:lpstr>实验要求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  设计一个凯撒密码（Caesar cipher）加密和解密程序</dc:title>
  <dc:creator>dong lin cao</dc:creator>
  <cp:lastModifiedBy>dell</cp:lastModifiedBy>
  <cp:revision>28</cp:revision>
  <dcterms:created xsi:type="dcterms:W3CDTF">2020-12-31T06:32:39Z</dcterms:created>
  <dcterms:modified xsi:type="dcterms:W3CDTF">2021-06-03T00:49:30Z</dcterms:modified>
</cp:coreProperties>
</file>