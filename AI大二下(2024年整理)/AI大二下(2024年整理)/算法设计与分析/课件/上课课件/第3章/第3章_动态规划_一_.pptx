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5"/>
  </p:handoutMasterIdLst>
  <p:sldIdLst>
    <p:sldId id="256" r:id="rId3"/>
    <p:sldId id="304" r:id="rId5"/>
    <p:sldId id="305" r:id="rId6"/>
    <p:sldId id="430" r:id="rId7"/>
    <p:sldId id="431" r:id="rId8"/>
    <p:sldId id="432" r:id="rId9"/>
    <p:sldId id="433" r:id="rId10"/>
    <p:sldId id="434" r:id="rId11"/>
    <p:sldId id="435" r:id="rId12"/>
    <p:sldId id="436" r:id="rId13"/>
    <p:sldId id="437" r:id="rId14"/>
    <p:sldId id="438" r:id="rId15"/>
    <p:sldId id="439" r:id="rId16"/>
    <p:sldId id="440" r:id="rId17"/>
    <p:sldId id="441" r:id="rId18"/>
    <p:sldId id="442" r:id="rId19"/>
    <p:sldId id="443" r:id="rId20"/>
    <p:sldId id="444" r:id="rId21"/>
    <p:sldId id="445" r:id="rId22"/>
    <p:sldId id="446" r:id="rId23"/>
    <p:sldId id="447" r:id="rId24"/>
    <p:sldId id="448" r:id="rId25"/>
    <p:sldId id="449" r:id="rId26"/>
    <p:sldId id="450" r:id="rId27"/>
    <p:sldId id="451" r:id="rId28"/>
    <p:sldId id="391" r:id="rId29"/>
    <p:sldId id="363" r:id="rId30"/>
    <p:sldId id="364" r:id="rId31"/>
    <p:sldId id="392" r:id="rId32"/>
    <p:sldId id="393" r:id="rId33"/>
    <p:sldId id="394" r:id="rId34"/>
    <p:sldId id="395" r:id="rId35"/>
    <p:sldId id="452" r:id="rId36"/>
    <p:sldId id="396" r:id="rId37"/>
    <p:sldId id="453" r:id="rId38"/>
    <p:sldId id="397" r:id="rId39"/>
    <p:sldId id="398" r:id="rId40"/>
    <p:sldId id="399" r:id="rId41"/>
    <p:sldId id="400" r:id="rId42"/>
    <p:sldId id="401" r:id="rId43"/>
    <p:sldId id="402" r:id="rId44"/>
    <p:sldId id="403" r:id="rId45"/>
    <p:sldId id="404" r:id="rId46"/>
    <p:sldId id="405" r:id="rId47"/>
    <p:sldId id="406" r:id="rId48"/>
    <p:sldId id="407" r:id="rId49"/>
    <p:sldId id="408" r:id="rId50"/>
    <p:sldId id="409" r:id="rId51"/>
    <p:sldId id="410" r:id="rId52"/>
    <p:sldId id="411" r:id="rId53"/>
    <p:sldId id="412" r:id="rId54"/>
    <p:sldId id="413" r:id="rId55"/>
    <p:sldId id="414" r:id="rId56"/>
    <p:sldId id="415" r:id="rId57"/>
    <p:sldId id="416" r:id="rId58"/>
    <p:sldId id="454" r:id="rId59"/>
    <p:sldId id="455" r:id="rId60"/>
    <p:sldId id="456" r:id="rId61"/>
    <p:sldId id="457" r:id="rId62"/>
    <p:sldId id="458" r:id="rId63"/>
    <p:sldId id="459" r:id="rId6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FF"/>
    <a:srgbClr val="DDDDDD"/>
    <a:srgbClr val="663300"/>
    <a:srgbClr val="000066"/>
    <a:srgbClr val="CC0000"/>
    <a:srgbClr val="800000"/>
    <a:srgbClr val="3333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79" autoAdjust="0"/>
    <p:restoredTop sz="98512" autoAdjust="0"/>
  </p:normalViewPr>
  <p:slideViewPr>
    <p:cSldViewPr>
      <p:cViewPr varScale="1">
        <p:scale>
          <a:sx n="112" d="100"/>
          <a:sy n="112" d="100"/>
        </p:scale>
        <p:origin x="134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handoutMaster" Target="handoutMasters/handoutMaster1.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5D0B339-2FBF-4564-9364-F2352AE5EE93}" type="doc">
      <dgm:prSet loTypeId="urn:microsoft.com/office/officeart/2005/8/layout/process3" loCatId="process" qsTypeId="urn:microsoft.com/office/officeart/2005/8/quickstyle/simple1" qsCatId="simple" csTypeId="urn:microsoft.com/office/officeart/2005/8/colors/accent1_2" csCatId="accent1" phldr="1"/>
      <dgm:spPr/>
    </dgm:pt>
    <dgm:pt modelId="{053FCDD4-E2AA-49D8-A971-0455474C3240}">
      <dgm:prSet phldrT="[文本]" custT="1"/>
      <dgm:spPr/>
      <dgm:t>
        <a:bodyPr/>
        <a:lstStyle/>
        <a:p>
          <a:r>
            <a:rPr lang="zh-CN" altLang="en-US" sz="2800" b="1" dirty="0" smtClean="0"/>
            <a:t>自顶向下</a:t>
          </a:r>
          <a:endParaRPr lang="en-US" altLang="zh-CN" sz="2800" b="1" dirty="0" smtClean="0"/>
        </a:p>
        <a:p>
          <a:r>
            <a:rPr lang="en-US" altLang="zh-CN" sz="2800" b="1" dirty="0" smtClean="0"/>
            <a:t>Top-down</a:t>
          </a:r>
          <a:endParaRPr lang="zh-CN" altLang="en-US" sz="2800" b="1" dirty="0"/>
        </a:p>
      </dgm:t>
    </dgm:pt>
    <dgm:pt modelId="{B6B75A3C-EAC2-464A-849E-700213A755F8}" cxnId="{0FB2FC9E-5748-4645-800F-253C20B7AF57}" type="parTrans">
      <dgm:prSet/>
      <dgm:spPr/>
      <dgm:t>
        <a:bodyPr/>
        <a:lstStyle/>
        <a:p>
          <a:endParaRPr lang="zh-CN" altLang="en-US"/>
        </a:p>
      </dgm:t>
    </dgm:pt>
    <dgm:pt modelId="{59AC7DFD-AEBD-41F0-A2F4-9364AD2B81E2}" cxnId="{0FB2FC9E-5748-4645-800F-253C20B7AF57}" type="sibTrans">
      <dgm:prSet/>
      <dgm:spPr/>
      <dgm:t>
        <a:bodyPr/>
        <a:lstStyle/>
        <a:p>
          <a:endParaRPr lang="zh-CN" altLang="en-US"/>
        </a:p>
      </dgm:t>
    </dgm:pt>
    <dgm:pt modelId="{1793E200-F9C8-4951-9081-ECDAEB6925F4}">
      <dgm:prSet phldrT="[文本]" custT="1"/>
      <dgm:spPr/>
      <dgm:t>
        <a:bodyPr/>
        <a:lstStyle/>
        <a:p>
          <a:r>
            <a:rPr lang="zh-CN" altLang="en-US" sz="2800" b="1" dirty="0" smtClean="0"/>
            <a:t>自底向上</a:t>
          </a:r>
          <a:endParaRPr lang="en-US" altLang="zh-CN" sz="2800" b="1" dirty="0" smtClean="0"/>
        </a:p>
        <a:p>
          <a:r>
            <a:rPr lang="en-US" altLang="zh-CN" sz="2800" b="1" dirty="0" smtClean="0"/>
            <a:t>Bottom-up</a:t>
          </a:r>
          <a:endParaRPr lang="zh-CN" altLang="en-US" sz="2800" b="1" dirty="0"/>
        </a:p>
      </dgm:t>
    </dgm:pt>
    <dgm:pt modelId="{48465790-C603-4266-93AF-69767B0BD2AE}" cxnId="{80B295BC-AF6D-4D7D-85F2-64CEEF934C83}" type="parTrans">
      <dgm:prSet/>
      <dgm:spPr/>
      <dgm:t>
        <a:bodyPr/>
        <a:lstStyle/>
        <a:p>
          <a:endParaRPr lang="zh-CN" altLang="en-US"/>
        </a:p>
      </dgm:t>
    </dgm:pt>
    <dgm:pt modelId="{788D08AA-206F-40A1-B204-CE0A48AB75FC}" cxnId="{80B295BC-AF6D-4D7D-85F2-64CEEF934C83}" type="sibTrans">
      <dgm:prSet/>
      <dgm:spPr/>
      <dgm:t>
        <a:bodyPr/>
        <a:lstStyle/>
        <a:p>
          <a:endParaRPr lang="zh-CN" altLang="en-US"/>
        </a:p>
      </dgm:t>
    </dgm:pt>
    <dgm:pt modelId="{40968392-69BC-4376-B53B-A234D50B2603}">
      <dgm:prSet custT="1">
        <dgm:style>
          <a:lnRef idx="1">
            <a:schemeClr val="accent1"/>
          </a:lnRef>
          <a:fillRef idx="2">
            <a:schemeClr val="accent1"/>
          </a:fillRef>
          <a:effectRef idx="1">
            <a:schemeClr val="accent1"/>
          </a:effectRef>
          <a:fontRef idx="minor">
            <a:schemeClr val="dk1"/>
          </a:fontRef>
        </dgm:style>
      </dgm:prSet>
      <dgm:spPr/>
      <dgm:t>
        <a:bodyPr/>
        <a:lstStyle/>
        <a:p>
          <a:r>
            <a:rPr lang="zh-CN" altLang="en-US" sz="3200" b="1" dirty="0" smtClean="0"/>
            <a:t>递归</a:t>
          </a:r>
          <a:endParaRPr lang="zh-CN" altLang="en-US" sz="3200" b="1" dirty="0"/>
        </a:p>
      </dgm:t>
    </dgm:pt>
    <dgm:pt modelId="{51F3ED27-660D-4B18-832B-F54DF787EEA2}" cxnId="{7BF2A49D-5D0B-474F-9D1B-9115A7472556}" type="parTrans">
      <dgm:prSet/>
      <dgm:spPr/>
      <dgm:t>
        <a:bodyPr/>
        <a:lstStyle/>
        <a:p>
          <a:endParaRPr lang="zh-CN" altLang="en-US"/>
        </a:p>
      </dgm:t>
    </dgm:pt>
    <dgm:pt modelId="{369E0AD7-7DC0-4F77-BC81-FC0589BEEFF5}" cxnId="{7BF2A49D-5D0B-474F-9D1B-9115A7472556}" type="sibTrans">
      <dgm:prSet/>
      <dgm:spPr/>
      <dgm:t>
        <a:bodyPr/>
        <a:lstStyle/>
        <a:p>
          <a:endParaRPr lang="zh-CN" altLang="en-US"/>
        </a:p>
      </dgm:t>
    </dgm:pt>
    <dgm:pt modelId="{53546FD0-5D97-400B-844F-FF77E8A3722D}">
      <dgm:prSet custT="1">
        <dgm:style>
          <a:lnRef idx="1">
            <a:schemeClr val="accent1"/>
          </a:lnRef>
          <a:fillRef idx="2">
            <a:schemeClr val="accent1"/>
          </a:fillRef>
          <a:effectRef idx="1">
            <a:schemeClr val="accent1"/>
          </a:effectRef>
          <a:fontRef idx="minor">
            <a:schemeClr val="dk1"/>
          </a:fontRef>
        </dgm:style>
      </dgm:prSet>
      <dgm:spPr/>
      <dgm:t>
        <a:bodyPr/>
        <a:lstStyle/>
        <a:p>
          <a:r>
            <a:rPr lang="zh-CN" altLang="en-US" sz="3200" b="1" dirty="0" smtClean="0"/>
            <a:t>递推</a:t>
          </a:r>
          <a:endParaRPr lang="zh-CN" altLang="en-US" sz="3200" b="1" dirty="0"/>
        </a:p>
      </dgm:t>
    </dgm:pt>
    <dgm:pt modelId="{B1EA93E3-74BE-44DE-9FCB-DC01FD0B86E1}" cxnId="{9C561D24-A685-45B6-8C44-1A021389CE55}" type="parTrans">
      <dgm:prSet/>
      <dgm:spPr/>
      <dgm:t>
        <a:bodyPr/>
        <a:lstStyle/>
        <a:p>
          <a:endParaRPr lang="zh-CN" altLang="en-US"/>
        </a:p>
      </dgm:t>
    </dgm:pt>
    <dgm:pt modelId="{450E1E09-E525-4409-B774-A8446AEE2D7B}" cxnId="{9C561D24-A685-45B6-8C44-1A021389CE55}" type="sibTrans">
      <dgm:prSet/>
      <dgm:spPr/>
      <dgm:t>
        <a:bodyPr/>
        <a:lstStyle/>
        <a:p>
          <a:endParaRPr lang="zh-CN" altLang="en-US"/>
        </a:p>
      </dgm:t>
    </dgm:pt>
    <dgm:pt modelId="{EAA472A4-25A1-43B4-9A29-E28A9DA53BF4}" type="pres">
      <dgm:prSet presAssocID="{65D0B339-2FBF-4564-9364-F2352AE5EE93}" presName="linearFlow" presStyleCnt="0">
        <dgm:presLayoutVars>
          <dgm:dir/>
          <dgm:animLvl val="lvl"/>
          <dgm:resizeHandles val="exact"/>
        </dgm:presLayoutVars>
      </dgm:prSet>
      <dgm:spPr/>
    </dgm:pt>
    <dgm:pt modelId="{ECE5A6F8-F16A-4914-A7AC-095A7A4908CD}" type="pres">
      <dgm:prSet presAssocID="{053FCDD4-E2AA-49D8-A971-0455474C3240}" presName="composite" presStyleCnt="0"/>
      <dgm:spPr/>
    </dgm:pt>
    <dgm:pt modelId="{DBB569FB-232C-4988-8260-E5C0A02DD6CD}" type="pres">
      <dgm:prSet presAssocID="{053FCDD4-E2AA-49D8-A971-0455474C3240}" presName="parTx" presStyleLbl="node1" presStyleIdx="0" presStyleCnt="2">
        <dgm:presLayoutVars>
          <dgm:chMax val="0"/>
          <dgm:chPref val="0"/>
          <dgm:bulletEnabled val="1"/>
        </dgm:presLayoutVars>
      </dgm:prSet>
      <dgm:spPr/>
      <dgm:t>
        <a:bodyPr/>
        <a:lstStyle/>
        <a:p>
          <a:endParaRPr lang="zh-CN" altLang="en-US"/>
        </a:p>
      </dgm:t>
    </dgm:pt>
    <dgm:pt modelId="{841456AE-69CA-4560-A21C-F413809DA660}" type="pres">
      <dgm:prSet presAssocID="{053FCDD4-E2AA-49D8-A971-0455474C3240}" presName="parSh" presStyleLbl="node1" presStyleIdx="0" presStyleCnt="2" custLinFactNeighborX="-3279" custLinFactNeighborY="-1160"/>
      <dgm:spPr/>
      <dgm:t>
        <a:bodyPr/>
        <a:lstStyle/>
        <a:p>
          <a:endParaRPr lang="zh-CN" altLang="en-US"/>
        </a:p>
      </dgm:t>
    </dgm:pt>
    <dgm:pt modelId="{5E1E388A-D0B1-40A3-A956-CA97E9A4EC85}" type="pres">
      <dgm:prSet presAssocID="{053FCDD4-E2AA-49D8-A971-0455474C3240}" presName="desTx" presStyleLbl="fgAcc1" presStyleIdx="0" presStyleCnt="2" custScaleY="45814">
        <dgm:presLayoutVars>
          <dgm:bulletEnabled val="1"/>
        </dgm:presLayoutVars>
      </dgm:prSet>
      <dgm:spPr/>
      <dgm:t>
        <a:bodyPr/>
        <a:lstStyle/>
        <a:p>
          <a:endParaRPr lang="zh-CN" altLang="en-US"/>
        </a:p>
      </dgm:t>
    </dgm:pt>
    <dgm:pt modelId="{12479C14-5BA1-4C2F-9CF4-425B0B12FF7B}" type="pres">
      <dgm:prSet presAssocID="{59AC7DFD-AEBD-41F0-A2F4-9364AD2B81E2}" presName="sibTrans" presStyleLbl="sibTrans2D1" presStyleIdx="0" presStyleCnt="1"/>
      <dgm:spPr/>
      <dgm:t>
        <a:bodyPr/>
        <a:lstStyle/>
        <a:p>
          <a:endParaRPr lang="zh-CN" altLang="en-US"/>
        </a:p>
      </dgm:t>
    </dgm:pt>
    <dgm:pt modelId="{42A82D0C-CE39-426C-8C21-333CA7659329}" type="pres">
      <dgm:prSet presAssocID="{59AC7DFD-AEBD-41F0-A2F4-9364AD2B81E2}" presName="connTx" presStyleLbl="sibTrans2D1" presStyleIdx="0" presStyleCnt="1"/>
      <dgm:spPr/>
      <dgm:t>
        <a:bodyPr/>
        <a:lstStyle/>
        <a:p>
          <a:endParaRPr lang="zh-CN" altLang="en-US"/>
        </a:p>
      </dgm:t>
    </dgm:pt>
    <dgm:pt modelId="{F0D2CFA2-44DE-4354-B08F-C28C47B4D726}" type="pres">
      <dgm:prSet presAssocID="{1793E200-F9C8-4951-9081-ECDAEB6925F4}" presName="composite" presStyleCnt="0"/>
      <dgm:spPr/>
    </dgm:pt>
    <dgm:pt modelId="{5032771D-CEB7-4642-A34A-19FEA31885EF}" type="pres">
      <dgm:prSet presAssocID="{1793E200-F9C8-4951-9081-ECDAEB6925F4}" presName="parTx" presStyleLbl="node1" presStyleIdx="0" presStyleCnt="2">
        <dgm:presLayoutVars>
          <dgm:chMax val="0"/>
          <dgm:chPref val="0"/>
          <dgm:bulletEnabled val="1"/>
        </dgm:presLayoutVars>
      </dgm:prSet>
      <dgm:spPr/>
      <dgm:t>
        <a:bodyPr/>
        <a:lstStyle/>
        <a:p>
          <a:endParaRPr lang="zh-CN" altLang="en-US"/>
        </a:p>
      </dgm:t>
    </dgm:pt>
    <dgm:pt modelId="{F204D103-8611-45F8-A499-532BB1F47159}" type="pres">
      <dgm:prSet presAssocID="{1793E200-F9C8-4951-9081-ECDAEB6925F4}" presName="parSh" presStyleLbl="node1" presStyleIdx="1" presStyleCnt="2"/>
      <dgm:spPr/>
      <dgm:t>
        <a:bodyPr/>
        <a:lstStyle/>
        <a:p>
          <a:endParaRPr lang="zh-CN" altLang="en-US"/>
        </a:p>
      </dgm:t>
    </dgm:pt>
    <dgm:pt modelId="{02D34CBE-B270-4E8F-B16F-4E260C175064}" type="pres">
      <dgm:prSet presAssocID="{1793E200-F9C8-4951-9081-ECDAEB6925F4}" presName="desTx" presStyleLbl="fgAcc1" presStyleIdx="1" presStyleCnt="2" custScaleY="45814">
        <dgm:presLayoutVars>
          <dgm:bulletEnabled val="1"/>
        </dgm:presLayoutVars>
      </dgm:prSet>
      <dgm:spPr/>
      <dgm:t>
        <a:bodyPr/>
        <a:lstStyle/>
        <a:p>
          <a:endParaRPr lang="zh-CN" altLang="en-US"/>
        </a:p>
      </dgm:t>
    </dgm:pt>
  </dgm:ptLst>
  <dgm:cxnLst>
    <dgm:cxn modelId="{5E51CAE7-071D-4750-9F00-7A97F4F6EDD9}" type="presOf" srcId="{053FCDD4-E2AA-49D8-A971-0455474C3240}" destId="{841456AE-69CA-4560-A21C-F413809DA660}" srcOrd="1" destOrd="0" presId="urn:microsoft.com/office/officeart/2005/8/layout/process3"/>
    <dgm:cxn modelId="{F2673E6A-2824-4BC4-84F2-0F3798EA4CF2}" type="presOf" srcId="{053FCDD4-E2AA-49D8-A971-0455474C3240}" destId="{DBB569FB-232C-4988-8260-E5C0A02DD6CD}" srcOrd="0" destOrd="0" presId="urn:microsoft.com/office/officeart/2005/8/layout/process3"/>
    <dgm:cxn modelId="{FCB9E641-BB47-4552-841E-A67C6B5E0B5F}" type="presOf" srcId="{59AC7DFD-AEBD-41F0-A2F4-9364AD2B81E2}" destId="{12479C14-5BA1-4C2F-9CF4-425B0B12FF7B}" srcOrd="0" destOrd="0" presId="urn:microsoft.com/office/officeart/2005/8/layout/process3"/>
    <dgm:cxn modelId="{80B295BC-AF6D-4D7D-85F2-64CEEF934C83}" srcId="{65D0B339-2FBF-4564-9364-F2352AE5EE93}" destId="{1793E200-F9C8-4951-9081-ECDAEB6925F4}" srcOrd="1" destOrd="0" parTransId="{48465790-C603-4266-93AF-69767B0BD2AE}" sibTransId="{788D08AA-206F-40A1-B204-CE0A48AB75FC}"/>
    <dgm:cxn modelId="{8D6D1C70-BABE-44D1-8AA8-4483E0B875BA}" type="presOf" srcId="{53546FD0-5D97-400B-844F-FF77E8A3722D}" destId="{02D34CBE-B270-4E8F-B16F-4E260C175064}" srcOrd="0" destOrd="0" presId="urn:microsoft.com/office/officeart/2005/8/layout/process3"/>
    <dgm:cxn modelId="{DB78C3A6-AD93-4970-9045-E4AB63D68488}" type="presOf" srcId="{1793E200-F9C8-4951-9081-ECDAEB6925F4}" destId="{5032771D-CEB7-4642-A34A-19FEA31885EF}" srcOrd="0" destOrd="0" presId="urn:microsoft.com/office/officeart/2005/8/layout/process3"/>
    <dgm:cxn modelId="{51FB0FC8-D1AE-4145-8C8A-FBFEA6510215}" type="presOf" srcId="{59AC7DFD-AEBD-41F0-A2F4-9364AD2B81E2}" destId="{42A82D0C-CE39-426C-8C21-333CA7659329}" srcOrd="1" destOrd="0" presId="urn:microsoft.com/office/officeart/2005/8/layout/process3"/>
    <dgm:cxn modelId="{D8A933B4-822F-4678-BFD8-82ED81E43017}" type="presOf" srcId="{40968392-69BC-4376-B53B-A234D50B2603}" destId="{5E1E388A-D0B1-40A3-A956-CA97E9A4EC85}" srcOrd="0" destOrd="0" presId="urn:microsoft.com/office/officeart/2005/8/layout/process3"/>
    <dgm:cxn modelId="{55B186D6-941B-45CE-9BC2-923D6EECF18F}" type="presOf" srcId="{65D0B339-2FBF-4564-9364-F2352AE5EE93}" destId="{EAA472A4-25A1-43B4-9A29-E28A9DA53BF4}" srcOrd="0" destOrd="0" presId="urn:microsoft.com/office/officeart/2005/8/layout/process3"/>
    <dgm:cxn modelId="{9C561D24-A685-45B6-8C44-1A021389CE55}" srcId="{1793E200-F9C8-4951-9081-ECDAEB6925F4}" destId="{53546FD0-5D97-400B-844F-FF77E8A3722D}" srcOrd="0" destOrd="0" parTransId="{B1EA93E3-74BE-44DE-9FCB-DC01FD0B86E1}" sibTransId="{450E1E09-E525-4409-B774-A8446AEE2D7B}"/>
    <dgm:cxn modelId="{7BF2A49D-5D0B-474F-9D1B-9115A7472556}" srcId="{053FCDD4-E2AA-49D8-A971-0455474C3240}" destId="{40968392-69BC-4376-B53B-A234D50B2603}" srcOrd="0" destOrd="0" parTransId="{51F3ED27-660D-4B18-832B-F54DF787EEA2}" sibTransId="{369E0AD7-7DC0-4F77-BC81-FC0589BEEFF5}"/>
    <dgm:cxn modelId="{0FB2FC9E-5748-4645-800F-253C20B7AF57}" srcId="{65D0B339-2FBF-4564-9364-F2352AE5EE93}" destId="{053FCDD4-E2AA-49D8-A971-0455474C3240}" srcOrd="0" destOrd="0" parTransId="{B6B75A3C-EAC2-464A-849E-700213A755F8}" sibTransId="{59AC7DFD-AEBD-41F0-A2F4-9364AD2B81E2}"/>
    <dgm:cxn modelId="{216C0AE7-F21A-4C10-B33F-3A1F2F4F87E2}" type="presOf" srcId="{1793E200-F9C8-4951-9081-ECDAEB6925F4}" destId="{F204D103-8611-45F8-A499-532BB1F47159}" srcOrd="1" destOrd="0" presId="urn:microsoft.com/office/officeart/2005/8/layout/process3"/>
    <dgm:cxn modelId="{95902E7E-03EA-4746-82D4-72E5A0A7862F}" type="presParOf" srcId="{EAA472A4-25A1-43B4-9A29-E28A9DA53BF4}" destId="{ECE5A6F8-F16A-4914-A7AC-095A7A4908CD}" srcOrd="0" destOrd="0" presId="urn:microsoft.com/office/officeart/2005/8/layout/process3"/>
    <dgm:cxn modelId="{7F8B6E9F-7466-4317-B333-A0C1C4C17F49}" type="presParOf" srcId="{ECE5A6F8-F16A-4914-A7AC-095A7A4908CD}" destId="{DBB569FB-232C-4988-8260-E5C0A02DD6CD}" srcOrd="0" destOrd="0" presId="urn:microsoft.com/office/officeart/2005/8/layout/process3"/>
    <dgm:cxn modelId="{A5C8089C-ED2E-4375-8F55-C596FEDFEC10}" type="presParOf" srcId="{ECE5A6F8-F16A-4914-A7AC-095A7A4908CD}" destId="{841456AE-69CA-4560-A21C-F413809DA660}" srcOrd="1" destOrd="0" presId="urn:microsoft.com/office/officeart/2005/8/layout/process3"/>
    <dgm:cxn modelId="{C0EAE254-A9CB-4D58-8424-7B86724EDEFB}" type="presParOf" srcId="{ECE5A6F8-F16A-4914-A7AC-095A7A4908CD}" destId="{5E1E388A-D0B1-40A3-A956-CA97E9A4EC85}" srcOrd="2" destOrd="0" presId="urn:microsoft.com/office/officeart/2005/8/layout/process3"/>
    <dgm:cxn modelId="{3B9B5ACB-5545-4AC5-9B20-AB9176ABBD0E}" type="presParOf" srcId="{EAA472A4-25A1-43B4-9A29-E28A9DA53BF4}" destId="{12479C14-5BA1-4C2F-9CF4-425B0B12FF7B}" srcOrd="1" destOrd="0" presId="urn:microsoft.com/office/officeart/2005/8/layout/process3"/>
    <dgm:cxn modelId="{E07CE8D0-447D-4011-A720-4EEA74ACED94}" type="presParOf" srcId="{12479C14-5BA1-4C2F-9CF4-425B0B12FF7B}" destId="{42A82D0C-CE39-426C-8C21-333CA7659329}" srcOrd="0" destOrd="0" presId="urn:microsoft.com/office/officeart/2005/8/layout/process3"/>
    <dgm:cxn modelId="{A4BA81FD-0E12-4AA3-B508-D7BB7DA1E2A6}" type="presParOf" srcId="{EAA472A4-25A1-43B4-9A29-E28A9DA53BF4}" destId="{F0D2CFA2-44DE-4354-B08F-C28C47B4D726}" srcOrd="2" destOrd="0" presId="urn:microsoft.com/office/officeart/2005/8/layout/process3"/>
    <dgm:cxn modelId="{6D740E95-FB5A-48E9-8F1D-D34998B98663}" type="presParOf" srcId="{F0D2CFA2-44DE-4354-B08F-C28C47B4D726}" destId="{5032771D-CEB7-4642-A34A-19FEA31885EF}" srcOrd="0" destOrd="0" presId="urn:microsoft.com/office/officeart/2005/8/layout/process3"/>
    <dgm:cxn modelId="{327B631E-6121-4819-A808-11895B74BC6E}" type="presParOf" srcId="{F0D2CFA2-44DE-4354-B08F-C28C47B4D726}" destId="{F204D103-8611-45F8-A499-532BB1F47159}" srcOrd="1" destOrd="0" presId="urn:microsoft.com/office/officeart/2005/8/layout/process3"/>
    <dgm:cxn modelId="{72E597A0-B5A1-4E43-BDE7-4AC6319118B2}" type="presParOf" srcId="{F0D2CFA2-44DE-4354-B08F-C28C47B4D726}" destId="{02D34CBE-B270-4E8F-B16F-4E260C175064}" srcOrd="2" destOrd="0" presId="urn:microsoft.com/office/officeart/2005/8/layout/process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6CB21B-F811-4FDA-977B-87010203C6C6}" type="doc">
      <dgm:prSet loTypeId="urn:microsoft.com/office/officeart/2005/8/layout/vProcess5" loCatId="process" qsTypeId="urn:microsoft.com/office/officeart/2005/8/quickstyle/3d2" qsCatId="3D" csTypeId="urn:microsoft.com/office/officeart/2005/8/colors/colorful2" csCatId="colorful" phldr="1"/>
      <dgm:spPr/>
      <dgm:t>
        <a:bodyPr/>
        <a:lstStyle/>
        <a:p>
          <a:endParaRPr lang="zh-CN" altLang="en-US"/>
        </a:p>
      </dgm:t>
    </dgm:pt>
    <dgm:pt modelId="{4F90DA51-79FD-4190-8C6A-29CB46772174}">
      <dgm:prSet phldrT="[文本]" custT="1"/>
      <dgm:spPr/>
      <dgm:t>
        <a:bodyPr/>
        <a:lstStyle/>
        <a:p>
          <a:pPr algn="ctr"/>
          <a:r>
            <a:rPr lang="zh-CN" altLang="en-US" sz="2800" b="1" dirty="0" smtClean="0">
              <a:solidFill>
                <a:srgbClr val="FF0000"/>
              </a:solidFill>
              <a:latin typeface="新宋体" panose="02010609030101010101" charset="-122"/>
              <a:ea typeface="新宋体" panose="02010609030101010101" charset="-122"/>
              <a:cs typeface="Times New Roman" panose="02020603050405020304" pitchFamily="18" charset="0"/>
            </a:rPr>
            <a:t>找出最优解的性质</a:t>
          </a:r>
          <a:endParaRPr lang="en-US" altLang="zh-CN" sz="2800" b="1" dirty="0" smtClean="0">
            <a:solidFill>
              <a:srgbClr val="FF0000"/>
            </a:solidFill>
            <a:latin typeface="楷体_GB2312" pitchFamily="49" charset="-122"/>
            <a:ea typeface="楷体_GB2312" pitchFamily="49" charset="-122"/>
            <a:cs typeface="Times New Roman" panose="02020603050405020304" pitchFamily="18" charset="0"/>
          </a:endParaRPr>
        </a:p>
        <a:p>
          <a:pPr algn="ctr"/>
          <a:r>
            <a:rPr lang="zh-CN" altLang="en-US" sz="2800" b="1" dirty="0" smtClean="0">
              <a:solidFill>
                <a:srgbClr val="FF0000"/>
              </a:solidFill>
              <a:latin typeface="新宋体" panose="02010609030101010101" charset="-122"/>
              <a:ea typeface="新宋体" panose="02010609030101010101" charset="-122"/>
              <a:cs typeface="Times New Roman" panose="02020603050405020304" pitchFamily="18" charset="0"/>
            </a:rPr>
            <a:t>并刻划其结构特征</a:t>
          </a:r>
          <a:endParaRPr lang="zh-CN" altLang="en-US" sz="2800" b="1" dirty="0">
            <a:solidFill>
              <a:srgbClr val="FF0000"/>
            </a:solidFill>
          </a:endParaRPr>
        </a:p>
      </dgm:t>
    </dgm:pt>
    <dgm:pt modelId="{3D3B2C4C-8F47-40EA-B27F-0A5289DE0201}" cxnId="{B9659F7D-6470-4A34-A2DE-3C914DBB75A8}" type="parTrans">
      <dgm:prSet/>
      <dgm:spPr/>
      <dgm:t>
        <a:bodyPr/>
        <a:lstStyle/>
        <a:p>
          <a:endParaRPr lang="zh-CN" altLang="en-US" sz="2800" b="1"/>
        </a:p>
      </dgm:t>
    </dgm:pt>
    <dgm:pt modelId="{8B9647C7-82D5-4A41-ABB7-B97C30E2D548}" cxnId="{B9659F7D-6470-4A34-A2DE-3C914DBB75A8}" type="sibTrans">
      <dgm:prSet custT="1"/>
      <dgm:spPr/>
      <dgm:t>
        <a:bodyPr/>
        <a:lstStyle/>
        <a:p>
          <a:endParaRPr lang="zh-CN" altLang="en-US" sz="2800" b="1"/>
        </a:p>
      </dgm:t>
    </dgm:pt>
    <dgm:pt modelId="{A71A5D6A-5138-4759-B5BE-E4D68BD2EC0E}">
      <dgm:prSet phldrT="[文本]" custT="1"/>
      <dgm:spPr/>
      <dgm:t>
        <a:bodyPr/>
        <a:lstStyle/>
        <a:p>
          <a:pPr algn="ctr"/>
          <a:r>
            <a:rPr lang="zh-CN" altLang="en-US" sz="2800" b="1" dirty="0" smtClean="0">
              <a:solidFill>
                <a:srgbClr val="FF0000"/>
              </a:solidFill>
              <a:ea typeface="新宋体" panose="02010609030101010101" charset="-122"/>
              <a:cs typeface="Times New Roman" panose="02020603050405020304" pitchFamily="18" charset="0"/>
            </a:rPr>
            <a:t>递归地定义最优值</a:t>
          </a:r>
          <a:endParaRPr lang="zh-CN" altLang="en-US" sz="2800" b="1" dirty="0">
            <a:solidFill>
              <a:srgbClr val="FF0000"/>
            </a:solidFill>
          </a:endParaRPr>
        </a:p>
      </dgm:t>
    </dgm:pt>
    <dgm:pt modelId="{4A94E4C6-A449-4977-BEBF-7EE1BD4085F4}" cxnId="{2CF59D7F-9843-4941-886D-05991D5DF32B}" type="parTrans">
      <dgm:prSet/>
      <dgm:spPr/>
      <dgm:t>
        <a:bodyPr/>
        <a:lstStyle/>
        <a:p>
          <a:endParaRPr lang="zh-CN" altLang="en-US" sz="2800" b="1"/>
        </a:p>
      </dgm:t>
    </dgm:pt>
    <dgm:pt modelId="{81AF3F19-417F-432A-A6C4-807484EB254F}" cxnId="{2CF59D7F-9843-4941-886D-05991D5DF32B}" type="sibTrans">
      <dgm:prSet custT="1"/>
      <dgm:spPr/>
      <dgm:t>
        <a:bodyPr/>
        <a:lstStyle/>
        <a:p>
          <a:endParaRPr lang="zh-CN" altLang="en-US" sz="2800" b="1"/>
        </a:p>
      </dgm:t>
    </dgm:pt>
    <dgm:pt modelId="{2A5C3968-E496-460D-9640-00DB026BF740}">
      <dgm:prSet phldrT="[文本]" custT="1"/>
      <dgm:spPr/>
      <dgm:t>
        <a:bodyPr/>
        <a:lstStyle/>
        <a:p>
          <a:pPr algn="ctr"/>
          <a:r>
            <a:rPr lang="zh-CN" altLang="en-US" sz="2800" b="1" dirty="0" smtClean="0">
              <a:solidFill>
                <a:srgbClr val="FF0000"/>
              </a:solidFill>
              <a:ea typeface="新宋体" panose="02010609030101010101" charset="-122"/>
              <a:cs typeface="Times New Roman" panose="02020603050405020304" pitchFamily="18" charset="0"/>
            </a:rPr>
            <a:t>以自底向上的方式计算出最优值</a:t>
          </a:r>
          <a:endParaRPr lang="zh-CN" altLang="en-US" sz="2800" b="1" dirty="0">
            <a:solidFill>
              <a:srgbClr val="FF0000"/>
            </a:solidFill>
          </a:endParaRPr>
        </a:p>
      </dgm:t>
    </dgm:pt>
    <dgm:pt modelId="{6D9CBC55-09D2-4D26-B4F5-BB70687E49C7}" cxnId="{FBD5E71C-EF12-4C3A-B93B-7CC45197B7EE}" type="parTrans">
      <dgm:prSet/>
      <dgm:spPr/>
      <dgm:t>
        <a:bodyPr/>
        <a:lstStyle/>
        <a:p>
          <a:endParaRPr lang="zh-CN" altLang="en-US" sz="2800" b="1"/>
        </a:p>
      </dgm:t>
    </dgm:pt>
    <dgm:pt modelId="{0ADFCA23-5AA2-485B-A8FA-F368AB02C358}" cxnId="{FBD5E71C-EF12-4C3A-B93B-7CC45197B7EE}" type="sibTrans">
      <dgm:prSet custT="1"/>
      <dgm:spPr/>
      <dgm:t>
        <a:bodyPr/>
        <a:lstStyle/>
        <a:p>
          <a:endParaRPr lang="zh-CN" altLang="en-US" sz="2800" b="1"/>
        </a:p>
      </dgm:t>
    </dgm:pt>
    <dgm:pt modelId="{63955DA7-2341-4E1A-B630-C6876FE34425}">
      <dgm:prSet phldrT="[文本]" custT="1"/>
      <dgm:spPr/>
      <dgm:t>
        <a:bodyPr/>
        <a:lstStyle/>
        <a:p>
          <a:pPr algn="ctr"/>
          <a:r>
            <a:rPr lang="zh-CN" altLang="en-US" sz="2800" b="1" dirty="0" smtClean="0">
              <a:solidFill>
                <a:srgbClr val="FF0000"/>
              </a:solidFill>
              <a:ea typeface="新宋体" panose="02010609030101010101" charset="-122"/>
              <a:cs typeface="Times New Roman" panose="02020603050405020304" pitchFamily="18" charset="0"/>
            </a:rPr>
            <a:t>根据计算最优值时得到的信息</a:t>
          </a:r>
          <a:endParaRPr lang="en-US" altLang="zh-CN" sz="2800" b="1" dirty="0" smtClean="0">
            <a:solidFill>
              <a:srgbClr val="FF0000"/>
            </a:solidFill>
            <a:ea typeface="楷体_GB2312" pitchFamily="49" charset="-122"/>
            <a:cs typeface="Times New Roman" panose="02020603050405020304" pitchFamily="18" charset="0"/>
          </a:endParaRPr>
        </a:p>
        <a:p>
          <a:pPr algn="ctr"/>
          <a:r>
            <a:rPr lang="zh-CN" altLang="en-US" sz="2800" b="1" dirty="0" smtClean="0">
              <a:solidFill>
                <a:srgbClr val="FF0000"/>
              </a:solidFill>
              <a:ea typeface="新宋体" panose="02010609030101010101" charset="-122"/>
              <a:cs typeface="Times New Roman" panose="02020603050405020304" pitchFamily="18" charset="0"/>
            </a:rPr>
            <a:t>构造最优解</a:t>
          </a:r>
          <a:endParaRPr lang="zh-CN" altLang="en-US" sz="2800" b="1" dirty="0">
            <a:solidFill>
              <a:srgbClr val="FF0000"/>
            </a:solidFill>
          </a:endParaRPr>
        </a:p>
      </dgm:t>
    </dgm:pt>
    <dgm:pt modelId="{A147AF6C-3CFA-49EE-AE83-D5AB0338381C}" cxnId="{6B679D6B-1129-4144-8F55-EE4E4BC08B52}" type="parTrans">
      <dgm:prSet/>
      <dgm:spPr/>
      <dgm:t>
        <a:bodyPr/>
        <a:lstStyle/>
        <a:p>
          <a:endParaRPr lang="zh-CN" altLang="en-US" sz="2800" b="1"/>
        </a:p>
      </dgm:t>
    </dgm:pt>
    <dgm:pt modelId="{7FADAFCD-4284-4D3A-B8CA-CC175884EDB5}" cxnId="{6B679D6B-1129-4144-8F55-EE4E4BC08B52}" type="sibTrans">
      <dgm:prSet/>
      <dgm:spPr/>
      <dgm:t>
        <a:bodyPr/>
        <a:lstStyle/>
        <a:p>
          <a:endParaRPr lang="zh-CN" altLang="en-US" sz="2800" b="1"/>
        </a:p>
      </dgm:t>
    </dgm:pt>
    <dgm:pt modelId="{CD35E8F1-F454-4B18-965D-EF389633C567}" type="pres">
      <dgm:prSet presAssocID="{F16CB21B-F811-4FDA-977B-87010203C6C6}" presName="outerComposite" presStyleCnt="0">
        <dgm:presLayoutVars>
          <dgm:chMax val="5"/>
          <dgm:dir/>
          <dgm:resizeHandles val="exact"/>
        </dgm:presLayoutVars>
      </dgm:prSet>
      <dgm:spPr/>
      <dgm:t>
        <a:bodyPr/>
        <a:lstStyle/>
        <a:p>
          <a:endParaRPr lang="zh-CN" altLang="en-US"/>
        </a:p>
      </dgm:t>
    </dgm:pt>
    <dgm:pt modelId="{85E17BEA-36C6-4015-A43F-1AEFFEC6682B}" type="pres">
      <dgm:prSet presAssocID="{F16CB21B-F811-4FDA-977B-87010203C6C6}" presName="dummyMaxCanvas" presStyleCnt="0">
        <dgm:presLayoutVars/>
      </dgm:prSet>
      <dgm:spPr/>
    </dgm:pt>
    <dgm:pt modelId="{EF57C71D-5A46-46C6-9F8F-E747535B9DC4}" type="pres">
      <dgm:prSet presAssocID="{F16CB21B-F811-4FDA-977B-87010203C6C6}" presName="FourNodes_1" presStyleLbl="node1" presStyleIdx="0" presStyleCnt="4">
        <dgm:presLayoutVars>
          <dgm:bulletEnabled val="1"/>
        </dgm:presLayoutVars>
      </dgm:prSet>
      <dgm:spPr/>
      <dgm:t>
        <a:bodyPr/>
        <a:lstStyle/>
        <a:p>
          <a:endParaRPr lang="zh-CN" altLang="en-US"/>
        </a:p>
      </dgm:t>
    </dgm:pt>
    <dgm:pt modelId="{8C04C5EB-92AE-4817-9FB7-5D643CE3EDCB}" type="pres">
      <dgm:prSet presAssocID="{F16CB21B-F811-4FDA-977B-87010203C6C6}" presName="FourNodes_2" presStyleLbl="node1" presStyleIdx="1" presStyleCnt="4">
        <dgm:presLayoutVars>
          <dgm:bulletEnabled val="1"/>
        </dgm:presLayoutVars>
      </dgm:prSet>
      <dgm:spPr/>
      <dgm:t>
        <a:bodyPr/>
        <a:lstStyle/>
        <a:p>
          <a:endParaRPr lang="zh-CN" altLang="en-US"/>
        </a:p>
      </dgm:t>
    </dgm:pt>
    <dgm:pt modelId="{71436A50-C0F7-4031-9936-41FF08D70027}" type="pres">
      <dgm:prSet presAssocID="{F16CB21B-F811-4FDA-977B-87010203C6C6}" presName="FourNodes_3" presStyleLbl="node1" presStyleIdx="2" presStyleCnt="4">
        <dgm:presLayoutVars>
          <dgm:bulletEnabled val="1"/>
        </dgm:presLayoutVars>
      </dgm:prSet>
      <dgm:spPr/>
      <dgm:t>
        <a:bodyPr/>
        <a:lstStyle/>
        <a:p>
          <a:endParaRPr lang="zh-CN" altLang="en-US"/>
        </a:p>
      </dgm:t>
    </dgm:pt>
    <dgm:pt modelId="{19E70499-4CEE-4736-B5BB-2A6EAF93FEE8}" type="pres">
      <dgm:prSet presAssocID="{F16CB21B-F811-4FDA-977B-87010203C6C6}" presName="FourNodes_4" presStyleLbl="node1" presStyleIdx="3" presStyleCnt="4">
        <dgm:presLayoutVars>
          <dgm:bulletEnabled val="1"/>
        </dgm:presLayoutVars>
      </dgm:prSet>
      <dgm:spPr/>
      <dgm:t>
        <a:bodyPr/>
        <a:lstStyle/>
        <a:p>
          <a:endParaRPr lang="zh-CN" altLang="en-US"/>
        </a:p>
      </dgm:t>
    </dgm:pt>
    <dgm:pt modelId="{E1EB270B-7950-42E3-99BC-94A3933B0062}" type="pres">
      <dgm:prSet presAssocID="{F16CB21B-F811-4FDA-977B-87010203C6C6}" presName="FourConn_1-2" presStyleLbl="fgAccFollowNode1" presStyleIdx="0" presStyleCnt="3">
        <dgm:presLayoutVars>
          <dgm:bulletEnabled val="1"/>
        </dgm:presLayoutVars>
      </dgm:prSet>
      <dgm:spPr/>
      <dgm:t>
        <a:bodyPr/>
        <a:lstStyle/>
        <a:p>
          <a:endParaRPr lang="zh-CN" altLang="en-US"/>
        </a:p>
      </dgm:t>
    </dgm:pt>
    <dgm:pt modelId="{B064D198-1A05-4945-A3E2-3A3DD1B3F38E}" type="pres">
      <dgm:prSet presAssocID="{F16CB21B-F811-4FDA-977B-87010203C6C6}" presName="FourConn_2-3" presStyleLbl="fgAccFollowNode1" presStyleIdx="1" presStyleCnt="3">
        <dgm:presLayoutVars>
          <dgm:bulletEnabled val="1"/>
        </dgm:presLayoutVars>
      </dgm:prSet>
      <dgm:spPr/>
      <dgm:t>
        <a:bodyPr/>
        <a:lstStyle/>
        <a:p>
          <a:endParaRPr lang="zh-CN" altLang="en-US"/>
        </a:p>
      </dgm:t>
    </dgm:pt>
    <dgm:pt modelId="{E9784E42-C9FF-4708-8241-AA167340D789}" type="pres">
      <dgm:prSet presAssocID="{F16CB21B-F811-4FDA-977B-87010203C6C6}" presName="FourConn_3-4" presStyleLbl="fgAccFollowNode1" presStyleIdx="2" presStyleCnt="3">
        <dgm:presLayoutVars>
          <dgm:bulletEnabled val="1"/>
        </dgm:presLayoutVars>
      </dgm:prSet>
      <dgm:spPr/>
      <dgm:t>
        <a:bodyPr/>
        <a:lstStyle/>
        <a:p>
          <a:endParaRPr lang="zh-CN" altLang="en-US"/>
        </a:p>
      </dgm:t>
    </dgm:pt>
    <dgm:pt modelId="{302B538E-3C79-4A79-81DC-9B05CB1B61F0}" type="pres">
      <dgm:prSet presAssocID="{F16CB21B-F811-4FDA-977B-87010203C6C6}" presName="FourNodes_1_text" presStyleLbl="node1" presStyleIdx="3" presStyleCnt="4">
        <dgm:presLayoutVars>
          <dgm:bulletEnabled val="1"/>
        </dgm:presLayoutVars>
      </dgm:prSet>
      <dgm:spPr/>
      <dgm:t>
        <a:bodyPr/>
        <a:lstStyle/>
        <a:p>
          <a:endParaRPr lang="zh-CN" altLang="en-US"/>
        </a:p>
      </dgm:t>
    </dgm:pt>
    <dgm:pt modelId="{B6C4A49C-8ADF-468C-A3F0-CB271432A79B}" type="pres">
      <dgm:prSet presAssocID="{F16CB21B-F811-4FDA-977B-87010203C6C6}" presName="FourNodes_2_text" presStyleLbl="node1" presStyleIdx="3" presStyleCnt="4">
        <dgm:presLayoutVars>
          <dgm:bulletEnabled val="1"/>
        </dgm:presLayoutVars>
      </dgm:prSet>
      <dgm:spPr/>
      <dgm:t>
        <a:bodyPr/>
        <a:lstStyle/>
        <a:p>
          <a:endParaRPr lang="zh-CN" altLang="en-US"/>
        </a:p>
      </dgm:t>
    </dgm:pt>
    <dgm:pt modelId="{E82E5ADA-CE77-41B7-8366-27A1A8C2DA2B}" type="pres">
      <dgm:prSet presAssocID="{F16CB21B-F811-4FDA-977B-87010203C6C6}" presName="FourNodes_3_text" presStyleLbl="node1" presStyleIdx="3" presStyleCnt="4">
        <dgm:presLayoutVars>
          <dgm:bulletEnabled val="1"/>
        </dgm:presLayoutVars>
      </dgm:prSet>
      <dgm:spPr/>
      <dgm:t>
        <a:bodyPr/>
        <a:lstStyle/>
        <a:p>
          <a:endParaRPr lang="zh-CN" altLang="en-US"/>
        </a:p>
      </dgm:t>
    </dgm:pt>
    <dgm:pt modelId="{FFA50E40-E44D-489E-AEDF-296356EED684}" type="pres">
      <dgm:prSet presAssocID="{F16CB21B-F811-4FDA-977B-87010203C6C6}" presName="FourNodes_4_text" presStyleLbl="node1" presStyleIdx="3" presStyleCnt="4">
        <dgm:presLayoutVars>
          <dgm:bulletEnabled val="1"/>
        </dgm:presLayoutVars>
      </dgm:prSet>
      <dgm:spPr/>
      <dgm:t>
        <a:bodyPr/>
        <a:lstStyle/>
        <a:p>
          <a:endParaRPr lang="zh-CN" altLang="en-US"/>
        </a:p>
      </dgm:t>
    </dgm:pt>
  </dgm:ptLst>
  <dgm:cxnLst>
    <dgm:cxn modelId="{CF3062C7-C3E5-498B-85E3-0631DD1BCFB7}" type="presOf" srcId="{F16CB21B-F811-4FDA-977B-87010203C6C6}" destId="{CD35E8F1-F454-4B18-965D-EF389633C567}" srcOrd="0" destOrd="0" presId="urn:microsoft.com/office/officeart/2005/8/layout/vProcess5"/>
    <dgm:cxn modelId="{FBD5E71C-EF12-4C3A-B93B-7CC45197B7EE}" srcId="{F16CB21B-F811-4FDA-977B-87010203C6C6}" destId="{2A5C3968-E496-460D-9640-00DB026BF740}" srcOrd="2" destOrd="0" parTransId="{6D9CBC55-09D2-4D26-B4F5-BB70687E49C7}" sibTransId="{0ADFCA23-5AA2-485B-A8FA-F368AB02C358}"/>
    <dgm:cxn modelId="{01ECB97E-62C7-4D46-87A5-81D5D2669A2C}" type="presOf" srcId="{0ADFCA23-5AA2-485B-A8FA-F368AB02C358}" destId="{E9784E42-C9FF-4708-8241-AA167340D789}" srcOrd="0" destOrd="0" presId="urn:microsoft.com/office/officeart/2005/8/layout/vProcess5"/>
    <dgm:cxn modelId="{04EA6D5D-7E5A-411B-A840-C15105A95AB3}" type="presOf" srcId="{63955DA7-2341-4E1A-B630-C6876FE34425}" destId="{FFA50E40-E44D-489E-AEDF-296356EED684}" srcOrd="1" destOrd="0" presId="urn:microsoft.com/office/officeart/2005/8/layout/vProcess5"/>
    <dgm:cxn modelId="{2CF59D7F-9843-4941-886D-05991D5DF32B}" srcId="{F16CB21B-F811-4FDA-977B-87010203C6C6}" destId="{A71A5D6A-5138-4759-B5BE-E4D68BD2EC0E}" srcOrd="1" destOrd="0" parTransId="{4A94E4C6-A449-4977-BEBF-7EE1BD4085F4}" sibTransId="{81AF3F19-417F-432A-A6C4-807484EB254F}"/>
    <dgm:cxn modelId="{B9659F7D-6470-4A34-A2DE-3C914DBB75A8}" srcId="{F16CB21B-F811-4FDA-977B-87010203C6C6}" destId="{4F90DA51-79FD-4190-8C6A-29CB46772174}" srcOrd="0" destOrd="0" parTransId="{3D3B2C4C-8F47-40EA-B27F-0A5289DE0201}" sibTransId="{8B9647C7-82D5-4A41-ABB7-B97C30E2D548}"/>
    <dgm:cxn modelId="{49246512-7E5D-43CA-BA71-988DDB919E0C}" type="presOf" srcId="{2A5C3968-E496-460D-9640-00DB026BF740}" destId="{71436A50-C0F7-4031-9936-41FF08D70027}" srcOrd="0" destOrd="0" presId="urn:microsoft.com/office/officeart/2005/8/layout/vProcess5"/>
    <dgm:cxn modelId="{87C614B3-00A3-4587-84E9-69D103B07EC3}" type="presOf" srcId="{81AF3F19-417F-432A-A6C4-807484EB254F}" destId="{B064D198-1A05-4945-A3E2-3A3DD1B3F38E}" srcOrd="0" destOrd="0" presId="urn:microsoft.com/office/officeart/2005/8/layout/vProcess5"/>
    <dgm:cxn modelId="{B13C6BAB-BFE4-4C3C-A873-28217B7BFA09}" type="presOf" srcId="{2A5C3968-E496-460D-9640-00DB026BF740}" destId="{E82E5ADA-CE77-41B7-8366-27A1A8C2DA2B}" srcOrd="1" destOrd="0" presId="urn:microsoft.com/office/officeart/2005/8/layout/vProcess5"/>
    <dgm:cxn modelId="{EEAC3FFF-16BF-414B-B66C-7919662A70CA}" type="presOf" srcId="{4F90DA51-79FD-4190-8C6A-29CB46772174}" destId="{EF57C71D-5A46-46C6-9F8F-E747535B9DC4}" srcOrd="0" destOrd="0" presId="urn:microsoft.com/office/officeart/2005/8/layout/vProcess5"/>
    <dgm:cxn modelId="{E7777280-2105-4E1C-B055-1BC53B9E3F6C}" type="presOf" srcId="{8B9647C7-82D5-4A41-ABB7-B97C30E2D548}" destId="{E1EB270B-7950-42E3-99BC-94A3933B0062}" srcOrd="0" destOrd="0" presId="urn:microsoft.com/office/officeart/2005/8/layout/vProcess5"/>
    <dgm:cxn modelId="{B7546E87-9C4F-4C2C-A8E2-378B5947803C}" type="presOf" srcId="{63955DA7-2341-4E1A-B630-C6876FE34425}" destId="{19E70499-4CEE-4736-B5BB-2A6EAF93FEE8}" srcOrd="0" destOrd="0" presId="urn:microsoft.com/office/officeart/2005/8/layout/vProcess5"/>
    <dgm:cxn modelId="{2BD6EC7B-FCE4-4114-AB18-E04CC0596724}" type="presOf" srcId="{A71A5D6A-5138-4759-B5BE-E4D68BD2EC0E}" destId="{8C04C5EB-92AE-4817-9FB7-5D643CE3EDCB}" srcOrd="0" destOrd="0" presId="urn:microsoft.com/office/officeart/2005/8/layout/vProcess5"/>
    <dgm:cxn modelId="{F041CB7B-A03D-4A9A-A031-B8788AD32212}" type="presOf" srcId="{A71A5D6A-5138-4759-B5BE-E4D68BD2EC0E}" destId="{B6C4A49C-8ADF-468C-A3F0-CB271432A79B}" srcOrd="1" destOrd="0" presId="urn:microsoft.com/office/officeart/2005/8/layout/vProcess5"/>
    <dgm:cxn modelId="{520475DE-0479-4CC7-88F5-53DB443AC4E5}" type="presOf" srcId="{4F90DA51-79FD-4190-8C6A-29CB46772174}" destId="{302B538E-3C79-4A79-81DC-9B05CB1B61F0}" srcOrd="1" destOrd="0" presId="urn:microsoft.com/office/officeart/2005/8/layout/vProcess5"/>
    <dgm:cxn modelId="{6B679D6B-1129-4144-8F55-EE4E4BC08B52}" srcId="{F16CB21B-F811-4FDA-977B-87010203C6C6}" destId="{63955DA7-2341-4E1A-B630-C6876FE34425}" srcOrd="3" destOrd="0" parTransId="{A147AF6C-3CFA-49EE-AE83-D5AB0338381C}" sibTransId="{7FADAFCD-4284-4D3A-B8CA-CC175884EDB5}"/>
    <dgm:cxn modelId="{9044D4E3-7CF3-40A1-8903-42711886877B}" type="presParOf" srcId="{CD35E8F1-F454-4B18-965D-EF389633C567}" destId="{85E17BEA-36C6-4015-A43F-1AEFFEC6682B}" srcOrd="0" destOrd="0" presId="urn:microsoft.com/office/officeart/2005/8/layout/vProcess5"/>
    <dgm:cxn modelId="{3FDCC614-6E5A-4DC0-A7C6-1854FD60CA85}" type="presParOf" srcId="{CD35E8F1-F454-4B18-965D-EF389633C567}" destId="{EF57C71D-5A46-46C6-9F8F-E747535B9DC4}" srcOrd="1" destOrd="0" presId="urn:microsoft.com/office/officeart/2005/8/layout/vProcess5"/>
    <dgm:cxn modelId="{F08AD7A8-EB5D-4501-9D66-43C6DF704824}" type="presParOf" srcId="{CD35E8F1-F454-4B18-965D-EF389633C567}" destId="{8C04C5EB-92AE-4817-9FB7-5D643CE3EDCB}" srcOrd="2" destOrd="0" presId="urn:microsoft.com/office/officeart/2005/8/layout/vProcess5"/>
    <dgm:cxn modelId="{59510D05-0BF0-4864-834E-16EDAA0BE014}" type="presParOf" srcId="{CD35E8F1-F454-4B18-965D-EF389633C567}" destId="{71436A50-C0F7-4031-9936-41FF08D70027}" srcOrd="3" destOrd="0" presId="urn:microsoft.com/office/officeart/2005/8/layout/vProcess5"/>
    <dgm:cxn modelId="{30A4876F-9E63-4177-8152-DB17D573CDC1}" type="presParOf" srcId="{CD35E8F1-F454-4B18-965D-EF389633C567}" destId="{19E70499-4CEE-4736-B5BB-2A6EAF93FEE8}" srcOrd="4" destOrd="0" presId="urn:microsoft.com/office/officeart/2005/8/layout/vProcess5"/>
    <dgm:cxn modelId="{487A5D6A-F6F1-41FF-96C1-DD1B1040A73F}" type="presParOf" srcId="{CD35E8F1-F454-4B18-965D-EF389633C567}" destId="{E1EB270B-7950-42E3-99BC-94A3933B0062}" srcOrd="5" destOrd="0" presId="urn:microsoft.com/office/officeart/2005/8/layout/vProcess5"/>
    <dgm:cxn modelId="{4E3AF7CC-7BA2-4818-937A-F99AF1DBA115}" type="presParOf" srcId="{CD35E8F1-F454-4B18-965D-EF389633C567}" destId="{B064D198-1A05-4945-A3E2-3A3DD1B3F38E}" srcOrd="6" destOrd="0" presId="urn:microsoft.com/office/officeart/2005/8/layout/vProcess5"/>
    <dgm:cxn modelId="{5A326FB7-DAE9-46BC-B593-1FA2AA607492}" type="presParOf" srcId="{CD35E8F1-F454-4B18-965D-EF389633C567}" destId="{E9784E42-C9FF-4708-8241-AA167340D789}" srcOrd="7" destOrd="0" presId="urn:microsoft.com/office/officeart/2005/8/layout/vProcess5"/>
    <dgm:cxn modelId="{CFD87412-DE7A-41EA-BD95-7B9AA0F66832}" type="presParOf" srcId="{CD35E8F1-F454-4B18-965D-EF389633C567}" destId="{302B538E-3C79-4A79-81DC-9B05CB1B61F0}" srcOrd="8" destOrd="0" presId="urn:microsoft.com/office/officeart/2005/8/layout/vProcess5"/>
    <dgm:cxn modelId="{2CF118FD-216D-4702-9447-48F1A76C94A5}" type="presParOf" srcId="{CD35E8F1-F454-4B18-965D-EF389633C567}" destId="{B6C4A49C-8ADF-468C-A3F0-CB271432A79B}" srcOrd="9" destOrd="0" presId="urn:microsoft.com/office/officeart/2005/8/layout/vProcess5"/>
    <dgm:cxn modelId="{F22DA90B-00C0-4495-8CDA-29CB0FC31840}" type="presParOf" srcId="{CD35E8F1-F454-4B18-965D-EF389633C567}" destId="{E82E5ADA-CE77-41B7-8366-27A1A8C2DA2B}" srcOrd="10" destOrd="0" presId="urn:microsoft.com/office/officeart/2005/8/layout/vProcess5"/>
    <dgm:cxn modelId="{70921C8E-96AF-42A2-941C-009152D87918}" type="presParOf" srcId="{CD35E8F1-F454-4B18-965D-EF389633C567}" destId="{FFA50E40-E44D-489E-AEDF-296356EED684}" srcOrd="11" destOrd="0" presId="urn:microsoft.com/office/officeart/2005/8/layout/vProcess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CC4EB86-626B-4F03-A50C-0A237B4C125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CB96CD09-97AA-4345-A379-98B8AE9BEE52}">
      <dgm:prSet phldrT="[文本]"/>
      <dgm:spPr/>
      <dgm:t>
        <a:bodyPr/>
        <a:lstStyle/>
        <a:p>
          <a:r>
            <a:rPr lang="zh-CN" altLang="en-US" dirty="0" smtClean="0"/>
            <a:t>分治递归</a:t>
          </a:r>
          <a:endParaRPr lang="zh-CN" altLang="en-US" dirty="0"/>
        </a:p>
      </dgm:t>
    </dgm:pt>
    <dgm:pt modelId="{6723AEB2-1818-4614-8EBA-903D6A9505EF}" cxnId="{9ACDB76D-4CEC-486E-958B-BA9E419C7A6B}" type="parTrans">
      <dgm:prSet/>
      <dgm:spPr/>
      <dgm:t>
        <a:bodyPr/>
        <a:lstStyle/>
        <a:p>
          <a:endParaRPr lang="zh-CN" altLang="en-US"/>
        </a:p>
      </dgm:t>
    </dgm:pt>
    <dgm:pt modelId="{8B0D65BD-4360-4476-818A-481687F96226}" cxnId="{9ACDB76D-4CEC-486E-958B-BA9E419C7A6B}" type="sibTrans">
      <dgm:prSet/>
      <dgm:spPr/>
      <dgm:t>
        <a:bodyPr/>
        <a:lstStyle/>
        <a:p>
          <a:endParaRPr lang="zh-CN" altLang="en-US"/>
        </a:p>
      </dgm:t>
    </dgm:pt>
    <dgm:pt modelId="{8B814D20-7C03-43D2-A3E2-91156CEA4AA3}">
      <dgm:prSet phldrT="[文本]" custT="1"/>
      <dgm:spPr/>
      <dgm:t>
        <a:bodyPr/>
        <a:lstStyle/>
        <a:p>
          <a:r>
            <a:rPr lang="zh-CN" altLang="en-US" sz="3200" dirty="0" smtClean="0"/>
            <a:t>递归与分治策略</a:t>
          </a:r>
          <a:endParaRPr lang="zh-CN" altLang="en-US" sz="3200" dirty="0"/>
        </a:p>
      </dgm:t>
    </dgm:pt>
    <dgm:pt modelId="{AC947770-3804-4719-8C65-9B37DA230CD3}" cxnId="{A3D5DE40-83C6-4BDD-960C-0F6BB702D1B2}" type="parTrans">
      <dgm:prSet/>
      <dgm:spPr/>
      <dgm:t>
        <a:bodyPr/>
        <a:lstStyle/>
        <a:p>
          <a:endParaRPr lang="zh-CN" altLang="en-US"/>
        </a:p>
      </dgm:t>
    </dgm:pt>
    <dgm:pt modelId="{A97C1F6C-4702-4846-BF70-813881924931}" cxnId="{A3D5DE40-83C6-4BDD-960C-0F6BB702D1B2}" type="sibTrans">
      <dgm:prSet/>
      <dgm:spPr/>
      <dgm:t>
        <a:bodyPr/>
        <a:lstStyle/>
        <a:p>
          <a:endParaRPr lang="zh-CN" altLang="en-US"/>
        </a:p>
      </dgm:t>
    </dgm:pt>
    <dgm:pt modelId="{FD4970BB-01C2-4363-86DE-204F4D91B644}">
      <dgm:prSet phldrT="[文本]"/>
      <dgm:spPr/>
      <dgm:t>
        <a:bodyPr/>
        <a:lstStyle/>
        <a:p>
          <a:r>
            <a:rPr lang="zh-CN" altLang="en-US" dirty="0" smtClean="0"/>
            <a:t>动态规划</a:t>
          </a:r>
          <a:endParaRPr lang="zh-CN" altLang="en-US" dirty="0"/>
        </a:p>
      </dgm:t>
    </dgm:pt>
    <dgm:pt modelId="{E916D774-688E-4F1E-8B6C-B0D9301F7FAE}" cxnId="{9368232B-4CB9-4D50-ADA6-29CD349EE700}" type="parTrans">
      <dgm:prSet/>
      <dgm:spPr/>
      <dgm:t>
        <a:bodyPr/>
        <a:lstStyle/>
        <a:p>
          <a:endParaRPr lang="zh-CN" altLang="en-US"/>
        </a:p>
      </dgm:t>
    </dgm:pt>
    <dgm:pt modelId="{956DBD21-3043-4803-BB8A-19FDF092B679}" cxnId="{9368232B-4CB9-4D50-ADA6-29CD349EE700}" type="sibTrans">
      <dgm:prSet/>
      <dgm:spPr/>
      <dgm:t>
        <a:bodyPr/>
        <a:lstStyle/>
        <a:p>
          <a:endParaRPr lang="zh-CN" altLang="en-US"/>
        </a:p>
      </dgm:t>
    </dgm:pt>
    <dgm:pt modelId="{C2A5EB17-CA76-49C0-85DE-1FA0B1731FCB}">
      <dgm:prSet phldrT="[文本]" custT="1"/>
      <dgm:spPr/>
      <dgm:t>
        <a:bodyPr/>
        <a:lstStyle/>
        <a:p>
          <a:r>
            <a:rPr lang="zh-CN" altLang="en-US" sz="2800" dirty="0" smtClean="0"/>
            <a:t>查表方式</a:t>
          </a:r>
          <a:endParaRPr lang="zh-CN" altLang="en-US" sz="2800" dirty="0"/>
        </a:p>
      </dgm:t>
    </dgm:pt>
    <dgm:pt modelId="{5A879F3C-3248-4B0C-921D-C517E646F087}" cxnId="{17B7E754-38DC-4B43-800C-E96439C4464A}" type="parTrans">
      <dgm:prSet/>
      <dgm:spPr/>
      <dgm:t>
        <a:bodyPr/>
        <a:lstStyle/>
        <a:p>
          <a:endParaRPr lang="zh-CN" altLang="en-US"/>
        </a:p>
      </dgm:t>
    </dgm:pt>
    <dgm:pt modelId="{85D42C8A-2B14-43D9-B524-0B3DD5D7729E}" cxnId="{17B7E754-38DC-4B43-800C-E96439C4464A}" type="sibTrans">
      <dgm:prSet/>
      <dgm:spPr/>
      <dgm:t>
        <a:bodyPr/>
        <a:lstStyle/>
        <a:p>
          <a:endParaRPr lang="zh-CN" altLang="en-US"/>
        </a:p>
      </dgm:t>
    </dgm:pt>
    <dgm:pt modelId="{6807CCD1-830D-4935-BC27-626226FDD5C5}">
      <dgm:prSet phldrT="[文本]" custT="1"/>
      <dgm:spPr/>
      <dgm:t>
        <a:bodyPr/>
        <a:lstStyle/>
        <a:p>
          <a:r>
            <a:rPr lang="en-US" altLang="zh-CN" sz="2800" dirty="0" smtClean="0"/>
            <a:t>Bottom-up</a:t>
          </a:r>
          <a:endParaRPr lang="zh-CN" altLang="en-US" sz="2800" dirty="0"/>
        </a:p>
      </dgm:t>
    </dgm:pt>
    <dgm:pt modelId="{851823F7-E1D4-48D6-9220-11213C35AB64}" cxnId="{C5845A14-947F-4A0F-A3CB-07628F2079DF}" type="parTrans">
      <dgm:prSet/>
      <dgm:spPr/>
      <dgm:t>
        <a:bodyPr/>
        <a:lstStyle/>
        <a:p>
          <a:endParaRPr lang="zh-CN" altLang="en-US"/>
        </a:p>
      </dgm:t>
    </dgm:pt>
    <dgm:pt modelId="{FC253E50-1A6A-4EEE-BBAD-D78C4775F535}" cxnId="{C5845A14-947F-4A0F-A3CB-07628F2079DF}" type="sibTrans">
      <dgm:prSet/>
      <dgm:spPr/>
      <dgm:t>
        <a:bodyPr/>
        <a:lstStyle/>
        <a:p>
          <a:endParaRPr lang="zh-CN" altLang="en-US"/>
        </a:p>
      </dgm:t>
    </dgm:pt>
    <dgm:pt modelId="{54660E9D-0AF8-45F3-9848-82C75C9FC7BD}">
      <dgm:prSet phldrT="[文本]"/>
      <dgm:spPr/>
      <dgm:t>
        <a:bodyPr/>
        <a:lstStyle/>
        <a:p>
          <a:r>
            <a:rPr lang="zh-CN" altLang="en-US" dirty="0" smtClean="0"/>
            <a:t>贪心算法</a:t>
          </a:r>
          <a:endParaRPr lang="zh-CN" altLang="en-US" dirty="0"/>
        </a:p>
      </dgm:t>
    </dgm:pt>
    <dgm:pt modelId="{5B26E741-30C0-4D56-BDB2-924E4A82160A}" cxnId="{A67B6E01-D87D-49A8-9EA0-49006CCBF1B2}" type="parTrans">
      <dgm:prSet/>
      <dgm:spPr/>
      <dgm:t>
        <a:bodyPr/>
        <a:lstStyle/>
        <a:p>
          <a:endParaRPr lang="zh-CN" altLang="en-US"/>
        </a:p>
      </dgm:t>
    </dgm:pt>
    <dgm:pt modelId="{6728AF70-8553-4215-A179-F79D40FF45EB}" cxnId="{A67B6E01-D87D-49A8-9EA0-49006CCBF1B2}" type="sibTrans">
      <dgm:prSet/>
      <dgm:spPr/>
      <dgm:t>
        <a:bodyPr/>
        <a:lstStyle/>
        <a:p>
          <a:endParaRPr lang="zh-CN" altLang="en-US"/>
        </a:p>
      </dgm:t>
    </dgm:pt>
    <dgm:pt modelId="{8787A1E0-58E4-4579-A397-D36FC96448FB}">
      <dgm:prSet phldrT="[文本]"/>
      <dgm:spPr/>
      <dgm:t>
        <a:bodyPr/>
        <a:lstStyle/>
        <a:p>
          <a:r>
            <a:rPr lang="zh-CN" altLang="en-US" dirty="0" smtClean="0"/>
            <a:t>贪心性质</a:t>
          </a:r>
          <a:endParaRPr lang="zh-CN" altLang="en-US" dirty="0"/>
        </a:p>
      </dgm:t>
    </dgm:pt>
    <dgm:pt modelId="{4715EA26-C283-4942-8A73-720957DEC15A}" cxnId="{0470F499-EF02-43C7-843C-CAD5E228E447}" type="parTrans">
      <dgm:prSet/>
      <dgm:spPr/>
      <dgm:t>
        <a:bodyPr/>
        <a:lstStyle/>
        <a:p>
          <a:endParaRPr lang="zh-CN" altLang="en-US"/>
        </a:p>
      </dgm:t>
    </dgm:pt>
    <dgm:pt modelId="{4B21E41E-8D16-48B2-8875-EEA37CE89052}" cxnId="{0470F499-EF02-43C7-843C-CAD5E228E447}" type="sibTrans">
      <dgm:prSet/>
      <dgm:spPr/>
      <dgm:t>
        <a:bodyPr/>
        <a:lstStyle/>
        <a:p>
          <a:endParaRPr lang="zh-CN" altLang="en-US"/>
        </a:p>
      </dgm:t>
    </dgm:pt>
    <dgm:pt modelId="{1B50B929-EE92-4E4B-B0A8-CCED388BE299}">
      <dgm:prSet phldrT="[文本]"/>
      <dgm:spPr/>
      <dgm:t>
        <a:bodyPr/>
        <a:lstStyle/>
        <a:p>
          <a:r>
            <a:rPr lang="en-US" altLang="zh-CN" dirty="0" smtClean="0"/>
            <a:t>Top-down</a:t>
          </a:r>
          <a:endParaRPr lang="zh-CN" altLang="en-US" dirty="0"/>
        </a:p>
      </dgm:t>
    </dgm:pt>
    <dgm:pt modelId="{A71263DC-40BC-467A-BE49-AF0D26985CD5}" cxnId="{1B76BC24-2280-45A2-ACD4-405993E6D307}" type="parTrans">
      <dgm:prSet/>
      <dgm:spPr/>
      <dgm:t>
        <a:bodyPr/>
        <a:lstStyle/>
        <a:p>
          <a:endParaRPr lang="zh-CN" altLang="en-US"/>
        </a:p>
      </dgm:t>
    </dgm:pt>
    <dgm:pt modelId="{2177B355-F652-4185-8383-40A0BD1837E6}" cxnId="{1B76BC24-2280-45A2-ACD4-405993E6D307}" type="sibTrans">
      <dgm:prSet/>
      <dgm:spPr/>
      <dgm:t>
        <a:bodyPr/>
        <a:lstStyle/>
        <a:p>
          <a:endParaRPr lang="zh-CN" altLang="en-US"/>
        </a:p>
      </dgm:t>
    </dgm:pt>
    <dgm:pt modelId="{8A01983A-99EC-4743-927F-E657DFC6A484}">
      <dgm:prSet phldrT="[文本]" custT="1"/>
      <dgm:spPr/>
      <dgm:t>
        <a:bodyPr/>
        <a:lstStyle/>
        <a:p>
          <a:r>
            <a:rPr lang="en-US" altLang="zh-CN" sz="3200" dirty="0" smtClean="0"/>
            <a:t>Top-down</a:t>
          </a:r>
          <a:endParaRPr lang="zh-CN" altLang="en-US" sz="3200" dirty="0"/>
        </a:p>
      </dgm:t>
    </dgm:pt>
    <dgm:pt modelId="{03661F96-D785-42DC-A8CE-14CCCF80B11E}" cxnId="{7362B424-259D-4CAD-ABB1-4FFBB2D18686}" type="parTrans">
      <dgm:prSet/>
      <dgm:spPr/>
      <dgm:t>
        <a:bodyPr/>
        <a:lstStyle/>
        <a:p>
          <a:endParaRPr lang="zh-CN" altLang="en-US"/>
        </a:p>
      </dgm:t>
    </dgm:pt>
    <dgm:pt modelId="{18E42988-1162-4B01-A74B-165A675A9F43}" cxnId="{7362B424-259D-4CAD-ABB1-4FFBB2D18686}" type="sibTrans">
      <dgm:prSet/>
      <dgm:spPr/>
      <dgm:t>
        <a:bodyPr/>
        <a:lstStyle/>
        <a:p>
          <a:endParaRPr lang="zh-CN" altLang="en-US"/>
        </a:p>
      </dgm:t>
    </dgm:pt>
    <dgm:pt modelId="{8DE67C7D-FA06-4923-BC12-ACE9F8B5D80B}">
      <dgm:prSet phldrT="[文本]" custT="1"/>
      <dgm:spPr/>
      <dgm:t>
        <a:bodyPr/>
        <a:lstStyle/>
        <a:p>
          <a:r>
            <a:rPr lang="zh-CN" altLang="en-US" sz="2800" dirty="0" smtClean="0"/>
            <a:t>最优子结构</a:t>
          </a:r>
          <a:endParaRPr lang="zh-CN" altLang="en-US" sz="2800" dirty="0"/>
        </a:p>
      </dgm:t>
    </dgm:pt>
    <dgm:pt modelId="{98A1B4E0-A6DC-4341-8190-8B97F1B1B04B}" cxnId="{1E606F28-6C27-4959-B9AB-6954D6137BB6}" type="parTrans">
      <dgm:prSet/>
      <dgm:spPr/>
      <dgm:t>
        <a:bodyPr/>
        <a:lstStyle/>
        <a:p>
          <a:endParaRPr lang="zh-CN" altLang="en-US"/>
        </a:p>
      </dgm:t>
    </dgm:pt>
    <dgm:pt modelId="{3CE1050E-E704-4CFB-9298-2DDA1838EC63}" cxnId="{1E606F28-6C27-4959-B9AB-6954D6137BB6}" type="sibTrans">
      <dgm:prSet/>
      <dgm:spPr/>
      <dgm:t>
        <a:bodyPr/>
        <a:lstStyle/>
        <a:p>
          <a:endParaRPr lang="zh-CN" altLang="en-US"/>
        </a:p>
      </dgm:t>
    </dgm:pt>
    <dgm:pt modelId="{B76BFC75-4B99-48FC-BFD8-A670B5E9E313}" type="pres">
      <dgm:prSet presAssocID="{9CC4EB86-626B-4F03-A50C-0A237B4C125B}" presName="Name0" presStyleCnt="0">
        <dgm:presLayoutVars>
          <dgm:dir/>
          <dgm:animLvl val="lvl"/>
          <dgm:resizeHandles val="exact"/>
        </dgm:presLayoutVars>
      </dgm:prSet>
      <dgm:spPr/>
      <dgm:t>
        <a:bodyPr/>
        <a:lstStyle/>
        <a:p>
          <a:endParaRPr lang="zh-CN" altLang="en-US"/>
        </a:p>
      </dgm:t>
    </dgm:pt>
    <dgm:pt modelId="{79581818-B2BB-4EE9-8F57-5DB95CE21603}" type="pres">
      <dgm:prSet presAssocID="{CB96CD09-97AA-4345-A379-98B8AE9BEE52}" presName="linNode" presStyleCnt="0"/>
      <dgm:spPr/>
    </dgm:pt>
    <dgm:pt modelId="{E5A97B7E-3846-4E78-A41A-9AD5F4AFA5AA}" type="pres">
      <dgm:prSet presAssocID="{CB96CD09-97AA-4345-A379-98B8AE9BEE52}" presName="parentText" presStyleLbl="node1" presStyleIdx="0" presStyleCnt="3">
        <dgm:presLayoutVars>
          <dgm:chMax val="1"/>
          <dgm:bulletEnabled val="1"/>
        </dgm:presLayoutVars>
      </dgm:prSet>
      <dgm:spPr/>
      <dgm:t>
        <a:bodyPr/>
        <a:lstStyle/>
        <a:p>
          <a:endParaRPr lang="zh-CN" altLang="en-US"/>
        </a:p>
      </dgm:t>
    </dgm:pt>
    <dgm:pt modelId="{468A9967-5D1D-4E15-B258-0D96C2B3EE64}" type="pres">
      <dgm:prSet presAssocID="{CB96CD09-97AA-4345-A379-98B8AE9BEE52}" presName="descendantText" presStyleLbl="alignAccFollowNode1" presStyleIdx="0" presStyleCnt="3">
        <dgm:presLayoutVars>
          <dgm:bulletEnabled val="1"/>
        </dgm:presLayoutVars>
      </dgm:prSet>
      <dgm:spPr/>
      <dgm:t>
        <a:bodyPr/>
        <a:lstStyle/>
        <a:p>
          <a:endParaRPr lang="zh-CN" altLang="en-US"/>
        </a:p>
      </dgm:t>
    </dgm:pt>
    <dgm:pt modelId="{6A1A63EB-5B7A-47DE-B053-0165515E1883}" type="pres">
      <dgm:prSet presAssocID="{8B0D65BD-4360-4476-818A-481687F96226}" presName="sp" presStyleCnt="0"/>
      <dgm:spPr/>
    </dgm:pt>
    <dgm:pt modelId="{047AB00A-B2CD-41B1-BF08-E8677CB989BA}" type="pres">
      <dgm:prSet presAssocID="{FD4970BB-01C2-4363-86DE-204F4D91B644}" presName="linNode" presStyleCnt="0"/>
      <dgm:spPr/>
    </dgm:pt>
    <dgm:pt modelId="{E806BDB1-2659-4B30-9BAA-DC1F55137331}" type="pres">
      <dgm:prSet presAssocID="{FD4970BB-01C2-4363-86DE-204F4D91B644}" presName="parentText" presStyleLbl="node1" presStyleIdx="1" presStyleCnt="3">
        <dgm:presLayoutVars>
          <dgm:chMax val="1"/>
          <dgm:bulletEnabled val="1"/>
        </dgm:presLayoutVars>
      </dgm:prSet>
      <dgm:spPr/>
      <dgm:t>
        <a:bodyPr/>
        <a:lstStyle/>
        <a:p>
          <a:endParaRPr lang="zh-CN" altLang="en-US"/>
        </a:p>
      </dgm:t>
    </dgm:pt>
    <dgm:pt modelId="{4442067B-8423-4930-A2A2-E61AB338DCF5}" type="pres">
      <dgm:prSet presAssocID="{FD4970BB-01C2-4363-86DE-204F4D91B644}" presName="descendantText" presStyleLbl="alignAccFollowNode1" presStyleIdx="1" presStyleCnt="3" custScaleY="133120">
        <dgm:presLayoutVars>
          <dgm:bulletEnabled val="1"/>
        </dgm:presLayoutVars>
      </dgm:prSet>
      <dgm:spPr/>
      <dgm:t>
        <a:bodyPr/>
        <a:lstStyle/>
        <a:p>
          <a:endParaRPr lang="zh-CN" altLang="en-US"/>
        </a:p>
      </dgm:t>
    </dgm:pt>
    <dgm:pt modelId="{00A91028-FF10-4F15-8672-2081BA53D089}" type="pres">
      <dgm:prSet presAssocID="{956DBD21-3043-4803-BB8A-19FDF092B679}" presName="sp" presStyleCnt="0"/>
      <dgm:spPr/>
    </dgm:pt>
    <dgm:pt modelId="{B096B8B5-F9CC-48B3-A0DB-68AFF7F7F3F2}" type="pres">
      <dgm:prSet presAssocID="{54660E9D-0AF8-45F3-9848-82C75C9FC7BD}" presName="linNode" presStyleCnt="0"/>
      <dgm:spPr/>
    </dgm:pt>
    <dgm:pt modelId="{5A83FA82-C5B5-455A-899A-8C1972FF4DD8}" type="pres">
      <dgm:prSet presAssocID="{54660E9D-0AF8-45F3-9848-82C75C9FC7BD}" presName="parentText" presStyleLbl="node1" presStyleIdx="2" presStyleCnt="3">
        <dgm:presLayoutVars>
          <dgm:chMax val="1"/>
          <dgm:bulletEnabled val="1"/>
        </dgm:presLayoutVars>
      </dgm:prSet>
      <dgm:spPr/>
      <dgm:t>
        <a:bodyPr/>
        <a:lstStyle/>
        <a:p>
          <a:endParaRPr lang="zh-CN" altLang="en-US"/>
        </a:p>
      </dgm:t>
    </dgm:pt>
    <dgm:pt modelId="{0E9F6EC9-28AD-4F2A-BB9D-330376AD4784}" type="pres">
      <dgm:prSet presAssocID="{54660E9D-0AF8-45F3-9848-82C75C9FC7BD}" presName="descendantText" presStyleLbl="alignAccFollowNode1" presStyleIdx="2" presStyleCnt="3">
        <dgm:presLayoutVars>
          <dgm:bulletEnabled val="1"/>
        </dgm:presLayoutVars>
      </dgm:prSet>
      <dgm:spPr/>
      <dgm:t>
        <a:bodyPr/>
        <a:lstStyle/>
        <a:p>
          <a:endParaRPr lang="zh-CN" altLang="en-US"/>
        </a:p>
      </dgm:t>
    </dgm:pt>
  </dgm:ptLst>
  <dgm:cxnLst>
    <dgm:cxn modelId="{C712F245-19C9-4E19-A444-6D32D995EFD0}" type="presOf" srcId="{8B814D20-7C03-43D2-A3E2-91156CEA4AA3}" destId="{468A9967-5D1D-4E15-B258-0D96C2B3EE64}" srcOrd="0" destOrd="0" presId="urn:microsoft.com/office/officeart/2005/8/layout/vList5"/>
    <dgm:cxn modelId="{1B76BC24-2280-45A2-ACD4-405993E6D307}" srcId="{54660E9D-0AF8-45F3-9848-82C75C9FC7BD}" destId="{1B50B929-EE92-4E4B-B0A8-CCED388BE299}" srcOrd="1" destOrd="0" parTransId="{A71263DC-40BC-467A-BE49-AF0D26985CD5}" sibTransId="{2177B355-F652-4185-8383-40A0BD1837E6}"/>
    <dgm:cxn modelId="{1E606F28-6C27-4959-B9AB-6954D6137BB6}" srcId="{FD4970BB-01C2-4363-86DE-204F4D91B644}" destId="{8DE67C7D-FA06-4923-BC12-ACE9F8B5D80B}" srcOrd="1" destOrd="0" parTransId="{98A1B4E0-A6DC-4341-8190-8B97F1B1B04B}" sibTransId="{3CE1050E-E704-4CFB-9298-2DDA1838EC63}"/>
    <dgm:cxn modelId="{7362B424-259D-4CAD-ABB1-4FFBB2D18686}" srcId="{CB96CD09-97AA-4345-A379-98B8AE9BEE52}" destId="{8A01983A-99EC-4743-927F-E657DFC6A484}" srcOrd="1" destOrd="0" parTransId="{03661F96-D785-42DC-A8CE-14CCCF80B11E}" sibTransId="{18E42988-1162-4B01-A74B-165A675A9F43}"/>
    <dgm:cxn modelId="{94B9874F-8B32-4A35-ACB3-579D64FDD7A6}" type="presOf" srcId="{8DE67C7D-FA06-4923-BC12-ACE9F8B5D80B}" destId="{4442067B-8423-4930-A2A2-E61AB338DCF5}" srcOrd="0" destOrd="1" presId="urn:microsoft.com/office/officeart/2005/8/layout/vList5"/>
    <dgm:cxn modelId="{50AB0645-7AC9-4828-92A6-3F1065304DF8}" type="presOf" srcId="{FD4970BB-01C2-4363-86DE-204F4D91B644}" destId="{E806BDB1-2659-4B30-9BAA-DC1F55137331}" srcOrd="0" destOrd="0" presId="urn:microsoft.com/office/officeart/2005/8/layout/vList5"/>
    <dgm:cxn modelId="{C1FF0BAF-1FB1-4B69-AFAE-5DD130E93466}" type="presOf" srcId="{1B50B929-EE92-4E4B-B0A8-CCED388BE299}" destId="{0E9F6EC9-28AD-4F2A-BB9D-330376AD4784}" srcOrd="0" destOrd="1" presId="urn:microsoft.com/office/officeart/2005/8/layout/vList5"/>
    <dgm:cxn modelId="{955C6489-C234-41C2-89C9-E83A7C09CC6A}" type="presOf" srcId="{54660E9D-0AF8-45F3-9848-82C75C9FC7BD}" destId="{5A83FA82-C5B5-455A-899A-8C1972FF4DD8}" srcOrd="0" destOrd="0" presId="urn:microsoft.com/office/officeart/2005/8/layout/vList5"/>
    <dgm:cxn modelId="{7CB552C0-397F-4420-87AA-326174DE332E}" type="presOf" srcId="{C2A5EB17-CA76-49C0-85DE-1FA0B1731FCB}" destId="{4442067B-8423-4930-A2A2-E61AB338DCF5}" srcOrd="0" destOrd="0" presId="urn:microsoft.com/office/officeart/2005/8/layout/vList5"/>
    <dgm:cxn modelId="{9ACDB76D-4CEC-486E-958B-BA9E419C7A6B}" srcId="{9CC4EB86-626B-4F03-A50C-0A237B4C125B}" destId="{CB96CD09-97AA-4345-A379-98B8AE9BEE52}" srcOrd="0" destOrd="0" parTransId="{6723AEB2-1818-4614-8EBA-903D6A9505EF}" sibTransId="{8B0D65BD-4360-4476-818A-481687F96226}"/>
    <dgm:cxn modelId="{A67B6E01-D87D-49A8-9EA0-49006CCBF1B2}" srcId="{9CC4EB86-626B-4F03-A50C-0A237B4C125B}" destId="{54660E9D-0AF8-45F3-9848-82C75C9FC7BD}" srcOrd="2" destOrd="0" parTransId="{5B26E741-30C0-4D56-BDB2-924E4A82160A}" sibTransId="{6728AF70-8553-4215-A179-F79D40FF45EB}"/>
    <dgm:cxn modelId="{C26C0AD9-2C8F-4461-B593-9323C27E8784}" type="presOf" srcId="{6807CCD1-830D-4935-BC27-626226FDD5C5}" destId="{4442067B-8423-4930-A2A2-E61AB338DCF5}" srcOrd="0" destOrd="2" presId="urn:microsoft.com/office/officeart/2005/8/layout/vList5"/>
    <dgm:cxn modelId="{59F4FFBA-5BB6-4677-9816-B7E7D8BE69A1}" type="presOf" srcId="{8787A1E0-58E4-4579-A397-D36FC96448FB}" destId="{0E9F6EC9-28AD-4F2A-BB9D-330376AD4784}" srcOrd="0" destOrd="0" presId="urn:microsoft.com/office/officeart/2005/8/layout/vList5"/>
    <dgm:cxn modelId="{4EA29603-D63A-4E93-B46D-8225E2C92CDA}" type="presOf" srcId="{9CC4EB86-626B-4F03-A50C-0A237B4C125B}" destId="{B76BFC75-4B99-48FC-BFD8-A670B5E9E313}" srcOrd="0" destOrd="0" presId="urn:microsoft.com/office/officeart/2005/8/layout/vList5"/>
    <dgm:cxn modelId="{A3D5DE40-83C6-4BDD-960C-0F6BB702D1B2}" srcId="{CB96CD09-97AA-4345-A379-98B8AE9BEE52}" destId="{8B814D20-7C03-43D2-A3E2-91156CEA4AA3}" srcOrd="0" destOrd="0" parTransId="{AC947770-3804-4719-8C65-9B37DA230CD3}" sibTransId="{A97C1F6C-4702-4846-BF70-813881924931}"/>
    <dgm:cxn modelId="{DF0043E4-5108-44CF-B357-F8370500C7B8}" type="presOf" srcId="{8A01983A-99EC-4743-927F-E657DFC6A484}" destId="{468A9967-5D1D-4E15-B258-0D96C2B3EE64}" srcOrd="0" destOrd="1" presId="urn:microsoft.com/office/officeart/2005/8/layout/vList5"/>
    <dgm:cxn modelId="{9368232B-4CB9-4D50-ADA6-29CD349EE700}" srcId="{9CC4EB86-626B-4F03-A50C-0A237B4C125B}" destId="{FD4970BB-01C2-4363-86DE-204F4D91B644}" srcOrd="1" destOrd="0" parTransId="{E916D774-688E-4F1E-8B6C-B0D9301F7FAE}" sibTransId="{956DBD21-3043-4803-BB8A-19FDF092B679}"/>
    <dgm:cxn modelId="{A2FBA183-33D1-4656-9D78-306C815A6891}" type="presOf" srcId="{CB96CD09-97AA-4345-A379-98B8AE9BEE52}" destId="{E5A97B7E-3846-4E78-A41A-9AD5F4AFA5AA}" srcOrd="0" destOrd="0" presId="urn:microsoft.com/office/officeart/2005/8/layout/vList5"/>
    <dgm:cxn modelId="{0470F499-EF02-43C7-843C-CAD5E228E447}" srcId="{54660E9D-0AF8-45F3-9848-82C75C9FC7BD}" destId="{8787A1E0-58E4-4579-A397-D36FC96448FB}" srcOrd="0" destOrd="0" parTransId="{4715EA26-C283-4942-8A73-720957DEC15A}" sibTransId="{4B21E41E-8D16-48B2-8875-EEA37CE89052}"/>
    <dgm:cxn modelId="{C5845A14-947F-4A0F-A3CB-07628F2079DF}" srcId="{FD4970BB-01C2-4363-86DE-204F4D91B644}" destId="{6807CCD1-830D-4935-BC27-626226FDD5C5}" srcOrd="2" destOrd="0" parTransId="{851823F7-E1D4-48D6-9220-11213C35AB64}" sibTransId="{FC253E50-1A6A-4EEE-BBAD-D78C4775F535}"/>
    <dgm:cxn modelId="{17B7E754-38DC-4B43-800C-E96439C4464A}" srcId="{FD4970BB-01C2-4363-86DE-204F4D91B644}" destId="{C2A5EB17-CA76-49C0-85DE-1FA0B1731FCB}" srcOrd="0" destOrd="0" parTransId="{5A879F3C-3248-4B0C-921D-C517E646F087}" sibTransId="{85D42C8A-2B14-43D9-B524-0B3DD5D7729E}"/>
    <dgm:cxn modelId="{DC0EDAE1-9F47-4657-B728-7906DF9025E4}" type="presParOf" srcId="{B76BFC75-4B99-48FC-BFD8-A670B5E9E313}" destId="{79581818-B2BB-4EE9-8F57-5DB95CE21603}" srcOrd="0" destOrd="0" presId="urn:microsoft.com/office/officeart/2005/8/layout/vList5"/>
    <dgm:cxn modelId="{DAFF4764-9726-4980-A503-95F5C13EAD4B}" type="presParOf" srcId="{79581818-B2BB-4EE9-8F57-5DB95CE21603}" destId="{E5A97B7E-3846-4E78-A41A-9AD5F4AFA5AA}" srcOrd="0" destOrd="0" presId="urn:microsoft.com/office/officeart/2005/8/layout/vList5"/>
    <dgm:cxn modelId="{79937E78-DF05-4B0D-900C-264E38510E22}" type="presParOf" srcId="{79581818-B2BB-4EE9-8F57-5DB95CE21603}" destId="{468A9967-5D1D-4E15-B258-0D96C2B3EE64}" srcOrd="1" destOrd="0" presId="urn:microsoft.com/office/officeart/2005/8/layout/vList5"/>
    <dgm:cxn modelId="{4BFCEBF1-7C41-4867-B183-2890E496E0EC}" type="presParOf" srcId="{B76BFC75-4B99-48FC-BFD8-A670B5E9E313}" destId="{6A1A63EB-5B7A-47DE-B053-0165515E1883}" srcOrd="1" destOrd="0" presId="urn:microsoft.com/office/officeart/2005/8/layout/vList5"/>
    <dgm:cxn modelId="{C7DFFCA0-3E71-4791-818A-ED1B3E579B8A}" type="presParOf" srcId="{B76BFC75-4B99-48FC-BFD8-A670B5E9E313}" destId="{047AB00A-B2CD-41B1-BF08-E8677CB989BA}" srcOrd="2" destOrd="0" presId="urn:microsoft.com/office/officeart/2005/8/layout/vList5"/>
    <dgm:cxn modelId="{138EEAF5-1B7D-40F8-9EED-35EECEC172B2}" type="presParOf" srcId="{047AB00A-B2CD-41B1-BF08-E8677CB989BA}" destId="{E806BDB1-2659-4B30-9BAA-DC1F55137331}" srcOrd="0" destOrd="0" presId="urn:microsoft.com/office/officeart/2005/8/layout/vList5"/>
    <dgm:cxn modelId="{A47331CF-5573-4A1F-853D-8C795FF3A92D}" type="presParOf" srcId="{047AB00A-B2CD-41B1-BF08-E8677CB989BA}" destId="{4442067B-8423-4930-A2A2-E61AB338DCF5}" srcOrd="1" destOrd="0" presId="urn:microsoft.com/office/officeart/2005/8/layout/vList5"/>
    <dgm:cxn modelId="{A71B602B-52EC-4E78-B65D-1C1EF8C18F97}" type="presParOf" srcId="{B76BFC75-4B99-48FC-BFD8-A670B5E9E313}" destId="{00A91028-FF10-4F15-8672-2081BA53D089}" srcOrd="3" destOrd="0" presId="urn:microsoft.com/office/officeart/2005/8/layout/vList5"/>
    <dgm:cxn modelId="{F536099D-1649-4554-9874-E91CFCD6A7F3}" type="presParOf" srcId="{B76BFC75-4B99-48FC-BFD8-A670B5E9E313}" destId="{B096B8B5-F9CC-48B3-A0DB-68AFF7F7F3F2}" srcOrd="4" destOrd="0" presId="urn:microsoft.com/office/officeart/2005/8/layout/vList5"/>
    <dgm:cxn modelId="{5F9C993C-6C48-4805-A850-860505FA863B}" type="presParOf" srcId="{B096B8B5-F9CC-48B3-A0DB-68AFF7F7F3F2}" destId="{5A83FA82-C5B5-455A-899A-8C1972FF4DD8}" srcOrd="0" destOrd="0" presId="urn:microsoft.com/office/officeart/2005/8/layout/vList5"/>
    <dgm:cxn modelId="{B32D6B56-8EE4-4B67-9555-2A77BA870E7C}" type="presParOf" srcId="{B096B8B5-F9CC-48B3-A0DB-68AFF7F7F3F2}" destId="{0E9F6EC9-28AD-4F2A-BB9D-330376AD4784}"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srcNode" val="parTx"/>
            <dgm:param type="dstNode" val="parTx"/>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zh-CN" altLang="en-US"/>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7619A2A2-01D1-4C02-8008-91985777C8D7}"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zh-CN" altLang="en-US"/>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266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7D736B80-930E-48CF-9A74-93F5CE058F61}"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553F44B-E85F-42B5-A89A-A0DFD8EF60DE}" type="slidenum">
              <a:rPr lang="zh-CN" altLang="en-US"/>
            </a:fld>
            <a:endParaRPr lang="en-US" altLang="zh-CN"/>
          </a:p>
        </p:txBody>
      </p:sp>
      <p:sp>
        <p:nvSpPr>
          <p:cNvPr id="283650" name="Rectangle 2"/>
          <p:cNvSpPr>
            <a:spLocks noGrp="1" noRot="1" noChangeAspect="1" noChangeArrowheads="1" noTextEdit="1"/>
          </p:cNvSpPr>
          <p:nvPr>
            <p:ph type="sldImg"/>
          </p:nvPr>
        </p:nvSpPr>
        <p:spPr/>
      </p:sp>
      <p:sp>
        <p:nvSpPr>
          <p:cNvPr id="283651" name="Rectangle 3"/>
          <p:cNvSpPr>
            <a:spLocks noGrp="1" noChangeArrowheads="1"/>
          </p:cNvSpPr>
          <p:nvPr>
            <p:ph type="body" idx="1"/>
          </p:nvPr>
        </p:nvSpPr>
        <p:spPr/>
        <p:txBody>
          <a:bodyPr/>
          <a:lstStyle/>
          <a:p>
            <a:r>
              <a:rPr lang="zh-CN" altLang="en-US"/>
              <a:t>欢迎辞</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22914" name="Line 2"/>
          <p:cNvSpPr>
            <a:spLocks noChangeShapeType="1"/>
          </p:cNvSpPr>
          <p:nvPr/>
        </p:nvSpPr>
        <p:spPr bwMode="auto">
          <a:xfrm>
            <a:off x="7315200" y="1066800"/>
            <a:ext cx="0" cy="449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2915" name="Rectangle 3"/>
          <p:cNvSpPr>
            <a:spLocks noGrp="1" noChangeArrowheads="1"/>
          </p:cNvSpPr>
          <p:nvPr>
            <p:ph type="ctrTitle"/>
          </p:nvPr>
        </p:nvSpPr>
        <p:spPr>
          <a:xfrm>
            <a:off x="315913" y="466725"/>
            <a:ext cx="6781800" cy="2133600"/>
          </a:xfrm>
        </p:spPr>
        <p:txBody>
          <a:bodyPr/>
          <a:lstStyle>
            <a:lvl1pPr algn="r">
              <a:defRPr sz="4800"/>
            </a:lvl1pPr>
          </a:lstStyle>
          <a:p>
            <a:pPr lvl="0"/>
            <a:r>
              <a:rPr lang="en-US" altLang="zh-CN" noProof="0" smtClean="0"/>
              <a:t>单击此处编辑母版标题样式</a:t>
            </a:r>
            <a:endParaRPr lang="en-US" altLang="zh-CN" noProof="0" smtClean="0"/>
          </a:p>
        </p:txBody>
      </p:sp>
      <p:sp>
        <p:nvSpPr>
          <p:cNvPr id="422916"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en-US" altLang="zh-CN" noProof="0" smtClean="0"/>
              <a:t>单击此处编辑母版副标题样式</a:t>
            </a:r>
            <a:endParaRPr lang="en-US" altLang="zh-CN" noProof="0" smtClean="0"/>
          </a:p>
        </p:txBody>
      </p:sp>
      <p:sp>
        <p:nvSpPr>
          <p:cNvPr id="422917" name="Rectangle 5"/>
          <p:cNvSpPr>
            <a:spLocks noGrp="1" noChangeArrowheads="1"/>
          </p:cNvSpPr>
          <p:nvPr>
            <p:ph type="dt" sz="half" idx="2"/>
          </p:nvPr>
        </p:nvSpPr>
        <p:spPr/>
        <p:txBody>
          <a:bodyPr/>
          <a:lstStyle>
            <a:lvl1pPr>
              <a:defRPr/>
            </a:lvl1pPr>
          </a:lstStyle>
          <a:p>
            <a:endParaRPr lang="en-US" altLang="zh-CN"/>
          </a:p>
        </p:txBody>
      </p:sp>
      <p:sp>
        <p:nvSpPr>
          <p:cNvPr id="422918" name="Rectangle 6"/>
          <p:cNvSpPr>
            <a:spLocks noGrp="1" noChangeArrowheads="1"/>
          </p:cNvSpPr>
          <p:nvPr>
            <p:ph type="ftr" sz="quarter" idx="3"/>
          </p:nvPr>
        </p:nvSpPr>
        <p:spPr/>
        <p:txBody>
          <a:bodyPr/>
          <a:lstStyle>
            <a:lvl1pPr>
              <a:defRPr/>
            </a:lvl1pPr>
          </a:lstStyle>
          <a:p>
            <a:endParaRPr lang="en-US" altLang="zh-CN"/>
          </a:p>
        </p:txBody>
      </p:sp>
      <p:sp>
        <p:nvSpPr>
          <p:cNvPr id="422919" name="Rectangle 7"/>
          <p:cNvSpPr>
            <a:spLocks noGrp="1" noChangeArrowheads="1"/>
          </p:cNvSpPr>
          <p:nvPr>
            <p:ph type="sldNum" sz="quarter" idx="4"/>
          </p:nvPr>
        </p:nvSpPr>
        <p:spPr/>
        <p:txBody>
          <a:bodyPr/>
          <a:lstStyle>
            <a:lvl1pPr>
              <a:defRPr/>
            </a:lvl1pPr>
          </a:lstStyle>
          <a:p>
            <a:fld id="{5067BFAA-8BD1-4769-BBB1-AAD39E092426}" type="slidenum">
              <a:rPr lang="en-US" altLang="zh-CN"/>
            </a:fld>
            <a:endParaRPr lang="en-US" altLang="zh-CN"/>
          </a:p>
        </p:txBody>
      </p:sp>
      <p:grpSp>
        <p:nvGrpSpPr>
          <p:cNvPr id="422920" name="Group 8"/>
          <p:cNvGrpSpPr/>
          <p:nvPr/>
        </p:nvGrpSpPr>
        <p:grpSpPr bwMode="auto">
          <a:xfrm>
            <a:off x="7493000" y="2992438"/>
            <a:ext cx="1338263" cy="2189162"/>
            <a:chOff x="4704" y="1885"/>
            <a:chExt cx="843" cy="1379"/>
          </a:xfrm>
        </p:grpSpPr>
        <p:sp>
          <p:nvSpPr>
            <p:cNvPr id="422921"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22"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23"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24"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25"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26"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27"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28"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29"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0"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1"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2"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3"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4"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5"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6"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7"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8"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39"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40"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41"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42"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43"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44"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45"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46"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47"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48"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49"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50"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2951"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2952" name="Line 40"/>
          <p:cNvSpPr>
            <a:spLocks noChangeShapeType="1"/>
          </p:cNvSpPr>
          <p:nvPr/>
        </p:nvSpPr>
        <p:spPr bwMode="auto">
          <a:xfrm>
            <a:off x="304800" y="2819400"/>
            <a:ext cx="8229600" cy="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3445F39-DC34-4DFE-B437-DDC7D9CC747E}"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DF08068-8F70-4C02-A3C6-9AD8644DD2EA}"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047328BE-0BA1-49A4-87CC-75E28BFDF07B}"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7AA424CD-0B75-4407-A610-81510AD4562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2301CDF3-0A6D-40C3-980B-2E9652485642}"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B62ECCEC-0832-4E2D-B147-2BECFF83A224}"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29AB96A-FD16-4908-B596-2C8ECA91F91E}"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F2BB14A8-4EEC-4FF7-B242-1F22CE704F07}"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32A5CE-882E-4EB5-9DBF-6F0A9CC22146}"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9C72175-93B6-4E5F-8A2F-E3DD63487256}"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1890" name="Line 2"/>
          <p:cNvSpPr>
            <a:spLocks noChangeShapeType="1"/>
          </p:cNvSpPr>
          <p:nvPr/>
        </p:nvSpPr>
        <p:spPr bwMode="auto">
          <a:xfrm>
            <a:off x="7962900" y="152400"/>
            <a:ext cx="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1891" name="Rectangle 3"/>
          <p:cNvSpPr>
            <a:spLocks noGrp="1" noChangeArrowheads="1"/>
          </p:cNvSpPr>
          <p:nvPr>
            <p:ph type="title"/>
          </p:nvPr>
        </p:nvSpPr>
        <p:spPr bwMode="auto">
          <a:xfrm>
            <a:off x="457200" y="12223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smtClean="0"/>
              <a:t>单击此处编辑母版标题样式</a:t>
            </a:r>
            <a:endParaRPr lang="en-US" altLang="zh-CN" smtClean="0"/>
          </a:p>
        </p:txBody>
      </p:sp>
      <p:sp>
        <p:nvSpPr>
          <p:cNvPr id="421892" name="Rectangle 4"/>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smtClean="0"/>
              <a:t>单击此处编辑母版文本样式</a:t>
            </a:r>
            <a:endParaRPr lang="en-US" altLang="zh-CN" smtClean="0"/>
          </a:p>
          <a:p>
            <a:pPr lvl="1"/>
            <a:r>
              <a:rPr lang="en-US" altLang="zh-CN" smtClean="0"/>
              <a:t>第二级</a:t>
            </a:r>
            <a:endParaRPr lang="en-US" altLang="zh-CN" smtClean="0"/>
          </a:p>
          <a:p>
            <a:pPr lvl="2"/>
            <a:r>
              <a:rPr lang="en-US" altLang="zh-CN" smtClean="0"/>
              <a:t>第三级</a:t>
            </a:r>
            <a:endParaRPr lang="en-US" altLang="zh-CN" smtClean="0"/>
          </a:p>
          <a:p>
            <a:pPr lvl="3"/>
            <a:r>
              <a:rPr lang="en-US" altLang="zh-CN" smtClean="0"/>
              <a:t>第四级</a:t>
            </a:r>
            <a:endParaRPr lang="en-US" altLang="zh-CN" smtClean="0"/>
          </a:p>
          <a:p>
            <a:pPr lvl="4"/>
            <a:r>
              <a:rPr lang="en-US" altLang="zh-CN" smtClean="0"/>
              <a:t>第五级</a:t>
            </a:r>
            <a:endParaRPr lang="en-US" altLang="zh-CN" smtClean="0"/>
          </a:p>
        </p:txBody>
      </p:sp>
      <p:sp>
        <p:nvSpPr>
          <p:cNvPr id="421893"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lvl1pPr>
          </a:lstStyle>
          <a:p>
            <a:endParaRPr lang="en-US" altLang="zh-CN"/>
          </a:p>
        </p:txBody>
      </p:sp>
      <p:sp>
        <p:nvSpPr>
          <p:cNvPr id="421894" name="Rectangle 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000"/>
            </a:lvl1pPr>
          </a:lstStyle>
          <a:p>
            <a:endParaRPr lang="en-US" altLang="zh-CN"/>
          </a:p>
        </p:txBody>
      </p:sp>
      <p:sp>
        <p:nvSpPr>
          <p:cNvPr id="421895"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lvl1pPr>
          </a:lstStyle>
          <a:p>
            <a:fld id="{C201710B-3596-4D87-B451-247390863C75}" type="slidenum">
              <a:rPr lang="en-US" altLang="zh-CN"/>
            </a:fld>
            <a:endParaRPr lang="en-US" altLang="zh-CN"/>
          </a:p>
        </p:txBody>
      </p:sp>
      <p:grpSp>
        <p:nvGrpSpPr>
          <p:cNvPr id="421896" name="Group 8"/>
          <p:cNvGrpSpPr/>
          <p:nvPr/>
        </p:nvGrpSpPr>
        <p:grpSpPr bwMode="auto">
          <a:xfrm>
            <a:off x="8153400" y="152400"/>
            <a:ext cx="792163" cy="1295400"/>
            <a:chOff x="5136" y="960"/>
            <a:chExt cx="528" cy="864"/>
          </a:xfrm>
        </p:grpSpPr>
        <p:sp>
          <p:nvSpPr>
            <p:cNvPr id="421897"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898"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899"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00"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01"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02"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03"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04"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05"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06"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07"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08"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09"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10"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11"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12"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13"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14"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15"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16"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17"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18"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19"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20"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21"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22"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23"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24"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25"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26"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1927"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rtl="0" fontAlgn="base">
        <a:spcBef>
          <a:spcPct val="0"/>
        </a:spcBef>
        <a:spcAft>
          <a:spcPct val="0"/>
        </a:spcAft>
        <a:defRPr sz="3900" b="1">
          <a:solidFill>
            <a:schemeClr val="tx2"/>
          </a:solidFill>
          <a:latin typeface="+mj-lt"/>
          <a:ea typeface="+mj-ea"/>
          <a:cs typeface="+mj-cs"/>
        </a:defRPr>
      </a:lvl1pPr>
      <a:lvl2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fontAlgn="base">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fontAlgn="base">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fontAlgn="base">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jpe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wmf"/></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oleObject" Target="../embeddings/oleObject1.bin"/></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wmf"/><Relationship Id="rId1" Type="http://schemas.openxmlformats.org/officeDocument/2006/relationships/oleObject" Target="../embeddings/oleObject2.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wmf"/></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wmf"/></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wmf"/></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wmf"/></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wmf"/></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4"/>
          </p:nvPr>
        </p:nvSpPr>
        <p:spPr/>
        <p:txBody>
          <a:bodyPr/>
          <a:lstStyle/>
          <a:p>
            <a:fld id="{F8514913-DDDF-43EC-8D94-A877733B84CE}" type="slidenum">
              <a:rPr lang="en-US" altLang="zh-CN"/>
            </a:fld>
            <a:endParaRPr lang="en-US" altLang="zh-CN"/>
          </a:p>
        </p:txBody>
      </p:sp>
      <p:sp>
        <p:nvSpPr>
          <p:cNvPr id="282626" name="Rectangle 2"/>
          <p:cNvSpPr>
            <a:spLocks noGrp="1" noChangeArrowheads="1"/>
          </p:cNvSpPr>
          <p:nvPr>
            <p:ph type="ctrTitle"/>
          </p:nvPr>
        </p:nvSpPr>
        <p:spPr>
          <a:xfrm>
            <a:off x="684213" y="1700213"/>
            <a:ext cx="6480175" cy="1081087"/>
          </a:xfrm>
        </p:spPr>
        <p:txBody>
          <a:bodyPr/>
          <a:lstStyle/>
          <a:p>
            <a:r>
              <a:rPr lang="zh-CN" altLang="en-US"/>
              <a:t>第</a:t>
            </a:r>
            <a:r>
              <a:rPr lang="en-US" altLang="zh-CN"/>
              <a:t>3</a:t>
            </a:r>
            <a:r>
              <a:rPr lang="zh-CN" altLang="en-US"/>
              <a:t>章  动态规划</a:t>
            </a:r>
            <a:endParaRPr lang="zh-CN" altLang="en-US"/>
          </a:p>
        </p:txBody>
      </p:sp>
      <p:sp>
        <p:nvSpPr>
          <p:cNvPr id="282631" name="Rectangle 7"/>
          <p:cNvSpPr>
            <a:spLocks noChangeArrowheads="1"/>
          </p:cNvSpPr>
          <p:nvPr/>
        </p:nvSpPr>
        <p:spPr bwMode="auto">
          <a:xfrm>
            <a:off x="1258888" y="3044825"/>
            <a:ext cx="58721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3200" b="1">
                <a:solidFill>
                  <a:srgbClr val="CC0000"/>
                </a:solidFill>
                <a:latin typeface="Comic Sans MS" panose="030F0702030302020204" pitchFamily="66" charset="0"/>
              </a:rPr>
              <a:t>History does not occur again</a:t>
            </a:r>
            <a:endParaRPr lang="zh-CN" altLang="en-US" sz="3200" b="1">
              <a:solidFill>
                <a:srgbClr val="CC0000"/>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82631"/>
                                        </p:tgtEl>
                                        <p:attrNameLst>
                                          <p:attrName>style.visibility</p:attrName>
                                        </p:attrNameLst>
                                      </p:cBhvr>
                                      <p:to>
                                        <p:strVal val="visible"/>
                                      </p:to>
                                    </p:set>
                                    <p:anim calcmode="lin" valueType="num">
                                      <p:cBhvr>
                                        <p:cTn id="7" dur="500" fill="hold"/>
                                        <p:tgtEl>
                                          <p:spTgt spid="282631"/>
                                        </p:tgtEl>
                                        <p:attrNameLst>
                                          <p:attrName>ppt_w</p:attrName>
                                        </p:attrNameLst>
                                      </p:cBhvr>
                                      <p:tavLst>
                                        <p:tav tm="0">
                                          <p:val>
                                            <p:fltVal val="0"/>
                                          </p:val>
                                        </p:tav>
                                        <p:tav tm="100000">
                                          <p:val>
                                            <p:strVal val="#ppt_w"/>
                                          </p:val>
                                        </p:tav>
                                      </p:tavLst>
                                    </p:anim>
                                    <p:anim calcmode="lin" valueType="num">
                                      <p:cBhvr>
                                        <p:cTn id="8" dur="500" fill="hold"/>
                                        <p:tgtEl>
                                          <p:spTgt spid="282631"/>
                                        </p:tgtEl>
                                        <p:attrNameLst>
                                          <p:attrName>ppt_h</p:attrName>
                                        </p:attrNameLst>
                                      </p:cBhvr>
                                      <p:tavLst>
                                        <p:tav tm="0">
                                          <p:val>
                                            <p:fltVal val="0"/>
                                          </p:val>
                                        </p:tav>
                                        <p:tav tm="100000">
                                          <p:val>
                                            <p:strVal val="#ppt_h"/>
                                          </p:val>
                                        </p:tav>
                                      </p:tavLst>
                                    </p:anim>
                                    <p:anim calcmode="lin" valueType="num">
                                      <p:cBhvr>
                                        <p:cTn id="9" dur="500" fill="hold"/>
                                        <p:tgtEl>
                                          <p:spTgt spid="282631"/>
                                        </p:tgtEl>
                                        <p:attrNameLst>
                                          <p:attrName>style.rotation</p:attrName>
                                        </p:attrNameLst>
                                      </p:cBhvr>
                                      <p:tavLst>
                                        <p:tav tm="0">
                                          <p:val>
                                            <p:fltVal val="360"/>
                                          </p:val>
                                        </p:tav>
                                        <p:tav tm="100000">
                                          <p:val>
                                            <p:fltVal val="0"/>
                                          </p:val>
                                        </p:tav>
                                      </p:tavLst>
                                    </p:anim>
                                    <p:animEffect transition="in" filter="fade">
                                      <p:cBhvr>
                                        <p:cTn id="10" dur="500"/>
                                        <p:tgtEl>
                                          <p:spTgt spid="282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3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829F1C42-737E-4AA3-B05F-7BD3B00B4C9D}" type="slidenum">
              <a:rPr lang="en-US" altLang="zh-CN"/>
            </a:fld>
            <a:endParaRPr lang="en-US" altLang="zh-CN"/>
          </a:p>
        </p:txBody>
      </p:sp>
      <p:sp>
        <p:nvSpPr>
          <p:cNvPr id="336899" name="Rectangle 3"/>
          <p:cNvSpPr>
            <a:spLocks noGrp="1" noChangeArrowheads="1"/>
          </p:cNvSpPr>
          <p:nvPr>
            <p:ph type="body" idx="1"/>
          </p:nvPr>
        </p:nvSpPr>
        <p:spPr>
          <a:xfrm>
            <a:off x="673100" y="630238"/>
            <a:ext cx="7570788" cy="5391150"/>
          </a:xfrm>
        </p:spPr>
        <p:txBody>
          <a:bodyPr/>
          <a:lstStyle/>
          <a:p>
            <a:pPr eaLnBrk="0">
              <a:lnSpc>
                <a:spcPct val="120000"/>
              </a:lnSpc>
              <a:buFont typeface="Wingdings" panose="05000000000000000000" pitchFamily="2" charset="2"/>
              <a:buNone/>
            </a:pPr>
            <a:r>
              <a:rPr lang="zh-CN" altLang="en-US" sz="2400" b="1">
                <a:solidFill>
                  <a:srgbClr val="3907F1"/>
                </a:solidFill>
              </a:rPr>
              <a:t>     学习要点</a:t>
            </a:r>
            <a:r>
              <a:rPr lang="en-US" altLang="zh-CN" sz="2400" b="1">
                <a:solidFill>
                  <a:srgbClr val="3907F1"/>
                </a:solidFill>
              </a:rPr>
              <a:t>:</a:t>
            </a:r>
            <a:endParaRPr lang="en-US" altLang="zh-CN" sz="2400" b="1">
              <a:solidFill>
                <a:srgbClr val="3907F1"/>
              </a:solidFill>
            </a:endParaRPr>
          </a:p>
          <a:p>
            <a:pPr>
              <a:lnSpc>
                <a:spcPct val="120000"/>
              </a:lnSpc>
              <a:buFont typeface="Symbol" panose="05050102010706020507" pitchFamily="18" charset="2"/>
              <a:buChar char="·"/>
            </a:pPr>
            <a:r>
              <a:rPr lang="zh-CN" altLang="en-US" sz="2400" b="1"/>
              <a:t>理解动态规划算法的概念</a:t>
            </a:r>
            <a:endParaRPr lang="zh-CN" altLang="en-US" sz="2400" b="1"/>
          </a:p>
          <a:p>
            <a:pPr>
              <a:lnSpc>
                <a:spcPct val="120000"/>
              </a:lnSpc>
              <a:buFont typeface="Symbol" panose="05050102010706020507" pitchFamily="18" charset="2"/>
              <a:buChar char="·"/>
            </a:pPr>
            <a:r>
              <a:rPr lang="zh-CN" altLang="en-US" sz="2400" b="1">
                <a:solidFill>
                  <a:srgbClr val="CC0000"/>
                </a:solidFill>
              </a:rPr>
              <a:t>掌握动态规划算法的基本要素</a:t>
            </a:r>
            <a:endParaRPr lang="zh-CN" altLang="en-US" sz="2400" b="1">
              <a:solidFill>
                <a:srgbClr val="CC0000"/>
              </a:solidFill>
            </a:endParaRPr>
          </a:p>
          <a:p>
            <a:pPr>
              <a:lnSpc>
                <a:spcPct val="120000"/>
              </a:lnSpc>
              <a:buFont typeface="Symbol" panose="05050102010706020507" pitchFamily="18" charset="2"/>
              <a:buNone/>
            </a:pPr>
            <a:r>
              <a:rPr lang="zh-CN" altLang="en-US" sz="2400" b="1"/>
              <a:t>  </a:t>
            </a:r>
            <a:r>
              <a:rPr lang="en-US" altLang="zh-CN" sz="2400" b="1"/>
              <a:t>(1) </a:t>
            </a:r>
            <a:r>
              <a:rPr lang="zh-CN" altLang="en-US" sz="2400" b="1"/>
              <a:t>最优子结构性质</a:t>
            </a:r>
            <a:endParaRPr lang="zh-CN" altLang="en-US" sz="2400" b="1"/>
          </a:p>
          <a:p>
            <a:pPr>
              <a:lnSpc>
                <a:spcPct val="120000"/>
              </a:lnSpc>
              <a:buFont typeface="Symbol" panose="05050102010706020507" pitchFamily="18" charset="2"/>
              <a:buNone/>
            </a:pPr>
            <a:r>
              <a:rPr lang="zh-CN" altLang="en-US" sz="2400" b="1"/>
              <a:t>  </a:t>
            </a:r>
            <a:r>
              <a:rPr lang="en-US" altLang="zh-CN" sz="2400" b="1"/>
              <a:t>(2) </a:t>
            </a:r>
            <a:r>
              <a:rPr lang="zh-CN" altLang="en-US" sz="2400" b="1"/>
              <a:t>重叠子问题性质</a:t>
            </a:r>
            <a:endParaRPr lang="zh-CN" altLang="en-US" sz="2400" b="1">
              <a:sym typeface="Symbol" panose="05050102010706020507" pitchFamily="18" charset="2"/>
            </a:endParaRPr>
          </a:p>
          <a:p>
            <a:pPr>
              <a:lnSpc>
                <a:spcPct val="120000"/>
              </a:lnSpc>
              <a:buFont typeface="Symbol" panose="05050102010706020507" pitchFamily="18" charset="2"/>
              <a:buChar char="·"/>
            </a:pPr>
            <a:r>
              <a:rPr lang="zh-CN" altLang="en-US" sz="2400" b="1">
                <a:solidFill>
                  <a:srgbClr val="CC0000"/>
                </a:solidFill>
              </a:rPr>
              <a:t>掌握设计动态规划算法的步骤</a:t>
            </a:r>
            <a:endParaRPr lang="zh-CN" altLang="en-US" sz="2400" b="1"/>
          </a:p>
          <a:p>
            <a:pPr>
              <a:lnSpc>
                <a:spcPct val="120000"/>
              </a:lnSpc>
              <a:buFont typeface="Symbol" panose="05050102010706020507" pitchFamily="18" charset="2"/>
              <a:buNone/>
            </a:pPr>
            <a:r>
              <a:rPr lang="en-US" altLang="zh-CN" sz="2400" b="1"/>
              <a:t>  (1) </a:t>
            </a:r>
            <a:r>
              <a:rPr lang="zh-CN" altLang="en-US" sz="2400" b="1"/>
              <a:t>找出最优解的性质，并刻划其结构特征</a:t>
            </a:r>
            <a:endParaRPr lang="zh-CN" altLang="en-US" sz="2400" b="1"/>
          </a:p>
          <a:p>
            <a:pPr>
              <a:lnSpc>
                <a:spcPct val="120000"/>
              </a:lnSpc>
              <a:buFont typeface="Symbol" panose="05050102010706020507" pitchFamily="18" charset="2"/>
              <a:buNone/>
            </a:pPr>
            <a:r>
              <a:rPr lang="en-US" altLang="zh-CN" sz="2400" b="1"/>
              <a:t>  (2) </a:t>
            </a:r>
            <a:r>
              <a:rPr lang="zh-CN" altLang="en-US" sz="2400" b="1"/>
              <a:t>递归地定义最优值</a:t>
            </a:r>
            <a:endParaRPr lang="zh-CN" altLang="en-US" sz="2400" b="1"/>
          </a:p>
          <a:p>
            <a:pPr>
              <a:lnSpc>
                <a:spcPct val="120000"/>
              </a:lnSpc>
              <a:buFont typeface="Symbol" panose="05050102010706020507" pitchFamily="18" charset="2"/>
              <a:buNone/>
            </a:pPr>
            <a:r>
              <a:rPr lang="en-US" altLang="zh-CN" sz="2400" b="1"/>
              <a:t>  (3) </a:t>
            </a:r>
            <a:r>
              <a:rPr lang="zh-CN" altLang="en-US" sz="2400" b="1"/>
              <a:t>以自底向上的方式计算出最优值</a:t>
            </a:r>
            <a:endParaRPr lang="zh-CN" altLang="en-US" sz="2400" b="1"/>
          </a:p>
          <a:p>
            <a:pPr>
              <a:lnSpc>
                <a:spcPct val="120000"/>
              </a:lnSpc>
              <a:buFont typeface="Symbol" panose="05050102010706020507" pitchFamily="18" charset="2"/>
              <a:buNone/>
            </a:pPr>
            <a:r>
              <a:rPr lang="en-US" altLang="zh-CN" sz="2400" b="1"/>
              <a:t>  (4) </a:t>
            </a:r>
            <a:r>
              <a:rPr lang="zh-CN" altLang="en-US" sz="2400" b="1"/>
              <a:t>根据计算最优值时得到的信息，构造最优解</a:t>
            </a:r>
            <a:endParaRPr lang="zh-CN" altLang="en-US" sz="2400" b="1"/>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AE1DA108-3E08-4BE9-BCB0-AC708F427842}" type="slidenum">
              <a:rPr lang="en-US" altLang="zh-CN"/>
            </a:fld>
            <a:endParaRPr lang="en-US" altLang="zh-CN"/>
          </a:p>
        </p:txBody>
      </p:sp>
      <p:sp>
        <p:nvSpPr>
          <p:cNvPr id="337923" name="Rectangle 3"/>
          <p:cNvSpPr>
            <a:spLocks noGrp="1" noChangeArrowheads="1"/>
          </p:cNvSpPr>
          <p:nvPr>
            <p:ph type="body" idx="1"/>
          </p:nvPr>
        </p:nvSpPr>
        <p:spPr>
          <a:xfrm>
            <a:off x="914400" y="836613"/>
            <a:ext cx="7186613" cy="5030787"/>
          </a:xfrm>
        </p:spPr>
        <p:txBody>
          <a:bodyPr/>
          <a:lstStyle/>
          <a:p>
            <a:pPr>
              <a:lnSpc>
                <a:spcPct val="120000"/>
              </a:lnSpc>
              <a:spcBef>
                <a:spcPct val="0"/>
              </a:spcBef>
              <a:buFont typeface="Symbol" panose="05050102010706020507" pitchFamily="18" charset="2"/>
              <a:buChar char="·"/>
            </a:pPr>
            <a:r>
              <a:rPr lang="zh-CN" altLang="en-US" sz="2400" b="1" dirty="0">
                <a:solidFill>
                  <a:srgbClr val="CC0000"/>
                </a:solidFill>
              </a:rPr>
              <a:t>通过应用范例学习动态规划算法设计策略</a:t>
            </a:r>
            <a:endParaRPr lang="zh-CN" altLang="en-US" sz="2400" b="1" dirty="0">
              <a:solidFill>
                <a:srgbClr val="CC0000"/>
              </a:solidFill>
            </a:endParaRPr>
          </a:p>
          <a:p>
            <a:pPr>
              <a:lnSpc>
                <a:spcPct val="120000"/>
              </a:lnSpc>
              <a:spcBef>
                <a:spcPct val="0"/>
              </a:spcBef>
              <a:buFont typeface="Symbol" panose="05050102010706020507" pitchFamily="18" charset="2"/>
              <a:buNone/>
            </a:pPr>
            <a:r>
              <a:rPr lang="zh-CN" altLang="en-US" sz="2400" b="1" dirty="0"/>
              <a:t>（</a:t>
            </a:r>
            <a:r>
              <a:rPr lang="en-US" altLang="zh-CN" sz="2400" b="1" dirty="0"/>
              <a:t>1</a:t>
            </a:r>
            <a:r>
              <a:rPr lang="zh-CN" altLang="en-US" sz="2400" b="1" dirty="0"/>
              <a:t>）矩阵连乘问题</a:t>
            </a:r>
            <a:endParaRPr lang="zh-CN" altLang="en-US" sz="2400" b="1" dirty="0"/>
          </a:p>
          <a:p>
            <a:pPr>
              <a:lnSpc>
                <a:spcPct val="120000"/>
              </a:lnSpc>
              <a:spcBef>
                <a:spcPct val="0"/>
              </a:spcBef>
              <a:buFont typeface="Symbol" panose="05050102010706020507" pitchFamily="18" charset="2"/>
              <a:buNone/>
            </a:pPr>
            <a:r>
              <a:rPr lang="zh-CN" altLang="en-US" sz="2400" b="1" dirty="0"/>
              <a:t>（</a:t>
            </a:r>
            <a:r>
              <a:rPr lang="en-US" altLang="zh-CN" sz="2400" b="1" dirty="0"/>
              <a:t>2</a:t>
            </a:r>
            <a:r>
              <a:rPr lang="zh-CN" altLang="en-US" sz="2400" b="1" dirty="0"/>
              <a:t>）最长公共子序列</a:t>
            </a:r>
            <a:endParaRPr lang="zh-CN" altLang="en-US" sz="2400" b="1" dirty="0"/>
          </a:p>
          <a:p>
            <a:pPr>
              <a:lnSpc>
                <a:spcPct val="120000"/>
              </a:lnSpc>
              <a:spcBef>
                <a:spcPct val="0"/>
              </a:spcBef>
              <a:buFont typeface="Symbol" panose="05050102010706020507" pitchFamily="18" charset="2"/>
              <a:buNone/>
            </a:pPr>
            <a:r>
              <a:rPr lang="zh-CN" altLang="en-US" sz="2400" b="1" dirty="0"/>
              <a:t>（</a:t>
            </a:r>
            <a:r>
              <a:rPr lang="en-US" altLang="zh-CN" sz="2400" b="1" dirty="0"/>
              <a:t>3</a:t>
            </a:r>
            <a:r>
              <a:rPr lang="zh-CN" altLang="en-US" sz="2400" b="1" dirty="0"/>
              <a:t>）最大子段和</a:t>
            </a:r>
            <a:endParaRPr lang="zh-CN" altLang="en-US" sz="2400" b="1" dirty="0"/>
          </a:p>
          <a:p>
            <a:pPr>
              <a:lnSpc>
                <a:spcPct val="120000"/>
              </a:lnSpc>
              <a:spcBef>
                <a:spcPct val="0"/>
              </a:spcBef>
              <a:buFont typeface="Symbol" panose="05050102010706020507" pitchFamily="18" charset="2"/>
              <a:buNone/>
            </a:pPr>
            <a:r>
              <a:rPr lang="zh-CN" altLang="en-US" sz="2400" b="1" dirty="0"/>
              <a:t>（</a:t>
            </a:r>
            <a:r>
              <a:rPr lang="en-US" altLang="zh-CN" sz="2400" b="1" dirty="0"/>
              <a:t>4</a:t>
            </a:r>
            <a:r>
              <a:rPr lang="zh-CN" altLang="en-US" sz="2400" b="1" dirty="0"/>
              <a:t>）凸多边形最优三角剖分</a:t>
            </a:r>
            <a:endParaRPr lang="zh-CN" altLang="en-US" sz="2400" b="1" dirty="0"/>
          </a:p>
          <a:p>
            <a:pPr>
              <a:lnSpc>
                <a:spcPct val="120000"/>
              </a:lnSpc>
              <a:spcBef>
                <a:spcPct val="0"/>
              </a:spcBef>
              <a:buFont typeface="Symbol" panose="05050102010706020507" pitchFamily="18" charset="2"/>
              <a:buNone/>
            </a:pPr>
            <a:r>
              <a:rPr lang="zh-CN" altLang="en-US" sz="2400" b="1" dirty="0"/>
              <a:t>（</a:t>
            </a:r>
            <a:r>
              <a:rPr lang="en-US" altLang="zh-CN" sz="2400" b="1" dirty="0"/>
              <a:t>5</a:t>
            </a:r>
            <a:r>
              <a:rPr lang="zh-CN" altLang="en-US" sz="2400" b="1" dirty="0"/>
              <a:t>）多边形游戏</a:t>
            </a:r>
            <a:endParaRPr lang="zh-CN" altLang="en-US" sz="2400" b="1" dirty="0"/>
          </a:p>
          <a:p>
            <a:pPr>
              <a:lnSpc>
                <a:spcPct val="120000"/>
              </a:lnSpc>
              <a:spcBef>
                <a:spcPct val="0"/>
              </a:spcBef>
              <a:buFont typeface="Symbol" panose="05050102010706020507" pitchFamily="18" charset="2"/>
              <a:buNone/>
            </a:pPr>
            <a:r>
              <a:rPr lang="zh-CN" altLang="en-US" sz="2400" b="1" dirty="0"/>
              <a:t>（</a:t>
            </a:r>
            <a:r>
              <a:rPr lang="en-US" altLang="zh-CN" sz="2400" b="1" dirty="0"/>
              <a:t>6</a:t>
            </a:r>
            <a:r>
              <a:rPr lang="zh-CN" altLang="en-US" sz="2400" b="1" dirty="0"/>
              <a:t>）图像压缩</a:t>
            </a:r>
            <a:endParaRPr lang="zh-CN" altLang="en-US" sz="2400" b="1" dirty="0"/>
          </a:p>
          <a:p>
            <a:pPr>
              <a:lnSpc>
                <a:spcPct val="120000"/>
              </a:lnSpc>
              <a:spcBef>
                <a:spcPct val="0"/>
              </a:spcBef>
              <a:buNone/>
            </a:pPr>
            <a:r>
              <a:rPr lang="zh-CN" altLang="en-US" sz="2400" b="1" dirty="0"/>
              <a:t>（</a:t>
            </a:r>
            <a:r>
              <a:rPr lang="en-US" altLang="zh-CN" sz="2400" b="1" dirty="0"/>
              <a:t>7</a:t>
            </a:r>
            <a:r>
              <a:rPr lang="zh-CN" altLang="en-US" sz="2400" b="1" dirty="0"/>
              <a:t>）电路布线</a:t>
            </a:r>
            <a:endParaRPr lang="zh-CN" altLang="en-US" sz="2400" b="1" dirty="0"/>
          </a:p>
          <a:p>
            <a:pPr>
              <a:lnSpc>
                <a:spcPct val="120000"/>
              </a:lnSpc>
              <a:spcBef>
                <a:spcPct val="0"/>
              </a:spcBef>
              <a:buFont typeface="Symbol" panose="05050102010706020507" pitchFamily="18" charset="2"/>
              <a:buNone/>
            </a:pPr>
            <a:r>
              <a:rPr lang="zh-CN" altLang="en-US" sz="2400" b="1" dirty="0"/>
              <a:t>（</a:t>
            </a:r>
            <a:r>
              <a:rPr lang="en-US" altLang="zh-CN" sz="2400" b="1" dirty="0"/>
              <a:t>8</a:t>
            </a:r>
            <a:r>
              <a:rPr lang="zh-CN" altLang="en-US" sz="2400" b="1" dirty="0"/>
              <a:t>）流水作业调度</a:t>
            </a:r>
            <a:endParaRPr lang="zh-CN" altLang="en-US" sz="2400" b="1" dirty="0"/>
          </a:p>
          <a:p>
            <a:pPr>
              <a:lnSpc>
                <a:spcPct val="120000"/>
              </a:lnSpc>
              <a:spcBef>
                <a:spcPct val="0"/>
              </a:spcBef>
              <a:buFont typeface="Symbol" panose="05050102010706020507" pitchFamily="18" charset="2"/>
              <a:buNone/>
            </a:pPr>
            <a:r>
              <a:rPr lang="zh-CN" altLang="en-US" sz="2400" b="1" dirty="0"/>
              <a:t>（</a:t>
            </a:r>
            <a:r>
              <a:rPr lang="en-US" altLang="zh-CN" sz="2400" b="1" dirty="0"/>
              <a:t>9</a:t>
            </a:r>
            <a:r>
              <a:rPr lang="zh-CN" altLang="en-US" sz="2400" b="1" dirty="0"/>
              <a:t>）背包问题</a:t>
            </a:r>
            <a:endParaRPr lang="zh-CN" altLang="en-US" sz="2400" b="1" dirty="0"/>
          </a:p>
          <a:p>
            <a:pPr>
              <a:lnSpc>
                <a:spcPct val="120000"/>
              </a:lnSpc>
              <a:spcBef>
                <a:spcPct val="0"/>
              </a:spcBef>
              <a:buFont typeface="Symbol" panose="05050102010706020507" pitchFamily="18" charset="2"/>
              <a:buNone/>
            </a:pPr>
            <a:r>
              <a:rPr lang="zh-CN" altLang="en-US" sz="2400" b="1" dirty="0"/>
              <a:t>（</a:t>
            </a:r>
            <a:r>
              <a:rPr lang="en-US" altLang="zh-CN" sz="2400" b="1" dirty="0"/>
              <a:t>10</a:t>
            </a:r>
            <a:r>
              <a:rPr lang="zh-CN" altLang="en-US" sz="2400" b="1" dirty="0"/>
              <a:t>）最优二叉搜索树</a:t>
            </a:r>
            <a:endParaRPr lang="zh-CN" altLang="en-US" sz="2400"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自然界中的斐波那契</a:t>
            </a:r>
            <a:endParaRPr lang="zh-CN" altLang="en-US" dirty="0"/>
          </a:p>
        </p:txBody>
      </p:sp>
      <p:sp>
        <p:nvSpPr>
          <p:cNvPr id="4" name="灯片编号占位符 3"/>
          <p:cNvSpPr>
            <a:spLocks noGrp="1"/>
          </p:cNvSpPr>
          <p:nvPr>
            <p:ph type="sldNum" sz="quarter" idx="12"/>
          </p:nvPr>
        </p:nvSpPr>
        <p:spPr/>
        <p:txBody>
          <a:bodyPr/>
          <a:lstStyle/>
          <a:p>
            <a:fld id="{5DB37055-CCE8-4392-AF7B-1F293776C84A}" type="slidenum">
              <a:rPr lang="en-US" altLang="zh-CN" smtClean="0">
                <a:solidFill>
                  <a:prstClr val="black">
                    <a:lumMod val="65000"/>
                    <a:lumOff val="35000"/>
                  </a:prstClr>
                </a:solidFill>
              </a:rPr>
            </a:fld>
            <a:endParaRPr lang="en-US" altLang="zh-CN">
              <a:solidFill>
                <a:prstClr val="black">
                  <a:lumMod val="65000"/>
                  <a:lumOff val="35000"/>
                </a:prstClr>
              </a:solidFill>
            </a:endParaRPr>
          </a:p>
        </p:txBody>
      </p:sp>
      <p:pic>
        <p:nvPicPr>
          <p:cNvPr id="1026"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539552" y="2145133"/>
            <a:ext cx="4147440" cy="31105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descr="http://www.math168.com/UploadFiles/2010422176292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2109812"/>
            <a:ext cx="3562350" cy="31146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115616" y="1412776"/>
            <a:ext cx="6591697" cy="101768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b="1">
              <a:solidFill>
                <a:srgbClr val="FF0000"/>
              </a:solidFill>
            </a:endParaRPr>
          </a:p>
        </p:txBody>
      </p:sp>
      <p:sp>
        <p:nvSpPr>
          <p:cNvPr id="454703" name="Rectangle 47"/>
          <p:cNvSpPr>
            <a:spLocks noGrp="1" noChangeArrowheads="1"/>
          </p:cNvSpPr>
          <p:nvPr>
            <p:ph idx="1"/>
          </p:nvPr>
        </p:nvSpPr>
        <p:spPr>
          <a:xfrm>
            <a:off x="323528" y="476672"/>
            <a:ext cx="8610600" cy="827088"/>
          </a:xfrm>
          <a:noFill/>
        </p:spPr>
        <p:txBody>
          <a:bodyPr>
            <a:noAutofit/>
          </a:bodyPr>
          <a:lstStyle/>
          <a:p>
            <a:pPr marL="0" indent="0" algn="ctr">
              <a:lnSpc>
                <a:spcPts val="5800"/>
              </a:lnSpc>
              <a:spcBef>
                <a:spcPct val="0"/>
              </a:spcBef>
              <a:buNone/>
            </a:pPr>
            <a:r>
              <a:rPr lang="en-US" altLang="zh-CN" sz="5400" dirty="0">
                <a:solidFill>
                  <a:schemeClr val="tx2"/>
                </a:solidFill>
                <a:effectLst>
                  <a:outerShdw blurRad="63500" dist="38100" dir="5400000" algn="t" rotWithShape="0">
                    <a:prstClr val="black">
                      <a:alpha val="25000"/>
                    </a:prstClr>
                  </a:outerShdw>
                </a:effectLst>
                <a:latin typeface="+mn-lt"/>
                <a:ea typeface="Adobe 明體 Std L" panose="02020300000000000000" charset="-120"/>
                <a:cs typeface="+mj-cs"/>
              </a:rPr>
              <a:t>Fibonacci number F(n)</a:t>
            </a:r>
            <a:endParaRPr lang="en-US" altLang="zh-CN" sz="5400" dirty="0">
              <a:solidFill>
                <a:schemeClr val="tx2"/>
              </a:solidFill>
              <a:effectLst>
                <a:outerShdw blurRad="63500" dist="38100" dir="5400000" algn="t" rotWithShape="0">
                  <a:prstClr val="black">
                    <a:alpha val="25000"/>
                  </a:prstClr>
                </a:outerShdw>
              </a:effectLst>
              <a:latin typeface="+mn-lt"/>
              <a:ea typeface="Adobe 明體 Std L" panose="02020300000000000000" charset="-120"/>
              <a:cs typeface="+mj-cs"/>
            </a:endParaRPr>
          </a:p>
        </p:txBody>
      </p:sp>
      <p:sp>
        <p:nvSpPr>
          <p:cNvPr id="48" name="灯片编号占位符 5"/>
          <p:cNvSpPr>
            <a:spLocks noGrp="1"/>
          </p:cNvSpPr>
          <p:nvPr>
            <p:ph type="sldNum" sz="quarter" idx="12"/>
          </p:nvPr>
        </p:nvSpPr>
        <p:spPr/>
        <p:txBody>
          <a:bodyPr/>
          <a:lstStyle/>
          <a:p>
            <a:fld id="{0771E7FE-9492-422C-9DE9-C9E0A2927F31}" type="slidenum">
              <a:rPr lang="en-US" altLang="zh-CN"/>
            </a:fld>
            <a:endParaRPr lang="en-US" altLang="zh-CN"/>
          </a:p>
        </p:txBody>
      </p:sp>
      <p:sp>
        <p:nvSpPr>
          <p:cNvPr id="454658" name="Text Box 2"/>
          <p:cNvSpPr txBox="1">
            <a:spLocks noChangeArrowheads="1"/>
          </p:cNvSpPr>
          <p:nvPr/>
        </p:nvSpPr>
        <p:spPr bwMode="auto">
          <a:xfrm>
            <a:off x="1295400" y="1716088"/>
            <a:ext cx="13147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dirty="0">
                <a:solidFill>
                  <a:srgbClr val="FF0000"/>
                </a:solidFill>
                <a:latin typeface="Times New Roman" panose="02020603050405020304" pitchFamily="18" charset="0"/>
              </a:rPr>
              <a:t>F</a:t>
            </a:r>
            <a:r>
              <a:rPr lang="en-US" altLang="zh-CN" sz="2800" b="1" dirty="0">
                <a:solidFill>
                  <a:srgbClr val="FF0000"/>
                </a:solidFill>
                <a:latin typeface="Times New Roman" panose="02020603050405020304" pitchFamily="18" charset="0"/>
              </a:rPr>
              <a:t>(</a:t>
            </a:r>
            <a:r>
              <a:rPr lang="en-US" altLang="zh-CN" sz="2800" b="1" i="1" dirty="0">
                <a:solidFill>
                  <a:srgbClr val="FF0000"/>
                </a:solidFill>
                <a:latin typeface="Times New Roman" panose="02020603050405020304" pitchFamily="18" charset="0"/>
              </a:rPr>
              <a:t>n</a:t>
            </a:r>
            <a:r>
              <a:rPr lang="en-US" altLang="zh-CN" sz="2800" b="1" dirty="0">
                <a:solidFill>
                  <a:srgbClr val="FF0000"/>
                </a:solidFill>
                <a:latin typeface="Times New Roman" panose="02020603050405020304" pitchFamily="18" charset="0"/>
              </a:rPr>
              <a:t>) =</a:t>
            </a:r>
            <a:r>
              <a:rPr lang="en-US" altLang="zh-CN" sz="2800" b="1" dirty="0">
                <a:solidFill>
                  <a:srgbClr val="FF0000"/>
                </a:solidFill>
                <a:latin typeface="Comic Sans MS" panose="030F0702030302020204" pitchFamily="66" charset="0"/>
              </a:rPr>
              <a:t> </a:t>
            </a:r>
            <a:endParaRPr lang="en-US" altLang="zh-CN" sz="2800" b="1" dirty="0">
              <a:solidFill>
                <a:srgbClr val="FF0000"/>
              </a:solidFill>
              <a:latin typeface="Comic Sans MS" panose="030F0702030302020204" pitchFamily="66" charset="0"/>
            </a:endParaRPr>
          </a:p>
        </p:txBody>
      </p:sp>
      <p:sp>
        <p:nvSpPr>
          <p:cNvPr id="454659" name="Text Box 3"/>
          <p:cNvSpPr txBox="1">
            <a:spLocks noChangeArrowheads="1"/>
          </p:cNvSpPr>
          <p:nvPr/>
        </p:nvSpPr>
        <p:spPr bwMode="auto">
          <a:xfrm>
            <a:off x="2835275" y="1484313"/>
            <a:ext cx="483683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tabLst>
                <a:tab pos="2858770" algn="l"/>
              </a:tabLst>
              <a:defRPr kumimoji="1" sz="2400">
                <a:solidFill>
                  <a:schemeClr val="tx1"/>
                </a:solidFill>
                <a:latin typeface="Times New Roman" panose="02020603050405020304" pitchFamily="18" charset="0"/>
                <a:ea typeface="宋体" panose="02010600030101010101" pitchFamily="2" charset="-122"/>
              </a:defRPr>
            </a:lvl1pPr>
            <a:lvl2pPr>
              <a:tabLst>
                <a:tab pos="2858770" algn="l"/>
              </a:tabLst>
              <a:defRPr kumimoji="1" sz="2400">
                <a:solidFill>
                  <a:schemeClr val="tx1"/>
                </a:solidFill>
                <a:latin typeface="Times New Roman" panose="02020603050405020304" pitchFamily="18" charset="0"/>
                <a:ea typeface="宋体" panose="02010600030101010101" pitchFamily="2" charset="-122"/>
              </a:defRPr>
            </a:lvl2pPr>
            <a:lvl3pPr>
              <a:tabLst>
                <a:tab pos="2858770" algn="l"/>
              </a:tabLst>
              <a:defRPr kumimoji="1" sz="2400">
                <a:solidFill>
                  <a:schemeClr val="tx1"/>
                </a:solidFill>
                <a:latin typeface="Times New Roman" panose="02020603050405020304" pitchFamily="18" charset="0"/>
                <a:ea typeface="宋体" panose="02010600030101010101" pitchFamily="2" charset="-122"/>
              </a:defRPr>
            </a:lvl3pPr>
            <a:lvl4pPr>
              <a:tabLst>
                <a:tab pos="2858770" algn="l"/>
              </a:tabLst>
              <a:defRPr kumimoji="1" sz="2400">
                <a:solidFill>
                  <a:schemeClr val="tx1"/>
                </a:solidFill>
                <a:latin typeface="Times New Roman" panose="02020603050405020304" pitchFamily="18" charset="0"/>
                <a:ea typeface="宋体" panose="02010600030101010101" pitchFamily="2" charset="-122"/>
              </a:defRPr>
            </a:lvl4pPr>
            <a:lvl5pPr>
              <a:tabLst>
                <a:tab pos="285877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285877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285877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285877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2858770" algn="l"/>
              </a:tabLs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b="1" dirty="0">
                <a:solidFill>
                  <a:srgbClr val="FF0000"/>
                </a:solidFill>
              </a:rPr>
              <a:t>1	if </a:t>
            </a:r>
            <a:r>
              <a:rPr kumimoji="0" lang="en-US" altLang="zh-CN" sz="2800" b="1" i="1" dirty="0">
                <a:solidFill>
                  <a:srgbClr val="FF0000"/>
                </a:solidFill>
              </a:rPr>
              <a:t>n</a:t>
            </a:r>
            <a:r>
              <a:rPr kumimoji="0" lang="en-US" altLang="zh-CN" sz="2800" b="1" dirty="0">
                <a:solidFill>
                  <a:srgbClr val="FF0000"/>
                </a:solidFill>
              </a:rPr>
              <a:t> = 0 or 1</a:t>
            </a:r>
            <a:endParaRPr kumimoji="0" lang="en-US" altLang="zh-CN" sz="2800" b="1" dirty="0">
              <a:solidFill>
                <a:srgbClr val="FF0000"/>
              </a:solidFill>
            </a:endParaRPr>
          </a:p>
          <a:p>
            <a:r>
              <a:rPr kumimoji="0" lang="en-GB" sz="2800" b="1" i="1" dirty="0">
                <a:solidFill>
                  <a:srgbClr val="FF0000"/>
                </a:solidFill>
              </a:rPr>
              <a:t>F</a:t>
            </a:r>
            <a:r>
              <a:rPr kumimoji="0" lang="en-GB" sz="2800" b="1" dirty="0">
                <a:solidFill>
                  <a:srgbClr val="FF0000"/>
                </a:solidFill>
              </a:rPr>
              <a:t>(</a:t>
            </a:r>
            <a:r>
              <a:rPr kumimoji="0" lang="en-GB" sz="2800" b="1" i="1" dirty="0">
                <a:solidFill>
                  <a:srgbClr val="FF0000"/>
                </a:solidFill>
              </a:rPr>
              <a:t>n</a:t>
            </a:r>
            <a:r>
              <a:rPr kumimoji="0" lang="en-GB" sz="2800" b="1" dirty="0">
                <a:solidFill>
                  <a:srgbClr val="FF0000"/>
                </a:solidFill>
              </a:rPr>
              <a:t>-1) + </a:t>
            </a:r>
            <a:r>
              <a:rPr kumimoji="0" lang="en-GB" sz="2800" b="1" i="1" dirty="0">
                <a:solidFill>
                  <a:srgbClr val="FF0000"/>
                </a:solidFill>
              </a:rPr>
              <a:t>F</a:t>
            </a:r>
            <a:r>
              <a:rPr kumimoji="0" lang="en-GB" sz="2800" b="1" dirty="0">
                <a:solidFill>
                  <a:srgbClr val="FF0000"/>
                </a:solidFill>
              </a:rPr>
              <a:t>(</a:t>
            </a:r>
            <a:r>
              <a:rPr kumimoji="0" lang="en-GB" sz="2800" b="1" i="1" dirty="0">
                <a:solidFill>
                  <a:srgbClr val="FF0000"/>
                </a:solidFill>
              </a:rPr>
              <a:t>n</a:t>
            </a:r>
            <a:r>
              <a:rPr kumimoji="0" lang="en-GB" sz="2800" b="1" dirty="0">
                <a:solidFill>
                  <a:srgbClr val="FF0000"/>
                </a:solidFill>
              </a:rPr>
              <a:t>-2)</a:t>
            </a:r>
            <a:r>
              <a:rPr kumimoji="0" lang="en-US" altLang="zh-CN" sz="2800" b="1" dirty="0">
                <a:solidFill>
                  <a:srgbClr val="FF0000"/>
                </a:solidFill>
              </a:rPr>
              <a:t>	if </a:t>
            </a:r>
            <a:r>
              <a:rPr kumimoji="0" lang="en-US" altLang="zh-CN" sz="2800" b="1" i="1" dirty="0">
                <a:solidFill>
                  <a:srgbClr val="FF0000"/>
                </a:solidFill>
              </a:rPr>
              <a:t>n</a:t>
            </a:r>
            <a:r>
              <a:rPr kumimoji="0" lang="en-US" altLang="zh-CN" sz="2800" b="1" dirty="0">
                <a:solidFill>
                  <a:srgbClr val="FF0000"/>
                </a:solidFill>
              </a:rPr>
              <a:t> &gt; 1</a:t>
            </a:r>
            <a:endParaRPr kumimoji="0" lang="en-US" altLang="zh-CN" sz="2800" b="1" dirty="0">
              <a:solidFill>
                <a:srgbClr val="FF0000"/>
              </a:solidFill>
            </a:endParaRPr>
          </a:p>
        </p:txBody>
      </p:sp>
      <p:sp>
        <p:nvSpPr>
          <p:cNvPr id="454660" name="AutoShape 4"/>
          <p:cNvSpPr/>
          <p:nvPr/>
        </p:nvSpPr>
        <p:spPr bwMode="auto">
          <a:xfrm>
            <a:off x="2627313" y="1519238"/>
            <a:ext cx="104775" cy="820737"/>
          </a:xfrm>
          <a:prstGeom prst="leftBrace">
            <a:avLst>
              <a:gd name="adj1" fmla="val 65278"/>
              <a:gd name="adj2" fmla="val 50000"/>
            </a:avLst>
          </a:prstGeom>
          <a:noFill/>
          <a:ln w="28575">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FF0000"/>
              </a:solidFill>
            </a:endParaRPr>
          </a:p>
        </p:txBody>
      </p:sp>
      <p:graphicFrame>
        <p:nvGraphicFramePr>
          <p:cNvPr id="454661" name="Group 5"/>
          <p:cNvGraphicFramePr>
            <a:graphicFrameLocks noGrp="1"/>
          </p:cNvGraphicFramePr>
          <p:nvPr/>
        </p:nvGraphicFramePr>
        <p:xfrm>
          <a:off x="179388" y="2565400"/>
          <a:ext cx="8534400" cy="995363"/>
        </p:xfrm>
        <a:graphic>
          <a:graphicData uri="http://schemas.openxmlformats.org/drawingml/2006/table">
            <a:tbl>
              <a:tblPr/>
              <a:tblGrid>
                <a:gridCol w="990600"/>
                <a:gridCol w="685800"/>
                <a:gridCol w="685800"/>
                <a:gridCol w="685800"/>
                <a:gridCol w="685800"/>
                <a:gridCol w="685800"/>
                <a:gridCol w="685800"/>
                <a:gridCol w="685800"/>
                <a:gridCol w="685800"/>
                <a:gridCol w="685800"/>
                <a:gridCol w="685800"/>
                <a:gridCol w="685800"/>
              </a:tblGrid>
              <a:tr h="49847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n</a:t>
                      </a:r>
                      <a:endParaRPr kumimoji="0" lang="en-US" altLang="zh-CN" sz="2600" b="0"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888">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F</a:t>
                      </a: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en-US" altLang="zh-CN" sz="2600" b="0"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n</a:t>
                      </a: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13</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21</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34</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55</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89</a:t>
                      </a:r>
                      <a:endParaRPr kumimoji="0" lang="en-US" altLang="zh-CN" sz="2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54702" name="Text Box 46"/>
          <p:cNvSpPr txBox="1">
            <a:spLocks noChangeArrowheads="1"/>
          </p:cNvSpPr>
          <p:nvPr/>
        </p:nvSpPr>
        <p:spPr bwMode="auto">
          <a:xfrm>
            <a:off x="791964" y="3923447"/>
            <a:ext cx="7239000" cy="2292350"/>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lvl1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1pPr>
            <a:lvl2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2pPr>
            <a:lvl3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3pPr>
            <a:lvl4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4pPr>
            <a:lvl5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9pPr>
          </a:lstStyle>
          <a:p>
            <a:r>
              <a:rPr kumimoji="0" lang="en-GB" b="1">
                <a:solidFill>
                  <a:schemeClr val="accent2"/>
                </a:solidFill>
                <a:latin typeface="Comic Sans MS" panose="030F0702030302020204" pitchFamily="66" charset="0"/>
              </a:rPr>
              <a:t>Pseudo code for the recursive algorithm:</a:t>
            </a:r>
            <a:endParaRPr kumimoji="0" lang="en-GB" b="1">
              <a:solidFill>
                <a:schemeClr val="accent2"/>
              </a:solidFill>
              <a:latin typeface="Comic Sans MS" panose="030F0702030302020204" pitchFamily="66" charset="0"/>
            </a:endParaRPr>
          </a:p>
          <a:p>
            <a:r>
              <a:rPr kumimoji="0" lang="en-GB" b="1" i="1"/>
              <a:t>F</a:t>
            </a:r>
            <a:r>
              <a:rPr kumimoji="0" lang="en-GB" b="1"/>
              <a:t>(</a:t>
            </a:r>
            <a:r>
              <a:rPr kumimoji="0" lang="en-GB" b="1" i="1"/>
              <a:t>n</a:t>
            </a:r>
            <a:r>
              <a:rPr kumimoji="0" lang="en-GB" b="1"/>
              <a:t>)</a:t>
            </a:r>
            <a:endParaRPr kumimoji="0" lang="en-GB" b="1"/>
          </a:p>
          <a:p>
            <a:r>
              <a:rPr kumimoji="0" lang="en-GB" b="1"/>
              <a:t>1	</a:t>
            </a:r>
            <a:r>
              <a:rPr kumimoji="0" lang="en-GB" b="1">
                <a:solidFill>
                  <a:srgbClr val="996633"/>
                </a:solidFill>
              </a:rPr>
              <a:t>if</a:t>
            </a:r>
            <a:r>
              <a:rPr kumimoji="0" lang="en-GB" b="1"/>
              <a:t> </a:t>
            </a:r>
            <a:r>
              <a:rPr kumimoji="0" lang="en-GB" b="1" i="1"/>
              <a:t>n</a:t>
            </a:r>
            <a:r>
              <a:rPr kumimoji="0" lang="en-GB" b="1"/>
              <a:t>=0 or </a:t>
            </a:r>
            <a:r>
              <a:rPr kumimoji="0" lang="en-GB" b="1" i="1"/>
              <a:t>n</a:t>
            </a:r>
            <a:r>
              <a:rPr kumimoji="0" lang="en-GB" b="1"/>
              <a:t>=1 </a:t>
            </a:r>
            <a:r>
              <a:rPr kumimoji="0" lang="en-GB" b="1">
                <a:solidFill>
                  <a:srgbClr val="996633"/>
                </a:solidFill>
              </a:rPr>
              <a:t>then</a:t>
            </a:r>
            <a:endParaRPr kumimoji="0" lang="en-GB" b="1">
              <a:solidFill>
                <a:srgbClr val="996633"/>
              </a:solidFill>
            </a:endParaRPr>
          </a:p>
          <a:p>
            <a:r>
              <a:rPr kumimoji="0" lang="en-GB" b="1"/>
              <a:t>2		</a:t>
            </a:r>
            <a:r>
              <a:rPr kumimoji="0" lang="en-GB" b="1">
                <a:solidFill>
                  <a:srgbClr val="996633"/>
                </a:solidFill>
              </a:rPr>
              <a:t>return</a:t>
            </a:r>
            <a:r>
              <a:rPr kumimoji="0" lang="en-GB" b="1"/>
              <a:t> 1</a:t>
            </a:r>
            <a:endParaRPr kumimoji="0" lang="en-GB" b="1"/>
          </a:p>
          <a:p>
            <a:r>
              <a:rPr kumimoji="0" lang="en-GB" b="1"/>
              <a:t>3	</a:t>
            </a:r>
            <a:r>
              <a:rPr kumimoji="0" lang="en-GB" b="1">
                <a:solidFill>
                  <a:srgbClr val="996633"/>
                </a:solidFill>
              </a:rPr>
              <a:t>else</a:t>
            </a:r>
            <a:endParaRPr kumimoji="0" lang="en-GB" b="1">
              <a:solidFill>
                <a:srgbClr val="996633"/>
              </a:solidFill>
            </a:endParaRPr>
          </a:p>
          <a:p>
            <a:r>
              <a:rPr kumimoji="0" lang="en-GB" b="1"/>
              <a:t>4		</a:t>
            </a:r>
            <a:r>
              <a:rPr kumimoji="0" lang="en-GB" b="1">
                <a:solidFill>
                  <a:srgbClr val="996633"/>
                </a:solidFill>
              </a:rPr>
              <a:t>return </a:t>
            </a:r>
            <a:r>
              <a:rPr kumimoji="0" lang="en-GB" b="1" i="1"/>
              <a:t>F</a:t>
            </a:r>
            <a:r>
              <a:rPr kumimoji="0" lang="en-GB" b="1"/>
              <a:t>(</a:t>
            </a:r>
            <a:r>
              <a:rPr kumimoji="0" lang="en-GB" b="1" i="1"/>
              <a:t>n</a:t>
            </a:r>
            <a:r>
              <a:rPr kumimoji="0" lang="en-GB" b="1"/>
              <a:t>-1) + </a:t>
            </a:r>
            <a:r>
              <a:rPr kumimoji="0" lang="en-GB" b="1" i="1"/>
              <a:t>F</a:t>
            </a:r>
            <a:r>
              <a:rPr kumimoji="0" lang="en-GB" b="1"/>
              <a:t>(</a:t>
            </a:r>
            <a:r>
              <a:rPr kumimoji="0" lang="en-GB" b="1" i="1"/>
              <a:t>n</a:t>
            </a:r>
            <a:r>
              <a:rPr kumimoji="0" lang="en-GB" b="1"/>
              <a:t>-2)</a:t>
            </a:r>
            <a:endParaRPr kumimoji="0" lang="en-US" altLang="zh-CN"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nodeType="clickEffect">
                                  <p:stCondLst>
                                    <p:cond delay="0"/>
                                  </p:stCondLst>
                                  <p:childTnLst>
                                    <p:set>
                                      <p:cBhvr>
                                        <p:cTn id="6" dur="1" fill="hold">
                                          <p:stCondLst>
                                            <p:cond delay="0"/>
                                          </p:stCondLst>
                                        </p:cTn>
                                        <p:tgtEl>
                                          <p:spTgt spid="454661"/>
                                        </p:tgtEl>
                                        <p:attrNameLst>
                                          <p:attrName>style.visibility</p:attrName>
                                        </p:attrNameLst>
                                      </p:cBhvr>
                                      <p:to>
                                        <p:strVal val="visible"/>
                                      </p:to>
                                    </p:set>
                                    <p:animEffect transition="in" filter="randombar(vertical)">
                                      <p:cBhvr>
                                        <p:cTn id="7" dur="500"/>
                                        <p:tgtEl>
                                          <p:spTgt spid="45466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4547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702"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p:txBody>
          <a:bodyPr/>
          <a:lstStyle/>
          <a:p>
            <a:r>
              <a:rPr lang="en-US" altLang="zh-HK" dirty="0">
                <a:ea typeface="Adobe 明體 Std L" panose="02020300000000000000" charset="-120"/>
              </a:rPr>
              <a:t>The execution of </a:t>
            </a:r>
            <a:r>
              <a:rPr lang="en-US" altLang="zh-HK" i="1" dirty="0">
                <a:ea typeface="Adobe 明體 Std L" panose="02020300000000000000" charset="-120"/>
              </a:rPr>
              <a:t>F</a:t>
            </a:r>
            <a:r>
              <a:rPr lang="en-US" altLang="zh-HK" dirty="0">
                <a:ea typeface="Adobe 明體 Std L" panose="02020300000000000000" charset="-120"/>
              </a:rPr>
              <a:t>(7)</a:t>
            </a:r>
            <a:endParaRPr lang="en-GB" dirty="0"/>
          </a:p>
        </p:txBody>
      </p:sp>
      <p:sp>
        <p:nvSpPr>
          <p:cNvPr id="96" name="灯片编号占位符 4"/>
          <p:cNvSpPr>
            <a:spLocks noGrp="1"/>
          </p:cNvSpPr>
          <p:nvPr>
            <p:ph type="sldNum" sz="quarter" idx="12"/>
          </p:nvPr>
        </p:nvSpPr>
        <p:spPr/>
        <p:txBody>
          <a:bodyPr/>
          <a:lstStyle/>
          <a:p>
            <a:fld id="{2F12FFF2-172E-4646-9A9E-19266EA1C281}" type="slidenum">
              <a:rPr lang="en-US" altLang="zh-CN"/>
            </a:fld>
            <a:endParaRPr lang="en-US" altLang="zh-CN"/>
          </a:p>
        </p:txBody>
      </p:sp>
      <p:pic>
        <p:nvPicPr>
          <p:cNvPr id="456707" name="Picture 3"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1600200"/>
            <a:ext cx="79248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56708" name="Rectangle 4"/>
          <p:cNvSpPr>
            <a:spLocks noChangeArrowheads="1"/>
          </p:cNvSpPr>
          <p:nvPr/>
        </p:nvSpPr>
        <p:spPr bwMode="auto">
          <a:xfrm>
            <a:off x="8534400" y="1219200"/>
            <a:ext cx="4572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09" name="Oval 5"/>
          <p:cNvSpPr>
            <a:spLocks noChangeArrowheads="1"/>
          </p:cNvSpPr>
          <p:nvPr/>
        </p:nvSpPr>
        <p:spPr bwMode="auto">
          <a:xfrm>
            <a:off x="1258888" y="5734050"/>
            <a:ext cx="217487"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10" name="Oval 6"/>
          <p:cNvSpPr>
            <a:spLocks noChangeArrowheads="1"/>
          </p:cNvSpPr>
          <p:nvPr/>
        </p:nvSpPr>
        <p:spPr bwMode="auto">
          <a:xfrm>
            <a:off x="2339975" y="5084763"/>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11" name="Oval 7"/>
          <p:cNvSpPr>
            <a:spLocks noChangeArrowheads="1"/>
          </p:cNvSpPr>
          <p:nvPr/>
        </p:nvSpPr>
        <p:spPr bwMode="auto">
          <a:xfrm>
            <a:off x="3132138" y="5157788"/>
            <a:ext cx="217487"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12" name="Oval 8"/>
          <p:cNvSpPr>
            <a:spLocks noChangeArrowheads="1"/>
          </p:cNvSpPr>
          <p:nvPr/>
        </p:nvSpPr>
        <p:spPr bwMode="auto">
          <a:xfrm>
            <a:off x="4211638" y="4581525"/>
            <a:ext cx="217487"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13" name="Oval 9"/>
          <p:cNvSpPr>
            <a:spLocks noChangeArrowheads="1"/>
          </p:cNvSpPr>
          <p:nvPr/>
        </p:nvSpPr>
        <p:spPr bwMode="auto">
          <a:xfrm>
            <a:off x="5364163" y="3933825"/>
            <a:ext cx="217487"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14" name="Oval 10"/>
          <p:cNvSpPr>
            <a:spLocks noChangeArrowheads="1"/>
          </p:cNvSpPr>
          <p:nvPr/>
        </p:nvSpPr>
        <p:spPr bwMode="auto">
          <a:xfrm>
            <a:off x="5794375" y="4581525"/>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15" name="Oval 11"/>
          <p:cNvSpPr>
            <a:spLocks noChangeArrowheads="1"/>
          </p:cNvSpPr>
          <p:nvPr/>
        </p:nvSpPr>
        <p:spPr bwMode="auto">
          <a:xfrm>
            <a:off x="6877050" y="4005263"/>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16" name="Oval 12"/>
          <p:cNvSpPr>
            <a:spLocks noChangeArrowheads="1"/>
          </p:cNvSpPr>
          <p:nvPr/>
        </p:nvSpPr>
        <p:spPr bwMode="auto">
          <a:xfrm>
            <a:off x="7596188" y="4005263"/>
            <a:ext cx="217487"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17" name="AutoShape 13"/>
          <p:cNvSpPr>
            <a:spLocks noChangeArrowheads="1"/>
          </p:cNvSpPr>
          <p:nvPr/>
        </p:nvSpPr>
        <p:spPr bwMode="auto">
          <a:xfrm>
            <a:off x="4912365" y="5629525"/>
            <a:ext cx="3798887" cy="913606"/>
          </a:xfrm>
          <a:prstGeom prst="roundRect">
            <a:avLst>
              <a:gd name="adj" fmla="val 16667"/>
            </a:avLst>
          </a:prstGeom>
          <a:solidFill>
            <a:srgbClr val="FFFF00"/>
          </a:solidFill>
          <a:ln w="9525">
            <a:solidFill>
              <a:schemeClr val="accent2"/>
            </a:solidFill>
            <a:round/>
          </a:ln>
          <a:effectLst/>
        </p:spPr>
        <p:txBody>
          <a:bodyPr anchor="ctr"/>
          <a:lstStyle/>
          <a:p>
            <a:pPr algn="ctr"/>
            <a:r>
              <a:rPr lang="en-US" altLang="zh-HK" sz="3200" b="1" i="1" dirty="0" smtClean="0">
                <a:solidFill>
                  <a:srgbClr val="FF0000"/>
                </a:solidFill>
                <a:latin typeface="Times New Roman" panose="02020603050405020304" pitchFamily="18" charset="0"/>
                <a:ea typeface="Adobe 明體 Std L" panose="02020300000000000000" charset="-120"/>
              </a:rPr>
              <a:t>F</a:t>
            </a:r>
            <a:r>
              <a:rPr lang="en-US" altLang="zh-HK" sz="3200" b="1" dirty="0" smtClean="0">
                <a:solidFill>
                  <a:srgbClr val="FF0000"/>
                </a:solidFill>
                <a:latin typeface="Times New Roman" panose="02020603050405020304" pitchFamily="18" charset="0"/>
                <a:ea typeface="Adobe 明體 Std L" panose="02020300000000000000" charset="-120"/>
              </a:rPr>
              <a:t>(2</a:t>
            </a:r>
            <a:r>
              <a:rPr lang="en-US" altLang="zh-HK" sz="3200" b="1" dirty="0">
                <a:solidFill>
                  <a:srgbClr val="FF0000"/>
                </a:solidFill>
                <a:latin typeface="Times New Roman" panose="02020603050405020304" pitchFamily="18" charset="0"/>
                <a:ea typeface="Adobe 明體 Std L" panose="02020300000000000000" charset="-120"/>
              </a:rPr>
              <a:t>)</a:t>
            </a:r>
            <a:r>
              <a:rPr lang="en-US" altLang="zh-HK" sz="3200" b="1" dirty="0">
                <a:solidFill>
                  <a:srgbClr val="FF0000"/>
                </a:solidFill>
                <a:latin typeface="Comic Sans MS" panose="030F0702030302020204" pitchFamily="66" charset="0"/>
                <a:ea typeface="Adobe 明體 Std L" panose="02020300000000000000" charset="-120"/>
              </a:rPr>
              <a:t> </a:t>
            </a:r>
            <a:r>
              <a:rPr lang="zh-CN" altLang="en-US" sz="3200" b="1" dirty="0" smtClean="0">
                <a:solidFill>
                  <a:srgbClr val="FF0000"/>
                </a:solidFill>
                <a:latin typeface="+mn-ea"/>
                <a:ea typeface="+mn-ea"/>
              </a:rPr>
              <a:t>计算了</a:t>
            </a:r>
            <a:r>
              <a:rPr lang="en-US" altLang="zh-HK" sz="3200" b="1" dirty="0" smtClean="0">
                <a:solidFill>
                  <a:srgbClr val="FF0000"/>
                </a:solidFill>
                <a:latin typeface="+mn-ea"/>
                <a:ea typeface="+mn-ea"/>
              </a:rPr>
              <a:t>8</a:t>
            </a:r>
            <a:r>
              <a:rPr lang="zh-CN" altLang="en-US" sz="3200" b="1" dirty="0" smtClean="0">
                <a:solidFill>
                  <a:srgbClr val="FF0000"/>
                </a:solidFill>
                <a:latin typeface="+mn-ea"/>
                <a:ea typeface="+mn-ea"/>
              </a:rPr>
              <a:t>次</a:t>
            </a:r>
            <a:r>
              <a:rPr lang="en-US" altLang="zh-HK" sz="3200" b="1" dirty="0" smtClean="0">
                <a:solidFill>
                  <a:srgbClr val="FF0000"/>
                </a:solidFill>
                <a:latin typeface="+mn-ea"/>
                <a:ea typeface="+mn-ea"/>
              </a:rPr>
              <a:t>!</a:t>
            </a:r>
            <a:endParaRPr lang="en-GB" sz="3200" b="1" dirty="0">
              <a:solidFill>
                <a:srgbClr val="FF0000"/>
              </a:solidFill>
              <a:latin typeface="+mn-ea"/>
              <a:ea typeface="+mn-ea"/>
            </a:endParaRPr>
          </a:p>
        </p:txBody>
      </p:sp>
      <p:sp>
        <p:nvSpPr>
          <p:cNvPr id="456718" name="Rectangle 14"/>
          <p:cNvSpPr>
            <a:spLocks noChangeArrowheads="1"/>
          </p:cNvSpPr>
          <p:nvPr/>
        </p:nvSpPr>
        <p:spPr bwMode="auto">
          <a:xfrm>
            <a:off x="5580063" y="19161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19" name="Text Box 15"/>
          <p:cNvSpPr txBox="1">
            <a:spLocks noChangeArrowheads="1"/>
          </p:cNvSpPr>
          <p:nvPr/>
        </p:nvSpPr>
        <p:spPr bwMode="auto">
          <a:xfrm>
            <a:off x="5464175" y="17954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56720" name="Rectangle 16"/>
          <p:cNvSpPr>
            <a:spLocks noChangeArrowheads="1"/>
          </p:cNvSpPr>
          <p:nvPr/>
        </p:nvSpPr>
        <p:spPr bwMode="auto">
          <a:xfrm>
            <a:off x="3679825" y="2557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21" name="Text Box 17"/>
          <p:cNvSpPr txBox="1">
            <a:spLocks noChangeArrowheads="1"/>
          </p:cNvSpPr>
          <p:nvPr/>
        </p:nvSpPr>
        <p:spPr bwMode="auto">
          <a:xfrm>
            <a:off x="3563938" y="2436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56722" name="Rectangle 18"/>
          <p:cNvSpPr>
            <a:spLocks noChangeArrowheads="1"/>
          </p:cNvSpPr>
          <p:nvPr/>
        </p:nvSpPr>
        <p:spPr bwMode="auto">
          <a:xfrm>
            <a:off x="2527300" y="3284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23" name="Text Box 19"/>
          <p:cNvSpPr txBox="1">
            <a:spLocks noChangeArrowheads="1"/>
          </p:cNvSpPr>
          <p:nvPr/>
        </p:nvSpPr>
        <p:spPr bwMode="auto">
          <a:xfrm>
            <a:off x="2411413" y="3163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56724" name="Rectangle 20"/>
          <p:cNvSpPr>
            <a:spLocks noChangeArrowheads="1"/>
          </p:cNvSpPr>
          <p:nvPr/>
        </p:nvSpPr>
        <p:spPr bwMode="auto">
          <a:xfrm>
            <a:off x="7496175" y="2563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25" name="Text Box 21"/>
          <p:cNvSpPr txBox="1">
            <a:spLocks noChangeArrowheads="1"/>
          </p:cNvSpPr>
          <p:nvPr/>
        </p:nvSpPr>
        <p:spPr bwMode="auto">
          <a:xfrm>
            <a:off x="7380288" y="2443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56726" name="Rectangle 22"/>
          <p:cNvSpPr>
            <a:spLocks noChangeArrowheads="1"/>
          </p:cNvSpPr>
          <p:nvPr/>
        </p:nvSpPr>
        <p:spPr bwMode="auto">
          <a:xfrm>
            <a:off x="2311400" y="4579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27" name="Text Box 23"/>
          <p:cNvSpPr txBox="1">
            <a:spLocks noChangeArrowheads="1"/>
          </p:cNvSpPr>
          <p:nvPr/>
        </p:nvSpPr>
        <p:spPr bwMode="auto">
          <a:xfrm>
            <a:off x="2195513" y="4459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56728" name="Rectangle 24"/>
          <p:cNvSpPr>
            <a:spLocks noChangeArrowheads="1"/>
          </p:cNvSpPr>
          <p:nvPr/>
        </p:nvSpPr>
        <p:spPr bwMode="auto">
          <a:xfrm>
            <a:off x="3205163" y="4579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29" name="Text Box 25"/>
          <p:cNvSpPr txBox="1">
            <a:spLocks noChangeArrowheads="1"/>
          </p:cNvSpPr>
          <p:nvPr/>
        </p:nvSpPr>
        <p:spPr bwMode="auto">
          <a:xfrm>
            <a:off x="3089275" y="4459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6730" name="Rectangle 26"/>
          <p:cNvSpPr>
            <a:spLocks noChangeArrowheads="1"/>
          </p:cNvSpPr>
          <p:nvPr/>
        </p:nvSpPr>
        <p:spPr bwMode="auto">
          <a:xfrm>
            <a:off x="1908175" y="51562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31" name="Text Box 27"/>
          <p:cNvSpPr txBox="1">
            <a:spLocks noChangeArrowheads="1"/>
          </p:cNvSpPr>
          <p:nvPr/>
        </p:nvSpPr>
        <p:spPr bwMode="auto">
          <a:xfrm>
            <a:off x="1792288" y="5035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6732" name="Rectangle 28"/>
          <p:cNvSpPr>
            <a:spLocks noChangeArrowheads="1"/>
          </p:cNvSpPr>
          <p:nvPr/>
        </p:nvSpPr>
        <p:spPr bwMode="auto">
          <a:xfrm>
            <a:off x="1519238" y="58039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33" name="Text Box 29"/>
          <p:cNvSpPr txBox="1">
            <a:spLocks noChangeArrowheads="1"/>
          </p:cNvSpPr>
          <p:nvPr/>
        </p:nvSpPr>
        <p:spPr bwMode="auto">
          <a:xfrm>
            <a:off x="1403350" y="56832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6734" name="Rectangle 30"/>
          <p:cNvSpPr>
            <a:spLocks noChangeArrowheads="1"/>
          </p:cNvSpPr>
          <p:nvPr/>
        </p:nvSpPr>
        <p:spPr bwMode="auto">
          <a:xfrm>
            <a:off x="1087438" y="63087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35" name="Text Box 31"/>
          <p:cNvSpPr txBox="1">
            <a:spLocks noChangeArrowheads="1"/>
          </p:cNvSpPr>
          <p:nvPr/>
        </p:nvSpPr>
        <p:spPr bwMode="auto">
          <a:xfrm>
            <a:off x="971550" y="61880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6736" name="Rectangle 32"/>
          <p:cNvSpPr>
            <a:spLocks noChangeArrowheads="1"/>
          </p:cNvSpPr>
          <p:nvPr/>
        </p:nvSpPr>
        <p:spPr bwMode="auto">
          <a:xfrm>
            <a:off x="1519238" y="63087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37" name="Text Box 33"/>
          <p:cNvSpPr txBox="1">
            <a:spLocks noChangeArrowheads="1"/>
          </p:cNvSpPr>
          <p:nvPr/>
        </p:nvSpPr>
        <p:spPr bwMode="auto">
          <a:xfrm>
            <a:off x="1403350" y="61880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6738" name="Rectangle 34"/>
          <p:cNvSpPr>
            <a:spLocks noChangeArrowheads="1"/>
          </p:cNvSpPr>
          <p:nvPr/>
        </p:nvSpPr>
        <p:spPr bwMode="auto">
          <a:xfrm>
            <a:off x="2628900" y="51482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39" name="Text Box 35"/>
          <p:cNvSpPr txBox="1">
            <a:spLocks noChangeArrowheads="1"/>
          </p:cNvSpPr>
          <p:nvPr/>
        </p:nvSpPr>
        <p:spPr bwMode="auto">
          <a:xfrm>
            <a:off x="2513013" y="50276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6740" name="Rectangle 36"/>
          <p:cNvSpPr>
            <a:spLocks noChangeArrowheads="1"/>
          </p:cNvSpPr>
          <p:nvPr/>
        </p:nvSpPr>
        <p:spPr bwMode="auto">
          <a:xfrm>
            <a:off x="2197100" y="56610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41" name="Text Box 37"/>
          <p:cNvSpPr txBox="1">
            <a:spLocks noChangeArrowheads="1"/>
          </p:cNvSpPr>
          <p:nvPr/>
        </p:nvSpPr>
        <p:spPr bwMode="auto">
          <a:xfrm>
            <a:off x="2081213" y="55387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6742" name="Rectangle 38"/>
          <p:cNvSpPr>
            <a:spLocks noChangeArrowheads="1"/>
          </p:cNvSpPr>
          <p:nvPr/>
        </p:nvSpPr>
        <p:spPr bwMode="auto">
          <a:xfrm>
            <a:off x="2628900" y="56530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43" name="Text Box 39"/>
          <p:cNvSpPr txBox="1">
            <a:spLocks noChangeArrowheads="1"/>
          </p:cNvSpPr>
          <p:nvPr/>
        </p:nvSpPr>
        <p:spPr bwMode="auto">
          <a:xfrm>
            <a:off x="2513013" y="5532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6744" name="Rectangle 40"/>
          <p:cNvSpPr>
            <a:spLocks noChangeArrowheads="1"/>
          </p:cNvSpPr>
          <p:nvPr/>
        </p:nvSpPr>
        <p:spPr bwMode="auto">
          <a:xfrm>
            <a:off x="2024063" y="60134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45" name="Text Box 41"/>
          <p:cNvSpPr txBox="1">
            <a:spLocks noChangeArrowheads="1"/>
          </p:cNvSpPr>
          <p:nvPr/>
        </p:nvSpPr>
        <p:spPr bwMode="auto">
          <a:xfrm>
            <a:off x="1908175" y="58928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6746" name="Rectangle 42"/>
          <p:cNvSpPr>
            <a:spLocks noChangeArrowheads="1"/>
          </p:cNvSpPr>
          <p:nvPr/>
        </p:nvSpPr>
        <p:spPr bwMode="auto">
          <a:xfrm>
            <a:off x="3392488" y="51546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47" name="Text Box 43"/>
          <p:cNvSpPr txBox="1">
            <a:spLocks noChangeArrowheads="1"/>
          </p:cNvSpPr>
          <p:nvPr/>
        </p:nvSpPr>
        <p:spPr bwMode="auto">
          <a:xfrm>
            <a:off x="3276600" y="50339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6748" name="Rectangle 44"/>
          <p:cNvSpPr>
            <a:spLocks noChangeArrowheads="1"/>
          </p:cNvSpPr>
          <p:nvPr/>
        </p:nvSpPr>
        <p:spPr bwMode="auto">
          <a:xfrm>
            <a:off x="2960688" y="56594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49" name="Text Box 45"/>
          <p:cNvSpPr txBox="1">
            <a:spLocks noChangeArrowheads="1"/>
          </p:cNvSpPr>
          <p:nvPr/>
        </p:nvSpPr>
        <p:spPr bwMode="auto">
          <a:xfrm>
            <a:off x="2844800" y="55387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6750" name="Rectangle 46"/>
          <p:cNvSpPr>
            <a:spLocks noChangeArrowheads="1"/>
          </p:cNvSpPr>
          <p:nvPr/>
        </p:nvSpPr>
        <p:spPr bwMode="auto">
          <a:xfrm>
            <a:off x="3392488" y="56594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51" name="Text Box 47"/>
          <p:cNvSpPr txBox="1">
            <a:spLocks noChangeArrowheads="1"/>
          </p:cNvSpPr>
          <p:nvPr/>
        </p:nvSpPr>
        <p:spPr bwMode="auto">
          <a:xfrm>
            <a:off x="3276600" y="55387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6752" name="Rectangle 48"/>
          <p:cNvSpPr>
            <a:spLocks noChangeArrowheads="1"/>
          </p:cNvSpPr>
          <p:nvPr/>
        </p:nvSpPr>
        <p:spPr bwMode="auto">
          <a:xfrm>
            <a:off x="4543425" y="4579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53" name="Text Box 49"/>
          <p:cNvSpPr txBox="1">
            <a:spLocks noChangeArrowheads="1"/>
          </p:cNvSpPr>
          <p:nvPr/>
        </p:nvSpPr>
        <p:spPr bwMode="auto">
          <a:xfrm>
            <a:off x="4427538" y="4459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6754" name="Rectangle 50"/>
          <p:cNvSpPr>
            <a:spLocks noChangeArrowheads="1"/>
          </p:cNvSpPr>
          <p:nvPr/>
        </p:nvSpPr>
        <p:spPr bwMode="auto">
          <a:xfrm>
            <a:off x="4111625" y="5084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55" name="Text Box 51"/>
          <p:cNvSpPr txBox="1">
            <a:spLocks noChangeArrowheads="1"/>
          </p:cNvSpPr>
          <p:nvPr/>
        </p:nvSpPr>
        <p:spPr bwMode="auto">
          <a:xfrm>
            <a:off x="3995738" y="4964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6756" name="Rectangle 52"/>
          <p:cNvSpPr>
            <a:spLocks noChangeArrowheads="1"/>
          </p:cNvSpPr>
          <p:nvPr/>
        </p:nvSpPr>
        <p:spPr bwMode="auto">
          <a:xfrm>
            <a:off x="4471988" y="5084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57" name="Text Box 53"/>
          <p:cNvSpPr txBox="1">
            <a:spLocks noChangeArrowheads="1"/>
          </p:cNvSpPr>
          <p:nvPr/>
        </p:nvSpPr>
        <p:spPr bwMode="auto">
          <a:xfrm>
            <a:off x="4356100" y="4964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6758" name="Rectangle 54"/>
          <p:cNvSpPr>
            <a:spLocks noChangeArrowheads="1"/>
          </p:cNvSpPr>
          <p:nvPr/>
        </p:nvSpPr>
        <p:spPr bwMode="auto">
          <a:xfrm>
            <a:off x="5653088"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59" name="Text Box 55"/>
          <p:cNvSpPr txBox="1">
            <a:spLocks noChangeArrowheads="1"/>
          </p:cNvSpPr>
          <p:nvPr/>
        </p:nvSpPr>
        <p:spPr bwMode="auto">
          <a:xfrm>
            <a:off x="5537200"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6760" name="Rectangle 56"/>
          <p:cNvSpPr>
            <a:spLocks noChangeArrowheads="1"/>
          </p:cNvSpPr>
          <p:nvPr/>
        </p:nvSpPr>
        <p:spPr bwMode="auto">
          <a:xfrm>
            <a:off x="5219700"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61" name="Text Box 57"/>
          <p:cNvSpPr txBox="1">
            <a:spLocks noChangeArrowheads="1"/>
          </p:cNvSpPr>
          <p:nvPr/>
        </p:nvSpPr>
        <p:spPr bwMode="auto">
          <a:xfrm>
            <a:off x="5076825"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6762" name="Rectangle 58"/>
          <p:cNvSpPr>
            <a:spLocks noChangeArrowheads="1"/>
          </p:cNvSpPr>
          <p:nvPr/>
        </p:nvSpPr>
        <p:spPr bwMode="auto">
          <a:xfrm>
            <a:off x="550862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63" name="Text Box 59"/>
          <p:cNvSpPr txBox="1">
            <a:spLocks noChangeArrowheads="1"/>
          </p:cNvSpPr>
          <p:nvPr/>
        </p:nvSpPr>
        <p:spPr bwMode="auto">
          <a:xfrm>
            <a:off x="5464175" y="43799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6764" name="Rectangle 60"/>
          <p:cNvSpPr>
            <a:spLocks noChangeArrowheads="1"/>
          </p:cNvSpPr>
          <p:nvPr/>
        </p:nvSpPr>
        <p:spPr bwMode="auto">
          <a:xfrm>
            <a:off x="5335588" y="3284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65" name="Text Box 61"/>
          <p:cNvSpPr txBox="1">
            <a:spLocks noChangeArrowheads="1"/>
          </p:cNvSpPr>
          <p:nvPr/>
        </p:nvSpPr>
        <p:spPr bwMode="auto">
          <a:xfrm>
            <a:off x="5219700" y="3163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56766" name="Rectangle 62"/>
          <p:cNvSpPr>
            <a:spLocks noChangeArrowheads="1"/>
          </p:cNvSpPr>
          <p:nvPr/>
        </p:nvSpPr>
        <p:spPr bwMode="auto">
          <a:xfrm>
            <a:off x="6200775" y="3284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67" name="Text Box 63"/>
          <p:cNvSpPr txBox="1">
            <a:spLocks noChangeArrowheads="1"/>
          </p:cNvSpPr>
          <p:nvPr/>
        </p:nvSpPr>
        <p:spPr bwMode="auto">
          <a:xfrm>
            <a:off x="6084888" y="3163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56768" name="Rectangle 64"/>
          <p:cNvSpPr>
            <a:spLocks noChangeArrowheads="1"/>
          </p:cNvSpPr>
          <p:nvPr/>
        </p:nvSpPr>
        <p:spPr bwMode="auto">
          <a:xfrm>
            <a:off x="4903788"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69" name="Text Box 65"/>
          <p:cNvSpPr txBox="1">
            <a:spLocks noChangeArrowheads="1"/>
          </p:cNvSpPr>
          <p:nvPr/>
        </p:nvSpPr>
        <p:spPr bwMode="auto">
          <a:xfrm>
            <a:off x="4787900"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6770" name="Rectangle 66"/>
          <p:cNvSpPr>
            <a:spLocks noChangeArrowheads="1"/>
          </p:cNvSpPr>
          <p:nvPr/>
        </p:nvSpPr>
        <p:spPr bwMode="auto">
          <a:xfrm>
            <a:off x="8288338" y="3284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71" name="Text Box 67"/>
          <p:cNvSpPr txBox="1">
            <a:spLocks noChangeArrowheads="1"/>
          </p:cNvSpPr>
          <p:nvPr/>
        </p:nvSpPr>
        <p:spPr bwMode="auto">
          <a:xfrm>
            <a:off x="8172450" y="3163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6772" name="Rectangle 68"/>
          <p:cNvSpPr>
            <a:spLocks noChangeArrowheads="1"/>
          </p:cNvSpPr>
          <p:nvPr/>
        </p:nvSpPr>
        <p:spPr bwMode="auto">
          <a:xfrm>
            <a:off x="6416675"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73" name="Text Box 69"/>
          <p:cNvSpPr txBox="1">
            <a:spLocks noChangeArrowheads="1"/>
          </p:cNvSpPr>
          <p:nvPr/>
        </p:nvSpPr>
        <p:spPr bwMode="auto">
          <a:xfrm>
            <a:off x="6300788"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6774" name="Rectangle 70"/>
          <p:cNvSpPr>
            <a:spLocks noChangeArrowheads="1"/>
          </p:cNvSpPr>
          <p:nvPr/>
        </p:nvSpPr>
        <p:spPr bwMode="auto">
          <a:xfrm>
            <a:off x="6056313" y="4579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75" name="Text Box 71"/>
          <p:cNvSpPr txBox="1">
            <a:spLocks noChangeArrowheads="1"/>
          </p:cNvSpPr>
          <p:nvPr/>
        </p:nvSpPr>
        <p:spPr bwMode="auto">
          <a:xfrm>
            <a:off x="5940425" y="4459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6776" name="Rectangle 72"/>
          <p:cNvSpPr>
            <a:spLocks noChangeArrowheads="1"/>
          </p:cNvSpPr>
          <p:nvPr/>
        </p:nvSpPr>
        <p:spPr bwMode="auto">
          <a:xfrm>
            <a:off x="5624513" y="5084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77" name="Text Box 73"/>
          <p:cNvSpPr txBox="1">
            <a:spLocks noChangeArrowheads="1"/>
          </p:cNvSpPr>
          <p:nvPr/>
        </p:nvSpPr>
        <p:spPr bwMode="auto">
          <a:xfrm>
            <a:off x="5508625" y="4964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6778" name="Rectangle 74"/>
          <p:cNvSpPr>
            <a:spLocks noChangeArrowheads="1"/>
          </p:cNvSpPr>
          <p:nvPr/>
        </p:nvSpPr>
        <p:spPr bwMode="auto">
          <a:xfrm>
            <a:off x="5983288" y="5084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79" name="Text Box 75"/>
          <p:cNvSpPr txBox="1">
            <a:spLocks noChangeArrowheads="1"/>
          </p:cNvSpPr>
          <p:nvPr/>
        </p:nvSpPr>
        <p:spPr bwMode="auto">
          <a:xfrm>
            <a:off x="5867400" y="4964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6780" name="Rectangle 76"/>
          <p:cNvSpPr>
            <a:spLocks noChangeArrowheads="1"/>
          </p:cNvSpPr>
          <p:nvPr/>
        </p:nvSpPr>
        <p:spPr bwMode="auto">
          <a:xfrm>
            <a:off x="7208838"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81" name="Text Box 77"/>
          <p:cNvSpPr txBox="1">
            <a:spLocks noChangeArrowheads="1"/>
          </p:cNvSpPr>
          <p:nvPr/>
        </p:nvSpPr>
        <p:spPr bwMode="auto">
          <a:xfrm>
            <a:off x="7092950"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6782" name="Rectangle 78"/>
          <p:cNvSpPr>
            <a:spLocks noChangeArrowheads="1"/>
          </p:cNvSpPr>
          <p:nvPr/>
        </p:nvSpPr>
        <p:spPr bwMode="auto">
          <a:xfrm>
            <a:off x="6777038"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83" name="Text Box 79"/>
          <p:cNvSpPr txBox="1">
            <a:spLocks noChangeArrowheads="1"/>
          </p:cNvSpPr>
          <p:nvPr/>
        </p:nvSpPr>
        <p:spPr bwMode="auto">
          <a:xfrm>
            <a:off x="6661150"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6784" name="Rectangle 80"/>
          <p:cNvSpPr>
            <a:spLocks noChangeArrowheads="1"/>
          </p:cNvSpPr>
          <p:nvPr/>
        </p:nvSpPr>
        <p:spPr bwMode="auto">
          <a:xfrm>
            <a:off x="7135813"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85" name="Text Box 81"/>
          <p:cNvSpPr txBox="1">
            <a:spLocks noChangeArrowheads="1"/>
          </p:cNvSpPr>
          <p:nvPr/>
        </p:nvSpPr>
        <p:spPr bwMode="auto">
          <a:xfrm>
            <a:off x="7019925"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6786" name="Rectangle 82"/>
          <p:cNvSpPr>
            <a:spLocks noChangeArrowheads="1"/>
          </p:cNvSpPr>
          <p:nvPr/>
        </p:nvSpPr>
        <p:spPr bwMode="auto">
          <a:xfrm>
            <a:off x="7927975"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87" name="Text Box 83"/>
          <p:cNvSpPr txBox="1">
            <a:spLocks noChangeArrowheads="1"/>
          </p:cNvSpPr>
          <p:nvPr/>
        </p:nvSpPr>
        <p:spPr bwMode="auto">
          <a:xfrm>
            <a:off x="7812088"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6788" name="Rectangle 84"/>
          <p:cNvSpPr>
            <a:spLocks noChangeArrowheads="1"/>
          </p:cNvSpPr>
          <p:nvPr/>
        </p:nvSpPr>
        <p:spPr bwMode="auto">
          <a:xfrm>
            <a:off x="7496175"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89" name="Text Box 85"/>
          <p:cNvSpPr txBox="1">
            <a:spLocks noChangeArrowheads="1"/>
          </p:cNvSpPr>
          <p:nvPr/>
        </p:nvSpPr>
        <p:spPr bwMode="auto">
          <a:xfrm>
            <a:off x="7380288"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6790" name="Rectangle 86"/>
          <p:cNvSpPr>
            <a:spLocks noChangeArrowheads="1"/>
          </p:cNvSpPr>
          <p:nvPr/>
        </p:nvSpPr>
        <p:spPr bwMode="auto">
          <a:xfrm>
            <a:off x="7856538"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91" name="Text Box 87"/>
          <p:cNvSpPr txBox="1">
            <a:spLocks noChangeArrowheads="1"/>
          </p:cNvSpPr>
          <p:nvPr/>
        </p:nvSpPr>
        <p:spPr bwMode="auto">
          <a:xfrm>
            <a:off x="7740650"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6792" name="Rectangle 88"/>
          <p:cNvSpPr>
            <a:spLocks noChangeArrowheads="1"/>
          </p:cNvSpPr>
          <p:nvPr/>
        </p:nvSpPr>
        <p:spPr bwMode="auto">
          <a:xfrm>
            <a:off x="3895725" y="53673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93" name="Text Box 89"/>
          <p:cNvSpPr txBox="1">
            <a:spLocks noChangeArrowheads="1"/>
          </p:cNvSpPr>
          <p:nvPr/>
        </p:nvSpPr>
        <p:spPr bwMode="auto">
          <a:xfrm>
            <a:off x="3779838" y="52451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6794" name="Rectangle 90"/>
          <p:cNvSpPr>
            <a:spLocks noChangeArrowheads="1"/>
          </p:cNvSpPr>
          <p:nvPr/>
        </p:nvSpPr>
        <p:spPr bwMode="auto">
          <a:xfrm>
            <a:off x="4975225" y="47974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95" name="Text Box 91"/>
          <p:cNvSpPr txBox="1">
            <a:spLocks noChangeArrowheads="1"/>
          </p:cNvSpPr>
          <p:nvPr/>
        </p:nvSpPr>
        <p:spPr bwMode="auto">
          <a:xfrm>
            <a:off x="4859338" y="46751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6796" name="Rectangle 92"/>
          <p:cNvSpPr>
            <a:spLocks noChangeArrowheads="1"/>
          </p:cNvSpPr>
          <p:nvPr/>
        </p:nvSpPr>
        <p:spPr bwMode="auto">
          <a:xfrm>
            <a:off x="6559550" y="47974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97" name="Text Box 93"/>
          <p:cNvSpPr txBox="1">
            <a:spLocks noChangeArrowheads="1"/>
          </p:cNvSpPr>
          <p:nvPr/>
        </p:nvSpPr>
        <p:spPr bwMode="auto">
          <a:xfrm>
            <a:off x="6443663" y="46751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6798" name="Rectangle 94"/>
          <p:cNvSpPr>
            <a:spLocks noChangeArrowheads="1"/>
          </p:cNvSpPr>
          <p:nvPr/>
        </p:nvSpPr>
        <p:spPr bwMode="auto">
          <a:xfrm>
            <a:off x="8432800" y="4214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6799" name="Text Box 95"/>
          <p:cNvSpPr txBox="1">
            <a:spLocks noChangeArrowheads="1"/>
          </p:cNvSpPr>
          <p:nvPr/>
        </p:nvSpPr>
        <p:spPr bwMode="auto">
          <a:xfrm>
            <a:off x="8316913" y="40925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6709"/>
                                        </p:tgtEl>
                                        <p:attrNameLst>
                                          <p:attrName>style.visibility</p:attrName>
                                        </p:attrNameLst>
                                      </p:cBhvr>
                                      <p:to>
                                        <p:strVal val="visible"/>
                                      </p:to>
                                    </p:set>
                                    <p:animEffect transition="in" filter="box(in)">
                                      <p:cBhvr>
                                        <p:cTn id="7" dur="500"/>
                                        <p:tgtEl>
                                          <p:spTgt spid="45670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6710"/>
                                        </p:tgtEl>
                                        <p:attrNameLst>
                                          <p:attrName>style.visibility</p:attrName>
                                        </p:attrNameLst>
                                      </p:cBhvr>
                                      <p:to>
                                        <p:strVal val="visible"/>
                                      </p:to>
                                    </p:set>
                                    <p:animEffect transition="in" filter="box(in)">
                                      <p:cBhvr>
                                        <p:cTn id="12" dur="500"/>
                                        <p:tgtEl>
                                          <p:spTgt spid="45671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56711"/>
                                        </p:tgtEl>
                                        <p:attrNameLst>
                                          <p:attrName>style.visibility</p:attrName>
                                        </p:attrNameLst>
                                      </p:cBhvr>
                                      <p:to>
                                        <p:strVal val="visible"/>
                                      </p:to>
                                    </p:set>
                                    <p:animEffect transition="in" filter="box(in)">
                                      <p:cBhvr>
                                        <p:cTn id="17" dur="500"/>
                                        <p:tgtEl>
                                          <p:spTgt spid="45671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56712"/>
                                        </p:tgtEl>
                                        <p:attrNameLst>
                                          <p:attrName>style.visibility</p:attrName>
                                        </p:attrNameLst>
                                      </p:cBhvr>
                                      <p:to>
                                        <p:strVal val="visible"/>
                                      </p:to>
                                    </p:set>
                                    <p:animEffect transition="in" filter="box(in)">
                                      <p:cBhvr>
                                        <p:cTn id="22" dur="500"/>
                                        <p:tgtEl>
                                          <p:spTgt spid="45671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56713"/>
                                        </p:tgtEl>
                                        <p:attrNameLst>
                                          <p:attrName>style.visibility</p:attrName>
                                        </p:attrNameLst>
                                      </p:cBhvr>
                                      <p:to>
                                        <p:strVal val="visible"/>
                                      </p:to>
                                    </p:set>
                                    <p:animEffect transition="in" filter="box(in)">
                                      <p:cBhvr>
                                        <p:cTn id="27" dur="500"/>
                                        <p:tgtEl>
                                          <p:spTgt spid="456713"/>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56714"/>
                                        </p:tgtEl>
                                        <p:attrNameLst>
                                          <p:attrName>style.visibility</p:attrName>
                                        </p:attrNameLst>
                                      </p:cBhvr>
                                      <p:to>
                                        <p:strVal val="visible"/>
                                      </p:to>
                                    </p:set>
                                    <p:animEffect transition="in" filter="box(in)">
                                      <p:cBhvr>
                                        <p:cTn id="32" dur="500"/>
                                        <p:tgtEl>
                                          <p:spTgt spid="456714"/>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56715"/>
                                        </p:tgtEl>
                                        <p:attrNameLst>
                                          <p:attrName>style.visibility</p:attrName>
                                        </p:attrNameLst>
                                      </p:cBhvr>
                                      <p:to>
                                        <p:strVal val="visible"/>
                                      </p:to>
                                    </p:set>
                                    <p:animEffect transition="in" filter="box(in)">
                                      <p:cBhvr>
                                        <p:cTn id="37" dur="500"/>
                                        <p:tgtEl>
                                          <p:spTgt spid="456715"/>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456716"/>
                                        </p:tgtEl>
                                        <p:attrNameLst>
                                          <p:attrName>style.visibility</p:attrName>
                                        </p:attrNameLst>
                                      </p:cBhvr>
                                      <p:to>
                                        <p:strVal val="visible"/>
                                      </p:to>
                                    </p:set>
                                    <p:animEffect transition="in" filter="box(in)">
                                      <p:cBhvr>
                                        <p:cTn id="42" dur="500"/>
                                        <p:tgtEl>
                                          <p:spTgt spid="456716"/>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56717"/>
                                        </p:tgtEl>
                                        <p:attrNameLst>
                                          <p:attrName>style.visibility</p:attrName>
                                        </p:attrNameLst>
                                      </p:cBhvr>
                                      <p:to>
                                        <p:strVal val="visible"/>
                                      </p:to>
                                    </p:set>
                                    <p:anim calcmode="lin" valueType="num">
                                      <p:cBhvr additive="base">
                                        <p:cTn id="47" dur="500" fill="hold"/>
                                        <p:tgtEl>
                                          <p:spTgt spid="456717"/>
                                        </p:tgtEl>
                                        <p:attrNameLst>
                                          <p:attrName>ppt_x</p:attrName>
                                        </p:attrNameLst>
                                      </p:cBhvr>
                                      <p:tavLst>
                                        <p:tav tm="0">
                                          <p:val>
                                            <p:strVal val="#ppt_x"/>
                                          </p:val>
                                        </p:tav>
                                        <p:tav tm="100000">
                                          <p:val>
                                            <p:strVal val="#ppt_x"/>
                                          </p:val>
                                        </p:tav>
                                      </p:tavLst>
                                    </p:anim>
                                    <p:anim calcmode="lin" valueType="num">
                                      <p:cBhvr additive="base">
                                        <p:cTn id="48" dur="500" fill="hold"/>
                                        <p:tgtEl>
                                          <p:spTgt spid="4567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09" grpId="0" animBg="1"/>
      <p:bldP spid="456710" grpId="0" animBg="1"/>
      <p:bldP spid="456711" grpId="0" animBg="1"/>
      <p:bldP spid="456712" grpId="0" animBg="1"/>
      <p:bldP spid="456713" grpId="0" animBg="1"/>
      <p:bldP spid="456714" grpId="0" animBg="1"/>
      <p:bldP spid="456715" grpId="0" animBg="1"/>
      <p:bldP spid="456716" grpId="0" animBg="1"/>
      <p:bldP spid="4567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r>
              <a:rPr lang="en-US" altLang="zh-HK">
                <a:ea typeface="Adobe 明體 Std L" panose="02020300000000000000" charset="-120"/>
              </a:rPr>
              <a:t>The execution of </a:t>
            </a:r>
            <a:r>
              <a:rPr lang="en-US" altLang="zh-HK" i="1">
                <a:ea typeface="Adobe 明體 Std L" panose="02020300000000000000" charset="-120"/>
              </a:rPr>
              <a:t>F</a:t>
            </a:r>
            <a:r>
              <a:rPr lang="en-US" altLang="zh-HK">
                <a:ea typeface="Adobe 明體 Std L" panose="02020300000000000000" charset="-120"/>
              </a:rPr>
              <a:t>(7)</a:t>
            </a:r>
            <a:endParaRPr lang="en-GB"/>
          </a:p>
        </p:txBody>
      </p:sp>
      <p:sp>
        <p:nvSpPr>
          <p:cNvPr id="93" name="灯片编号占位符 4"/>
          <p:cNvSpPr>
            <a:spLocks noGrp="1"/>
          </p:cNvSpPr>
          <p:nvPr>
            <p:ph type="sldNum" sz="quarter" idx="12"/>
          </p:nvPr>
        </p:nvSpPr>
        <p:spPr/>
        <p:txBody>
          <a:bodyPr/>
          <a:lstStyle/>
          <a:p>
            <a:fld id="{E5697A5C-AEB9-4202-AE0F-6E36DB65BE42}" type="slidenum">
              <a:rPr lang="en-US" altLang="zh-CN"/>
            </a:fld>
            <a:endParaRPr lang="en-US" altLang="zh-CN"/>
          </a:p>
        </p:txBody>
      </p:sp>
      <p:pic>
        <p:nvPicPr>
          <p:cNvPr id="457731" name="Picture 3"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1600200"/>
            <a:ext cx="79248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57732" name="Rectangle 4"/>
          <p:cNvSpPr>
            <a:spLocks noChangeArrowheads="1"/>
          </p:cNvSpPr>
          <p:nvPr/>
        </p:nvSpPr>
        <p:spPr bwMode="auto">
          <a:xfrm>
            <a:off x="8534400" y="1219200"/>
            <a:ext cx="4572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33" name="Oval 5"/>
          <p:cNvSpPr>
            <a:spLocks noChangeArrowheads="1"/>
          </p:cNvSpPr>
          <p:nvPr/>
        </p:nvSpPr>
        <p:spPr bwMode="auto">
          <a:xfrm>
            <a:off x="1619250" y="5157788"/>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34" name="Oval 6"/>
          <p:cNvSpPr>
            <a:spLocks noChangeArrowheads="1"/>
          </p:cNvSpPr>
          <p:nvPr/>
        </p:nvSpPr>
        <p:spPr bwMode="auto">
          <a:xfrm>
            <a:off x="3492500" y="4508500"/>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35" name="Oval 7"/>
          <p:cNvSpPr>
            <a:spLocks noChangeArrowheads="1"/>
          </p:cNvSpPr>
          <p:nvPr/>
        </p:nvSpPr>
        <p:spPr bwMode="auto">
          <a:xfrm>
            <a:off x="4572000" y="4005263"/>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36" name="Oval 8"/>
          <p:cNvSpPr>
            <a:spLocks noChangeArrowheads="1"/>
          </p:cNvSpPr>
          <p:nvPr/>
        </p:nvSpPr>
        <p:spPr bwMode="auto">
          <a:xfrm>
            <a:off x="6084888" y="4005263"/>
            <a:ext cx="217487"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37" name="Oval 9"/>
          <p:cNvSpPr>
            <a:spLocks noChangeArrowheads="1"/>
          </p:cNvSpPr>
          <p:nvPr/>
        </p:nvSpPr>
        <p:spPr bwMode="auto">
          <a:xfrm>
            <a:off x="8027988" y="3357563"/>
            <a:ext cx="217487"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39" name="Rectangle 11"/>
          <p:cNvSpPr>
            <a:spLocks noChangeArrowheads="1"/>
          </p:cNvSpPr>
          <p:nvPr/>
        </p:nvSpPr>
        <p:spPr bwMode="auto">
          <a:xfrm>
            <a:off x="5580063" y="19161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40" name="Text Box 12"/>
          <p:cNvSpPr txBox="1">
            <a:spLocks noChangeArrowheads="1"/>
          </p:cNvSpPr>
          <p:nvPr/>
        </p:nvSpPr>
        <p:spPr bwMode="auto">
          <a:xfrm>
            <a:off x="5464175" y="17954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57741" name="Rectangle 13"/>
          <p:cNvSpPr>
            <a:spLocks noChangeArrowheads="1"/>
          </p:cNvSpPr>
          <p:nvPr/>
        </p:nvSpPr>
        <p:spPr bwMode="auto">
          <a:xfrm>
            <a:off x="3679825" y="2557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42" name="Text Box 14"/>
          <p:cNvSpPr txBox="1">
            <a:spLocks noChangeArrowheads="1"/>
          </p:cNvSpPr>
          <p:nvPr/>
        </p:nvSpPr>
        <p:spPr bwMode="auto">
          <a:xfrm>
            <a:off x="3563938" y="2436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57743" name="Rectangle 15"/>
          <p:cNvSpPr>
            <a:spLocks noChangeArrowheads="1"/>
          </p:cNvSpPr>
          <p:nvPr/>
        </p:nvSpPr>
        <p:spPr bwMode="auto">
          <a:xfrm>
            <a:off x="2527300" y="3284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44" name="Text Box 16"/>
          <p:cNvSpPr txBox="1">
            <a:spLocks noChangeArrowheads="1"/>
          </p:cNvSpPr>
          <p:nvPr/>
        </p:nvSpPr>
        <p:spPr bwMode="auto">
          <a:xfrm>
            <a:off x="2411413" y="3163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57745" name="Rectangle 17"/>
          <p:cNvSpPr>
            <a:spLocks noChangeArrowheads="1"/>
          </p:cNvSpPr>
          <p:nvPr/>
        </p:nvSpPr>
        <p:spPr bwMode="auto">
          <a:xfrm>
            <a:off x="7496175" y="2563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46" name="Text Box 18"/>
          <p:cNvSpPr txBox="1">
            <a:spLocks noChangeArrowheads="1"/>
          </p:cNvSpPr>
          <p:nvPr/>
        </p:nvSpPr>
        <p:spPr bwMode="auto">
          <a:xfrm>
            <a:off x="7380288" y="2443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57747" name="Rectangle 19"/>
          <p:cNvSpPr>
            <a:spLocks noChangeArrowheads="1"/>
          </p:cNvSpPr>
          <p:nvPr/>
        </p:nvSpPr>
        <p:spPr bwMode="auto">
          <a:xfrm>
            <a:off x="2311400" y="4579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48" name="Text Box 20"/>
          <p:cNvSpPr txBox="1">
            <a:spLocks noChangeArrowheads="1"/>
          </p:cNvSpPr>
          <p:nvPr/>
        </p:nvSpPr>
        <p:spPr bwMode="auto">
          <a:xfrm>
            <a:off x="2195513" y="4459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57749" name="Rectangle 21"/>
          <p:cNvSpPr>
            <a:spLocks noChangeArrowheads="1"/>
          </p:cNvSpPr>
          <p:nvPr/>
        </p:nvSpPr>
        <p:spPr bwMode="auto">
          <a:xfrm>
            <a:off x="3205163" y="4579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50" name="Text Box 22"/>
          <p:cNvSpPr txBox="1">
            <a:spLocks noChangeArrowheads="1"/>
          </p:cNvSpPr>
          <p:nvPr/>
        </p:nvSpPr>
        <p:spPr bwMode="auto">
          <a:xfrm>
            <a:off x="3089275" y="4459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7751" name="Rectangle 23"/>
          <p:cNvSpPr>
            <a:spLocks noChangeArrowheads="1"/>
          </p:cNvSpPr>
          <p:nvPr/>
        </p:nvSpPr>
        <p:spPr bwMode="auto">
          <a:xfrm>
            <a:off x="1908175" y="51562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52" name="Text Box 24"/>
          <p:cNvSpPr txBox="1">
            <a:spLocks noChangeArrowheads="1"/>
          </p:cNvSpPr>
          <p:nvPr/>
        </p:nvSpPr>
        <p:spPr bwMode="auto">
          <a:xfrm>
            <a:off x="1792288" y="5035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7753" name="Rectangle 25"/>
          <p:cNvSpPr>
            <a:spLocks noChangeArrowheads="1"/>
          </p:cNvSpPr>
          <p:nvPr/>
        </p:nvSpPr>
        <p:spPr bwMode="auto">
          <a:xfrm>
            <a:off x="1519238" y="58039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54" name="Text Box 26"/>
          <p:cNvSpPr txBox="1">
            <a:spLocks noChangeArrowheads="1"/>
          </p:cNvSpPr>
          <p:nvPr/>
        </p:nvSpPr>
        <p:spPr bwMode="auto">
          <a:xfrm>
            <a:off x="1403350" y="56832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7755" name="Rectangle 27"/>
          <p:cNvSpPr>
            <a:spLocks noChangeArrowheads="1"/>
          </p:cNvSpPr>
          <p:nvPr/>
        </p:nvSpPr>
        <p:spPr bwMode="auto">
          <a:xfrm>
            <a:off x="1087438" y="63087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56" name="Text Box 28"/>
          <p:cNvSpPr txBox="1">
            <a:spLocks noChangeArrowheads="1"/>
          </p:cNvSpPr>
          <p:nvPr/>
        </p:nvSpPr>
        <p:spPr bwMode="auto">
          <a:xfrm>
            <a:off x="971550" y="61880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7757" name="Rectangle 29"/>
          <p:cNvSpPr>
            <a:spLocks noChangeArrowheads="1"/>
          </p:cNvSpPr>
          <p:nvPr/>
        </p:nvSpPr>
        <p:spPr bwMode="auto">
          <a:xfrm>
            <a:off x="1519238" y="63087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58" name="Text Box 30"/>
          <p:cNvSpPr txBox="1">
            <a:spLocks noChangeArrowheads="1"/>
          </p:cNvSpPr>
          <p:nvPr/>
        </p:nvSpPr>
        <p:spPr bwMode="auto">
          <a:xfrm>
            <a:off x="1403350" y="61880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7759" name="Rectangle 31"/>
          <p:cNvSpPr>
            <a:spLocks noChangeArrowheads="1"/>
          </p:cNvSpPr>
          <p:nvPr/>
        </p:nvSpPr>
        <p:spPr bwMode="auto">
          <a:xfrm>
            <a:off x="2628900" y="51482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60" name="Text Box 32"/>
          <p:cNvSpPr txBox="1">
            <a:spLocks noChangeArrowheads="1"/>
          </p:cNvSpPr>
          <p:nvPr/>
        </p:nvSpPr>
        <p:spPr bwMode="auto">
          <a:xfrm>
            <a:off x="2513013" y="50276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7761" name="Rectangle 33"/>
          <p:cNvSpPr>
            <a:spLocks noChangeArrowheads="1"/>
          </p:cNvSpPr>
          <p:nvPr/>
        </p:nvSpPr>
        <p:spPr bwMode="auto">
          <a:xfrm>
            <a:off x="2197100" y="56610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62" name="Text Box 34"/>
          <p:cNvSpPr txBox="1">
            <a:spLocks noChangeArrowheads="1"/>
          </p:cNvSpPr>
          <p:nvPr/>
        </p:nvSpPr>
        <p:spPr bwMode="auto">
          <a:xfrm>
            <a:off x="2081213" y="55387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7763" name="Rectangle 35"/>
          <p:cNvSpPr>
            <a:spLocks noChangeArrowheads="1"/>
          </p:cNvSpPr>
          <p:nvPr/>
        </p:nvSpPr>
        <p:spPr bwMode="auto">
          <a:xfrm>
            <a:off x="2628900" y="56530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64" name="Text Box 36"/>
          <p:cNvSpPr txBox="1">
            <a:spLocks noChangeArrowheads="1"/>
          </p:cNvSpPr>
          <p:nvPr/>
        </p:nvSpPr>
        <p:spPr bwMode="auto">
          <a:xfrm>
            <a:off x="2513013" y="5532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7765" name="Rectangle 37"/>
          <p:cNvSpPr>
            <a:spLocks noChangeArrowheads="1"/>
          </p:cNvSpPr>
          <p:nvPr/>
        </p:nvSpPr>
        <p:spPr bwMode="auto">
          <a:xfrm>
            <a:off x="2024063" y="60134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66" name="Text Box 38"/>
          <p:cNvSpPr txBox="1">
            <a:spLocks noChangeArrowheads="1"/>
          </p:cNvSpPr>
          <p:nvPr/>
        </p:nvSpPr>
        <p:spPr bwMode="auto">
          <a:xfrm>
            <a:off x="1908175" y="58928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7767" name="Rectangle 39"/>
          <p:cNvSpPr>
            <a:spLocks noChangeArrowheads="1"/>
          </p:cNvSpPr>
          <p:nvPr/>
        </p:nvSpPr>
        <p:spPr bwMode="auto">
          <a:xfrm>
            <a:off x="3392488" y="51546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68" name="Text Box 40"/>
          <p:cNvSpPr txBox="1">
            <a:spLocks noChangeArrowheads="1"/>
          </p:cNvSpPr>
          <p:nvPr/>
        </p:nvSpPr>
        <p:spPr bwMode="auto">
          <a:xfrm>
            <a:off x="3276600" y="50339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7769" name="Rectangle 41"/>
          <p:cNvSpPr>
            <a:spLocks noChangeArrowheads="1"/>
          </p:cNvSpPr>
          <p:nvPr/>
        </p:nvSpPr>
        <p:spPr bwMode="auto">
          <a:xfrm>
            <a:off x="2960688" y="56594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70" name="Text Box 42"/>
          <p:cNvSpPr txBox="1">
            <a:spLocks noChangeArrowheads="1"/>
          </p:cNvSpPr>
          <p:nvPr/>
        </p:nvSpPr>
        <p:spPr bwMode="auto">
          <a:xfrm>
            <a:off x="2844800" y="55387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7771" name="Rectangle 43"/>
          <p:cNvSpPr>
            <a:spLocks noChangeArrowheads="1"/>
          </p:cNvSpPr>
          <p:nvPr/>
        </p:nvSpPr>
        <p:spPr bwMode="auto">
          <a:xfrm>
            <a:off x="3392488" y="56594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72" name="Text Box 44"/>
          <p:cNvSpPr txBox="1">
            <a:spLocks noChangeArrowheads="1"/>
          </p:cNvSpPr>
          <p:nvPr/>
        </p:nvSpPr>
        <p:spPr bwMode="auto">
          <a:xfrm>
            <a:off x="3276600" y="55387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7773" name="Rectangle 45"/>
          <p:cNvSpPr>
            <a:spLocks noChangeArrowheads="1"/>
          </p:cNvSpPr>
          <p:nvPr/>
        </p:nvSpPr>
        <p:spPr bwMode="auto">
          <a:xfrm>
            <a:off x="4543425" y="4579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74" name="Text Box 46"/>
          <p:cNvSpPr txBox="1">
            <a:spLocks noChangeArrowheads="1"/>
          </p:cNvSpPr>
          <p:nvPr/>
        </p:nvSpPr>
        <p:spPr bwMode="auto">
          <a:xfrm>
            <a:off x="4427538" y="4459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7775" name="Rectangle 47"/>
          <p:cNvSpPr>
            <a:spLocks noChangeArrowheads="1"/>
          </p:cNvSpPr>
          <p:nvPr/>
        </p:nvSpPr>
        <p:spPr bwMode="auto">
          <a:xfrm>
            <a:off x="4111625" y="5084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76" name="Text Box 48"/>
          <p:cNvSpPr txBox="1">
            <a:spLocks noChangeArrowheads="1"/>
          </p:cNvSpPr>
          <p:nvPr/>
        </p:nvSpPr>
        <p:spPr bwMode="auto">
          <a:xfrm>
            <a:off x="3995738" y="4964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7777" name="Rectangle 49"/>
          <p:cNvSpPr>
            <a:spLocks noChangeArrowheads="1"/>
          </p:cNvSpPr>
          <p:nvPr/>
        </p:nvSpPr>
        <p:spPr bwMode="auto">
          <a:xfrm>
            <a:off x="4471988" y="5084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78" name="Text Box 50"/>
          <p:cNvSpPr txBox="1">
            <a:spLocks noChangeArrowheads="1"/>
          </p:cNvSpPr>
          <p:nvPr/>
        </p:nvSpPr>
        <p:spPr bwMode="auto">
          <a:xfrm>
            <a:off x="4356100" y="4964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7779" name="Rectangle 51"/>
          <p:cNvSpPr>
            <a:spLocks noChangeArrowheads="1"/>
          </p:cNvSpPr>
          <p:nvPr/>
        </p:nvSpPr>
        <p:spPr bwMode="auto">
          <a:xfrm>
            <a:off x="5653088"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80" name="Text Box 52"/>
          <p:cNvSpPr txBox="1">
            <a:spLocks noChangeArrowheads="1"/>
          </p:cNvSpPr>
          <p:nvPr/>
        </p:nvSpPr>
        <p:spPr bwMode="auto">
          <a:xfrm>
            <a:off x="5537200"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7781" name="Rectangle 53"/>
          <p:cNvSpPr>
            <a:spLocks noChangeArrowheads="1"/>
          </p:cNvSpPr>
          <p:nvPr/>
        </p:nvSpPr>
        <p:spPr bwMode="auto">
          <a:xfrm>
            <a:off x="5219700"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82" name="Text Box 54"/>
          <p:cNvSpPr txBox="1">
            <a:spLocks noChangeArrowheads="1"/>
          </p:cNvSpPr>
          <p:nvPr/>
        </p:nvSpPr>
        <p:spPr bwMode="auto">
          <a:xfrm>
            <a:off x="5076825"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7783" name="Rectangle 55"/>
          <p:cNvSpPr>
            <a:spLocks noChangeArrowheads="1"/>
          </p:cNvSpPr>
          <p:nvPr/>
        </p:nvSpPr>
        <p:spPr bwMode="auto">
          <a:xfrm>
            <a:off x="550862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84" name="Text Box 56"/>
          <p:cNvSpPr txBox="1">
            <a:spLocks noChangeArrowheads="1"/>
          </p:cNvSpPr>
          <p:nvPr/>
        </p:nvSpPr>
        <p:spPr bwMode="auto">
          <a:xfrm>
            <a:off x="5464175" y="43799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7785" name="Rectangle 57"/>
          <p:cNvSpPr>
            <a:spLocks noChangeArrowheads="1"/>
          </p:cNvSpPr>
          <p:nvPr/>
        </p:nvSpPr>
        <p:spPr bwMode="auto">
          <a:xfrm>
            <a:off x="5335588" y="3284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86" name="Text Box 58"/>
          <p:cNvSpPr txBox="1">
            <a:spLocks noChangeArrowheads="1"/>
          </p:cNvSpPr>
          <p:nvPr/>
        </p:nvSpPr>
        <p:spPr bwMode="auto">
          <a:xfrm>
            <a:off x="5219700" y="3163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57787" name="Rectangle 59"/>
          <p:cNvSpPr>
            <a:spLocks noChangeArrowheads="1"/>
          </p:cNvSpPr>
          <p:nvPr/>
        </p:nvSpPr>
        <p:spPr bwMode="auto">
          <a:xfrm>
            <a:off x="6200775" y="3284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88" name="Text Box 60"/>
          <p:cNvSpPr txBox="1">
            <a:spLocks noChangeArrowheads="1"/>
          </p:cNvSpPr>
          <p:nvPr/>
        </p:nvSpPr>
        <p:spPr bwMode="auto">
          <a:xfrm>
            <a:off x="6084888" y="3163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57789" name="Rectangle 61"/>
          <p:cNvSpPr>
            <a:spLocks noChangeArrowheads="1"/>
          </p:cNvSpPr>
          <p:nvPr/>
        </p:nvSpPr>
        <p:spPr bwMode="auto">
          <a:xfrm>
            <a:off x="4903788"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90" name="Text Box 62"/>
          <p:cNvSpPr txBox="1">
            <a:spLocks noChangeArrowheads="1"/>
          </p:cNvSpPr>
          <p:nvPr/>
        </p:nvSpPr>
        <p:spPr bwMode="auto">
          <a:xfrm>
            <a:off x="4787900"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7791" name="Rectangle 63"/>
          <p:cNvSpPr>
            <a:spLocks noChangeArrowheads="1"/>
          </p:cNvSpPr>
          <p:nvPr/>
        </p:nvSpPr>
        <p:spPr bwMode="auto">
          <a:xfrm>
            <a:off x="8288338" y="3284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92" name="Text Box 64"/>
          <p:cNvSpPr txBox="1">
            <a:spLocks noChangeArrowheads="1"/>
          </p:cNvSpPr>
          <p:nvPr/>
        </p:nvSpPr>
        <p:spPr bwMode="auto">
          <a:xfrm>
            <a:off x="8172450" y="3163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7793" name="Rectangle 65"/>
          <p:cNvSpPr>
            <a:spLocks noChangeArrowheads="1"/>
          </p:cNvSpPr>
          <p:nvPr/>
        </p:nvSpPr>
        <p:spPr bwMode="auto">
          <a:xfrm>
            <a:off x="6416675"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94" name="Text Box 66"/>
          <p:cNvSpPr txBox="1">
            <a:spLocks noChangeArrowheads="1"/>
          </p:cNvSpPr>
          <p:nvPr/>
        </p:nvSpPr>
        <p:spPr bwMode="auto">
          <a:xfrm>
            <a:off x="6300788"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7795" name="Rectangle 67"/>
          <p:cNvSpPr>
            <a:spLocks noChangeArrowheads="1"/>
          </p:cNvSpPr>
          <p:nvPr/>
        </p:nvSpPr>
        <p:spPr bwMode="auto">
          <a:xfrm>
            <a:off x="6056313" y="4579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96" name="Text Box 68"/>
          <p:cNvSpPr txBox="1">
            <a:spLocks noChangeArrowheads="1"/>
          </p:cNvSpPr>
          <p:nvPr/>
        </p:nvSpPr>
        <p:spPr bwMode="auto">
          <a:xfrm>
            <a:off x="5940425" y="4459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7797" name="Rectangle 69"/>
          <p:cNvSpPr>
            <a:spLocks noChangeArrowheads="1"/>
          </p:cNvSpPr>
          <p:nvPr/>
        </p:nvSpPr>
        <p:spPr bwMode="auto">
          <a:xfrm>
            <a:off x="5624513" y="5084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798" name="Text Box 70"/>
          <p:cNvSpPr txBox="1">
            <a:spLocks noChangeArrowheads="1"/>
          </p:cNvSpPr>
          <p:nvPr/>
        </p:nvSpPr>
        <p:spPr bwMode="auto">
          <a:xfrm>
            <a:off x="5508625" y="4964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7799" name="Rectangle 71"/>
          <p:cNvSpPr>
            <a:spLocks noChangeArrowheads="1"/>
          </p:cNvSpPr>
          <p:nvPr/>
        </p:nvSpPr>
        <p:spPr bwMode="auto">
          <a:xfrm>
            <a:off x="5983288" y="5084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800" name="Text Box 72"/>
          <p:cNvSpPr txBox="1">
            <a:spLocks noChangeArrowheads="1"/>
          </p:cNvSpPr>
          <p:nvPr/>
        </p:nvSpPr>
        <p:spPr bwMode="auto">
          <a:xfrm>
            <a:off x="5867400" y="4964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7801" name="Rectangle 73"/>
          <p:cNvSpPr>
            <a:spLocks noChangeArrowheads="1"/>
          </p:cNvSpPr>
          <p:nvPr/>
        </p:nvSpPr>
        <p:spPr bwMode="auto">
          <a:xfrm>
            <a:off x="7208838"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802" name="Text Box 74"/>
          <p:cNvSpPr txBox="1">
            <a:spLocks noChangeArrowheads="1"/>
          </p:cNvSpPr>
          <p:nvPr/>
        </p:nvSpPr>
        <p:spPr bwMode="auto">
          <a:xfrm>
            <a:off x="7092950"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7803" name="Rectangle 75"/>
          <p:cNvSpPr>
            <a:spLocks noChangeArrowheads="1"/>
          </p:cNvSpPr>
          <p:nvPr/>
        </p:nvSpPr>
        <p:spPr bwMode="auto">
          <a:xfrm>
            <a:off x="6777038"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804" name="Text Box 76"/>
          <p:cNvSpPr txBox="1">
            <a:spLocks noChangeArrowheads="1"/>
          </p:cNvSpPr>
          <p:nvPr/>
        </p:nvSpPr>
        <p:spPr bwMode="auto">
          <a:xfrm>
            <a:off x="6661150"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7805" name="Rectangle 77"/>
          <p:cNvSpPr>
            <a:spLocks noChangeArrowheads="1"/>
          </p:cNvSpPr>
          <p:nvPr/>
        </p:nvSpPr>
        <p:spPr bwMode="auto">
          <a:xfrm>
            <a:off x="7135813"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806" name="Text Box 78"/>
          <p:cNvSpPr txBox="1">
            <a:spLocks noChangeArrowheads="1"/>
          </p:cNvSpPr>
          <p:nvPr/>
        </p:nvSpPr>
        <p:spPr bwMode="auto">
          <a:xfrm>
            <a:off x="7019925"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7807" name="Rectangle 79"/>
          <p:cNvSpPr>
            <a:spLocks noChangeArrowheads="1"/>
          </p:cNvSpPr>
          <p:nvPr/>
        </p:nvSpPr>
        <p:spPr bwMode="auto">
          <a:xfrm>
            <a:off x="7927975"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808" name="Text Box 80"/>
          <p:cNvSpPr txBox="1">
            <a:spLocks noChangeArrowheads="1"/>
          </p:cNvSpPr>
          <p:nvPr/>
        </p:nvSpPr>
        <p:spPr bwMode="auto">
          <a:xfrm>
            <a:off x="7812088"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7809" name="Rectangle 81"/>
          <p:cNvSpPr>
            <a:spLocks noChangeArrowheads="1"/>
          </p:cNvSpPr>
          <p:nvPr/>
        </p:nvSpPr>
        <p:spPr bwMode="auto">
          <a:xfrm>
            <a:off x="7496175"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810" name="Text Box 82"/>
          <p:cNvSpPr txBox="1">
            <a:spLocks noChangeArrowheads="1"/>
          </p:cNvSpPr>
          <p:nvPr/>
        </p:nvSpPr>
        <p:spPr bwMode="auto">
          <a:xfrm>
            <a:off x="7380288"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7811" name="Rectangle 83"/>
          <p:cNvSpPr>
            <a:spLocks noChangeArrowheads="1"/>
          </p:cNvSpPr>
          <p:nvPr/>
        </p:nvSpPr>
        <p:spPr bwMode="auto">
          <a:xfrm>
            <a:off x="7856538"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812" name="Text Box 84"/>
          <p:cNvSpPr txBox="1">
            <a:spLocks noChangeArrowheads="1"/>
          </p:cNvSpPr>
          <p:nvPr/>
        </p:nvSpPr>
        <p:spPr bwMode="auto">
          <a:xfrm>
            <a:off x="7740650"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7813" name="Rectangle 85"/>
          <p:cNvSpPr>
            <a:spLocks noChangeArrowheads="1"/>
          </p:cNvSpPr>
          <p:nvPr/>
        </p:nvSpPr>
        <p:spPr bwMode="auto">
          <a:xfrm>
            <a:off x="3895725" y="53673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814" name="Text Box 86"/>
          <p:cNvSpPr txBox="1">
            <a:spLocks noChangeArrowheads="1"/>
          </p:cNvSpPr>
          <p:nvPr/>
        </p:nvSpPr>
        <p:spPr bwMode="auto">
          <a:xfrm>
            <a:off x="3779838" y="52451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7815" name="Rectangle 87"/>
          <p:cNvSpPr>
            <a:spLocks noChangeArrowheads="1"/>
          </p:cNvSpPr>
          <p:nvPr/>
        </p:nvSpPr>
        <p:spPr bwMode="auto">
          <a:xfrm>
            <a:off x="4975225" y="47974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816" name="Text Box 88"/>
          <p:cNvSpPr txBox="1">
            <a:spLocks noChangeArrowheads="1"/>
          </p:cNvSpPr>
          <p:nvPr/>
        </p:nvSpPr>
        <p:spPr bwMode="auto">
          <a:xfrm>
            <a:off x="4859338" y="46751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7817" name="Rectangle 89"/>
          <p:cNvSpPr>
            <a:spLocks noChangeArrowheads="1"/>
          </p:cNvSpPr>
          <p:nvPr/>
        </p:nvSpPr>
        <p:spPr bwMode="auto">
          <a:xfrm>
            <a:off x="6559550" y="47974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818" name="Text Box 90"/>
          <p:cNvSpPr txBox="1">
            <a:spLocks noChangeArrowheads="1"/>
          </p:cNvSpPr>
          <p:nvPr/>
        </p:nvSpPr>
        <p:spPr bwMode="auto">
          <a:xfrm>
            <a:off x="6443663" y="46751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7819" name="Rectangle 91"/>
          <p:cNvSpPr>
            <a:spLocks noChangeArrowheads="1"/>
          </p:cNvSpPr>
          <p:nvPr/>
        </p:nvSpPr>
        <p:spPr bwMode="auto">
          <a:xfrm>
            <a:off x="8432800" y="4214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7820" name="Text Box 92"/>
          <p:cNvSpPr txBox="1">
            <a:spLocks noChangeArrowheads="1"/>
          </p:cNvSpPr>
          <p:nvPr/>
        </p:nvSpPr>
        <p:spPr bwMode="auto">
          <a:xfrm>
            <a:off x="8316913" y="40925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94" name="AutoShape 13"/>
          <p:cNvSpPr>
            <a:spLocks noChangeArrowheads="1"/>
          </p:cNvSpPr>
          <p:nvPr/>
        </p:nvSpPr>
        <p:spPr bwMode="auto">
          <a:xfrm>
            <a:off x="4912365" y="5629525"/>
            <a:ext cx="3798887" cy="913606"/>
          </a:xfrm>
          <a:prstGeom prst="roundRect">
            <a:avLst>
              <a:gd name="adj" fmla="val 16667"/>
            </a:avLst>
          </a:prstGeom>
          <a:solidFill>
            <a:srgbClr val="FFFF00"/>
          </a:solidFill>
          <a:ln w="9525">
            <a:solidFill>
              <a:schemeClr val="accent2"/>
            </a:solidFill>
            <a:round/>
          </a:ln>
          <a:effectLst/>
        </p:spPr>
        <p:txBody>
          <a:bodyPr anchor="ctr"/>
          <a:lstStyle/>
          <a:p>
            <a:pPr algn="ctr"/>
            <a:r>
              <a:rPr lang="en-US" altLang="zh-HK" sz="3200" b="1" i="1" dirty="0" smtClean="0">
                <a:solidFill>
                  <a:srgbClr val="FF0000"/>
                </a:solidFill>
                <a:latin typeface="Times New Roman" panose="02020603050405020304" pitchFamily="18" charset="0"/>
                <a:ea typeface="Adobe 明體 Std L" panose="02020300000000000000" charset="-120"/>
              </a:rPr>
              <a:t>F</a:t>
            </a:r>
            <a:r>
              <a:rPr lang="en-US" altLang="zh-HK" sz="3200" b="1" dirty="0" smtClean="0">
                <a:solidFill>
                  <a:srgbClr val="FF0000"/>
                </a:solidFill>
                <a:latin typeface="Times New Roman" panose="02020603050405020304" pitchFamily="18" charset="0"/>
                <a:ea typeface="Adobe 明體 Std L" panose="02020300000000000000" charset="-120"/>
              </a:rPr>
              <a:t>(</a:t>
            </a:r>
            <a:r>
              <a:rPr lang="en-US" altLang="zh-CN" sz="3200" b="1" dirty="0" smtClean="0">
                <a:solidFill>
                  <a:srgbClr val="FF0000"/>
                </a:solidFill>
                <a:latin typeface="Times New Roman" panose="02020603050405020304" pitchFamily="18" charset="0"/>
                <a:ea typeface="Adobe 明體 Std L" panose="02020300000000000000" charset="-120"/>
              </a:rPr>
              <a:t>3</a:t>
            </a:r>
            <a:r>
              <a:rPr lang="en-US" altLang="zh-HK" sz="3200" b="1" dirty="0" smtClean="0">
                <a:solidFill>
                  <a:srgbClr val="FF0000"/>
                </a:solidFill>
                <a:latin typeface="Times New Roman" panose="02020603050405020304" pitchFamily="18" charset="0"/>
                <a:ea typeface="Adobe 明體 Std L" panose="02020300000000000000" charset="-120"/>
              </a:rPr>
              <a:t>)</a:t>
            </a:r>
            <a:r>
              <a:rPr lang="en-US" altLang="zh-HK" sz="3200" b="1" dirty="0" smtClean="0">
                <a:solidFill>
                  <a:srgbClr val="FF0000"/>
                </a:solidFill>
                <a:latin typeface="Comic Sans MS" panose="030F0702030302020204" pitchFamily="66" charset="0"/>
                <a:ea typeface="Adobe 明體 Std L" panose="02020300000000000000" charset="-120"/>
              </a:rPr>
              <a:t> </a:t>
            </a:r>
            <a:r>
              <a:rPr lang="zh-CN" altLang="en-US" sz="3200" b="1" dirty="0" smtClean="0">
                <a:solidFill>
                  <a:srgbClr val="FF0000"/>
                </a:solidFill>
                <a:latin typeface="+mn-ea"/>
                <a:ea typeface="+mn-ea"/>
              </a:rPr>
              <a:t>计算了</a:t>
            </a:r>
            <a:r>
              <a:rPr lang="en-US" altLang="zh-CN" sz="3200" b="1" dirty="0" smtClean="0">
                <a:solidFill>
                  <a:srgbClr val="FF0000"/>
                </a:solidFill>
                <a:latin typeface="+mn-ea"/>
                <a:ea typeface="+mn-ea"/>
              </a:rPr>
              <a:t>5</a:t>
            </a:r>
            <a:r>
              <a:rPr lang="zh-CN" altLang="en-US" sz="3200" b="1" dirty="0" smtClean="0">
                <a:solidFill>
                  <a:srgbClr val="FF0000"/>
                </a:solidFill>
                <a:latin typeface="+mn-ea"/>
                <a:ea typeface="+mn-ea"/>
              </a:rPr>
              <a:t>次</a:t>
            </a:r>
            <a:r>
              <a:rPr lang="en-US" altLang="zh-HK" sz="3200" b="1" dirty="0" smtClean="0">
                <a:solidFill>
                  <a:srgbClr val="FF0000"/>
                </a:solidFill>
                <a:latin typeface="+mn-ea"/>
                <a:ea typeface="+mn-ea"/>
              </a:rPr>
              <a:t>!</a:t>
            </a:r>
            <a:endParaRPr lang="en-GB" sz="3200" b="1" dirty="0">
              <a:solidFill>
                <a:srgbClr val="FF0000"/>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7733"/>
                                        </p:tgtEl>
                                        <p:attrNameLst>
                                          <p:attrName>style.visibility</p:attrName>
                                        </p:attrNameLst>
                                      </p:cBhvr>
                                      <p:to>
                                        <p:strVal val="visible"/>
                                      </p:to>
                                    </p:set>
                                    <p:animEffect transition="in" filter="box(in)">
                                      <p:cBhvr>
                                        <p:cTn id="7" dur="500"/>
                                        <p:tgtEl>
                                          <p:spTgt spid="45773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7734"/>
                                        </p:tgtEl>
                                        <p:attrNameLst>
                                          <p:attrName>style.visibility</p:attrName>
                                        </p:attrNameLst>
                                      </p:cBhvr>
                                      <p:to>
                                        <p:strVal val="visible"/>
                                      </p:to>
                                    </p:set>
                                    <p:animEffect transition="in" filter="box(in)">
                                      <p:cBhvr>
                                        <p:cTn id="12" dur="500"/>
                                        <p:tgtEl>
                                          <p:spTgt spid="45773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57735"/>
                                        </p:tgtEl>
                                        <p:attrNameLst>
                                          <p:attrName>style.visibility</p:attrName>
                                        </p:attrNameLst>
                                      </p:cBhvr>
                                      <p:to>
                                        <p:strVal val="visible"/>
                                      </p:to>
                                    </p:set>
                                    <p:animEffect transition="in" filter="box(in)">
                                      <p:cBhvr>
                                        <p:cTn id="17" dur="500"/>
                                        <p:tgtEl>
                                          <p:spTgt spid="45773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57736"/>
                                        </p:tgtEl>
                                        <p:attrNameLst>
                                          <p:attrName>style.visibility</p:attrName>
                                        </p:attrNameLst>
                                      </p:cBhvr>
                                      <p:to>
                                        <p:strVal val="visible"/>
                                      </p:to>
                                    </p:set>
                                    <p:animEffect transition="in" filter="box(in)">
                                      <p:cBhvr>
                                        <p:cTn id="22" dur="500"/>
                                        <p:tgtEl>
                                          <p:spTgt spid="45773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57737"/>
                                        </p:tgtEl>
                                        <p:attrNameLst>
                                          <p:attrName>style.visibility</p:attrName>
                                        </p:attrNameLst>
                                      </p:cBhvr>
                                      <p:to>
                                        <p:strVal val="visible"/>
                                      </p:to>
                                    </p:set>
                                    <p:animEffect transition="in" filter="box(in)">
                                      <p:cBhvr>
                                        <p:cTn id="27" dur="500"/>
                                        <p:tgtEl>
                                          <p:spTgt spid="45773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94"/>
                                        </p:tgtEl>
                                        <p:attrNameLst>
                                          <p:attrName>style.visibility</p:attrName>
                                        </p:attrNameLst>
                                      </p:cBhvr>
                                      <p:to>
                                        <p:strVal val="visible"/>
                                      </p:to>
                                    </p:set>
                                    <p:anim calcmode="lin" valueType="num">
                                      <p:cBhvr additive="base">
                                        <p:cTn id="32" dur="500" fill="hold"/>
                                        <p:tgtEl>
                                          <p:spTgt spid="94"/>
                                        </p:tgtEl>
                                        <p:attrNameLst>
                                          <p:attrName>ppt_x</p:attrName>
                                        </p:attrNameLst>
                                      </p:cBhvr>
                                      <p:tavLst>
                                        <p:tav tm="0">
                                          <p:val>
                                            <p:strVal val="#ppt_x"/>
                                          </p:val>
                                        </p:tav>
                                        <p:tav tm="100000">
                                          <p:val>
                                            <p:strVal val="#ppt_x"/>
                                          </p:val>
                                        </p:tav>
                                      </p:tavLst>
                                    </p:anim>
                                    <p:anim calcmode="lin" valueType="num">
                                      <p:cBhvr additive="base">
                                        <p:cTn id="33"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3" grpId="0" animBg="1"/>
      <p:bldP spid="457734" grpId="0" animBg="1"/>
      <p:bldP spid="457735" grpId="0" animBg="1"/>
      <p:bldP spid="457736" grpId="0" animBg="1"/>
      <p:bldP spid="457737" grpId="0" animBg="1"/>
      <p:bldP spid="9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r>
              <a:rPr lang="en-US" altLang="zh-HK">
                <a:ea typeface="Adobe 明體 Std L" panose="02020300000000000000" charset="-120"/>
              </a:rPr>
              <a:t>The execution of </a:t>
            </a:r>
            <a:r>
              <a:rPr lang="en-US" altLang="zh-HK" i="1">
                <a:ea typeface="Adobe 明體 Std L" panose="02020300000000000000" charset="-120"/>
              </a:rPr>
              <a:t>F</a:t>
            </a:r>
            <a:r>
              <a:rPr lang="en-US" altLang="zh-HK">
                <a:ea typeface="Adobe 明體 Std L" panose="02020300000000000000" charset="-120"/>
              </a:rPr>
              <a:t>(7)</a:t>
            </a:r>
            <a:endParaRPr lang="en-GB"/>
          </a:p>
        </p:txBody>
      </p:sp>
      <p:sp>
        <p:nvSpPr>
          <p:cNvPr id="88" name="灯片编号占位符 4"/>
          <p:cNvSpPr>
            <a:spLocks noGrp="1"/>
          </p:cNvSpPr>
          <p:nvPr>
            <p:ph type="sldNum" sz="quarter" idx="12"/>
          </p:nvPr>
        </p:nvSpPr>
        <p:spPr/>
        <p:txBody>
          <a:bodyPr/>
          <a:lstStyle/>
          <a:p>
            <a:fld id="{71BF4C9B-F3B5-4767-A7C4-EF00C2D4405A}" type="slidenum">
              <a:rPr lang="en-US" altLang="zh-CN"/>
            </a:fld>
            <a:endParaRPr lang="en-US" altLang="zh-CN"/>
          </a:p>
        </p:txBody>
      </p:sp>
      <p:pic>
        <p:nvPicPr>
          <p:cNvPr id="458755" name="Picture 3"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1600200"/>
            <a:ext cx="79248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58756" name="Rectangle 4"/>
          <p:cNvSpPr>
            <a:spLocks noChangeArrowheads="1"/>
          </p:cNvSpPr>
          <p:nvPr/>
        </p:nvSpPr>
        <p:spPr bwMode="auto">
          <a:xfrm>
            <a:off x="8534400" y="1219200"/>
            <a:ext cx="4572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57" name="AutoShape 5"/>
          <p:cNvSpPr>
            <a:spLocks noChangeArrowheads="1"/>
          </p:cNvSpPr>
          <p:nvPr/>
        </p:nvSpPr>
        <p:spPr bwMode="auto">
          <a:xfrm>
            <a:off x="5983288" y="5334593"/>
            <a:ext cx="2764630" cy="1368425"/>
          </a:xfrm>
          <a:prstGeom prst="roundRect">
            <a:avLst>
              <a:gd name="adj" fmla="val 16667"/>
            </a:avLst>
          </a:prstGeom>
        </p:spPr>
        <p:style>
          <a:lnRef idx="1">
            <a:schemeClr val="accent1"/>
          </a:lnRef>
          <a:fillRef idx="2">
            <a:schemeClr val="accent1"/>
          </a:fillRef>
          <a:effectRef idx="1">
            <a:schemeClr val="accent1"/>
          </a:effectRef>
          <a:fontRef idx="minor">
            <a:schemeClr val="dk1"/>
          </a:fontRef>
        </p:style>
        <p:txBody>
          <a:bodyPr anchor="ctr"/>
          <a:lstStyle/>
          <a:p>
            <a:pPr algn="ctr"/>
            <a:r>
              <a:rPr lang="zh-CN" altLang="en-US" sz="3200" b="1" dirty="0" smtClean="0">
                <a:solidFill>
                  <a:srgbClr val="FF0000"/>
                </a:solidFill>
                <a:latin typeface="Comic Sans MS" panose="030F0702030302020204" pitchFamily="66" charset="0"/>
              </a:rPr>
              <a:t>历史在重演</a:t>
            </a:r>
            <a:endParaRPr lang="en-US" altLang="zh-CN" sz="3200" b="1" dirty="0" smtClean="0">
              <a:solidFill>
                <a:srgbClr val="FF0000"/>
              </a:solidFill>
              <a:latin typeface="Comic Sans MS" panose="030F0702030302020204" pitchFamily="66" charset="0"/>
            </a:endParaRPr>
          </a:p>
          <a:p>
            <a:pPr algn="ctr"/>
            <a:r>
              <a:rPr lang="zh-CN" altLang="en-US" sz="3200" b="1" dirty="0" smtClean="0">
                <a:solidFill>
                  <a:srgbClr val="FF0000"/>
                </a:solidFill>
                <a:latin typeface="Comic Sans MS" panose="030F0702030302020204" pitchFamily="66" charset="0"/>
              </a:rPr>
              <a:t>冗余在出现</a:t>
            </a:r>
            <a:endParaRPr lang="en-GB" sz="3200" b="1" dirty="0">
              <a:solidFill>
                <a:srgbClr val="FF0000"/>
              </a:solidFill>
              <a:latin typeface="Comic Sans MS" panose="030F0702030302020204" pitchFamily="66" charset="0"/>
            </a:endParaRPr>
          </a:p>
        </p:txBody>
      </p:sp>
      <p:sp>
        <p:nvSpPr>
          <p:cNvPr id="458758" name="Rectangle 6"/>
          <p:cNvSpPr>
            <a:spLocks noChangeArrowheads="1"/>
          </p:cNvSpPr>
          <p:nvPr/>
        </p:nvSpPr>
        <p:spPr bwMode="auto">
          <a:xfrm>
            <a:off x="5580063" y="19161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59" name="Text Box 7"/>
          <p:cNvSpPr txBox="1">
            <a:spLocks noChangeArrowheads="1"/>
          </p:cNvSpPr>
          <p:nvPr/>
        </p:nvSpPr>
        <p:spPr bwMode="auto">
          <a:xfrm>
            <a:off x="5464175" y="17954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58760" name="Rectangle 8"/>
          <p:cNvSpPr>
            <a:spLocks noChangeArrowheads="1"/>
          </p:cNvSpPr>
          <p:nvPr/>
        </p:nvSpPr>
        <p:spPr bwMode="auto">
          <a:xfrm>
            <a:off x="3679825" y="2557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61" name="Text Box 9"/>
          <p:cNvSpPr txBox="1">
            <a:spLocks noChangeArrowheads="1"/>
          </p:cNvSpPr>
          <p:nvPr/>
        </p:nvSpPr>
        <p:spPr bwMode="auto">
          <a:xfrm>
            <a:off x="3563938" y="2436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58762" name="Rectangle 10"/>
          <p:cNvSpPr>
            <a:spLocks noChangeArrowheads="1"/>
          </p:cNvSpPr>
          <p:nvPr/>
        </p:nvSpPr>
        <p:spPr bwMode="auto">
          <a:xfrm>
            <a:off x="2527300" y="3284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63" name="Text Box 11"/>
          <p:cNvSpPr txBox="1">
            <a:spLocks noChangeArrowheads="1"/>
          </p:cNvSpPr>
          <p:nvPr/>
        </p:nvSpPr>
        <p:spPr bwMode="auto">
          <a:xfrm>
            <a:off x="2411413" y="3163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58764" name="Rectangle 12"/>
          <p:cNvSpPr>
            <a:spLocks noChangeArrowheads="1"/>
          </p:cNvSpPr>
          <p:nvPr/>
        </p:nvSpPr>
        <p:spPr bwMode="auto">
          <a:xfrm>
            <a:off x="7496175" y="2563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65" name="Text Box 13"/>
          <p:cNvSpPr txBox="1">
            <a:spLocks noChangeArrowheads="1"/>
          </p:cNvSpPr>
          <p:nvPr/>
        </p:nvSpPr>
        <p:spPr bwMode="auto">
          <a:xfrm>
            <a:off x="7380288" y="2443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58766" name="Rectangle 14"/>
          <p:cNvSpPr>
            <a:spLocks noChangeArrowheads="1"/>
          </p:cNvSpPr>
          <p:nvPr/>
        </p:nvSpPr>
        <p:spPr bwMode="auto">
          <a:xfrm>
            <a:off x="2311400" y="4579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67" name="Text Box 15"/>
          <p:cNvSpPr txBox="1">
            <a:spLocks noChangeArrowheads="1"/>
          </p:cNvSpPr>
          <p:nvPr/>
        </p:nvSpPr>
        <p:spPr bwMode="auto">
          <a:xfrm>
            <a:off x="2195513" y="4459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58768" name="Rectangle 16"/>
          <p:cNvSpPr>
            <a:spLocks noChangeArrowheads="1"/>
          </p:cNvSpPr>
          <p:nvPr/>
        </p:nvSpPr>
        <p:spPr bwMode="auto">
          <a:xfrm>
            <a:off x="3205163" y="4579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69" name="Text Box 17"/>
          <p:cNvSpPr txBox="1">
            <a:spLocks noChangeArrowheads="1"/>
          </p:cNvSpPr>
          <p:nvPr/>
        </p:nvSpPr>
        <p:spPr bwMode="auto">
          <a:xfrm>
            <a:off x="3089275" y="4459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8770" name="Rectangle 18"/>
          <p:cNvSpPr>
            <a:spLocks noChangeArrowheads="1"/>
          </p:cNvSpPr>
          <p:nvPr/>
        </p:nvSpPr>
        <p:spPr bwMode="auto">
          <a:xfrm>
            <a:off x="1908175" y="51562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71" name="Text Box 19"/>
          <p:cNvSpPr txBox="1">
            <a:spLocks noChangeArrowheads="1"/>
          </p:cNvSpPr>
          <p:nvPr/>
        </p:nvSpPr>
        <p:spPr bwMode="auto">
          <a:xfrm>
            <a:off x="1792288" y="5035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8772" name="Rectangle 20"/>
          <p:cNvSpPr>
            <a:spLocks noChangeArrowheads="1"/>
          </p:cNvSpPr>
          <p:nvPr/>
        </p:nvSpPr>
        <p:spPr bwMode="auto">
          <a:xfrm>
            <a:off x="1519238" y="58039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73" name="Text Box 21"/>
          <p:cNvSpPr txBox="1">
            <a:spLocks noChangeArrowheads="1"/>
          </p:cNvSpPr>
          <p:nvPr/>
        </p:nvSpPr>
        <p:spPr bwMode="auto">
          <a:xfrm>
            <a:off x="1403350" y="56832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8774" name="Rectangle 22"/>
          <p:cNvSpPr>
            <a:spLocks noChangeArrowheads="1"/>
          </p:cNvSpPr>
          <p:nvPr/>
        </p:nvSpPr>
        <p:spPr bwMode="auto">
          <a:xfrm>
            <a:off x="1087438" y="63087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75" name="Text Box 23"/>
          <p:cNvSpPr txBox="1">
            <a:spLocks noChangeArrowheads="1"/>
          </p:cNvSpPr>
          <p:nvPr/>
        </p:nvSpPr>
        <p:spPr bwMode="auto">
          <a:xfrm>
            <a:off x="971550" y="61880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8776" name="Rectangle 24"/>
          <p:cNvSpPr>
            <a:spLocks noChangeArrowheads="1"/>
          </p:cNvSpPr>
          <p:nvPr/>
        </p:nvSpPr>
        <p:spPr bwMode="auto">
          <a:xfrm>
            <a:off x="1519238" y="63087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77" name="Text Box 25"/>
          <p:cNvSpPr txBox="1">
            <a:spLocks noChangeArrowheads="1"/>
          </p:cNvSpPr>
          <p:nvPr/>
        </p:nvSpPr>
        <p:spPr bwMode="auto">
          <a:xfrm>
            <a:off x="1403350" y="61880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8778" name="Rectangle 26"/>
          <p:cNvSpPr>
            <a:spLocks noChangeArrowheads="1"/>
          </p:cNvSpPr>
          <p:nvPr/>
        </p:nvSpPr>
        <p:spPr bwMode="auto">
          <a:xfrm>
            <a:off x="2628900" y="51482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79" name="Text Box 27"/>
          <p:cNvSpPr txBox="1">
            <a:spLocks noChangeArrowheads="1"/>
          </p:cNvSpPr>
          <p:nvPr/>
        </p:nvSpPr>
        <p:spPr bwMode="auto">
          <a:xfrm>
            <a:off x="2513013" y="50276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8780" name="Rectangle 28"/>
          <p:cNvSpPr>
            <a:spLocks noChangeArrowheads="1"/>
          </p:cNvSpPr>
          <p:nvPr/>
        </p:nvSpPr>
        <p:spPr bwMode="auto">
          <a:xfrm>
            <a:off x="2197100" y="56610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81" name="Text Box 29"/>
          <p:cNvSpPr txBox="1">
            <a:spLocks noChangeArrowheads="1"/>
          </p:cNvSpPr>
          <p:nvPr/>
        </p:nvSpPr>
        <p:spPr bwMode="auto">
          <a:xfrm>
            <a:off x="2081213" y="55387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8782" name="Rectangle 30"/>
          <p:cNvSpPr>
            <a:spLocks noChangeArrowheads="1"/>
          </p:cNvSpPr>
          <p:nvPr/>
        </p:nvSpPr>
        <p:spPr bwMode="auto">
          <a:xfrm>
            <a:off x="2628900" y="56530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83" name="Text Box 31"/>
          <p:cNvSpPr txBox="1">
            <a:spLocks noChangeArrowheads="1"/>
          </p:cNvSpPr>
          <p:nvPr/>
        </p:nvSpPr>
        <p:spPr bwMode="auto">
          <a:xfrm>
            <a:off x="2513013" y="55324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8784" name="Rectangle 32"/>
          <p:cNvSpPr>
            <a:spLocks noChangeArrowheads="1"/>
          </p:cNvSpPr>
          <p:nvPr/>
        </p:nvSpPr>
        <p:spPr bwMode="auto">
          <a:xfrm>
            <a:off x="2024063" y="60134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85" name="Text Box 33"/>
          <p:cNvSpPr txBox="1">
            <a:spLocks noChangeArrowheads="1"/>
          </p:cNvSpPr>
          <p:nvPr/>
        </p:nvSpPr>
        <p:spPr bwMode="auto">
          <a:xfrm>
            <a:off x="1908175" y="58928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8786" name="Rectangle 34"/>
          <p:cNvSpPr>
            <a:spLocks noChangeArrowheads="1"/>
          </p:cNvSpPr>
          <p:nvPr/>
        </p:nvSpPr>
        <p:spPr bwMode="auto">
          <a:xfrm>
            <a:off x="3392488" y="51546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87" name="Text Box 35"/>
          <p:cNvSpPr txBox="1">
            <a:spLocks noChangeArrowheads="1"/>
          </p:cNvSpPr>
          <p:nvPr/>
        </p:nvSpPr>
        <p:spPr bwMode="auto">
          <a:xfrm>
            <a:off x="3276600" y="50339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8788" name="Rectangle 36"/>
          <p:cNvSpPr>
            <a:spLocks noChangeArrowheads="1"/>
          </p:cNvSpPr>
          <p:nvPr/>
        </p:nvSpPr>
        <p:spPr bwMode="auto">
          <a:xfrm>
            <a:off x="2960688" y="56594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89" name="Text Box 37"/>
          <p:cNvSpPr txBox="1">
            <a:spLocks noChangeArrowheads="1"/>
          </p:cNvSpPr>
          <p:nvPr/>
        </p:nvSpPr>
        <p:spPr bwMode="auto">
          <a:xfrm>
            <a:off x="2844800" y="55387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8790" name="Rectangle 38"/>
          <p:cNvSpPr>
            <a:spLocks noChangeArrowheads="1"/>
          </p:cNvSpPr>
          <p:nvPr/>
        </p:nvSpPr>
        <p:spPr bwMode="auto">
          <a:xfrm>
            <a:off x="3392488" y="56594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91" name="Text Box 39"/>
          <p:cNvSpPr txBox="1">
            <a:spLocks noChangeArrowheads="1"/>
          </p:cNvSpPr>
          <p:nvPr/>
        </p:nvSpPr>
        <p:spPr bwMode="auto">
          <a:xfrm>
            <a:off x="3276600" y="55387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8792" name="Rectangle 40"/>
          <p:cNvSpPr>
            <a:spLocks noChangeArrowheads="1"/>
          </p:cNvSpPr>
          <p:nvPr/>
        </p:nvSpPr>
        <p:spPr bwMode="auto">
          <a:xfrm>
            <a:off x="4543425" y="4579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93" name="Text Box 41"/>
          <p:cNvSpPr txBox="1">
            <a:spLocks noChangeArrowheads="1"/>
          </p:cNvSpPr>
          <p:nvPr/>
        </p:nvSpPr>
        <p:spPr bwMode="auto">
          <a:xfrm>
            <a:off x="4427538" y="4459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8794" name="Rectangle 42"/>
          <p:cNvSpPr>
            <a:spLocks noChangeArrowheads="1"/>
          </p:cNvSpPr>
          <p:nvPr/>
        </p:nvSpPr>
        <p:spPr bwMode="auto">
          <a:xfrm>
            <a:off x="4111625" y="5084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95" name="Text Box 43"/>
          <p:cNvSpPr txBox="1">
            <a:spLocks noChangeArrowheads="1"/>
          </p:cNvSpPr>
          <p:nvPr/>
        </p:nvSpPr>
        <p:spPr bwMode="auto">
          <a:xfrm>
            <a:off x="3995738" y="4964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8796" name="Rectangle 44"/>
          <p:cNvSpPr>
            <a:spLocks noChangeArrowheads="1"/>
          </p:cNvSpPr>
          <p:nvPr/>
        </p:nvSpPr>
        <p:spPr bwMode="auto">
          <a:xfrm>
            <a:off x="4471988" y="5084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97" name="Text Box 45"/>
          <p:cNvSpPr txBox="1">
            <a:spLocks noChangeArrowheads="1"/>
          </p:cNvSpPr>
          <p:nvPr/>
        </p:nvSpPr>
        <p:spPr bwMode="auto">
          <a:xfrm>
            <a:off x="4356100" y="4964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8798" name="Rectangle 46"/>
          <p:cNvSpPr>
            <a:spLocks noChangeArrowheads="1"/>
          </p:cNvSpPr>
          <p:nvPr/>
        </p:nvSpPr>
        <p:spPr bwMode="auto">
          <a:xfrm>
            <a:off x="5653088"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799" name="Text Box 47"/>
          <p:cNvSpPr txBox="1">
            <a:spLocks noChangeArrowheads="1"/>
          </p:cNvSpPr>
          <p:nvPr/>
        </p:nvSpPr>
        <p:spPr bwMode="auto">
          <a:xfrm>
            <a:off x="5537200"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8800" name="Rectangle 48"/>
          <p:cNvSpPr>
            <a:spLocks noChangeArrowheads="1"/>
          </p:cNvSpPr>
          <p:nvPr/>
        </p:nvSpPr>
        <p:spPr bwMode="auto">
          <a:xfrm>
            <a:off x="5219700"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01" name="Text Box 49"/>
          <p:cNvSpPr txBox="1">
            <a:spLocks noChangeArrowheads="1"/>
          </p:cNvSpPr>
          <p:nvPr/>
        </p:nvSpPr>
        <p:spPr bwMode="auto">
          <a:xfrm>
            <a:off x="5076825"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8802" name="Rectangle 50"/>
          <p:cNvSpPr>
            <a:spLocks noChangeArrowheads="1"/>
          </p:cNvSpPr>
          <p:nvPr/>
        </p:nvSpPr>
        <p:spPr bwMode="auto">
          <a:xfrm>
            <a:off x="550862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03" name="Text Box 51"/>
          <p:cNvSpPr txBox="1">
            <a:spLocks noChangeArrowheads="1"/>
          </p:cNvSpPr>
          <p:nvPr/>
        </p:nvSpPr>
        <p:spPr bwMode="auto">
          <a:xfrm>
            <a:off x="5464175" y="43799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8804" name="Rectangle 52"/>
          <p:cNvSpPr>
            <a:spLocks noChangeArrowheads="1"/>
          </p:cNvSpPr>
          <p:nvPr/>
        </p:nvSpPr>
        <p:spPr bwMode="auto">
          <a:xfrm>
            <a:off x="5335588" y="3284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05" name="Text Box 53"/>
          <p:cNvSpPr txBox="1">
            <a:spLocks noChangeArrowheads="1"/>
          </p:cNvSpPr>
          <p:nvPr/>
        </p:nvSpPr>
        <p:spPr bwMode="auto">
          <a:xfrm>
            <a:off x="5219700" y="3163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58806" name="Rectangle 54"/>
          <p:cNvSpPr>
            <a:spLocks noChangeArrowheads="1"/>
          </p:cNvSpPr>
          <p:nvPr/>
        </p:nvSpPr>
        <p:spPr bwMode="auto">
          <a:xfrm>
            <a:off x="6200775" y="3284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07" name="Text Box 55"/>
          <p:cNvSpPr txBox="1">
            <a:spLocks noChangeArrowheads="1"/>
          </p:cNvSpPr>
          <p:nvPr/>
        </p:nvSpPr>
        <p:spPr bwMode="auto">
          <a:xfrm>
            <a:off x="6084888" y="3163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58808" name="Rectangle 56"/>
          <p:cNvSpPr>
            <a:spLocks noChangeArrowheads="1"/>
          </p:cNvSpPr>
          <p:nvPr/>
        </p:nvSpPr>
        <p:spPr bwMode="auto">
          <a:xfrm>
            <a:off x="4903788"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09" name="Text Box 57"/>
          <p:cNvSpPr txBox="1">
            <a:spLocks noChangeArrowheads="1"/>
          </p:cNvSpPr>
          <p:nvPr/>
        </p:nvSpPr>
        <p:spPr bwMode="auto">
          <a:xfrm>
            <a:off x="4787900"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8810" name="Rectangle 58"/>
          <p:cNvSpPr>
            <a:spLocks noChangeArrowheads="1"/>
          </p:cNvSpPr>
          <p:nvPr/>
        </p:nvSpPr>
        <p:spPr bwMode="auto">
          <a:xfrm>
            <a:off x="8288338" y="3284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11" name="Text Box 59"/>
          <p:cNvSpPr txBox="1">
            <a:spLocks noChangeArrowheads="1"/>
          </p:cNvSpPr>
          <p:nvPr/>
        </p:nvSpPr>
        <p:spPr bwMode="auto">
          <a:xfrm>
            <a:off x="8172450" y="3163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8812" name="Rectangle 60"/>
          <p:cNvSpPr>
            <a:spLocks noChangeArrowheads="1"/>
          </p:cNvSpPr>
          <p:nvPr/>
        </p:nvSpPr>
        <p:spPr bwMode="auto">
          <a:xfrm>
            <a:off x="6416675"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13" name="Text Box 61"/>
          <p:cNvSpPr txBox="1">
            <a:spLocks noChangeArrowheads="1"/>
          </p:cNvSpPr>
          <p:nvPr/>
        </p:nvSpPr>
        <p:spPr bwMode="auto">
          <a:xfrm>
            <a:off x="6300788"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58814" name="Rectangle 62"/>
          <p:cNvSpPr>
            <a:spLocks noChangeArrowheads="1"/>
          </p:cNvSpPr>
          <p:nvPr/>
        </p:nvSpPr>
        <p:spPr bwMode="auto">
          <a:xfrm>
            <a:off x="6056313" y="4579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15" name="Text Box 63"/>
          <p:cNvSpPr txBox="1">
            <a:spLocks noChangeArrowheads="1"/>
          </p:cNvSpPr>
          <p:nvPr/>
        </p:nvSpPr>
        <p:spPr bwMode="auto">
          <a:xfrm>
            <a:off x="5940425" y="4459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8816" name="Rectangle 64"/>
          <p:cNvSpPr>
            <a:spLocks noChangeArrowheads="1"/>
          </p:cNvSpPr>
          <p:nvPr/>
        </p:nvSpPr>
        <p:spPr bwMode="auto">
          <a:xfrm>
            <a:off x="5624513" y="5084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17" name="Text Box 65"/>
          <p:cNvSpPr txBox="1">
            <a:spLocks noChangeArrowheads="1"/>
          </p:cNvSpPr>
          <p:nvPr/>
        </p:nvSpPr>
        <p:spPr bwMode="auto">
          <a:xfrm>
            <a:off x="5508625" y="4964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8818" name="Rectangle 66"/>
          <p:cNvSpPr>
            <a:spLocks noChangeArrowheads="1"/>
          </p:cNvSpPr>
          <p:nvPr/>
        </p:nvSpPr>
        <p:spPr bwMode="auto">
          <a:xfrm>
            <a:off x="5983288" y="5084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19" name="Text Box 67"/>
          <p:cNvSpPr txBox="1">
            <a:spLocks noChangeArrowheads="1"/>
          </p:cNvSpPr>
          <p:nvPr/>
        </p:nvSpPr>
        <p:spPr bwMode="auto">
          <a:xfrm>
            <a:off x="5867400" y="4964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8820" name="Rectangle 68"/>
          <p:cNvSpPr>
            <a:spLocks noChangeArrowheads="1"/>
          </p:cNvSpPr>
          <p:nvPr/>
        </p:nvSpPr>
        <p:spPr bwMode="auto">
          <a:xfrm>
            <a:off x="7208838"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21" name="Text Box 69"/>
          <p:cNvSpPr txBox="1">
            <a:spLocks noChangeArrowheads="1"/>
          </p:cNvSpPr>
          <p:nvPr/>
        </p:nvSpPr>
        <p:spPr bwMode="auto">
          <a:xfrm>
            <a:off x="7092950"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8822" name="Rectangle 70"/>
          <p:cNvSpPr>
            <a:spLocks noChangeArrowheads="1"/>
          </p:cNvSpPr>
          <p:nvPr/>
        </p:nvSpPr>
        <p:spPr bwMode="auto">
          <a:xfrm>
            <a:off x="6777038"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23" name="Text Box 71"/>
          <p:cNvSpPr txBox="1">
            <a:spLocks noChangeArrowheads="1"/>
          </p:cNvSpPr>
          <p:nvPr/>
        </p:nvSpPr>
        <p:spPr bwMode="auto">
          <a:xfrm>
            <a:off x="6661150"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8824" name="Rectangle 72"/>
          <p:cNvSpPr>
            <a:spLocks noChangeArrowheads="1"/>
          </p:cNvSpPr>
          <p:nvPr/>
        </p:nvSpPr>
        <p:spPr bwMode="auto">
          <a:xfrm>
            <a:off x="7135813"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25" name="Text Box 73"/>
          <p:cNvSpPr txBox="1">
            <a:spLocks noChangeArrowheads="1"/>
          </p:cNvSpPr>
          <p:nvPr/>
        </p:nvSpPr>
        <p:spPr bwMode="auto">
          <a:xfrm>
            <a:off x="7019925"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8826" name="Rectangle 74"/>
          <p:cNvSpPr>
            <a:spLocks noChangeArrowheads="1"/>
          </p:cNvSpPr>
          <p:nvPr/>
        </p:nvSpPr>
        <p:spPr bwMode="auto">
          <a:xfrm>
            <a:off x="7927975" y="40036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27" name="Text Box 75"/>
          <p:cNvSpPr txBox="1">
            <a:spLocks noChangeArrowheads="1"/>
          </p:cNvSpPr>
          <p:nvPr/>
        </p:nvSpPr>
        <p:spPr bwMode="auto">
          <a:xfrm>
            <a:off x="7812088" y="38830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58828" name="Rectangle 76"/>
          <p:cNvSpPr>
            <a:spLocks noChangeArrowheads="1"/>
          </p:cNvSpPr>
          <p:nvPr/>
        </p:nvSpPr>
        <p:spPr bwMode="auto">
          <a:xfrm>
            <a:off x="7496175"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29" name="Text Box 77"/>
          <p:cNvSpPr txBox="1">
            <a:spLocks noChangeArrowheads="1"/>
          </p:cNvSpPr>
          <p:nvPr/>
        </p:nvSpPr>
        <p:spPr bwMode="auto">
          <a:xfrm>
            <a:off x="7380288"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8830" name="Rectangle 78"/>
          <p:cNvSpPr>
            <a:spLocks noChangeArrowheads="1"/>
          </p:cNvSpPr>
          <p:nvPr/>
        </p:nvSpPr>
        <p:spPr bwMode="auto">
          <a:xfrm>
            <a:off x="7856538" y="45085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31" name="Text Box 79"/>
          <p:cNvSpPr txBox="1">
            <a:spLocks noChangeArrowheads="1"/>
          </p:cNvSpPr>
          <p:nvPr/>
        </p:nvSpPr>
        <p:spPr bwMode="auto">
          <a:xfrm>
            <a:off x="7740650" y="4387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58832" name="Rectangle 80"/>
          <p:cNvSpPr>
            <a:spLocks noChangeArrowheads="1"/>
          </p:cNvSpPr>
          <p:nvPr/>
        </p:nvSpPr>
        <p:spPr bwMode="auto">
          <a:xfrm>
            <a:off x="3895725" y="53673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33" name="Text Box 81"/>
          <p:cNvSpPr txBox="1">
            <a:spLocks noChangeArrowheads="1"/>
          </p:cNvSpPr>
          <p:nvPr/>
        </p:nvSpPr>
        <p:spPr bwMode="auto">
          <a:xfrm>
            <a:off x="3779838" y="52451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8834" name="Rectangle 82"/>
          <p:cNvSpPr>
            <a:spLocks noChangeArrowheads="1"/>
          </p:cNvSpPr>
          <p:nvPr/>
        </p:nvSpPr>
        <p:spPr bwMode="auto">
          <a:xfrm>
            <a:off x="4975225" y="47974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35" name="Text Box 83"/>
          <p:cNvSpPr txBox="1">
            <a:spLocks noChangeArrowheads="1"/>
          </p:cNvSpPr>
          <p:nvPr/>
        </p:nvSpPr>
        <p:spPr bwMode="auto">
          <a:xfrm>
            <a:off x="4859338" y="46751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8836" name="Rectangle 84"/>
          <p:cNvSpPr>
            <a:spLocks noChangeArrowheads="1"/>
          </p:cNvSpPr>
          <p:nvPr/>
        </p:nvSpPr>
        <p:spPr bwMode="auto">
          <a:xfrm>
            <a:off x="6559550" y="47974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37" name="Text Box 85"/>
          <p:cNvSpPr txBox="1">
            <a:spLocks noChangeArrowheads="1"/>
          </p:cNvSpPr>
          <p:nvPr/>
        </p:nvSpPr>
        <p:spPr bwMode="auto">
          <a:xfrm>
            <a:off x="6443663" y="46751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58838" name="Rectangle 86"/>
          <p:cNvSpPr>
            <a:spLocks noChangeArrowheads="1"/>
          </p:cNvSpPr>
          <p:nvPr/>
        </p:nvSpPr>
        <p:spPr bwMode="auto">
          <a:xfrm>
            <a:off x="8432800" y="4214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8839" name="Text Box 87"/>
          <p:cNvSpPr txBox="1">
            <a:spLocks noChangeArrowheads="1"/>
          </p:cNvSpPr>
          <p:nvPr/>
        </p:nvSpPr>
        <p:spPr bwMode="auto">
          <a:xfrm>
            <a:off x="8316913" y="40925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2" name="云形标注 1"/>
          <p:cNvSpPr/>
          <p:nvPr/>
        </p:nvSpPr>
        <p:spPr>
          <a:xfrm>
            <a:off x="109538" y="1721644"/>
            <a:ext cx="2714625" cy="1828800"/>
          </a:xfrm>
          <a:prstGeom prst="cloudCallout">
            <a:avLst>
              <a:gd name="adj1" fmla="val 13080"/>
              <a:gd name="adj2" fmla="val 8105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4400" dirty="0" smtClean="0"/>
              <a:t>改进？</a:t>
            </a:r>
            <a:endParaRPr lang="zh-CN" altLang="en-US" sz="4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a:xfrm>
            <a:off x="457200" y="122238"/>
            <a:ext cx="7543800" cy="1074737"/>
          </a:xfrm>
        </p:spPr>
        <p:txBody>
          <a:bodyPr/>
          <a:lstStyle/>
          <a:p>
            <a:r>
              <a:rPr lang="en-US" altLang="zh-HK" dirty="0">
                <a:ea typeface="Adobe 明體 Std L" panose="02020300000000000000" charset="-120"/>
              </a:rPr>
              <a:t>Idea for improvement</a:t>
            </a:r>
            <a:endParaRPr lang="en-GB" dirty="0"/>
          </a:p>
        </p:txBody>
      </p:sp>
      <p:sp>
        <p:nvSpPr>
          <p:cNvPr id="459779" name="Rectangle 3"/>
          <p:cNvSpPr>
            <a:spLocks noGrp="1" noChangeArrowheads="1"/>
          </p:cNvSpPr>
          <p:nvPr>
            <p:ph sz="half" idx="2"/>
          </p:nvPr>
        </p:nvSpPr>
        <p:spPr>
          <a:xfrm>
            <a:off x="271463" y="1557338"/>
            <a:ext cx="4229100" cy="5111750"/>
          </a:xfrm>
        </p:spPr>
        <p:txBody>
          <a:bodyPr>
            <a:normAutofit/>
          </a:bodyPr>
          <a:lstStyle/>
          <a:p>
            <a:pPr marL="271780" indent="-271780"/>
            <a:r>
              <a:rPr lang="zh-CN" altLang="en-US" sz="3000" b="1" dirty="0" smtClean="0">
                <a:solidFill>
                  <a:schemeClr val="tx2"/>
                </a:solidFill>
              </a:rPr>
              <a:t>保存计算结果</a:t>
            </a:r>
            <a:r>
              <a:rPr lang="en-GB" sz="3000" b="1" dirty="0" smtClean="0"/>
              <a:t> </a:t>
            </a:r>
            <a:r>
              <a:rPr lang="en-GB" sz="3000" b="1" i="1" dirty="0">
                <a:solidFill>
                  <a:srgbClr val="FF0000"/>
                </a:solidFill>
              </a:rPr>
              <a:t>F</a:t>
            </a:r>
            <a:r>
              <a:rPr lang="en-GB" sz="3000" b="1" dirty="0">
                <a:solidFill>
                  <a:srgbClr val="FF0000"/>
                </a:solidFill>
              </a:rPr>
              <a:t>(</a:t>
            </a:r>
            <a:r>
              <a:rPr lang="en-GB" sz="3000" b="1" i="1" dirty="0" err="1">
                <a:solidFill>
                  <a:srgbClr val="FF0000"/>
                </a:solidFill>
              </a:rPr>
              <a:t>i</a:t>
            </a:r>
            <a:r>
              <a:rPr lang="en-GB" sz="3000" b="1" dirty="0">
                <a:solidFill>
                  <a:srgbClr val="FF0000"/>
                </a:solidFill>
              </a:rPr>
              <a:t>)</a:t>
            </a:r>
            <a:r>
              <a:rPr lang="en-GB" sz="3000" b="1" dirty="0"/>
              <a:t> </a:t>
            </a:r>
            <a:endParaRPr lang="en-GB" sz="3000" b="1" dirty="0"/>
          </a:p>
          <a:p>
            <a:pPr marL="271780" indent="-271780"/>
            <a:r>
              <a:rPr lang="zh-CN" altLang="en-US" sz="3000" b="1" dirty="0">
                <a:solidFill>
                  <a:schemeClr val="tx2"/>
                </a:solidFill>
              </a:rPr>
              <a:t>再次调用时，先查表</a:t>
            </a:r>
            <a:endParaRPr lang="en-US" altLang="zh-CN" sz="3000" b="1" dirty="0">
              <a:solidFill>
                <a:schemeClr val="tx2"/>
              </a:solidFill>
            </a:endParaRPr>
          </a:p>
          <a:p>
            <a:pPr marL="671830" lvl="2" indent="-271780"/>
            <a:r>
              <a:rPr lang="zh-CN" altLang="en-US" sz="2400" b="1" dirty="0">
                <a:solidFill>
                  <a:schemeClr val="tx2"/>
                </a:solidFill>
              </a:rPr>
              <a:t>有结果，直接调用</a:t>
            </a:r>
            <a:endParaRPr lang="en-US" altLang="zh-CN" sz="2400" b="1" dirty="0">
              <a:solidFill>
                <a:schemeClr val="tx2"/>
              </a:solidFill>
            </a:endParaRPr>
          </a:p>
          <a:p>
            <a:pPr marL="671830" lvl="2" indent="-271780"/>
            <a:r>
              <a:rPr lang="zh-CN" altLang="en-US" sz="2400" b="1" dirty="0">
                <a:solidFill>
                  <a:schemeClr val="tx2"/>
                </a:solidFill>
              </a:rPr>
              <a:t>没结果，进入递归计算</a:t>
            </a:r>
            <a:endParaRPr lang="en-GB" sz="2400" b="1" dirty="0">
              <a:solidFill>
                <a:schemeClr val="tx2"/>
              </a:solidFill>
            </a:endParaRPr>
          </a:p>
        </p:txBody>
      </p:sp>
      <p:sp>
        <p:nvSpPr>
          <p:cNvPr id="6" name="灯片编号占位符 6"/>
          <p:cNvSpPr>
            <a:spLocks noGrp="1"/>
          </p:cNvSpPr>
          <p:nvPr>
            <p:ph type="sldNum" sz="quarter" idx="12"/>
          </p:nvPr>
        </p:nvSpPr>
        <p:spPr/>
        <p:txBody>
          <a:bodyPr/>
          <a:lstStyle/>
          <a:p>
            <a:fld id="{F976CE07-6C9F-4FD1-B03D-5810DDB7FBA3}" type="slidenum">
              <a:rPr lang="en-US" altLang="zh-CN"/>
            </a:fld>
            <a:endParaRPr lang="en-US" altLang="zh-CN"/>
          </a:p>
        </p:txBody>
      </p:sp>
      <p:sp>
        <p:nvSpPr>
          <p:cNvPr id="459780" name="Rectangle 4"/>
          <p:cNvSpPr>
            <a:spLocks noGrp="1" noChangeArrowheads="1"/>
          </p:cNvSpPr>
          <p:nvPr>
            <p:ph sz="quarter" idx="4294967295"/>
          </p:nvPr>
        </p:nvSpPr>
        <p:spPr>
          <a:xfrm>
            <a:off x="4500563" y="1557338"/>
            <a:ext cx="4392612" cy="2159000"/>
          </a:xfrm>
          <a:prstGeom prst="rect">
            <a:avLst/>
          </a:prstGeom>
          <a:solidFill>
            <a:srgbClr val="FFCCCC">
              <a:alpha val="50000"/>
            </a:srgbClr>
          </a:solidFill>
          <a:ln>
            <a:solidFill>
              <a:schemeClr val="accent2"/>
            </a:solidFill>
            <a:miter lim="800000"/>
          </a:ln>
        </p:spPr>
        <p:txBody>
          <a:bodyPr>
            <a:normAutofit lnSpcReduction="10000"/>
          </a:bodyPr>
          <a:lstStyle/>
          <a:p>
            <a:pPr>
              <a:buFont typeface="Wingdings" panose="05000000000000000000" pitchFamily="2" charset="2"/>
              <a:buNone/>
            </a:pPr>
            <a:r>
              <a:rPr lang="pt-BR" sz="3000" i="1"/>
              <a:t>F</a:t>
            </a:r>
            <a:r>
              <a:rPr lang="pt-BR" sz="3000"/>
              <a:t>(</a:t>
            </a:r>
            <a:r>
              <a:rPr lang="pt-BR" sz="3000" i="1"/>
              <a:t>n</a:t>
            </a:r>
            <a:r>
              <a:rPr lang="pt-BR" sz="3000"/>
              <a:t>)</a:t>
            </a:r>
            <a:endParaRPr lang="pt-BR" sz="3000"/>
          </a:p>
          <a:p>
            <a:pPr>
              <a:buFont typeface="Wingdings" panose="05000000000000000000" pitchFamily="2" charset="2"/>
              <a:buNone/>
            </a:pPr>
            <a:r>
              <a:rPr lang="pt-BR" altLang="zh-HK" sz="3000">
                <a:ea typeface="Adobe 明體 Std L" panose="02020300000000000000" charset="-120"/>
              </a:rPr>
              <a:t>1  </a:t>
            </a:r>
            <a:r>
              <a:rPr lang="pt-BR" sz="3000" b="1">
                <a:solidFill>
                  <a:schemeClr val="accent2"/>
                </a:solidFill>
              </a:rPr>
              <a:t>if</a:t>
            </a:r>
            <a:r>
              <a:rPr lang="pt-BR" sz="3000"/>
              <a:t> </a:t>
            </a:r>
            <a:r>
              <a:rPr lang="pt-BR" altLang="zh-HK" sz="3000">
                <a:ea typeface="Adobe 明體 Std L" panose="02020300000000000000" charset="-120"/>
              </a:rPr>
              <a:t>(</a:t>
            </a:r>
            <a:r>
              <a:rPr lang="pt-BR" sz="3000"/>
              <a:t>v[</a:t>
            </a:r>
            <a:r>
              <a:rPr lang="pt-BR" sz="3000" i="1"/>
              <a:t>n</a:t>
            </a:r>
            <a:r>
              <a:rPr lang="pt-BR" sz="3000"/>
              <a:t>] &lt; 0</a:t>
            </a:r>
            <a:r>
              <a:rPr lang="pt-BR" altLang="zh-HK" sz="3000">
                <a:ea typeface="Adobe 明體 Std L" panose="02020300000000000000" charset="-120"/>
              </a:rPr>
              <a:t>)</a:t>
            </a:r>
            <a:r>
              <a:rPr lang="pt-BR" sz="3000"/>
              <a:t> </a:t>
            </a:r>
            <a:r>
              <a:rPr lang="pt-BR" altLang="zh-HK" sz="3000" b="1">
                <a:solidFill>
                  <a:schemeClr val="accent2"/>
                </a:solidFill>
                <a:ea typeface="Adobe 明體 Std L" panose="02020300000000000000" charset="-120"/>
              </a:rPr>
              <a:t>then</a:t>
            </a:r>
            <a:endParaRPr lang="pt-BR" sz="3000" b="1">
              <a:solidFill>
                <a:schemeClr val="accent2"/>
              </a:solidFill>
            </a:endParaRPr>
          </a:p>
          <a:p>
            <a:pPr>
              <a:buFont typeface="Wingdings" panose="05000000000000000000" pitchFamily="2" charset="2"/>
              <a:buNone/>
            </a:pPr>
            <a:r>
              <a:rPr lang="pt-BR" sz="3000"/>
              <a:t>2    </a:t>
            </a:r>
            <a:r>
              <a:rPr lang="pt-BR" altLang="zh-HK" sz="3000">
                <a:ea typeface="Adobe 明體 Std L" panose="02020300000000000000" charset="-120"/>
              </a:rPr>
              <a:t>  </a:t>
            </a:r>
            <a:r>
              <a:rPr lang="pt-BR" sz="3000"/>
              <a:t>v[</a:t>
            </a:r>
            <a:r>
              <a:rPr lang="pt-BR" sz="3000" i="1"/>
              <a:t>n</a:t>
            </a:r>
            <a:r>
              <a:rPr lang="pt-BR" sz="3000"/>
              <a:t>] </a:t>
            </a:r>
            <a:r>
              <a:rPr lang="pt-BR" sz="2600"/>
              <a:t>←</a:t>
            </a:r>
            <a:r>
              <a:rPr lang="pt-BR" sz="3000" i="1"/>
              <a:t>F</a:t>
            </a:r>
            <a:r>
              <a:rPr lang="pt-BR" sz="3000"/>
              <a:t>(</a:t>
            </a:r>
            <a:r>
              <a:rPr lang="pt-BR" sz="3000" i="1"/>
              <a:t>n</a:t>
            </a:r>
            <a:r>
              <a:rPr lang="pt-BR" sz="3000"/>
              <a:t>-1)+</a:t>
            </a:r>
            <a:r>
              <a:rPr lang="pt-BR" sz="3000" i="1"/>
              <a:t>F</a:t>
            </a:r>
            <a:r>
              <a:rPr lang="pt-BR" sz="3000"/>
              <a:t>(</a:t>
            </a:r>
            <a:r>
              <a:rPr lang="pt-BR" sz="3000" i="1"/>
              <a:t>n</a:t>
            </a:r>
            <a:r>
              <a:rPr lang="pt-BR" sz="3000"/>
              <a:t>-2)</a:t>
            </a:r>
            <a:endParaRPr lang="pt-BR" sz="3000"/>
          </a:p>
          <a:p>
            <a:pPr>
              <a:buFont typeface="Wingdings" panose="05000000000000000000" pitchFamily="2" charset="2"/>
              <a:buNone/>
            </a:pPr>
            <a:r>
              <a:rPr lang="pt-BR" sz="3000"/>
              <a:t>3  return v[</a:t>
            </a:r>
            <a:r>
              <a:rPr lang="pt-BR" sz="3000" i="1"/>
              <a:t>n</a:t>
            </a:r>
            <a:r>
              <a:rPr lang="pt-BR" sz="3000"/>
              <a:t>]</a:t>
            </a:r>
            <a:endParaRPr lang="en-GB" sz="3000"/>
          </a:p>
        </p:txBody>
      </p:sp>
      <p:sp>
        <p:nvSpPr>
          <p:cNvPr id="459781" name="Rectangle 5"/>
          <p:cNvSpPr>
            <a:spLocks noChangeArrowheads="1"/>
          </p:cNvSpPr>
          <p:nvPr/>
        </p:nvSpPr>
        <p:spPr bwMode="auto">
          <a:xfrm>
            <a:off x="4500563" y="3933825"/>
            <a:ext cx="4445000" cy="2735263"/>
          </a:xfrm>
          <a:prstGeom prst="rect">
            <a:avLst/>
          </a:prstGeom>
          <a:solidFill>
            <a:schemeClr val="hlink">
              <a:alpha val="50000"/>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anose="05000000000000000000" pitchFamily="2" charset="2"/>
              <a:buNone/>
            </a:pPr>
            <a:r>
              <a:rPr lang="pt-BR" altLang="zh-HK" sz="3000">
                <a:ea typeface="Adobe 明體 Std L" panose="02020300000000000000" charset="-120"/>
              </a:rPr>
              <a:t>Main()</a:t>
            </a:r>
            <a:endParaRPr lang="pt-BR" sz="3000"/>
          </a:p>
          <a:p>
            <a:pPr marL="342900" indent="-342900">
              <a:spcBef>
                <a:spcPct val="20000"/>
              </a:spcBef>
              <a:buClr>
                <a:schemeClr val="tx2"/>
              </a:buClr>
              <a:buSzPct val="70000"/>
              <a:buFont typeface="Wingdings" panose="05000000000000000000" pitchFamily="2" charset="2"/>
              <a:buNone/>
            </a:pPr>
            <a:r>
              <a:rPr lang="pt-BR" altLang="zh-HK" sz="3000">
                <a:ea typeface="Adobe 明體 Std L" panose="02020300000000000000" charset="-120"/>
              </a:rPr>
              <a:t>1  v[0] = v[1] </a:t>
            </a:r>
            <a:r>
              <a:rPr lang="pt-BR" sz="2600"/>
              <a:t>←</a:t>
            </a:r>
            <a:r>
              <a:rPr lang="pt-BR" altLang="zh-HK" sz="3000">
                <a:ea typeface="Adobe 明體 Std L" panose="02020300000000000000" charset="-120"/>
              </a:rPr>
              <a:t>1</a:t>
            </a:r>
            <a:endParaRPr lang="pt-BR" altLang="zh-HK" sz="3000">
              <a:ea typeface="Adobe 明體 Std L" panose="02020300000000000000" charset="-120"/>
            </a:endParaRPr>
          </a:p>
          <a:p>
            <a:pPr marL="342900" indent="-342900">
              <a:spcBef>
                <a:spcPct val="20000"/>
              </a:spcBef>
              <a:buClr>
                <a:schemeClr val="tx2"/>
              </a:buClr>
              <a:buSzPct val="70000"/>
              <a:buFont typeface="Wingdings" panose="05000000000000000000" pitchFamily="2" charset="2"/>
              <a:buNone/>
            </a:pPr>
            <a:r>
              <a:rPr lang="pt-BR" altLang="zh-HK" sz="3000">
                <a:ea typeface="Adobe 明體 Std L" panose="02020300000000000000" charset="-120"/>
              </a:rPr>
              <a:t>2  </a:t>
            </a:r>
            <a:r>
              <a:rPr lang="pt-BR" altLang="zh-HK" sz="3000" b="1">
                <a:solidFill>
                  <a:srgbClr val="FF0000"/>
                </a:solidFill>
                <a:ea typeface="Adobe 明體 Std L" panose="02020300000000000000" charset="-120"/>
              </a:rPr>
              <a:t>for</a:t>
            </a:r>
            <a:r>
              <a:rPr lang="pt-BR" altLang="zh-HK" sz="3000">
                <a:ea typeface="Adobe 明體 Std L" panose="02020300000000000000" charset="-120"/>
              </a:rPr>
              <a:t> </a:t>
            </a:r>
            <a:r>
              <a:rPr lang="pt-BR" altLang="zh-HK" sz="3000" i="1">
                <a:ea typeface="Adobe 明體 Std L" panose="02020300000000000000" charset="-120"/>
              </a:rPr>
              <a:t>i </a:t>
            </a:r>
            <a:r>
              <a:rPr lang="pt-BR" sz="2600"/>
              <a:t>←</a:t>
            </a:r>
            <a:r>
              <a:rPr lang="pt-BR" altLang="zh-HK" sz="3000">
                <a:ea typeface="Adobe 明體 Std L" panose="02020300000000000000" charset="-120"/>
              </a:rPr>
              <a:t> 2 </a:t>
            </a:r>
            <a:r>
              <a:rPr lang="pt-BR" altLang="zh-HK" sz="3000" b="1">
                <a:solidFill>
                  <a:schemeClr val="tx2"/>
                </a:solidFill>
                <a:ea typeface="Adobe 明體 Std L" panose="02020300000000000000" charset="-120"/>
              </a:rPr>
              <a:t>to</a:t>
            </a:r>
            <a:r>
              <a:rPr lang="pt-BR" altLang="zh-HK" sz="3000">
                <a:ea typeface="Adobe 明體 Std L" panose="02020300000000000000" charset="-120"/>
              </a:rPr>
              <a:t> </a:t>
            </a:r>
            <a:r>
              <a:rPr lang="pt-BR" altLang="zh-HK" sz="3000" i="1">
                <a:ea typeface="Adobe 明體 Std L" panose="02020300000000000000" charset="-120"/>
              </a:rPr>
              <a:t>n</a:t>
            </a:r>
            <a:r>
              <a:rPr lang="pt-BR" altLang="zh-HK" sz="3000">
                <a:ea typeface="Adobe 明體 Std L" panose="02020300000000000000" charset="-120"/>
              </a:rPr>
              <a:t> </a:t>
            </a:r>
            <a:r>
              <a:rPr lang="pt-BR" altLang="zh-HK" sz="3000" b="1">
                <a:solidFill>
                  <a:srgbClr val="FF0000"/>
                </a:solidFill>
                <a:ea typeface="Adobe 明體 Std L" panose="02020300000000000000" charset="-120"/>
              </a:rPr>
              <a:t>do</a:t>
            </a:r>
            <a:endParaRPr lang="pt-BR" altLang="zh-HK" sz="3000" b="1">
              <a:solidFill>
                <a:srgbClr val="FF0000"/>
              </a:solidFill>
              <a:ea typeface="Adobe 明體 Std L" panose="02020300000000000000" charset="-120"/>
            </a:endParaRPr>
          </a:p>
          <a:p>
            <a:pPr marL="342900" indent="-342900">
              <a:spcBef>
                <a:spcPct val="20000"/>
              </a:spcBef>
              <a:buClr>
                <a:schemeClr val="tx2"/>
              </a:buClr>
              <a:buSzPct val="70000"/>
              <a:buFont typeface="Wingdings" panose="05000000000000000000" pitchFamily="2" charset="2"/>
              <a:buNone/>
            </a:pPr>
            <a:r>
              <a:rPr lang="pt-BR" altLang="zh-HK" sz="3000">
                <a:ea typeface="Adobe 明體 Std L" panose="02020300000000000000" charset="-120"/>
              </a:rPr>
              <a:t>3    v[</a:t>
            </a:r>
            <a:r>
              <a:rPr lang="pt-BR" altLang="zh-HK" sz="3000" i="1">
                <a:ea typeface="Adobe 明體 Std L" panose="02020300000000000000" charset="-120"/>
              </a:rPr>
              <a:t>i</a:t>
            </a:r>
            <a:r>
              <a:rPr lang="pt-BR" altLang="zh-HK" sz="3000">
                <a:ea typeface="Adobe 明體 Std L" panose="02020300000000000000" charset="-120"/>
              </a:rPr>
              <a:t>] = -1</a:t>
            </a:r>
            <a:endParaRPr lang="pt-BR" sz="3000"/>
          </a:p>
          <a:p>
            <a:pPr marL="342900" indent="-342900">
              <a:spcBef>
                <a:spcPct val="20000"/>
              </a:spcBef>
              <a:buClr>
                <a:schemeClr val="tx2"/>
              </a:buClr>
              <a:buSzPct val="70000"/>
              <a:buFont typeface="Wingdings" panose="05000000000000000000" pitchFamily="2" charset="2"/>
              <a:buNone/>
            </a:pPr>
            <a:r>
              <a:rPr lang="en-US" altLang="zh-HK" sz="3000">
                <a:ea typeface="Adobe 明體 Std L" panose="02020300000000000000" charset="-120"/>
              </a:rPr>
              <a:t>4  output </a:t>
            </a:r>
            <a:r>
              <a:rPr lang="en-US" altLang="zh-HK" sz="3000" i="1">
                <a:ea typeface="Adobe 明體 Std L" panose="02020300000000000000" charset="-120"/>
              </a:rPr>
              <a:t>F</a:t>
            </a:r>
            <a:r>
              <a:rPr lang="en-US" altLang="zh-HK" sz="3000">
                <a:ea typeface="Adobe 明體 Std L" panose="02020300000000000000" charset="-120"/>
              </a:rPr>
              <a:t>(</a:t>
            </a:r>
            <a:r>
              <a:rPr lang="en-US" altLang="zh-HK" sz="3000" i="1">
                <a:ea typeface="Adobe 明體 Std L" panose="02020300000000000000" charset="-120"/>
              </a:rPr>
              <a:t>n</a:t>
            </a:r>
            <a:r>
              <a:rPr lang="en-US" altLang="zh-HK" sz="3000">
                <a:ea typeface="Adobe 明體 Std L" panose="02020300000000000000" charset="-120"/>
              </a:rPr>
              <a:t>)</a:t>
            </a:r>
            <a:endParaRPr lang="en-GB" sz="3000">
              <a:ea typeface="Adobe 明體 Std L" panose="02020300000000000000"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9779">
                                            <p:txEl>
                                              <p:pRg st="4294967295" end="429496729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977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977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977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977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978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97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79" grpId="0" build="p"/>
      <p:bldP spid="459780" grpId="0" animBg="1"/>
      <p:bldP spid="45978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Grp="1" noChangeArrowheads="1"/>
          </p:cNvSpPr>
          <p:nvPr>
            <p:ph type="title"/>
          </p:nvPr>
        </p:nvSpPr>
        <p:spPr>
          <a:xfrm>
            <a:off x="457200" y="116632"/>
            <a:ext cx="8229600" cy="1339552"/>
          </a:xfrm>
        </p:spPr>
        <p:txBody>
          <a:bodyPr/>
          <a:lstStyle/>
          <a:p>
            <a:r>
              <a:rPr lang="en-US" altLang="zh-CN" dirty="0" smtClean="0"/>
              <a:t>The </a:t>
            </a:r>
            <a:r>
              <a:rPr lang="en-GB" dirty="0" smtClean="0"/>
              <a:t>execution </a:t>
            </a:r>
            <a:r>
              <a:rPr lang="en-GB" dirty="0"/>
              <a:t>of </a:t>
            </a:r>
            <a:r>
              <a:rPr lang="en-GB" i="1" dirty="0"/>
              <a:t>F</a:t>
            </a:r>
            <a:r>
              <a:rPr lang="en-GB" dirty="0"/>
              <a:t>(7)</a:t>
            </a:r>
            <a:endParaRPr lang="en-GB" dirty="0"/>
          </a:p>
        </p:txBody>
      </p:sp>
      <p:sp>
        <p:nvSpPr>
          <p:cNvPr id="108" name="灯片编号占位符 4"/>
          <p:cNvSpPr>
            <a:spLocks noGrp="1"/>
          </p:cNvSpPr>
          <p:nvPr>
            <p:ph type="sldNum" sz="quarter" idx="12"/>
          </p:nvPr>
        </p:nvSpPr>
        <p:spPr/>
        <p:txBody>
          <a:bodyPr/>
          <a:lstStyle/>
          <a:p>
            <a:fld id="{D3867DDE-C248-4883-A42B-75674483B9F2}" type="slidenum">
              <a:rPr lang="en-US" altLang="zh-CN"/>
            </a:fld>
            <a:endParaRPr lang="en-US" altLang="zh-CN"/>
          </a:p>
        </p:txBody>
      </p:sp>
      <p:pic>
        <p:nvPicPr>
          <p:cNvPr id="460803" name="Picture 3"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60804" name="Rectangle 4"/>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60805" name="Group 5"/>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0825" name="Text Box 25"/>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60826" name="Rectangle 26"/>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27" name="Text Box 27"/>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60828" name="Rectangle 28"/>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29" name="Text Box 29"/>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60830" name="Rectangle 30"/>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31" name="Text Box 31"/>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0832" name="Rectangle 32"/>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33" name="Text Box 33"/>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0834" name="Rectangle 34"/>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35" name="Text Box 35"/>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0836" name="Rectangle 36"/>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37" name="Text Box 37"/>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0838" name="Rectangle 38"/>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39" name="Text Box 39"/>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0840" name="Rectangle 40"/>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41" name="Text Box 41"/>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0842" name="Rectangle 42"/>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43" name="Text Box 43"/>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0844" name="Rectangle 44"/>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45" name="Text Box 45"/>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0846" name="Rectangle 46"/>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47" name="Text Box 47"/>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0848" name="Rectangle 48"/>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49" name="Text Box 49"/>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0850" name="Rectangle 50"/>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51" name="Text Box 51"/>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0852" name="Rectangle 52"/>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53" name="Text Box 53"/>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0854" name="Rectangle 54"/>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55" name="Text Box 55"/>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0856" name="Rectangle 56"/>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57" name="Text Box 57"/>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0858" name="Rectangle 58"/>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59" name="Text Box 59"/>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0860" name="Rectangle 60"/>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61" name="Text Box 61"/>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0862" name="Rectangle 62"/>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63" name="Text Box 63"/>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0864" name="Rectangle 64"/>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65" name="Text Box 65"/>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0866" name="Rectangle 66"/>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67" name="Text Box 67"/>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0868" name="Rectangle 68"/>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69" name="Text Box 69"/>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0870" name="Rectangle 70"/>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71" name="Text Box 71"/>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0872" name="Rectangle 72"/>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73" name="Text Box 73"/>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0874" name="Rectangle 74"/>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75" name="Text Box 75"/>
          <p:cNvSpPr txBox="1">
            <a:spLocks noChangeArrowheads="1"/>
          </p:cNvSpPr>
          <p:nvPr/>
        </p:nvSpPr>
        <p:spPr bwMode="auto">
          <a:xfrm>
            <a:off x="5238750"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0876" name="Rectangle 76"/>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77" name="Text Box 77"/>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0878" name="Rectangle 78"/>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79" name="Text Box 79"/>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0880" name="Rectangle 80"/>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81" name="Text Box 81"/>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0882" name="Rectangle 82"/>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83" name="Text Box 83"/>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0884" name="Rectangle 84"/>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85" name="Text Box 85"/>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0886" name="Rectangle 86"/>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87" name="Text Box 87"/>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0888" name="Rectangle 88"/>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89" name="Text Box 89"/>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0890" name="Rectangle 90"/>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91" name="Text Box 91"/>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0892" name="Rectangle 92"/>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93" name="Text Box 93"/>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0894" name="Rectangle 94"/>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95" name="Text Box 95"/>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0896" name="Rectangle 96"/>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97" name="Text Box 97"/>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0898" name="Rectangle 98"/>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99" name="Text Box 99"/>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0900" name="Rectangle 100"/>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901" name="Text Box 101"/>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0902" name="Rectangle 102"/>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903" name="Text Box 103"/>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0904" name="Rectangle 104"/>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905" name="Text Box 105"/>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0906" name="Rectangle 106"/>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907" name="Text Box 107"/>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灯片编号占位符 4"/>
          <p:cNvSpPr>
            <a:spLocks noGrp="1"/>
          </p:cNvSpPr>
          <p:nvPr>
            <p:ph type="sldNum" sz="quarter" idx="12"/>
          </p:nvPr>
        </p:nvSpPr>
        <p:spPr/>
        <p:txBody>
          <a:bodyPr/>
          <a:lstStyle/>
          <a:p>
            <a:fld id="{6D02FC84-1AC7-4D09-A55E-CBFA5D06E7D0}" type="slidenum">
              <a:rPr lang="en-US" altLang="zh-CN"/>
            </a:fld>
            <a:endParaRPr lang="en-US" altLang="zh-CN"/>
          </a:p>
        </p:txBody>
      </p:sp>
      <p:pic>
        <p:nvPicPr>
          <p:cNvPr id="461827" name="Picture 3"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61828" name="Rectangle 4"/>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61829" name="Group 5"/>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1849" name="Text Box 25"/>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61850" name="Oval 26"/>
          <p:cNvSpPr>
            <a:spLocks noChangeArrowheads="1"/>
          </p:cNvSpPr>
          <p:nvPr/>
        </p:nvSpPr>
        <p:spPr bwMode="auto">
          <a:xfrm>
            <a:off x="755650" y="5589588"/>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51" name="Rectangle 27"/>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52" name="Text Box 28"/>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61853" name="Rectangle 29"/>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54" name="Text Box 30"/>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61855" name="Rectangle 31"/>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56" name="Text Box 32"/>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1857" name="Rectangle 33"/>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58" name="Text Box 34"/>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1859" name="Rectangle 35"/>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60" name="Text Box 36"/>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1861" name="Rectangle 37"/>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62" name="Text Box 38"/>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1863" name="Rectangle 39"/>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64" name="Text Box 40"/>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1865" name="Rectangle 41"/>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66" name="Text Box 42"/>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1867" name="Rectangle 43"/>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68" name="Text Box 44"/>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1869" name="Rectangle 45"/>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70" name="Text Box 46"/>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1871" name="Rectangle 47"/>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72" name="Text Box 48"/>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1873" name="Rectangle 49"/>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74" name="Text Box 50"/>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1875" name="Rectangle 51"/>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76" name="Text Box 52"/>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1877" name="Rectangle 53"/>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78" name="Text Box 54"/>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1879" name="Rectangle 55"/>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80" name="Text Box 56"/>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1881" name="Rectangle 57"/>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82" name="Text Box 58"/>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1883" name="Rectangle 59"/>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84" name="Text Box 60"/>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1885" name="Rectangle 61"/>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86" name="Text Box 62"/>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1887" name="Rectangle 63"/>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88" name="Text Box 64"/>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1889" name="Rectangle 65"/>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90" name="Text Box 66"/>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1891" name="Rectangle 67"/>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92" name="Text Box 68"/>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1893" name="Rectangle 69"/>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94" name="Text Box 70"/>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1895" name="Rectangle 71"/>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96" name="Text Box 72"/>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1897" name="Rectangle 73"/>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898" name="Text Box 74"/>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1899" name="Rectangle 75"/>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00" name="Text Box 76"/>
          <p:cNvSpPr txBox="1">
            <a:spLocks noChangeArrowheads="1"/>
          </p:cNvSpPr>
          <p:nvPr/>
        </p:nvSpPr>
        <p:spPr bwMode="auto">
          <a:xfrm>
            <a:off x="5238750"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1901" name="Rectangle 77"/>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02" name="Text Box 78"/>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1903" name="Rectangle 79"/>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04" name="Text Box 80"/>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1905" name="Rectangle 81"/>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06" name="Text Box 82"/>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1907" name="Rectangle 83"/>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08" name="Text Box 84"/>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1909" name="Rectangle 85"/>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10" name="Text Box 86"/>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1911" name="Rectangle 87"/>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12" name="Text Box 88"/>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1913" name="Rectangle 89"/>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14" name="Text Box 90"/>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1915" name="Rectangle 91"/>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16" name="Text Box 92"/>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1917" name="Rectangle 93"/>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18" name="Text Box 94"/>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1919" name="Rectangle 95"/>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20" name="Text Box 96"/>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1921" name="Rectangle 97"/>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22" name="Text Box 98"/>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1923" name="Rectangle 99"/>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24" name="Text Box 100"/>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1925" name="Rectangle 101"/>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26" name="Text Box 102"/>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1927" name="Rectangle 103"/>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28" name="Text Box 104"/>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1929" name="Rectangle 105"/>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30" name="Text Box 106"/>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1931" name="Rectangle 107"/>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932" name="Text Box 108"/>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92" name="Rectangle 2"/>
          <p:cNvSpPr txBox="1">
            <a:spLocks noChangeArrowheads="1"/>
          </p:cNvSpPr>
          <p:nvPr/>
        </p:nvSpPr>
        <p:spPr>
          <a:xfrm>
            <a:off x="457200" y="116632"/>
            <a:ext cx="8229600" cy="1339552"/>
          </a:xfrm>
          <a:prstGeom prst="rect">
            <a:avLst/>
          </a:prstGeom>
        </p:spPr>
        <p:txBody>
          <a:bodyPr vert="horz" lIns="91440" tIns="45720" rIns="91440" bIns="45720" rtlCol="0" anchor="b">
            <a:noAutofit/>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pPr fontAlgn="auto">
              <a:spcAft>
                <a:spcPts val="0"/>
              </a:spcAft>
            </a:pPr>
            <a:r>
              <a:rPr lang="en-US" altLang="zh-CN" smtClean="0"/>
              <a:t>The </a:t>
            </a:r>
            <a:r>
              <a:rPr lang="en-GB" smtClean="0"/>
              <a:t>execution of </a:t>
            </a:r>
            <a:r>
              <a:rPr lang="en-GB" i="1" smtClean="0"/>
              <a:t>F</a:t>
            </a:r>
            <a:r>
              <a:rPr lang="en-GB" smtClean="0"/>
              <a:t>(7)</a:t>
            </a:r>
            <a:endParaRPr lang="en-GB"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灯片编号占位符 4"/>
          <p:cNvSpPr>
            <a:spLocks noGrp="1"/>
          </p:cNvSpPr>
          <p:nvPr>
            <p:ph type="sldNum" sz="quarter" idx="12"/>
          </p:nvPr>
        </p:nvSpPr>
        <p:spPr/>
        <p:txBody>
          <a:bodyPr/>
          <a:lstStyle/>
          <a:p>
            <a:fld id="{C7866A54-8DA6-471F-A522-F876E5957F8D}" type="slidenum">
              <a:rPr lang="en-US" altLang="zh-CN"/>
            </a:fld>
            <a:endParaRPr lang="en-US" altLang="zh-CN"/>
          </a:p>
        </p:txBody>
      </p:sp>
      <p:pic>
        <p:nvPicPr>
          <p:cNvPr id="462851" name="Picture 3"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62852" name="Rectangle 4"/>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62853" name="Group 5"/>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1" i="0" u="none" strike="noStrike" cap="none" normalizeH="0" baseline="0" smtClean="0">
                          <a:ln>
                            <a:noFill/>
                          </a:ln>
                          <a:solidFill>
                            <a:schemeClr val="tx1"/>
                          </a:solidFill>
                          <a:effectLst/>
                          <a:latin typeface="Arial" panose="020B0604020202020204" pitchFamily="34" charset="0"/>
                          <a:ea typeface="Adobe 明體 Std L" panose="02020300000000000000" charset="-120"/>
                        </a:rPr>
                        <a:t>2</a:t>
                      </a:r>
                      <a:endParaRPr kumimoji="0" lang="en-US" altLang="zh-TW" sz="2600" b="1" i="0" u="none" strike="noStrike" cap="none" normalizeH="0" baseline="0" smtClean="0">
                        <a:ln>
                          <a:noFill/>
                        </a:ln>
                        <a:solidFill>
                          <a:schemeClr val="tx1"/>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2873" name="Text Box 25"/>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62874" name="Oval 26"/>
          <p:cNvSpPr>
            <a:spLocks noChangeArrowheads="1"/>
          </p:cNvSpPr>
          <p:nvPr/>
        </p:nvSpPr>
        <p:spPr bwMode="auto">
          <a:xfrm>
            <a:off x="755650" y="5589588"/>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75" name="Rectangle 27"/>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76" name="Text Box 28"/>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62877" name="Rectangle 29"/>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78" name="Text Box 30"/>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62879" name="Rectangle 31"/>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80" name="Text Box 32"/>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2881" name="Rectangle 33"/>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82" name="Text Box 34"/>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2883" name="Rectangle 35"/>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84" name="Text Box 36"/>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2885" name="Rectangle 37"/>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86" name="Text Box 38"/>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2887" name="Rectangle 39"/>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88" name="Text Box 40"/>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2889" name="Rectangle 41"/>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90" name="Text Box 42"/>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2891" name="Rectangle 43"/>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92" name="Text Box 44"/>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2893" name="Rectangle 45"/>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94" name="Text Box 46"/>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2895" name="Rectangle 47"/>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96" name="Text Box 48"/>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2897" name="Rectangle 49"/>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898" name="Text Box 50"/>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2899" name="Rectangle 51"/>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00" name="Text Box 52"/>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2901" name="Rectangle 53"/>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02" name="Text Box 54"/>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2903" name="Rectangle 55"/>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04" name="Text Box 56"/>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2905" name="Rectangle 57"/>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06" name="Text Box 58"/>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2907" name="Rectangle 59"/>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08" name="Text Box 60"/>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2909" name="Rectangle 61"/>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10" name="Text Box 62"/>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2911" name="Rectangle 63"/>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12" name="Text Box 64"/>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2913" name="Rectangle 65"/>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14" name="Text Box 66"/>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2915" name="Rectangle 67"/>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16" name="Text Box 68"/>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2917" name="Rectangle 69"/>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18" name="Text Box 70"/>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2919" name="Rectangle 71"/>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20" name="Text Box 72"/>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2921" name="Rectangle 73"/>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22" name="Text Box 74"/>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2923" name="Rectangle 75"/>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24" name="Text Box 76"/>
          <p:cNvSpPr txBox="1">
            <a:spLocks noChangeArrowheads="1"/>
          </p:cNvSpPr>
          <p:nvPr/>
        </p:nvSpPr>
        <p:spPr bwMode="auto">
          <a:xfrm>
            <a:off x="5238750"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2925" name="Rectangle 77"/>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26" name="Text Box 78"/>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2927" name="Rectangle 79"/>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28" name="Text Box 80"/>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2929" name="Rectangle 81"/>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30" name="Text Box 82"/>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2931" name="Rectangle 83"/>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32" name="Text Box 84"/>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2933" name="Rectangle 85"/>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34" name="Text Box 86"/>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2935" name="Rectangle 87"/>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36" name="Text Box 88"/>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2937" name="Rectangle 89"/>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38" name="Text Box 90"/>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2939" name="Rectangle 91"/>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40" name="Text Box 92"/>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2941" name="Rectangle 93"/>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42" name="Text Box 94"/>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2943" name="Rectangle 95"/>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44" name="Text Box 96"/>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2945" name="Rectangle 97"/>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46" name="Text Box 98"/>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2947" name="Rectangle 99"/>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48" name="Text Box 100"/>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2949" name="Rectangle 101"/>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50" name="Text Box 102"/>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2951" name="Rectangle 103"/>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52" name="Text Box 104"/>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2953" name="Rectangle 105"/>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54" name="Text Box 106"/>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2955" name="Rectangle 107"/>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2956" name="Text Box 108"/>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92" name="Rectangle 2"/>
          <p:cNvSpPr>
            <a:spLocks noGrp="1" noChangeArrowheads="1"/>
          </p:cNvSpPr>
          <p:nvPr>
            <p:ph type="title"/>
          </p:nvPr>
        </p:nvSpPr>
        <p:spPr>
          <a:xfrm>
            <a:off x="457200" y="116632"/>
            <a:ext cx="8229600" cy="1339552"/>
          </a:xfrm>
        </p:spPr>
        <p:txBody>
          <a:bodyPr/>
          <a:lstStyle/>
          <a:p>
            <a:r>
              <a:rPr lang="en-US" altLang="zh-CN" dirty="0" smtClean="0"/>
              <a:t>The </a:t>
            </a:r>
            <a:r>
              <a:rPr lang="en-GB" dirty="0" smtClean="0"/>
              <a:t>execution </a:t>
            </a:r>
            <a:r>
              <a:rPr lang="en-GB" dirty="0"/>
              <a:t>of </a:t>
            </a:r>
            <a:r>
              <a:rPr lang="en-GB" i="1" dirty="0"/>
              <a:t>F</a:t>
            </a:r>
            <a:r>
              <a:rPr lang="en-GB" dirty="0"/>
              <a:t>(7)</a:t>
            </a:r>
            <a:endParaRPr lang="en-GB"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灯片编号占位符 4"/>
          <p:cNvSpPr>
            <a:spLocks noGrp="1"/>
          </p:cNvSpPr>
          <p:nvPr>
            <p:ph type="sldNum" sz="quarter" idx="12"/>
          </p:nvPr>
        </p:nvSpPr>
        <p:spPr/>
        <p:txBody>
          <a:bodyPr/>
          <a:lstStyle/>
          <a:p>
            <a:fld id="{79717FD5-4457-455E-BB50-9F46D41DCC8D}" type="slidenum">
              <a:rPr lang="en-US" altLang="zh-CN"/>
            </a:fld>
            <a:endParaRPr lang="en-US" altLang="zh-CN"/>
          </a:p>
        </p:txBody>
      </p:sp>
      <p:pic>
        <p:nvPicPr>
          <p:cNvPr id="463875" name="Picture 3"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63876" name="Rectangle 4"/>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63877" name="Group 5"/>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2</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3897" name="Text Box 25"/>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63898" name="Oval 26"/>
          <p:cNvSpPr>
            <a:spLocks noChangeArrowheads="1"/>
          </p:cNvSpPr>
          <p:nvPr/>
        </p:nvSpPr>
        <p:spPr bwMode="auto">
          <a:xfrm>
            <a:off x="1116013" y="4941888"/>
            <a:ext cx="217487"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899" name="Rectangle 27"/>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00" name="Text Box 28"/>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63901" name="Rectangle 29"/>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02" name="Text Box 30"/>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63903" name="Rectangle 31"/>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04" name="Text Box 32"/>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3905" name="Rectangle 33"/>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06" name="Text Box 34"/>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3907" name="Rectangle 35"/>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08" name="Text Box 36"/>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3909" name="Rectangle 37"/>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10" name="Text Box 38"/>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3911" name="Rectangle 39"/>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12" name="Text Box 40"/>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3913" name="Rectangle 41"/>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14" name="Text Box 42"/>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3915" name="Rectangle 43"/>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16" name="Text Box 44"/>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3917" name="Rectangle 45"/>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18" name="Text Box 46"/>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3919" name="Rectangle 47"/>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20" name="Text Box 48"/>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3921" name="Rectangle 49"/>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22" name="Text Box 50"/>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3923" name="Rectangle 51"/>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24" name="Text Box 52"/>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3925" name="Rectangle 53"/>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26" name="Text Box 54"/>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3927" name="Rectangle 55"/>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28" name="Text Box 56"/>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3929" name="Rectangle 57"/>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30" name="Text Box 58"/>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3931" name="Rectangle 59"/>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32" name="Text Box 60"/>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3933" name="Rectangle 61"/>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34" name="Text Box 62"/>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3935" name="Rectangle 63"/>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36" name="Text Box 64"/>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3937" name="Rectangle 65"/>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38" name="Text Box 66"/>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3939" name="Rectangle 67"/>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40" name="Text Box 68"/>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3941" name="Rectangle 69"/>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42" name="Text Box 70"/>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3943" name="Rectangle 71"/>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44" name="Text Box 72"/>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3945" name="Rectangle 73"/>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46" name="Text Box 74"/>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3947" name="Rectangle 75"/>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48" name="Text Box 76"/>
          <p:cNvSpPr txBox="1">
            <a:spLocks noChangeArrowheads="1"/>
          </p:cNvSpPr>
          <p:nvPr/>
        </p:nvSpPr>
        <p:spPr bwMode="auto">
          <a:xfrm>
            <a:off x="5238750"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3949" name="Rectangle 77"/>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50" name="Text Box 78"/>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3951" name="Rectangle 79"/>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52" name="Text Box 80"/>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3953" name="Rectangle 81"/>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54" name="Text Box 82"/>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3955" name="Rectangle 83"/>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56" name="Text Box 84"/>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3957" name="Rectangle 85"/>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58" name="Text Box 86"/>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3959" name="Rectangle 87"/>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60" name="Text Box 88"/>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3961" name="Rectangle 89"/>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62" name="Text Box 90"/>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3963" name="Rectangle 91"/>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64" name="Text Box 92"/>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3965" name="Rectangle 93"/>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66" name="Text Box 94"/>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3967" name="Rectangle 95"/>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68" name="Text Box 96"/>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3969" name="Rectangle 97"/>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70" name="Text Box 98"/>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3971" name="Rectangle 99"/>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72" name="Text Box 100"/>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3973" name="Rectangle 101"/>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74" name="Text Box 102"/>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3975" name="Rectangle 103"/>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76" name="Text Box 104"/>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3977" name="Rectangle 105"/>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78" name="Text Box 106"/>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3979" name="Rectangle 107"/>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3980" name="Text Box 108"/>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92" name="Rectangle 2"/>
          <p:cNvSpPr>
            <a:spLocks noGrp="1" noChangeArrowheads="1"/>
          </p:cNvSpPr>
          <p:nvPr>
            <p:ph type="title"/>
          </p:nvPr>
        </p:nvSpPr>
        <p:spPr>
          <a:xfrm>
            <a:off x="457200" y="116632"/>
            <a:ext cx="8229600" cy="1339552"/>
          </a:xfrm>
        </p:spPr>
        <p:txBody>
          <a:bodyPr/>
          <a:lstStyle/>
          <a:p>
            <a:r>
              <a:rPr lang="en-US" altLang="zh-CN" dirty="0" smtClean="0"/>
              <a:t>The </a:t>
            </a:r>
            <a:r>
              <a:rPr lang="en-GB" dirty="0" smtClean="0"/>
              <a:t>execution </a:t>
            </a:r>
            <a:r>
              <a:rPr lang="en-GB" dirty="0"/>
              <a:t>of </a:t>
            </a:r>
            <a:r>
              <a:rPr lang="en-GB" i="1" dirty="0"/>
              <a:t>F</a:t>
            </a:r>
            <a:r>
              <a:rPr lang="en-GB" dirty="0"/>
              <a:t>(7)</a:t>
            </a:r>
            <a:endParaRPr lang="en-GB"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灯片编号占位符 4"/>
          <p:cNvSpPr>
            <a:spLocks noGrp="1"/>
          </p:cNvSpPr>
          <p:nvPr>
            <p:ph type="sldNum" sz="quarter" idx="12"/>
          </p:nvPr>
        </p:nvSpPr>
        <p:spPr/>
        <p:txBody>
          <a:bodyPr/>
          <a:lstStyle/>
          <a:p>
            <a:fld id="{749536F4-273C-4C61-A025-1F01171EFC01}" type="slidenum">
              <a:rPr lang="en-US" altLang="zh-CN"/>
            </a:fld>
            <a:endParaRPr lang="en-US" altLang="zh-CN"/>
          </a:p>
        </p:txBody>
      </p:sp>
      <p:pic>
        <p:nvPicPr>
          <p:cNvPr id="464899" name="Picture 3"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64900" name="Rectangle 4"/>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64901" name="Group 5"/>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2</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1" i="0" u="none" strike="noStrike" cap="none" normalizeH="0" baseline="0" smtClean="0">
                          <a:ln>
                            <a:noFill/>
                          </a:ln>
                          <a:solidFill>
                            <a:schemeClr val="tx1"/>
                          </a:solidFill>
                          <a:effectLst/>
                          <a:latin typeface="Arial" panose="020B0604020202020204" pitchFamily="34" charset="0"/>
                          <a:ea typeface="Adobe 明體 Std L" panose="02020300000000000000" charset="-120"/>
                        </a:rPr>
                        <a:t>3</a:t>
                      </a:r>
                      <a:endParaRPr kumimoji="0" lang="en-US" altLang="zh-TW" sz="2600" b="1" i="0" u="none" strike="noStrike" cap="none" normalizeH="0" baseline="0" smtClean="0">
                        <a:ln>
                          <a:noFill/>
                        </a:ln>
                        <a:solidFill>
                          <a:schemeClr val="tx1"/>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4921" name="Text Box 25"/>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64922" name="Oval 26"/>
          <p:cNvSpPr>
            <a:spLocks noChangeArrowheads="1"/>
          </p:cNvSpPr>
          <p:nvPr/>
        </p:nvSpPr>
        <p:spPr bwMode="auto">
          <a:xfrm>
            <a:off x="1116013" y="4941888"/>
            <a:ext cx="217487"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23" name="Rectangle 27"/>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24" name="Text Box 28"/>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64925" name="Rectangle 29"/>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26" name="Text Box 30"/>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64927" name="Rectangle 31"/>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28" name="Text Box 32"/>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4929" name="Rectangle 33"/>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30" name="Text Box 34"/>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4931" name="Rectangle 35"/>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32" name="Text Box 36"/>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4933" name="Rectangle 37"/>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34" name="Text Box 38"/>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4935" name="Rectangle 39"/>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36" name="Text Box 40"/>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4937" name="Rectangle 41"/>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38" name="Text Box 42"/>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4939" name="Rectangle 43"/>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40" name="Text Box 44"/>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4941" name="Rectangle 45"/>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42" name="Text Box 46"/>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4943" name="Rectangle 47"/>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44" name="Text Box 48"/>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4945" name="Rectangle 49"/>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46" name="Text Box 50"/>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4947" name="Rectangle 51"/>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48" name="Text Box 52"/>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4949" name="Rectangle 53"/>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50" name="Text Box 54"/>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4951" name="Rectangle 55"/>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52" name="Text Box 56"/>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4953" name="Rectangle 57"/>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54" name="Text Box 58"/>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4955" name="Rectangle 59"/>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56" name="Text Box 60"/>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4957" name="Rectangle 61"/>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58" name="Text Box 62"/>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4959" name="Rectangle 63"/>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60" name="Text Box 64"/>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4961" name="Rectangle 65"/>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62" name="Text Box 66"/>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4963" name="Rectangle 67"/>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64" name="Text Box 68"/>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4965" name="Rectangle 69"/>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66" name="Text Box 70"/>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4967" name="Rectangle 71"/>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68" name="Text Box 72"/>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4969" name="Rectangle 73"/>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70" name="Text Box 74"/>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4971" name="Rectangle 75"/>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72" name="Text Box 76"/>
          <p:cNvSpPr txBox="1">
            <a:spLocks noChangeArrowheads="1"/>
          </p:cNvSpPr>
          <p:nvPr/>
        </p:nvSpPr>
        <p:spPr bwMode="auto">
          <a:xfrm>
            <a:off x="5238750"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4973" name="Rectangle 77"/>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74" name="Text Box 78"/>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4975" name="Rectangle 79"/>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76" name="Text Box 80"/>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4977" name="Rectangle 81"/>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78" name="Text Box 82"/>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4979" name="Rectangle 83"/>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80" name="Text Box 84"/>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4981" name="Rectangle 85"/>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82" name="Text Box 86"/>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4983" name="Rectangle 87"/>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84" name="Text Box 88"/>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4985" name="Rectangle 89"/>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86" name="Text Box 90"/>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4987" name="Rectangle 91"/>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88" name="Text Box 92"/>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4989" name="Rectangle 93"/>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90" name="Text Box 94"/>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4991" name="Rectangle 95"/>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92" name="Text Box 96"/>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4993" name="Rectangle 97"/>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94" name="Text Box 98"/>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4995" name="Rectangle 99"/>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96" name="Text Box 100"/>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4997" name="Rectangle 101"/>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4998" name="Text Box 102"/>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4999" name="Rectangle 103"/>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000" name="Text Box 104"/>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5001" name="Rectangle 105"/>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002" name="Text Box 106"/>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5003" name="Rectangle 107"/>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004" name="Text Box 108"/>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92" name="Rectangle 2"/>
          <p:cNvSpPr>
            <a:spLocks noGrp="1" noChangeArrowheads="1"/>
          </p:cNvSpPr>
          <p:nvPr>
            <p:ph type="title"/>
          </p:nvPr>
        </p:nvSpPr>
        <p:spPr>
          <a:xfrm>
            <a:off x="457200" y="116632"/>
            <a:ext cx="8229600" cy="1339552"/>
          </a:xfrm>
        </p:spPr>
        <p:txBody>
          <a:bodyPr/>
          <a:lstStyle/>
          <a:p>
            <a:r>
              <a:rPr lang="en-US" altLang="zh-CN" dirty="0" smtClean="0"/>
              <a:t>The </a:t>
            </a:r>
            <a:r>
              <a:rPr lang="en-GB" dirty="0" smtClean="0"/>
              <a:t>execution </a:t>
            </a:r>
            <a:r>
              <a:rPr lang="en-GB" dirty="0"/>
              <a:t>of </a:t>
            </a:r>
            <a:r>
              <a:rPr lang="en-GB" i="1" dirty="0"/>
              <a:t>F</a:t>
            </a:r>
            <a:r>
              <a:rPr lang="en-GB" dirty="0"/>
              <a:t>(7)</a:t>
            </a:r>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灯片编号占位符 4"/>
          <p:cNvSpPr>
            <a:spLocks noGrp="1"/>
          </p:cNvSpPr>
          <p:nvPr>
            <p:ph type="sldNum" sz="quarter" idx="12"/>
          </p:nvPr>
        </p:nvSpPr>
        <p:spPr/>
        <p:txBody>
          <a:bodyPr/>
          <a:lstStyle/>
          <a:p>
            <a:fld id="{0E78525D-CFF6-4785-82FE-7F7FD022CECA}" type="slidenum">
              <a:rPr lang="en-US" altLang="zh-CN"/>
            </a:fld>
            <a:endParaRPr lang="en-US" altLang="zh-CN"/>
          </a:p>
        </p:txBody>
      </p:sp>
      <p:pic>
        <p:nvPicPr>
          <p:cNvPr id="465923" name="Picture 3"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65924" name="Rectangle 4"/>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65925" name="Group 5"/>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2</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3</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5945" name="Text Box 25"/>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65946" name="Oval 26"/>
          <p:cNvSpPr>
            <a:spLocks noChangeArrowheads="1"/>
          </p:cNvSpPr>
          <p:nvPr/>
        </p:nvSpPr>
        <p:spPr bwMode="auto">
          <a:xfrm>
            <a:off x="1476375" y="4365625"/>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47" name="Rectangle 27"/>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48" name="Text Box 28"/>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65949" name="Rectangle 29"/>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50" name="Text Box 30"/>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65951" name="Rectangle 31"/>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52" name="Text Box 32"/>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5953" name="Rectangle 33"/>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54" name="Text Box 34"/>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5955" name="Rectangle 35"/>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56" name="Text Box 36"/>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5957" name="Rectangle 37"/>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58" name="Text Box 38"/>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5959" name="Rectangle 39"/>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60" name="Text Box 40"/>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5961" name="Rectangle 41"/>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62" name="Text Box 42"/>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5963" name="Rectangle 43"/>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64" name="Text Box 44"/>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5965" name="Rectangle 45"/>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66" name="Text Box 46"/>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5967" name="Rectangle 47"/>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68" name="Text Box 48"/>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5969" name="Rectangle 49"/>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70" name="Text Box 50"/>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5971" name="Rectangle 51"/>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72" name="Text Box 52"/>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5973" name="Rectangle 53"/>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74" name="Text Box 54"/>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5975" name="Rectangle 55"/>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76" name="Text Box 56"/>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5977" name="Rectangle 57"/>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78" name="Text Box 58"/>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5979" name="Rectangle 59"/>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80" name="Text Box 60"/>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5981" name="Rectangle 61"/>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82" name="Text Box 62"/>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5983" name="Rectangle 63"/>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84" name="Text Box 64"/>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5985" name="Rectangle 65"/>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86" name="Text Box 66"/>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5987" name="Rectangle 67"/>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88" name="Text Box 68"/>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5989" name="Rectangle 69"/>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90" name="Text Box 70"/>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5991" name="Rectangle 71"/>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92" name="Text Box 72"/>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5993" name="Rectangle 73"/>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94" name="Text Box 74"/>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5995" name="Rectangle 75"/>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96" name="Text Box 76"/>
          <p:cNvSpPr txBox="1">
            <a:spLocks noChangeArrowheads="1"/>
          </p:cNvSpPr>
          <p:nvPr/>
        </p:nvSpPr>
        <p:spPr bwMode="auto">
          <a:xfrm>
            <a:off x="5238750"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5997" name="Rectangle 77"/>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5998" name="Text Box 78"/>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5999" name="Rectangle 79"/>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00" name="Text Box 80"/>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6001" name="Rectangle 81"/>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02" name="Text Box 82"/>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6003" name="Rectangle 83"/>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04" name="Text Box 84"/>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6005" name="Rectangle 85"/>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06" name="Text Box 86"/>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6007" name="Rectangle 87"/>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08" name="Text Box 88"/>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6009" name="Rectangle 89"/>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10" name="Text Box 90"/>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6011" name="Rectangle 91"/>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12" name="Text Box 92"/>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6013" name="Rectangle 93"/>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14" name="Text Box 94"/>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6015" name="Rectangle 95"/>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16" name="Text Box 96"/>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6017" name="Rectangle 97"/>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18" name="Text Box 98"/>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6019" name="Rectangle 99"/>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20" name="Text Box 100"/>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6021" name="Rectangle 101"/>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22" name="Text Box 102"/>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6023" name="Rectangle 103"/>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24" name="Text Box 104"/>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6025" name="Rectangle 105"/>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26" name="Text Box 106"/>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6027" name="Rectangle 107"/>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028" name="Text Box 108"/>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6029" name="Freeform 109"/>
          <p:cNvSpPr/>
          <p:nvPr/>
        </p:nvSpPr>
        <p:spPr bwMode="auto">
          <a:xfrm>
            <a:off x="1584325" y="5073650"/>
            <a:ext cx="755650" cy="671513"/>
          </a:xfrm>
          <a:custGeom>
            <a:avLst/>
            <a:gdLst>
              <a:gd name="T0" fmla="*/ 68 w 476"/>
              <a:gd name="T1" fmla="*/ 53 h 423"/>
              <a:gd name="T2" fmla="*/ 340 w 476"/>
              <a:gd name="T3" fmla="*/ 53 h 423"/>
              <a:gd name="T4" fmla="*/ 431 w 476"/>
              <a:gd name="T5" fmla="*/ 370 h 423"/>
              <a:gd name="T6" fmla="*/ 68 w 476"/>
              <a:gd name="T7" fmla="*/ 370 h 423"/>
              <a:gd name="T8" fmla="*/ 22 w 476"/>
              <a:gd name="T9" fmla="*/ 189 h 423"/>
              <a:gd name="T10" fmla="*/ 68 w 476"/>
              <a:gd name="T11" fmla="*/ 53 h 423"/>
            </a:gdLst>
            <a:ahLst/>
            <a:cxnLst>
              <a:cxn ang="0">
                <a:pos x="T0" y="T1"/>
              </a:cxn>
              <a:cxn ang="0">
                <a:pos x="T2" y="T3"/>
              </a:cxn>
              <a:cxn ang="0">
                <a:pos x="T4" y="T5"/>
              </a:cxn>
              <a:cxn ang="0">
                <a:pos x="T6" y="T7"/>
              </a:cxn>
              <a:cxn ang="0">
                <a:pos x="T8" y="T9"/>
              </a:cxn>
              <a:cxn ang="0">
                <a:pos x="T10" y="T11"/>
              </a:cxn>
            </a:cxnLst>
            <a:rect l="0" t="0" r="r" b="b"/>
            <a:pathLst>
              <a:path w="476" h="423">
                <a:moveTo>
                  <a:pt x="68" y="53"/>
                </a:moveTo>
                <a:cubicBezTo>
                  <a:pt x="121" y="30"/>
                  <a:pt x="279" y="0"/>
                  <a:pt x="340" y="53"/>
                </a:cubicBezTo>
                <a:cubicBezTo>
                  <a:pt x="401" y="106"/>
                  <a:pt x="476" y="317"/>
                  <a:pt x="431" y="370"/>
                </a:cubicBezTo>
                <a:cubicBezTo>
                  <a:pt x="386" y="423"/>
                  <a:pt x="136" y="400"/>
                  <a:pt x="68" y="370"/>
                </a:cubicBezTo>
                <a:cubicBezTo>
                  <a:pt x="0" y="340"/>
                  <a:pt x="22" y="242"/>
                  <a:pt x="22" y="189"/>
                </a:cubicBezTo>
                <a:cubicBezTo>
                  <a:pt x="22" y="136"/>
                  <a:pt x="15" y="76"/>
                  <a:pt x="68" y="5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3" name="Rectangle 2"/>
          <p:cNvSpPr>
            <a:spLocks noGrp="1" noChangeArrowheads="1"/>
          </p:cNvSpPr>
          <p:nvPr>
            <p:ph type="title"/>
          </p:nvPr>
        </p:nvSpPr>
        <p:spPr>
          <a:xfrm>
            <a:off x="457200" y="116632"/>
            <a:ext cx="8229600" cy="1339552"/>
          </a:xfrm>
        </p:spPr>
        <p:txBody>
          <a:bodyPr/>
          <a:lstStyle/>
          <a:p>
            <a:r>
              <a:rPr lang="en-US" altLang="zh-CN" dirty="0" smtClean="0"/>
              <a:t>The </a:t>
            </a:r>
            <a:r>
              <a:rPr lang="en-GB" dirty="0" smtClean="0"/>
              <a:t>execution </a:t>
            </a:r>
            <a:r>
              <a:rPr lang="en-GB" dirty="0"/>
              <a:t>of </a:t>
            </a:r>
            <a:r>
              <a:rPr lang="en-GB" i="1" dirty="0"/>
              <a:t>F</a:t>
            </a:r>
            <a:r>
              <a:rPr lang="en-GB" dirty="0"/>
              <a:t>(7)</a:t>
            </a:r>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灯片编号占位符 4"/>
          <p:cNvSpPr>
            <a:spLocks noGrp="1"/>
          </p:cNvSpPr>
          <p:nvPr>
            <p:ph type="sldNum" sz="quarter" idx="12"/>
          </p:nvPr>
        </p:nvSpPr>
        <p:spPr/>
        <p:txBody>
          <a:bodyPr/>
          <a:lstStyle/>
          <a:p>
            <a:fld id="{34D80BAD-51B9-4F45-8FAC-8DEF9CA6CEB0}" type="slidenum">
              <a:rPr lang="en-US" altLang="zh-CN"/>
            </a:fld>
            <a:endParaRPr lang="en-US" altLang="zh-CN"/>
          </a:p>
        </p:txBody>
      </p:sp>
      <p:sp>
        <p:nvSpPr>
          <p:cNvPr id="466946" name="Text Box 2"/>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6947" name="Text Box 3"/>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pic>
        <p:nvPicPr>
          <p:cNvPr id="466949" name="Picture 5"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66950" name="Rectangle 6"/>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66951" name="Group 7"/>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2</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3</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1" i="0" u="none" strike="noStrike" cap="none" normalizeH="0" baseline="0" smtClean="0">
                          <a:ln>
                            <a:noFill/>
                          </a:ln>
                          <a:solidFill>
                            <a:schemeClr val="tx1"/>
                          </a:solidFill>
                          <a:effectLst/>
                          <a:latin typeface="Arial" panose="020B0604020202020204" pitchFamily="34" charset="0"/>
                          <a:ea typeface="Adobe 明體 Std L" panose="02020300000000000000" charset="-120"/>
                        </a:rPr>
                        <a:t>5</a:t>
                      </a:r>
                      <a:endParaRPr kumimoji="0" lang="en-US" altLang="zh-TW" sz="2600" b="1" i="0" u="none" strike="noStrike" cap="none" normalizeH="0" baseline="0" smtClean="0">
                        <a:ln>
                          <a:noFill/>
                        </a:ln>
                        <a:solidFill>
                          <a:schemeClr val="tx1"/>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6971" name="Text Box 27"/>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66972" name="Oval 28"/>
          <p:cNvSpPr>
            <a:spLocks noChangeArrowheads="1"/>
          </p:cNvSpPr>
          <p:nvPr/>
        </p:nvSpPr>
        <p:spPr bwMode="auto">
          <a:xfrm>
            <a:off x="1476375" y="4365625"/>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73" name="Freeform 29"/>
          <p:cNvSpPr/>
          <p:nvPr/>
        </p:nvSpPr>
        <p:spPr bwMode="auto">
          <a:xfrm>
            <a:off x="1584325" y="5073650"/>
            <a:ext cx="755650" cy="671513"/>
          </a:xfrm>
          <a:custGeom>
            <a:avLst/>
            <a:gdLst>
              <a:gd name="T0" fmla="*/ 68 w 476"/>
              <a:gd name="T1" fmla="*/ 53 h 423"/>
              <a:gd name="T2" fmla="*/ 340 w 476"/>
              <a:gd name="T3" fmla="*/ 53 h 423"/>
              <a:gd name="T4" fmla="*/ 431 w 476"/>
              <a:gd name="T5" fmla="*/ 370 h 423"/>
              <a:gd name="T6" fmla="*/ 68 w 476"/>
              <a:gd name="T7" fmla="*/ 370 h 423"/>
              <a:gd name="T8" fmla="*/ 22 w 476"/>
              <a:gd name="T9" fmla="*/ 189 h 423"/>
              <a:gd name="T10" fmla="*/ 68 w 476"/>
              <a:gd name="T11" fmla="*/ 53 h 423"/>
            </a:gdLst>
            <a:ahLst/>
            <a:cxnLst>
              <a:cxn ang="0">
                <a:pos x="T0" y="T1"/>
              </a:cxn>
              <a:cxn ang="0">
                <a:pos x="T2" y="T3"/>
              </a:cxn>
              <a:cxn ang="0">
                <a:pos x="T4" y="T5"/>
              </a:cxn>
              <a:cxn ang="0">
                <a:pos x="T6" y="T7"/>
              </a:cxn>
              <a:cxn ang="0">
                <a:pos x="T8" y="T9"/>
              </a:cxn>
              <a:cxn ang="0">
                <a:pos x="T10" y="T11"/>
              </a:cxn>
            </a:cxnLst>
            <a:rect l="0" t="0" r="r" b="b"/>
            <a:pathLst>
              <a:path w="476" h="423">
                <a:moveTo>
                  <a:pt x="68" y="53"/>
                </a:moveTo>
                <a:cubicBezTo>
                  <a:pt x="121" y="30"/>
                  <a:pt x="279" y="0"/>
                  <a:pt x="340" y="53"/>
                </a:cubicBezTo>
                <a:cubicBezTo>
                  <a:pt x="401" y="106"/>
                  <a:pt x="476" y="317"/>
                  <a:pt x="431" y="370"/>
                </a:cubicBezTo>
                <a:cubicBezTo>
                  <a:pt x="386" y="423"/>
                  <a:pt x="136" y="400"/>
                  <a:pt x="68" y="370"/>
                </a:cubicBezTo>
                <a:cubicBezTo>
                  <a:pt x="0" y="340"/>
                  <a:pt x="22" y="242"/>
                  <a:pt x="22" y="189"/>
                </a:cubicBezTo>
                <a:cubicBezTo>
                  <a:pt x="22" y="136"/>
                  <a:pt x="15" y="76"/>
                  <a:pt x="68" y="5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6974" name="Rectangle 30"/>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75" name="Text Box 31"/>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66976" name="Rectangle 32"/>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77" name="Text Box 33"/>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66978" name="Rectangle 34"/>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79" name="Text Box 35"/>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6980" name="Rectangle 36"/>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81" name="Text Box 37"/>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6982" name="Rectangle 38"/>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83" name="Text Box 39"/>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6984" name="Rectangle 40"/>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85" name="Text Box 41"/>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6986" name="Rectangle 42"/>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87" name="Text Box 43"/>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6988" name="Rectangle 44"/>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89" name="Text Box 45"/>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6990" name="Rectangle 46"/>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91" name="Text Box 47"/>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6992" name="Rectangle 48"/>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93" name="Text Box 49"/>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6994" name="Rectangle 50"/>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95" name="Text Box 51"/>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6996" name="Rectangle 52"/>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97" name="Rectangle 53"/>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98" name="Rectangle 54"/>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6999" name="Text Box 55"/>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7000" name="Rectangle 56"/>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01" name="Text Box 57"/>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7002" name="Rectangle 58"/>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03" name="Text Box 59"/>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7004" name="Rectangle 60"/>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05" name="Text Box 61"/>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7006" name="Rectangle 62"/>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07" name="Text Box 63"/>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7008" name="Rectangle 64"/>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09" name="Text Box 65"/>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7010" name="Rectangle 66"/>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11" name="Text Box 67"/>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7012" name="Rectangle 68"/>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13" name="Text Box 69"/>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7014" name="Rectangle 70"/>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15" name="Text Box 71"/>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7016" name="Rectangle 72"/>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17" name="Text Box 73"/>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7018" name="Rectangle 74"/>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19" name="Text Box 75"/>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7020" name="Rectangle 76"/>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21" name="Text Box 77"/>
          <p:cNvSpPr txBox="1">
            <a:spLocks noChangeArrowheads="1"/>
          </p:cNvSpPr>
          <p:nvPr/>
        </p:nvSpPr>
        <p:spPr bwMode="auto">
          <a:xfrm>
            <a:off x="5238750"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7022" name="Rectangle 78"/>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23" name="Text Box 79"/>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7024" name="Rectangle 80"/>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25" name="Text Box 81"/>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7026" name="Rectangle 82"/>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27" name="Text Box 83"/>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7028" name="Rectangle 84"/>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29" name="Text Box 85"/>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7030" name="Rectangle 86"/>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31" name="Text Box 87"/>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7032" name="Rectangle 88"/>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33" name="Text Box 89"/>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7034" name="Rectangle 90"/>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35" name="Text Box 91"/>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7036" name="Rectangle 92"/>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37" name="Text Box 93"/>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7038" name="Rectangle 94"/>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39" name="Text Box 95"/>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7040" name="Rectangle 96"/>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41" name="Text Box 97"/>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7042" name="Rectangle 98"/>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43" name="Text Box 99"/>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7044" name="Rectangle 100"/>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45" name="Text Box 101"/>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7046" name="Rectangle 102"/>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47" name="Text Box 103"/>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7048" name="Rectangle 104"/>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49" name="Text Box 105"/>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7050" name="Rectangle 106"/>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51" name="Text Box 107"/>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7052" name="Rectangle 108"/>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7053" name="Text Box 109"/>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93" name="Rectangle 2"/>
          <p:cNvSpPr>
            <a:spLocks noGrp="1" noChangeArrowheads="1"/>
          </p:cNvSpPr>
          <p:nvPr>
            <p:ph type="title"/>
          </p:nvPr>
        </p:nvSpPr>
        <p:spPr>
          <a:xfrm>
            <a:off x="457200" y="116632"/>
            <a:ext cx="8229600" cy="1339552"/>
          </a:xfrm>
        </p:spPr>
        <p:txBody>
          <a:bodyPr/>
          <a:lstStyle/>
          <a:p>
            <a:r>
              <a:rPr lang="en-US" altLang="zh-CN" dirty="0" smtClean="0"/>
              <a:t>The </a:t>
            </a:r>
            <a:r>
              <a:rPr lang="en-GB" dirty="0" smtClean="0"/>
              <a:t>execution </a:t>
            </a:r>
            <a:r>
              <a:rPr lang="en-GB" dirty="0"/>
              <a:t>of </a:t>
            </a:r>
            <a:r>
              <a:rPr lang="en-GB" i="1" dirty="0"/>
              <a:t>F</a:t>
            </a:r>
            <a:r>
              <a:rPr lang="en-GB" dirty="0"/>
              <a:t>(7)</a:t>
            </a:r>
            <a:endParaRPr lang="en-GB"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灯片编号占位符 4"/>
          <p:cNvSpPr>
            <a:spLocks noGrp="1"/>
          </p:cNvSpPr>
          <p:nvPr>
            <p:ph type="sldNum" sz="quarter" idx="12"/>
          </p:nvPr>
        </p:nvSpPr>
        <p:spPr/>
        <p:txBody>
          <a:bodyPr/>
          <a:lstStyle/>
          <a:p>
            <a:fld id="{B9F0DB4A-6A28-4C38-B13D-4F63A3697BCB}" type="slidenum">
              <a:rPr lang="en-US" altLang="zh-CN"/>
            </a:fld>
            <a:endParaRPr lang="en-US" altLang="zh-CN"/>
          </a:p>
        </p:txBody>
      </p:sp>
      <p:sp>
        <p:nvSpPr>
          <p:cNvPr id="467970" name="Text Box 2"/>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7971" name="Text Box 3"/>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7972" name="Text Box 4"/>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7973" name="Text Box 5"/>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7974" name="Text Box 6"/>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7975" name="Text Box 7"/>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pic>
        <p:nvPicPr>
          <p:cNvPr id="467977" name="Picture 9"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67978" name="Rectangle 10"/>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67979" name="Group 11"/>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2</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3</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5</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7999" name="Text Box 31"/>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68000" name="Oval 32"/>
          <p:cNvSpPr>
            <a:spLocks noChangeArrowheads="1"/>
          </p:cNvSpPr>
          <p:nvPr/>
        </p:nvSpPr>
        <p:spPr bwMode="auto">
          <a:xfrm>
            <a:off x="2124075" y="3213100"/>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01" name="Freeform 33"/>
          <p:cNvSpPr/>
          <p:nvPr/>
        </p:nvSpPr>
        <p:spPr bwMode="auto">
          <a:xfrm>
            <a:off x="1584325" y="5073650"/>
            <a:ext cx="755650" cy="671513"/>
          </a:xfrm>
          <a:custGeom>
            <a:avLst/>
            <a:gdLst>
              <a:gd name="T0" fmla="*/ 68 w 476"/>
              <a:gd name="T1" fmla="*/ 53 h 423"/>
              <a:gd name="T2" fmla="*/ 340 w 476"/>
              <a:gd name="T3" fmla="*/ 53 h 423"/>
              <a:gd name="T4" fmla="*/ 431 w 476"/>
              <a:gd name="T5" fmla="*/ 370 h 423"/>
              <a:gd name="T6" fmla="*/ 68 w 476"/>
              <a:gd name="T7" fmla="*/ 370 h 423"/>
              <a:gd name="T8" fmla="*/ 22 w 476"/>
              <a:gd name="T9" fmla="*/ 189 h 423"/>
              <a:gd name="T10" fmla="*/ 68 w 476"/>
              <a:gd name="T11" fmla="*/ 53 h 423"/>
            </a:gdLst>
            <a:ahLst/>
            <a:cxnLst>
              <a:cxn ang="0">
                <a:pos x="T0" y="T1"/>
              </a:cxn>
              <a:cxn ang="0">
                <a:pos x="T2" y="T3"/>
              </a:cxn>
              <a:cxn ang="0">
                <a:pos x="T4" y="T5"/>
              </a:cxn>
              <a:cxn ang="0">
                <a:pos x="T6" y="T7"/>
              </a:cxn>
              <a:cxn ang="0">
                <a:pos x="T8" y="T9"/>
              </a:cxn>
              <a:cxn ang="0">
                <a:pos x="T10" y="T11"/>
              </a:cxn>
            </a:cxnLst>
            <a:rect l="0" t="0" r="r" b="b"/>
            <a:pathLst>
              <a:path w="476" h="423">
                <a:moveTo>
                  <a:pt x="68" y="53"/>
                </a:moveTo>
                <a:cubicBezTo>
                  <a:pt x="121" y="30"/>
                  <a:pt x="279" y="0"/>
                  <a:pt x="340" y="53"/>
                </a:cubicBezTo>
                <a:cubicBezTo>
                  <a:pt x="401" y="106"/>
                  <a:pt x="476" y="317"/>
                  <a:pt x="431" y="370"/>
                </a:cubicBezTo>
                <a:cubicBezTo>
                  <a:pt x="386" y="423"/>
                  <a:pt x="136" y="400"/>
                  <a:pt x="68" y="370"/>
                </a:cubicBezTo>
                <a:cubicBezTo>
                  <a:pt x="0" y="340"/>
                  <a:pt x="22" y="242"/>
                  <a:pt x="22" y="189"/>
                </a:cubicBezTo>
                <a:cubicBezTo>
                  <a:pt x="22" y="136"/>
                  <a:pt x="15" y="76"/>
                  <a:pt x="68" y="5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8002" name="Freeform 34"/>
          <p:cNvSpPr/>
          <p:nvPr/>
        </p:nvSpPr>
        <p:spPr bwMode="auto">
          <a:xfrm>
            <a:off x="2100263" y="4473575"/>
            <a:ext cx="1416050" cy="1273175"/>
          </a:xfrm>
          <a:custGeom>
            <a:avLst/>
            <a:gdLst>
              <a:gd name="T0" fmla="*/ 332 w 892"/>
              <a:gd name="T1" fmla="*/ 113 h 802"/>
              <a:gd name="T2" fmla="*/ 695 w 892"/>
              <a:gd name="T3" fmla="*/ 68 h 802"/>
              <a:gd name="T4" fmla="*/ 877 w 892"/>
              <a:gd name="T5" fmla="*/ 521 h 802"/>
              <a:gd name="T6" fmla="*/ 604 w 892"/>
              <a:gd name="T7" fmla="*/ 703 h 802"/>
              <a:gd name="T8" fmla="*/ 242 w 892"/>
              <a:gd name="T9" fmla="*/ 794 h 802"/>
              <a:gd name="T10" fmla="*/ 15 w 892"/>
              <a:gd name="T11" fmla="*/ 657 h 802"/>
              <a:gd name="T12" fmla="*/ 332 w 892"/>
              <a:gd name="T13" fmla="*/ 113 h 802"/>
            </a:gdLst>
            <a:ahLst/>
            <a:cxnLst>
              <a:cxn ang="0">
                <a:pos x="T0" y="T1"/>
              </a:cxn>
              <a:cxn ang="0">
                <a:pos x="T2" y="T3"/>
              </a:cxn>
              <a:cxn ang="0">
                <a:pos x="T4" y="T5"/>
              </a:cxn>
              <a:cxn ang="0">
                <a:pos x="T6" y="T7"/>
              </a:cxn>
              <a:cxn ang="0">
                <a:pos x="T8" y="T9"/>
              </a:cxn>
              <a:cxn ang="0">
                <a:pos x="T10" y="T11"/>
              </a:cxn>
              <a:cxn ang="0">
                <a:pos x="T12" y="T13"/>
              </a:cxn>
            </a:cxnLst>
            <a:rect l="0" t="0" r="r" b="b"/>
            <a:pathLst>
              <a:path w="892" h="802">
                <a:moveTo>
                  <a:pt x="332" y="113"/>
                </a:moveTo>
                <a:cubicBezTo>
                  <a:pt x="445" y="15"/>
                  <a:pt x="604" y="0"/>
                  <a:pt x="695" y="68"/>
                </a:cubicBezTo>
                <a:cubicBezTo>
                  <a:pt x="786" y="136"/>
                  <a:pt x="892" y="415"/>
                  <a:pt x="877" y="521"/>
                </a:cubicBezTo>
                <a:cubicBezTo>
                  <a:pt x="862" y="627"/>
                  <a:pt x="710" y="657"/>
                  <a:pt x="604" y="703"/>
                </a:cubicBezTo>
                <a:cubicBezTo>
                  <a:pt x="498" y="749"/>
                  <a:pt x="340" y="802"/>
                  <a:pt x="242" y="794"/>
                </a:cubicBezTo>
                <a:cubicBezTo>
                  <a:pt x="144" y="786"/>
                  <a:pt x="0" y="770"/>
                  <a:pt x="15" y="657"/>
                </a:cubicBezTo>
                <a:cubicBezTo>
                  <a:pt x="30" y="544"/>
                  <a:pt x="219" y="211"/>
                  <a:pt x="332" y="11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8003" name="Rectangle 35"/>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04" name="Text Box 36"/>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68005" name="Rectangle 37"/>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06" name="Text Box 38"/>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68007" name="Rectangle 39"/>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08" name="Text Box 40"/>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8009" name="Rectangle 41"/>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10" name="Text Box 42"/>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8011" name="Rectangle 43"/>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12" name="Text Box 44"/>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8013" name="Rectangle 45"/>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14" name="Text Box 46"/>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8015" name="Rectangle 47"/>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16" name="Text Box 48"/>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8017" name="Rectangle 49"/>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18" name="Text Box 50"/>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8019" name="Rectangle 51"/>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20" name="Text Box 52"/>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8021" name="Rectangle 53"/>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22" name="Text Box 54"/>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8023" name="Rectangle 55"/>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24" name="Text Box 56"/>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8025" name="Rectangle 57"/>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26" name="Rectangle 58"/>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27" name="Rectangle 59"/>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28" name="Text Box 60"/>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8029" name="Rectangle 61"/>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30" name="Rectangle 62"/>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31" name="Rectangle 63"/>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32" name="Rectangle 64"/>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33" name="Text Box 65"/>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8034" name="Rectangle 66"/>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35" name="Text Box 67"/>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8036" name="Rectangle 68"/>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37" name="Text Box 69"/>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8038" name="Rectangle 70"/>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39" name="Text Box 71"/>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8040" name="Rectangle 72"/>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41" name="Text Box 73"/>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8042" name="Rectangle 74"/>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43" name="Text Box 75"/>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8044" name="Rectangle 76"/>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45" name="Text Box 77"/>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8046" name="Rectangle 78"/>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47" name="Text Box 79"/>
          <p:cNvSpPr txBox="1">
            <a:spLocks noChangeArrowheads="1"/>
          </p:cNvSpPr>
          <p:nvPr/>
        </p:nvSpPr>
        <p:spPr bwMode="auto">
          <a:xfrm>
            <a:off x="5238750"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8048" name="Rectangle 80"/>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49" name="Text Box 81"/>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8050" name="Rectangle 82"/>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51" name="Text Box 83"/>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8052" name="Rectangle 84"/>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53" name="Text Box 85"/>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8054" name="Rectangle 86"/>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55" name="Text Box 87"/>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8056" name="Rectangle 88"/>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57" name="Text Box 89"/>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8058" name="Rectangle 90"/>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59" name="Text Box 91"/>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8060" name="Rectangle 92"/>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61" name="Text Box 93"/>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8062" name="Rectangle 94"/>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63" name="Text Box 95"/>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8064" name="Rectangle 96"/>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65" name="Text Box 97"/>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8066" name="Rectangle 98"/>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67" name="Text Box 99"/>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8068" name="Rectangle 100"/>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69" name="Text Box 101"/>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8070" name="Rectangle 102"/>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71" name="Text Box 103"/>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8072" name="Rectangle 104"/>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73" name="Rectangle 105"/>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74" name="Text Box 106"/>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8075" name="Rectangle 107"/>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76" name="Text Box 108"/>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8077" name="Rectangle 109"/>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8078" name="Text Box 110"/>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94" name="Rectangle 2"/>
          <p:cNvSpPr>
            <a:spLocks noGrp="1" noChangeArrowheads="1"/>
          </p:cNvSpPr>
          <p:nvPr>
            <p:ph type="title"/>
          </p:nvPr>
        </p:nvSpPr>
        <p:spPr>
          <a:xfrm>
            <a:off x="457200" y="116632"/>
            <a:ext cx="8229600" cy="1339552"/>
          </a:xfrm>
        </p:spPr>
        <p:txBody>
          <a:bodyPr/>
          <a:lstStyle/>
          <a:p>
            <a:r>
              <a:rPr lang="en-US" altLang="zh-CN" dirty="0" smtClean="0"/>
              <a:t>The </a:t>
            </a:r>
            <a:r>
              <a:rPr lang="en-GB" dirty="0" smtClean="0"/>
              <a:t>execution </a:t>
            </a:r>
            <a:r>
              <a:rPr lang="en-GB" dirty="0"/>
              <a:t>of </a:t>
            </a:r>
            <a:r>
              <a:rPr lang="en-GB" i="1" dirty="0"/>
              <a:t>F</a:t>
            </a:r>
            <a:r>
              <a:rPr lang="en-GB" dirty="0"/>
              <a:t>(7)</a:t>
            </a:r>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灯片编号占位符 4"/>
          <p:cNvSpPr>
            <a:spLocks noGrp="1"/>
          </p:cNvSpPr>
          <p:nvPr>
            <p:ph type="sldNum" sz="quarter" idx="12"/>
          </p:nvPr>
        </p:nvSpPr>
        <p:spPr/>
        <p:txBody>
          <a:bodyPr/>
          <a:lstStyle/>
          <a:p>
            <a:fld id="{498AFFC1-B7B1-45C4-8A35-3CBDBF86178B}" type="slidenum">
              <a:rPr lang="en-US" altLang="zh-CN"/>
            </a:fld>
            <a:endParaRPr lang="en-US" altLang="zh-CN"/>
          </a:p>
        </p:txBody>
      </p:sp>
      <p:sp>
        <p:nvSpPr>
          <p:cNvPr id="468994" name="Text Box 2"/>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8995" name="Text Box 3"/>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8996" name="Text Box 4"/>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8997" name="Text Box 5"/>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8998" name="Text Box 6"/>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8999" name="Text Box 7"/>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pic>
        <p:nvPicPr>
          <p:cNvPr id="469001" name="Picture 9"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69002" name="Rectangle 10"/>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69003" name="Group 11"/>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2</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3</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5</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1" i="0" u="none" strike="noStrike" cap="none" normalizeH="0" baseline="0" smtClean="0">
                          <a:ln>
                            <a:noFill/>
                          </a:ln>
                          <a:solidFill>
                            <a:schemeClr val="tx1"/>
                          </a:solidFill>
                          <a:effectLst/>
                          <a:latin typeface="Arial" panose="020B0604020202020204" pitchFamily="34" charset="0"/>
                          <a:ea typeface="Adobe 明體 Std L" panose="02020300000000000000" charset="-120"/>
                        </a:rPr>
                        <a:t>8</a:t>
                      </a:r>
                      <a:endParaRPr kumimoji="0" lang="en-US" altLang="zh-TW" sz="2600" b="1" i="0" u="none" strike="noStrike" cap="none" normalizeH="0" baseline="0" smtClean="0">
                        <a:ln>
                          <a:noFill/>
                        </a:ln>
                        <a:solidFill>
                          <a:schemeClr val="tx1"/>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9023" name="Text Box 31"/>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69024" name="Oval 32"/>
          <p:cNvSpPr>
            <a:spLocks noChangeArrowheads="1"/>
          </p:cNvSpPr>
          <p:nvPr/>
        </p:nvSpPr>
        <p:spPr bwMode="auto">
          <a:xfrm>
            <a:off x="2124075" y="3213100"/>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25" name="Freeform 33"/>
          <p:cNvSpPr/>
          <p:nvPr/>
        </p:nvSpPr>
        <p:spPr bwMode="auto">
          <a:xfrm>
            <a:off x="1584325" y="5073650"/>
            <a:ext cx="755650" cy="671513"/>
          </a:xfrm>
          <a:custGeom>
            <a:avLst/>
            <a:gdLst>
              <a:gd name="T0" fmla="*/ 68 w 476"/>
              <a:gd name="T1" fmla="*/ 53 h 423"/>
              <a:gd name="T2" fmla="*/ 340 w 476"/>
              <a:gd name="T3" fmla="*/ 53 h 423"/>
              <a:gd name="T4" fmla="*/ 431 w 476"/>
              <a:gd name="T5" fmla="*/ 370 h 423"/>
              <a:gd name="T6" fmla="*/ 68 w 476"/>
              <a:gd name="T7" fmla="*/ 370 h 423"/>
              <a:gd name="T8" fmla="*/ 22 w 476"/>
              <a:gd name="T9" fmla="*/ 189 h 423"/>
              <a:gd name="T10" fmla="*/ 68 w 476"/>
              <a:gd name="T11" fmla="*/ 53 h 423"/>
            </a:gdLst>
            <a:ahLst/>
            <a:cxnLst>
              <a:cxn ang="0">
                <a:pos x="T0" y="T1"/>
              </a:cxn>
              <a:cxn ang="0">
                <a:pos x="T2" y="T3"/>
              </a:cxn>
              <a:cxn ang="0">
                <a:pos x="T4" y="T5"/>
              </a:cxn>
              <a:cxn ang="0">
                <a:pos x="T6" y="T7"/>
              </a:cxn>
              <a:cxn ang="0">
                <a:pos x="T8" y="T9"/>
              </a:cxn>
              <a:cxn ang="0">
                <a:pos x="T10" y="T11"/>
              </a:cxn>
            </a:cxnLst>
            <a:rect l="0" t="0" r="r" b="b"/>
            <a:pathLst>
              <a:path w="476" h="423">
                <a:moveTo>
                  <a:pt x="68" y="53"/>
                </a:moveTo>
                <a:cubicBezTo>
                  <a:pt x="121" y="30"/>
                  <a:pt x="279" y="0"/>
                  <a:pt x="340" y="53"/>
                </a:cubicBezTo>
                <a:cubicBezTo>
                  <a:pt x="401" y="106"/>
                  <a:pt x="476" y="317"/>
                  <a:pt x="431" y="370"/>
                </a:cubicBezTo>
                <a:cubicBezTo>
                  <a:pt x="386" y="423"/>
                  <a:pt x="136" y="400"/>
                  <a:pt x="68" y="370"/>
                </a:cubicBezTo>
                <a:cubicBezTo>
                  <a:pt x="0" y="340"/>
                  <a:pt x="22" y="242"/>
                  <a:pt x="22" y="189"/>
                </a:cubicBezTo>
                <a:cubicBezTo>
                  <a:pt x="22" y="136"/>
                  <a:pt x="15" y="76"/>
                  <a:pt x="68" y="5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9026" name="Freeform 34"/>
          <p:cNvSpPr/>
          <p:nvPr/>
        </p:nvSpPr>
        <p:spPr bwMode="auto">
          <a:xfrm>
            <a:off x="2100263" y="4473575"/>
            <a:ext cx="1416050" cy="1273175"/>
          </a:xfrm>
          <a:custGeom>
            <a:avLst/>
            <a:gdLst>
              <a:gd name="T0" fmla="*/ 332 w 892"/>
              <a:gd name="T1" fmla="*/ 113 h 802"/>
              <a:gd name="T2" fmla="*/ 695 w 892"/>
              <a:gd name="T3" fmla="*/ 68 h 802"/>
              <a:gd name="T4" fmla="*/ 877 w 892"/>
              <a:gd name="T5" fmla="*/ 521 h 802"/>
              <a:gd name="T6" fmla="*/ 604 w 892"/>
              <a:gd name="T7" fmla="*/ 703 h 802"/>
              <a:gd name="T8" fmla="*/ 242 w 892"/>
              <a:gd name="T9" fmla="*/ 794 h 802"/>
              <a:gd name="T10" fmla="*/ 15 w 892"/>
              <a:gd name="T11" fmla="*/ 657 h 802"/>
              <a:gd name="T12" fmla="*/ 332 w 892"/>
              <a:gd name="T13" fmla="*/ 113 h 802"/>
            </a:gdLst>
            <a:ahLst/>
            <a:cxnLst>
              <a:cxn ang="0">
                <a:pos x="T0" y="T1"/>
              </a:cxn>
              <a:cxn ang="0">
                <a:pos x="T2" y="T3"/>
              </a:cxn>
              <a:cxn ang="0">
                <a:pos x="T4" y="T5"/>
              </a:cxn>
              <a:cxn ang="0">
                <a:pos x="T6" y="T7"/>
              </a:cxn>
              <a:cxn ang="0">
                <a:pos x="T8" y="T9"/>
              </a:cxn>
              <a:cxn ang="0">
                <a:pos x="T10" y="T11"/>
              </a:cxn>
              <a:cxn ang="0">
                <a:pos x="T12" y="T13"/>
              </a:cxn>
            </a:cxnLst>
            <a:rect l="0" t="0" r="r" b="b"/>
            <a:pathLst>
              <a:path w="892" h="802">
                <a:moveTo>
                  <a:pt x="332" y="113"/>
                </a:moveTo>
                <a:cubicBezTo>
                  <a:pt x="445" y="15"/>
                  <a:pt x="604" y="0"/>
                  <a:pt x="695" y="68"/>
                </a:cubicBezTo>
                <a:cubicBezTo>
                  <a:pt x="786" y="136"/>
                  <a:pt x="892" y="415"/>
                  <a:pt x="877" y="521"/>
                </a:cubicBezTo>
                <a:cubicBezTo>
                  <a:pt x="862" y="627"/>
                  <a:pt x="710" y="657"/>
                  <a:pt x="604" y="703"/>
                </a:cubicBezTo>
                <a:cubicBezTo>
                  <a:pt x="498" y="749"/>
                  <a:pt x="340" y="802"/>
                  <a:pt x="242" y="794"/>
                </a:cubicBezTo>
                <a:cubicBezTo>
                  <a:pt x="144" y="786"/>
                  <a:pt x="0" y="770"/>
                  <a:pt x="15" y="657"/>
                </a:cubicBezTo>
                <a:cubicBezTo>
                  <a:pt x="30" y="544"/>
                  <a:pt x="219" y="211"/>
                  <a:pt x="332" y="11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9027" name="Rectangle 35"/>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28" name="Text Box 36"/>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69029" name="Rectangle 37"/>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30" name="Text Box 38"/>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69031" name="Rectangle 39"/>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32" name="Text Box 40"/>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9033" name="Rectangle 41"/>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34" name="Text Box 42"/>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69035" name="Rectangle 43"/>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36" name="Text Box 44"/>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9037" name="Rectangle 45"/>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38" name="Text Box 46"/>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9039" name="Rectangle 47"/>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40" name="Text Box 48"/>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9041" name="Rectangle 49"/>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42" name="Text Box 50"/>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9043" name="Rectangle 51"/>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44" name="Text Box 52"/>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9045" name="Rectangle 53"/>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46" name="Text Box 54"/>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9047" name="Rectangle 55"/>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48" name="Text Box 56"/>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9049" name="Rectangle 57"/>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50" name="Rectangle 58"/>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51" name="Rectangle 59"/>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52" name="Text Box 60"/>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9053" name="Rectangle 61"/>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54" name="Rectangle 62"/>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55" name="Rectangle 63"/>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56" name="Rectangle 64"/>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57" name="Text Box 65"/>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9058" name="Rectangle 66"/>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59" name="Text Box 67"/>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9060" name="Rectangle 68"/>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61" name="Text Box 69"/>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9062" name="Rectangle 70"/>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63" name="Text Box 71"/>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9064" name="Rectangle 72"/>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65" name="Text Box 73"/>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9066" name="Rectangle 74"/>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67" name="Text Box 75"/>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9068" name="Rectangle 76"/>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69" name="Text Box 77"/>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9070" name="Rectangle 78"/>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71" name="Text Box 79"/>
          <p:cNvSpPr txBox="1">
            <a:spLocks noChangeArrowheads="1"/>
          </p:cNvSpPr>
          <p:nvPr/>
        </p:nvSpPr>
        <p:spPr bwMode="auto">
          <a:xfrm>
            <a:off x="5238750"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69072" name="Rectangle 80"/>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73" name="Text Box 81"/>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9074" name="Rectangle 82"/>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75" name="Text Box 83"/>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9076" name="Rectangle 84"/>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77" name="Text Box 85"/>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69078" name="Rectangle 86"/>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79" name="Text Box 87"/>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9080" name="Rectangle 88"/>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81" name="Text Box 89"/>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9082" name="Rectangle 90"/>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83" name="Text Box 91"/>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9084" name="Rectangle 92"/>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85" name="Text Box 93"/>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9086" name="Rectangle 94"/>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87" name="Text Box 95"/>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9088" name="Rectangle 96"/>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89" name="Text Box 97"/>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9090" name="Rectangle 98"/>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91" name="Text Box 99"/>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69092" name="Rectangle 100"/>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93" name="Text Box 101"/>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9094" name="Rectangle 102"/>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95" name="Text Box 103"/>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69096" name="Rectangle 104"/>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97" name="Rectangle 105"/>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098" name="Text Box 106"/>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9099" name="Rectangle 107"/>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100" name="Text Box 108"/>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69101" name="Rectangle 109"/>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9102" name="Text Box 110"/>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94" name="Rectangle 2"/>
          <p:cNvSpPr>
            <a:spLocks noGrp="1" noChangeArrowheads="1"/>
          </p:cNvSpPr>
          <p:nvPr>
            <p:ph type="title"/>
          </p:nvPr>
        </p:nvSpPr>
        <p:spPr>
          <a:xfrm>
            <a:off x="457200" y="116632"/>
            <a:ext cx="8229600" cy="1339552"/>
          </a:xfrm>
        </p:spPr>
        <p:txBody>
          <a:bodyPr/>
          <a:lstStyle/>
          <a:p>
            <a:r>
              <a:rPr lang="en-US" altLang="zh-CN" dirty="0" smtClean="0"/>
              <a:t>The </a:t>
            </a:r>
            <a:r>
              <a:rPr lang="en-GB" dirty="0" smtClean="0"/>
              <a:t>execution </a:t>
            </a:r>
            <a:r>
              <a:rPr lang="en-GB" dirty="0"/>
              <a:t>of </a:t>
            </a:r>
            <a:r>
              <a:rPr lang="en-GB" i="1" dirty="0"/>
              <a:t>F</a:t>
            </a:r>
            <a:r>
              <a:rPr lang="en-GB" dirty="0"/>
              <a:t>(7)</a:t>
            </a:r>
            <a:endParaRPr lang="en-GB"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灯片编号占位符 4"/>
          <p:cNvSpPr>
            <a:spLocks noGrp="1"/>
          </p:cNvSpPr>
          <p:nvPr>
            <p:ph type="sldNum" sz="quarter" idx="12"/>
          </p:nvPr>
        </p:nvSpPr>
        <p:spPr/>
        <p:txBody>
          <a:bodyPr/>
          <a:lstStyle/>
          <a:p>
            <a:fld id="{04B589B4-6926-4261-A31C-DBAC161E49BB}" type="slidenum">
              <a:rPr lang="en-US" altLang="zh-CN"/>
            </a:fld>
            <a:endParaRPr lang="en-US" altLang="zh-CN"/>
          </a:p>
        </p:txBody>
      </p:sp>
      <p:sp>
        <p:nvSpPr>
          <p:cNvPr id="470018" name="Text Box 2"/>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0019" name="Text Box 3"/>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0020" name="Text Box 4"/>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0021" name="Text Box 5"/>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0022" name="Text Box 6"/>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0023" name="Text Box 7"/>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0024" name="Text Box 8"/>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0025" name="Text Box 9"/>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0026" name="Text Box 10"/>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0027" name="Text Box 11"/>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0028" name="Text Box 12"/>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0029" name="Text Box 13"/>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0030" name="Text Box 14"/>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0031" name="Text Box 15"/>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pic>
        <p:nvPicPr>
          <p:cNvPr id="470033" name="Picture 17"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70034" name="Rectangle 18"/>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0035" name="Group 19"/>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2</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3</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5</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8</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70055" name="Text Box 39"/>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70056" name="Oval 40"/>
          <p:cNvSpPr>
            <a:spLocks noChangeArrowheads="1"/>
          </p:cNvSpPr>
          <p:nvPr/>
        </p:nvSpPr>
        <p:spPr bwMode="auto">
          <a:xfrm>
            <a:off x="3203575" y="2492375"/>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57" name="Freeform 41"/>
          <p:cNvSpPr/>
          <p:nvPr/>
        </p:nvSpPr>
        <p:spPr bwMode="auto">
          <a:xfrm>
            <a:off x="1584325" y="5073650"/>
            <a:ext cx="755650" cy="671513"/>
          </a:xfrm>
          <a:custGeom>
            <a:avLst/>
            <a:gdLst>
              <a:gd name="T0" fmla="*/ 68 w 476"/>
              <a:gd name="T1" fmla="*/ 53 h 423"/>
              <a:gd name="T2" fmla="*/ 340 w 476"/>
              <a:gd name="T3" fmla="*/ 53 h 423"/>
              <a:gd name="T4" fmla="*/ 431 w 476"/>
              <a:gd name="T5" fmla="*/ 370 h 423"/>
              <a:gd name="T6" fmla="*/ 68 w 476"/>
              <a:gd name="T7" fmla="*/ 370 h 423"/>
              <a:gd name="T8" fmla="*/ 22 w 476"/>
              <a:gd name="T9" fmla="*/ 189 h 423"/>
              <a:gd name="T10" fmla="*/ 68 w 476"/>
              <a:gd name="T11" fmla="*/ 53 h 423"/>
            </a:gdLst>
            <a:ahLst/>
            <a:cxnLst>
              <a:cxn ang="0">
                <a:pos x="T0" y="T1"/>
              </a:cxn>
              <a:cxn ang="0">
                <a:pos x="T2" y="T3"/>
              </a:cxn>
              <a:cxn ang="0">
                <a:pos x="T4" y="T5"/>
              </a:cxn>
              <a:cxn ang="0">
                <a:pos x="T6" y="T7"/>
              </a:cxn>
              <a:cxn ang="0">
                <a:pos x="T8" y="T9"/>
              </a:cxn>
              <a:cxn ang="0">
                <a:pos x="T10" y="T11"/>
              </a:cxn>
            </a:cxnLst>
            <a:rect l="0" t="0" r="r" b="b"/>
            <a:pathLst>
              <a:path w="476" h="423">
                <a:moveTo>
                  <a:pt x="68" y="53"/>
                </a:moveTo>
                <a:cubicBezTo>
                  <a:pt x="121" y="30"/>
                  <a:pt x="279" y="0"/>
                  <a:pt x="340" y="53"/>
                </a:cubicBezTo>
                <a:cubicBezTo>
                  <a:pt x="401" y="106"/>
                  <a:pt x="476" y="317"/>
                  <a:pt x="431" y="370"/>
                </a:cubicBezTo>
                <a:cubicBezTo>
                  <a:pt x="386" y="423"/>
                  <a:pt x="136" y="400"/>
                  <a:pt x="68" y="370"/>
                </a:cubicBezTo>
                <a:cubicBezTo>
                  <a:pt x="0" y="340"/>
                  <a:pt x="22" y="242"/>
                  <a:pt x="22" y="189"/>
                </a:cubicBezTo>
                <a:cubicBezTo>
                  <a:pt x="22" y="136"/>
                  <a:pt x="15" y="76"/>
                  <a:pt x="68" y="5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0058" name="Freeform 42"/>
          <p:cNvSpPr/>
          <p:nvPr/>
        </p:nvSpPr>
        <p:spPr bwMode="auto">
          <a:xfrm>
            <a:off x="2100263" y="4473575"/>
            <a:ext cx="1416050" cy="1273175"/>
          </a:xfrm>
          <a:custGeom>
            <a:avLst/>
            <a:gdLst>
              <a:gd name="T0" fmla="*/ 332 w 892"/>
              <a:gd name="T1" fmla="*/ 113 h 802"/>
              <a:gd name="T2" fmla="*/ 695 w 892"/>
              <a:gd name="T3" fmla="*/ 68 h 802"/>
              <a:gd name="T4" fmla="*/ 877 w 892"/>
              <a:gd name="T5" fmla="*/ 521 h 802"/>
              <a:gd name="T6" fmla="*/ 604 w 892"/>
              <a:gd name="T7" fmla="*/ 703 h 802"/>
              <a:gd name="T8" fmla="*/ 242 w 892"/>
              <a:gd name="T9" fmla="*/ 794 h 802"/>
              <a:gd name="T10" fmla="*/ 15 w 892"/>
              <a:gd name="T11" fmla="*/ 657 h 802"/>
              <a:gd name="T12" fmla="*/ 332 w 892"/>
              <a:gd name="T13" fmla="*/ 113 h 802"/>
            </a:gdLst>
            <a:ahLst/>
            <a:cxnLst>
              <a:cxn ang="0">
                <a:pos x="T0" y="T1"/>
              </a:cxn>
              <a:cxn ang="0">
                <a:pos x="T2" y="T3"/>
              </a:cxn>
              <a:cxn ang="0">
                <a:pos x="T4" y="T5"/>
              </a:cxn>
              <a:cxn ang="0">
                <a:pos x="T6" y="T7"/>
              </a:cxn>
              <a:cxn ang="0">
                <a:pos x="T8" y="T9"/>
              </a:cxn>
              <a:cxn ang="0">
                <a:pos x="T10" y="T11"/>
              </a:cxn>
              <a:cxn ang="0">
                <a:pos x="T12" y="T13"/>
              </a:cxn>
            </a:cxnLst>
            <a:rect l="0" t="0" r="r" b="b"/>
            <a:pathLst>
              <a:path w="892" h="802">
                <a:moveTo>
                  <a:pt x="332" y="113"/>
                </a:moveTo>
                <a:cubicBezTo>
                  <a:pt x="445" y="15"/>
                  <a:pt x="604" y="0"/>
                  <a:pt x="695" y="68"/>
                </a:cubicBezTo>
                <a:cubicBezTo>
                  <a:pt x="786" y="136"/>
                  <a:pt x="892" y="415"/>
                  <a:pt x="877" y="521"/>
                </a:cubicBezTo>
                <a:cubicBezTo>
                  <a:pt x="862" y="627"/>
                  <a:pt x="710" y="657"/>
                  <a:pt x="604" y="703"/>
                </a:cubicBezTo>
                <a:cubicBezTo>
                  <a:pt x="498" y="749"/>
                  <a:pt x="340" y="802"/>
                  <a:pt x="242" y="794"/>
                </a:cubicBezTo>
                <a:cubicBezTo>
                  <a:pt x="144" y="786"/>
                  <a:pt x="0" y="770"/>
                  <a:pt x="15" y="657"/>
                </a:cubicBezTo>
                <a:cubicBezTo>
                  <a:pt x="30" y="544"/>
                  <a:pt x="219" y="211"/>
                  <a:pt x="332" y="11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0059" name="Freeform 43"/>
          <p:cNvSpPr/>
          <p:nvPr/>
        </p:nvSpPr>
        <p:spPr bwMode="auto">
          <a:xfrm>
            <a:off x="3022600" y="3321050"/>
            <a:ext cx="2078038" cy="1871663"/>
          </a:xfrm>
          <a:custGeom>
            <a:avLst/>
            <a:gdLst>
              <a:gd name="T0" fmla="*/ 568 w 1309"/>
              <a:gd name="T1" fmla="*/ 68 h 1179"/>
              <a:gd name="T2" fmla="*/ 1157 w 1309"/>
              <a:gd name="T3" fmla="*/ 68 h 1179"/>
              <a:gd name="T4" fmla="*/ 1294 w 1309"/>
              <a:gd name="T5" fmla="*/ 431 h 1179"/>
              <a:gd name="T6" fmla="*/ 1248 w 1309"/>
              <a:gd name="T7" fmla="*/ 522 h 1179"/>
              <a:gd name="T8" fmla="*/ 1203 w 1309"/>
              <a:gd name="T9" fmla="*/ 658 h 1179"/>
              <a:gd name="T10" fmla="*/ 1067 w 1309"/>
              <a:gd name="T11" fmla="*/ 884 h 1179"/>
              <a:gd name="T12" fmla="*/ 840 w 1309"/>
              <a:gd name="T13" fmla="*/ 1021 h 1179"/>
              <a:gd name="T14" fmla="*/ 522 w 1309"/>
              <a:gd name="T15" fmla="*/ 1157 h 1179"/>
              <a:gd name="T16" fmla="*/ 23 w 1309"/>
              <a:gd name="T17" fmla="*/ 1066 h 1179"/>
              <a:gd name="T18" fmla="*/ 386 w 1309"/>
              <a:gd name="T19" fmla="*/ 476 h 1179"/>
              <a:gd name="T20" fmla="*/ 568 w 1309"/>
              <a:gd name="T21" fmla="*/ 68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9" h="1179">
                <a:moveTo>
                  <a:pt x="568" y="68"/>
                </a:moveTo>
                <a:cubicBezTo>
                  <a:pt x="696" y="0"/>
                  <a:pt x="1036" y="8"/>
                  <a:pt x="1157" y="68"/>
                </a:cubicBezTo>
                <a:cubicBezTo>
                  <a:pt x="1278" y="128"/>
                  <a:pt x="1279" y="355"/>
                  <a:pt x="1294" y="431"/>
                </a:cubicBezTo>
                <a:cubicBezTo>
                  <a:pt x="1309" y="507"/>
                  <a:pt x="1263" y="484"/>
                  <a:pt x="1248" y="522"/>
                </a:cubicBezTo>
                <a:cubicBezTo>
                  <a:pt x="1233" y="560"/>
                  <a:pt x="1233" y="598"/>
                  <a:pt x="1203" y="658"/>
                </a:cubicBezTo>
                <a:cubicBezTo>
                  <a:pt x="1173" y="718"/>
                  <a:pt x="1127" y="824"/>
                  <a:pt x="1067" y="884"/>
                </a:cubicBezTo>
                <a:cubicBezTo>
                  <a:pt x="1007" y="944"/>
                  <a:pt x="931" y="976"/>
                  <a:pt x="840" y="1021"/>
                </a:cubicBezTo>
                <a:cubicBezTo>
                  <a:pt x="749" y="1066"/>
                  <a:pt x="658" y="1150"/>
                  <a:pt x="522" y="1157"/>
                </a:cubicBezTo>
                <a:cubicBezTo>
                  <a:pt x="386" y="1164"/>
                  <a:pt x="46" y="1179"/>
                  <a:pt x="23" y="1066"/>
                </a:cubicBezTo>
                <a:cubicBezTo>
                  <a:pt x="0" y="953"/>
                  <a:pt x="288" y="642"/>
                  <a:pt x="386" y="476"/>
                </a:cubicBezTo>
                <a:cubicBezTo>
                  <a:pt x="484" y="310"/>
                  <a:pt x="440" y="136"/>
                  <a:pt x="568" y="68"/>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0060" name="Rectangle 44"/>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61" name="Text Box 45"/>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70062" name="Rectangle 46"/>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63" name="Text Box 47"/>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70064" name="Rectangle 48"/>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65" name="Text Box 49"/>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70066" name="Rectangle 50"/>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67" name="Text Box 51"/>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70068" name="Rectangle 52"/>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69" name="Text Box 53"/>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70070" name="Rectangle 54"/>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71" name="Text Box 55"/>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0072" name="Rectangle 56"/>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73" name="Text Box 57"/>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0074" name="Rectangle 58"/>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75" name="Text Box 59"/>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0076" name="Rectangle 60"/>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77" name="Text Box 61"/>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0078" name="Rectangle 62"/>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79" name="Text Box 63"/>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0080" name="Rectangle 64"/>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81" name="Text Box 65"/>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0082" name="Rectangle 66"/>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83" name="Rectangle 67"/>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84" name="Rectangle 68"/>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85" name="Text Box 69"/>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0086" name="Rectangle 70"/>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87" name="Rectangle 71"/>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88" name="Rectangle 72"/>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89" name="Rectangle 73"/>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90" name="Rectangle 74"/>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91" name="Rectangle 75"/>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92" name="Rectangle 76"/>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93" name="Rectangle 77"/>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94" name="Rectangle 78"/>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95" name="Rectangle 79"/>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96" name="Text Box 80"/>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70097" name="Rectangle 81"/>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098" name="Text Box 82"/>
          <p:cNvSpPr txBox="1">
            <a:spLocks noChangeArrowheads="1"/>
          </p:cNvSpPr>
          <p:nvPr/>
        </p:nvSpPr>
        <p:spPr bwMode="auto">
          <a:xfrm>
            <a:off x="5238750"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70099" name="Rectangle 83"/>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00" name="Rectangle 84"/>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01" name="Text Box 85"/>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0102" name="Rectangle 86"/>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03" name="Text Box 87"/>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0104" name="Rectangle 88"/>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05" name="Text Box 89"/>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0106" name="Rectangle 90"/>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07" name="Text Box 91"/>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0108" name="Rectangle 92"/>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09" name="Text Box 93"/>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0110" name="Rectangle 94"/>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11" name="Text Box 95"/>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0112" name="Rectangle 96"/>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13" name="Text Box 97"/>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0114" name="Rectangle 98"/>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15" name="Text Box 99"/>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0116" name="Rectangle 100"/>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17" name="Text Box 101"/>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0118" name="Rectangle 102"/>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19" name="Text Box 103"/>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0120" name="Rectangle 104"/>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21" name="Text Box 105"/>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0122" name="Rectangle 106"/>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23" name="Rectangle 107"/>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24" name="Rectangle 108"/>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25" name="Text Box 109"/>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0126" name="Rectangle 110"/>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0127" name="Text Box 111"/>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95" name="Rectangle 2"/>
          <p:cNvSpPr>
            <a:spLocks noGrp="1" noChangeArrowheads="1"/>
          </p:cNvSpPr>
          <p:nvPr>
            <p:ph type="title"/>
          </p:nvPr>
        </p:nvSpPr>
        <p:spPr>
          <a:xfrm>
            <a:off x="457200" y="116632"/>
            <a:ext cx="8229600" cy="1339552"/>
          </a:xfrm>
        </p:spPr>
        <p:txBody>
          <a:bodyPr/>
          <a:lstStyle/>
          <a:p>
            <a:r>
              <a:rPr lang="en-US" altLang="zh-CN" dirty="0" smtClean="0"/>
              <a:t>The </a:t>
            </a:r>
            <a:r>
              <a:rPr lang="en-GB" dirty="0" smtClean="0"/>
              <a:t>execution </a:t>
            </a:r>
            <a:r>
              <a:rPr lang="en-GB" dirty="0"/>
              <a:t>of </a:t>
            </a:r>
            <a:r>
              <a:rPr lang="en-GB" i="1" dirty="0"/>
              <a:t>F</a:t>
            </a:r>
            <a:r>
              <a:rPr lang="en-GB" dirty="0"/>
              <a:t>(7)</a:t>
            </a:r>
            <a:endParaRPr lang="en-GB"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灯片编号占位符 4"/>
          <p:cNvSpPr>
            <a:spLocks noGrp="1"/>
          </p:cNvSpPr>
          <p:nvPr>
            <p:ph type="sldNum" sz="quarter" idx="12"/>
          </p:nvPr>
        </p:nvSpPr>
        <p:spPr/>
        <p:txBody>
          <a:bodyPr/>
          <a:lstStyle/>
          <a:p>
            <a:fld id="{486CF08B-57FF-4CAB-A4F3-AC3A3438AB86}" type="slidenum">
              <a:rPr lang="en-US" altLang="zh-CN"/>
            </a:fld>
            <a:endParaRPr lang="en-US" altLang="zh-CN"/>
          </a:p>
        </p:txBody>
      </p:sp>
      <p:sp>
        <p:nvSpPr>
          <p:cNvPr id="471042" name="Text Box 2"/>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1043" name="Text Box 3"/>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1044" name="Text Box 4"/>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1045" name="Text Box 5"/>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1046" name="Text Box 6"/>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1047" name="Text Box 7"/>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1048" name="Text Box 8"/>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1049" name="Text Box 9"/>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1050" name="Text Box 10"/>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1051" name="Text Box 11"/>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1052" name="Text Box 12"/>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1053" name="Text Box 13"/>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1054" name="Text Box 14"/>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1055" name="Text Box 15"/>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pic>
        <p:nvPicPr>
          <p:cNvPr id="471057" name="Picture 17"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71058" name="Rectangle 18"/>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059" name="Group 19"/>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2</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3</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5</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8</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1" i="0" u="none" strike="noStrike" cap="none" normalizeH="0" baseline="0" smtClean="0">
                          <a:ln>
                            <a:noFill/>
                          </a:ln>
                          <a:solidFill>
                            <a:schemeClr val="tx1"/>
                          </a:solidFill>
                          <a:effectLst/>
                          <a:latin typeface="Arial" panose="020B0604020202020204" pitchFamily="34" charset="0"/>
                          <a:ea typeface="Adobe 明體 Std L" panose="02020300000000000000" charset="-120"/>
                        </a:rPr>
                        <a:t>13</a:t>
                      </a:r>
                      <a:endParaRPr kumimoji="0" lang="en-US" altLang="zh-TW" sz="2600" b="1" i="0" u="none" strike="noStrike" cap="none" normalizeH="0" baseline="0" smtClean="0">
                        <a:ln>
                          <a:noFill/>
                        </a:ln>
                        <a:solidFill>
                          <a:schemeClr val="tx1"/>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71079" name="Text Box 39"/>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71080" name="Oval 40"/>
          <p:cNvSpPr>
            <a:spLocks noChangeArrowheads="1"/>
          </p:cNvSpPr>
          <p:nvPr/>
        </p:nvSpPr>
        <p:spPr bwMode="auto">
          <a:xfrm>
            <a:off x="3203575" y="2492375"/>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81" name="Freeform 41"/>
          <p:cNvSpPr/>
          <p:nvPr/>
        </p:nvSpPr>
        <p:spPr bwMode="auto">
          <a:xfrm>
            <a:off x="1584325" y="5073650"/>
            <a:ext cx="755650" cy="671513"/>
          </a:xfrm>
          <a:custGeom>
            <a:avLst/>
            <a:gdLst>
              <a:gd name="T0" fmla="*/ 68 w 476"/>
              <a:gd name="T1" fmla="*/ 53 h 423"/>
              <a:gd name="T2" fmla="*/ 340 w 476"/>
              <a:gd name="T3" fmla="*/ 53 h 423"/>
              <a:gd name="T4" fmla="*/ 431 w 476"/>
              <a:gd name="T5" fmla="*/ 370 h 423"/>
              <a:gd name="T6" fmla="*/ 68 w 476"/>
              <a:gd name="T7" fmla="*/ 370 h 423"/>
              <a:gd name="T8" fmla="*/ 22 w 476"/>
              <a:gd name="T9" fmla="*/ 189 h 423"/>
              <a:gd name="T10" fmla="*/ 68 w 476"/>
              <a:gd name="T11" fmla="*/ 53 h 423"/>
            </a:gdLst>
            <a:ahLst/>
            <a:cxnLst>
              <a:cxn ang="0">
                <a:pos x="T0" y="T1"/>
              </a:cxn>
              <a:cxn ang="0">
                <a:pos x="T2" y="T3"/>
              </a:cxn>
              <a:cxn ang="0">
                <a:pos x="T4" y="T5"/>
              </a:cxn>
              <a:cxn ang="0">
                <a:pos x="T6" y="T7"/>
              </a:cxn>
              <a:cxn ang="0">
                <a:pos x="T8" y="T9"/>
              </a:cxn>
              <a:cxn ang="0">
                <a:pos x="T10" y="T11"/>
              </a:cxn>
            </a:cxnLst>
            <a:rect l="0" t="0" r="r" b="b"/>
            <a:pathLst>
              <a:path w="476" h="423">
                <a:moveTo>
                  <a:pt x="68" y="53"/>
                </a:moveTo>
                <a:cubicBezTo>
                  <a:pt x="121" y="30"/>
                  <a:pt x="279" y="0"/>
                  <a:pt x="340" y="53"/>
                </a:cubicBezTo>
                <a:cubicBezTo>
                  <a:pt x="401" y="106"/>
                  <a:pt x="476" y="317"/>
                  <a:pt x="431" y="370"/>
                </a:cubicBezTo>
                <a:cubicBezTo>
                  <a:pt x="386" y="423"/>
                  <a:pt x="136" y="400"/>
                  <a:pt x="68" y="370"/>
                </a:cubicBezTo>
                <a:cubicBezTo>
                  <a:pt x="0" y="340"/>
                  <a:pt x="22" y="242"/>
                  <a:pt x="22" y="189"/>
                </a:cubicBezTo>
                <a:cubicBezTo>
                  <a:pt x="22" y="136"/>
                  <a:pt x="15" y="76"/>
                  <a:pt x="68" y="5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1082" name="Freeform 42"/>
          <p:cNvSpPr/>
          <p:nvPr/>
        </p:nvSpPr>
        <p:spPr bwMode="auto">
          <a:xfrm>
            <a:off x="2100263" y="4473575"/>
            <a:ext cx="1416050" cy="1273175"/>
          </a:xfrm>
          <a:custGeom>
            <a:avLst/>
            <a:gdLst>
              <a:gd name="T0" fmla="*/ 332 w 892"/>
              <a:gd name="T1" fmla="*/ 113 h 802"/>
              <a:gd name="T2" fmla="*/ 695 w 892"/>
              <a:gd name="T3" fmla="*/ 68 h 802"/>
              <a:gd name="T4" fmla="*/ 877 w 892"/>
              <a:gd name="T5" fmla="*/ 521 h 802"/>
              <a:gd name="T6" fmla="*/ 604 w 892"/>
              <a:gd name="T7" fmla="*/ 703 h 802"/>
              <a:gd name="T8" fmla="*/ 242 w 892"/>
              <a:gd name="T9" fmla="*/ 794 h 802"/>
              <a:gd name="T10" fmla="*/ 15 w 892"/>
              <a:gd name="T11" fmla="*/ 657 h 802"/>
              <a:gd name="T12" fmla="*/ 332 w 892"/>
              <a:gd name="T13" fmla="*/ 113 h 802"/>
            </a:gdLst>
            <a:ahLst/>
            <a:cxnLst>
              <a:cxn ang="0">
                <a:pos x="T0" y="T1"/>
              </a:cxn>
              <a:cxn ang="0">
                <a:pos x="T2" y="T3"/>
              </a:cxn>
              <a:cxn ang="0">
                <a:pos x="T4" y="T5"/>
              </a:cxn>
              <a:cxn ang="0">
                <a:pos x="T6" y="T7"/>
              </a:cxn>
              <a:cxn ang="0">
                <a:pos x="T8" y="T9"/>
              </a:cxn>
              <a:cxn ang="0">
                <a:pos x="T10" y="T11"/>
              </a:cxn>
              <a:cxn ang="0">
                <a:pos x="T12" y="T13"/>
              </a:cxn>
            </a:cxnLst>
            <a:rect l="0" t="0" r="r" b="b"/>
            <a:pathLst>
              <a:path w="892" h="802">
                <a:moveTo>
                  <a:pt x="332" y="113"/>
                </a:moveTo>
                <a:cubicBezTo>
                  <a:pt x="445" y="15"/>
                  <a:pt x="604" y="0"/>
                  <a:pt x="695" y="68"/>
                </a:cubicBezTo>
                <a:cubicBezTo>
                  <a:pt x="786" y="136"/>
                  <a:pt x="892" y="415"/>
                  <a:pt x="877" y="521"/>
                </a:cubicBezTo>
                <a:cubicBezTo>
                  <a:pt x="862" y="627"/>
                  <a:pt x="710" y="657"/>
                  <a:pt x="604" y="703"/>
                </a:cubicBezTo>
                <a:cubicBezTo>
                  <a:pt x="498" y="749"/>
                  <a:pt x="340" y="802"/>
                  <a:pt x="242" y="794"/>
                </a:cubicBezTo>
                <a:cubicBezTo>
                  <a:pt x="144" y="786"/>
                  <a:pt x="0" y="770"/>
                  <a:pt x="15" y="657"/>
                </a:cubicBezTo>
                <a:cubicBezTo>
                  <a:pt x="30" y="544"/>
                  <a:pt x="219" y="211"/>
                  <a:pt x="332" y="11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1083" name="Freeform 43"/>
          <p:cNvSpPr/>
          <p:nvPr/>
        </p:nvSpPr>
        <p:spPr bwMode="auto">
          <a:xfrm>
            <a:off x="3022600" y="3321050"/>
            <a:ext cx="2078038" cy="1871663"/>
          </a:xfrm>
          <a:custGeom>
            <a:avLst/>
            <a:gdLst>
              <a:gd name="T0" fmla="*/ 568 w 1309"/>
              <a:gd name="T1" fmla="*/ 68 h 1179"/>
              <a:gd name="T2" fmla="*/ 1157 w 1309"/>
              <a:gd name="T3" fmla="*/ 68 h 1179"/>
              <a:gd name="T4" fmla="*/ 1294 w 1309"/>
              <a:gd name="T5" fmla="*/ 431 h 1179"/>
              <a:gd name="T6" fmla="*/ 1248 w 1309"/>
              <a:gd name="T7" fmla="*/ 522 h 1179"/>
              <a:gd name="T8" fmla="*/ 1203 w 1309"/>
              <a:gd name="T9" fmla="*/ 658 h 1179"/>
              <a:gd name="T10" fmla="*/ 1067 w 1309"/>
              <a:gd name="T11" fmla="*/ 884 h 1179"/>
              <a:gd name="T12" fmla="*/ 840 w 1309"/>
              <a:gd name="T13" fmla="*/ 1021 h 1179"/>
              <a:gd name="T14" fmla="*/ 522 w 1309"/>
              <a:gd name="T15" fmla="*/ 1157 h 1179"/>
              <a:gd name="T16" fmla="*/ 23 w 1309"/>
              <a:gd name="T17" fmla="*/ 1066 h 1179"/>
              <a:gd name="T18" fmla="*/ 386 w 1309"/>
              <a:gd name="T19" fmla="*/ 476 h 1179"/>
              <a:gd name="T20" fmla="*/ 568 w 1309"/>
              <a:gd name="T21" fmla="*/ 68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9" h="1179">
                <a:moveTo>
                  <a:pt x="568" y="68"/>
                </a:moveTo>
                <a:cubicBezTo>
                  <a:pt x="696" y="0"/>
                  <a:pt x="1036" y="8"/>
                  <a:pt x="1157" y="68"/>
                </a:cubicBezTo>
                <a:cubicBezTo>
                  <a:pt x="1278" y="128"/>
                  <a:pt x="1279" y="355"/>
                  <a:pt x="1294" y="431"/>
                </a:cubicBezTo>
                <a:cubicBezTo>
                  <a:pt x="1309" y="507"/>
                  <a:pt x="1263" y="484"/>
                  <a:pt x="1248" y="522"/>
                </a:cubicBezTo>
                <a:cubicBezTo>
                  <a:pt x="1233" y="560"/>
                  <a:pt x="1233" y="598"/>
                  <a:pt x="1203" y="658"/>
                </a:cubicBezTo>
                <a:cubicBezTo>
                  <a:pt x="1173" y="718"/>
                  <a:pt x="1127" y="824"/>
                  <a:pt x="1067" y="884"/>
                </a:cubicBezTo>
                <a:cubicBezTo>
                  <a:pt x="1007" y="944"/>
                  <a:pt x="931" y="976"/>
                  <a:pt x="840" y="1021"/>
                </a:cubicBezTo>
                <a:cubicBezTo>
                  <a:pt x="749" y="1066"/>
                  <a:pt x="658" y="1150"/>
                  <a:pt x="522" y="1157"/>
                </a:cubicBezTo>
                <a:cubicBezTo>
                  <a:pt x="386" y="1164"/>
                  <a:pt x="46" y="1179"/>
                  <a:pt x="23" y="1066"/>
                </a:cubicBezTo>
                <a:cubicBezTo>
                  <a:pt x="0" y="953"/>
                  <a:pt x="288" y="642"/>
                  <a:pt x="386" y="476"/>
                </a:cubicBezTo>
                <a:cubicBezTo>
                  <a:pt x="484" y="310"/>
                  <a:pt x="440" y="136"/>
                  <a:pt x="568" y="68"/>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1084" name="Rectangle 44"/>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85" name="Text Box 45"/>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71086" name="Rectangle 46"/>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87" name="Text Box 47"/>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71088" name="Rectangle 48"/>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89" name="Text Box 49"/>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71090" name="Rectangle 50"/>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91" name="Text Box 51"/>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71092" name="Rectangle 52"/>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93" name="Text Box 53"/>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71094" name="Rectangle 54"/>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95" name="Text Box 55"/>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1096" name="Rectangle 56"/>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97" name="Text Box 57"/>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1098" name="Rectangle 58"/>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99" name="Text Box 59"/>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1100" name="Rectangle 60"/>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01" name="Text Box 61"/>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1102" name="Rectangle 62"/>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03" name="Text Box 63"/>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1104" name="Rectangle 64"/>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05" name="Text Box 65"/>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1106" name="Rectangle 66"/>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07" name="Rectangle 67"/>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08" name="Rectangle 68"/>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09" name="Text Box 69"/>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1110" name="Rectangle 70"/>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11" name="Rectangle 71"/>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12" name="Rectangle 72"/>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13" name="Rectangle 73"/>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14" name="Rectangle 74"/>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15" name="Rectangle 75"/>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16" name="Rectangle 76"/>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17" name="Rectangle 77"/>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18" name="Rectangle 78"/>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19" name="Rectangle 79"/>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20" name="Text Box 80"/>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71121" name="Rectangle 81"/>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22" name="Text Box 82"/>
          <p:cNvSpPr txBox="1">
            <a:spLocks noChangeArrowheads="1"/>
          </p:cNvSpPr>
          <p:nvPr/>
        </p:nvSpPr>
        <p:spPr bwMode="auto">
          <a:xfrm>
            <a:off x="5238750"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71123" name="Rectangle 83"/>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24" name="Rectangle 84"/>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25" name="Text Box 85"/>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1126" name="Rectangle 86"/>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27" name="Text Box 87"/>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1128" name="Rectangle 88"/>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29" name="Text Box 89"/>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1130" name="Rectangle 90"/>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31" name="Text Box 91"/>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1132" name="Rectangle 92"/>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33" name="Text Box 93"/>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1134" name="Rectangle 94"/>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35" name="Text Box 95"/>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1136" name="Rectangle 96"/>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37" name="Text Box 97"/>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1138" name="Rectangle 98"/>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39" name="Text Box 99"/>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1140" name="Rectangle 100"/>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41" name="Text Box 101"/>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1142" name="Rectangle 102"/>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43" name="Text Box 103"/>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1144" name="Rectangle 104"/>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45" name="Text Box 105"/>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1146" name="Rectangle 106"/>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47" name="Rectangle 107"/>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48" name="Rectangle 108"/>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49" name="Text Box 109"/>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1150" name="Rectangle 110"/>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51" name="Text Box 111"/>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95" name="Rectangle 2"/>
          <p:cNvSpPr>
            <a:spLocks noGrp="1" noChangeArrowheads="1"/>
          </p:cNvSpPr>
          <p:nvPr>
            <p:ph type="title"/>
          </p:nvPr>
        </p:nvSpPr>
        <p:spPr>
          <a:xfrm>
            <a:off x="457200" y="116632"/>
            <a:ext cx="8229600" cy="1339552"/>
          </a:xfrm>
        </p:spPr>
        <p:txBody>
          <a:bodyPr/>
          <a:lstStyle/>
          <a:p>
            <a:r>
              <a:rPr lang="en-US" altLang="zh-CN" dirty="0" smtClean="0"/>
              <a:t>The </a:t>
            </a:r>
            <a:r>
              <a:rPr lang="en-GB" dirty="0" smtClean="0"/>
              <a:t>execution </a:t>
            </a:r>
            <a:r>
              <a:rPr lang="en-GB" dirty="0"/>
              <a:t>of </a:t>
            </a:r>
            <a:r>
              <a:rPr lang="en-GB" i="1" dirty="0"/>
              <a:t>F</a:t>
            </a:r>
            <a:r>
              <a:rPr lang="en-GB" dirty="0"/>
              <a:t>(7)</a:t>
            </a:r>
            <a:endParaRPr lang="en-GB"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灯片编号占位符 4"/>
          <p:cNvSpPr>
            <a:spLocks noGrp="1"/>
          </p:cNvSpPr>
          <p:nvPr>
            <p:ph type="sldNum" sz="quarter" idx="12"/>
          </p:nvPr>
        </p:nvSpPr>
        <p:spPr/>
        <p:txBody>
          <a:bodyPr/>
          <a:lstStyle/>
          <a:p>
            <a:fld id="{D800FD32-2029-4C55-9A8F-50B805EC66FC}" type="slidenum">
              <a:rPr lang="en-US" altLang="zh-CN"/>
            </a:fld>
            <a:endParaRPr lang="en-US" altLang="zh-CN"/>
          </a:p>
        </p:txBody>
      </p:sp>
      <p:sp>
        <p:nvSpPr>
          <p:cNvPr id="472066" name="Text Box 2"/>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2067" name="Text Box 3"/>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2068" name="Text Box 4"/>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2069" name="Text Box 5"/>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2070" name="Text Box 6"/>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2071" name="Text Box 7"/>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2072" name="Text Box 8"/>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2073" name="Text Box 9"/>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2074" name="Text Box 10"/>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2075" name="Text Box 11"/>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2076" name="Text Box 12"/>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2077" name="Text Box 13"/>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2078" name="Text Box 14"/>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2079" name="Text Box 15"/>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2080" name="Text Box 16"/>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2081" name="Text Box 17"/>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2082" name="Text Box 18"/>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2083" name="Text Box 19"/>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2084" name="Text Box 20"/>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2085" name="Text Box 21"/>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2086" name="Text Box 22"/>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2087" name="Text Box 23"/>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2088" name="Text Box 24"/>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2089" name="Text Box 25"/>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2090" name="Text Box 26"/>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2091" name="Text Box 27"/>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2092" name="Text Box 28"/>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pic>
        <p:nvPicPr>
          <p:cNvPr id="472094" name="Picture 30"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72095" name="Rectangle 31"/>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2096" name="Group 32"/>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2</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3</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5</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8</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13</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72116" name="Text Box 52"/>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72117" name="Oval 53"/>
          <p:cNvSpPr>
            <a:spLocks noChangeArrowheads="1"/>
          </p:cNvSpPr>
          <p:nvPr/>
        </p:nvSpPr>
        <p:spPr bwMode="auto">
          <a:xfrm>
            <a:off x="4787900" y="1916113"/>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18" name="Freeform 54"/>
          <p:cNvSpPr/>
          <p:nvPr/>
        </p:nvSpPr>
        <p:spPr bwMode="auto">
          <a:xfrm>
            <a:off x="1584325" y="5073650"/>
            <a:ext cx="755650" cy="671513"/>
          </a:xfrm>
          <a:custGeom>
            <a:avLst/>
            <a:gdLst>
              <a:gd name="T0" fmla="*/ 68 w 476"/>
              <a:gd name="T1" fmla="*/ 53 h 423"/>
              <a:gd name="T2" fmla="*/ 340 w 476"/>
              <a:gd name="T3" fmla="*/ 53 h 423"/>
              <a:gd name="T4" fmla="*/ 431 w 476"/>
              <a:gd name="T5" fmla="*/ 370 h 423"/>
              <a:gd name="T6" fmla="*/ 68 w 476"/>
              <a:gd name="T7" fmla="*/ 370 h 423"/>
              <a:gd name="T8" fmla="*/ 22 w 476"/>
              <a:gd name="T9" fmla="*/ 189 h 423"/>
              <a:gd name="T10" fmla="*/ 68 w 476"/>
              <a:gd name="T11" fmla="*/ 53 h 423"/>
            </a:gdLst>
            <a:ahLst/>
            <a:cxnLst>
              <a:cxn ang="0">
                <a:pos x="T0" y="T1"/>
              </a:cxn>
              <a:cxn ang="0">
                <a:pos x="T2" y="T3"/>
              </a:cxn>
              <a:cxn ang="0">
                <a:pos x="T4" y="T5"/>
              </a:cxn>
              <a:cxn ang="0">
                <a:pos x="T6" y="T7"/>
              </a:cxn>
              <a:cxn ang="0">
                <a:pos x="T8" y="T9"/>
              </a:cxn>
              <a:cxn ang="0">
                <a:pos x="T10" y="T11"/>
              </a:cxn>
            </a:cxnLst>
            <a:rect l="0" t="0" r="r" b="b"/>
            <a:pathLst>
              <a:path w="476" h="423">
                <a:moveTo>
                  <a:pt x="68" y="53"/>
                </a:moveTo>
                <a:cubicBezTo>
                  <a:pt x="121" y="30"/>
                  <a:pt x="279" y="0"/>
                  <a:pt x="340" y="53"/>
                </a:cubicBezTo>
                <a:cubicBezTo>
                  <a:pt x="401" y="106"/>
                  <a:pt x="476" y="317"/>
                  <a:pt x="431" y="370"/>
                </a:cubicBezTo>
                <a:cubicBezTo>
                  <a:pt x="386" y="423"/>
                  <a:pt x="136" y="400"/>
                  <a:pt x="68" y="370"/>
                </a:cubicBezTo>
                <a:cubicBezTo>
                  <a:pt x="0" y="340"/>
                  <a:pt x="22" y="242"/>
                  <a:pt x="22" y="189"/>
                </a:cubicBezTo>
                <a:cubicBezTo>
                  <a:pt x="22" y="136"/>
                  <a:pt x="15" y="76"/>
                  <a:pt x="68" y="5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2119" name="Freeform 55"/>
          <p:cNvSpPr/>
          <p:nvPr/>
        </p:nvSpPr>
        <p:spPr bwMode="auto">
          <a:xfrm>
            <a:off x="2100263" y="4473575"/>
            <a:ext cx="1416050" cy="1273175"/>
          </a:xfrm>
          <a:custGeom>
            <a:avLst/>
            <a:gdLst>
              <a:gd name="T0" fmla="*/ 332 w 892"/>
              <a:gd name="T1" fmla="*/ 113 h 802"/>
              <a:gd name="T2" fmla="*/ 695 w 892"/>
              <a:gd name="T3" fmla="*/ 68 h 802"/>
              <a:gd name="T4" fmla="*/ 877 w 892"/>
              <a:gd name="T5" fmla="*/ 521 h 802"/>
              <a:gd name="T6" fmla="*/ 604 w 892"/>
              <a:gd name="T7" fmla="*/ 703 h 802"/>
              <a:gd name="T8" fmla="*/ 242 w 892"/>
              <a:gd name="T9" fmla="*/ 794 h 802"/>
              <a:gd name="T10" fmla="*/ 15 w 892"/>
              <a:gd name="T11" fmla="*/ 657 h 802"/>
              <a:gd name="T12" fmla="*/ 332 w 892"/>
              <a:gd name="T13" fmla="*/ 113 h 802"/>
            </a:gdLst>
            <a:ahLst/>
            <a:cxnLst>
              <a:cxn ang="0">
                <a:pos x="T0" y="T1"/>
              </a:cxn>
              <a:cxn ang="0">
                <a:pos x="T2" y="T3"/>
              </a:cxn>
              <a:cxn ang="0">
                <a:pos x="T4" y="T5"/>
              </a:cxn>
              <a:cxn ang="0">
                <a:pos x="T6" y="T7"/>
              </a:cxn>
              <a:cxn ang="0">
                <a:pos x="T8" y="T9"/>
              </a:cxn>
              <a:cxn ang="0">
                <a:pos x="T10" y="T11"/>
              </a:cxn>
              <a:cxn ang="0">
                <a:pos x="T12" y="T13"/>
              </a:cxn>
            </a:cxnLst>
            <a:rect l="0" t="0" r="r" b="b"/>
            <a:pathLst>
              <a:path w="892" h="802">
                <a:moveTo>
                  <a:pt x="332" y="113"/>
                </a:moveTo>
                <a:cubicBezTo>
                  <a:pt x="445" y="15"/>
                  <a:pt x="604" y="0"/>
                  <a:pt x="695" y="68"/>
                </a:cubicBezTo>
                <a:cubicBezTo>
                  <a:pt x="786" y="136"/>
                  <a:pt x="892" y="415"/>
                  <a:pt x="877" y="521"/>
                </a:cubicBezTo>
                <a:cubicBezTo>
                  <a:pt x="862" y="627"/>
                  <a:pt x="710" y="657"/>
                  <a:pt x="604" y="703"/>
                </a:cubicBezTo>
                <a:cubicBezTo>
                  <a:pt x="498" y="749"/>
                  <a:pt x="340" y="802"/>
                  <a:pt x="242" y="794"/>
                </a:cubicBezTo>
                <a:cubicBezTo>
                  <a:pt x="144" y="786"/>
                  <a:pt x="0" y="770"/>
                  <a:pt x="15" y="657"/>
                </a:cubicBezTo>
                <a:cubicBezTo>
                  <a:pt x="30" y="544"/>
                  <a:pt x="219" y="211"/>
                  <a:pt x="332" y="11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2120" name="Freeform 56"/>
          <p:cNvSpPr/>
          <p:nvPr/>
        </p:nvSpPr>
        <p:spPr bwMode="auto">
          <a:xfrm>
            <a:off x="3022600" y="3321050"/>
            <a:ext cx="2078038" cy="1871663"/>
          </a:xfrm>
          <a:custGeom>
            <a:avLst/>
            <a:gdLst>
              <a:gd name="T0" fmla="*/ 568 w 1309"/>
              <a:gd name="T1" fmla="*/ 68 h 1179"/>
              <a:gd name="T2" fmla="*/ 1157 w 1309"/>
              <a:gd name="T3" fmla="*/ 68 h 1179"/>
              <a:gd name="T4" fmla="*/ 1294 w 1309"/>
              <a:gd name="T5" fmla="*/ 431 h 1179"/>
              <a:gd name="T6" fmla="*/ 1248 w 1309"/>
              <a:gd name="T7" fmla="*/ 522 h 1179"/>
              <a:gd name="T8" fmla="*/ 1203 w 1309"/>
              <a:gd name="T9" fmla="*/ 658 h 1179"/>
              <a:gd name="T10" fmla="*/ 1067 w 1309"/>
              <a:gd name="T11" fmla="*/ 884 h 1179"/>
              <a:gd name="T12" fmla="*/ 840 w 1309"/>
              <a:gd name="T13" fmla="*/ 1021 h 1179"/>
              <a:gd name="T14" fmla="*/ 522 w 1309"/>
              <a:gd name="T15" fmla="*/ 1157 h 1179"/>
              <a:gd name="T16" fmla="*/ 23 w 1309"/>
              <a:gd name="T17" fmla="*/ 1066 h 1179"/>
              <a:gd name="T18" fmla="*/ 386 w 1309"/>
              <a:gd name="T19" fmla="*/ 476 h 1179"/>
              <a:gd name="T20" fmla="*/ 568 w 1309"/>
              <a:gd name="T21" fmla="*/ 68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9" h="1179">
                <a:moveTo>
                  <a:pt x="568" y="68"/>
                </a:moveTo>
                <a:cubicBezTo>
                  <a:pt x="696" y="0"/>
                  <a:pt x="1036" y="8"/>
                  <a:pt x="1157" y="68"/>
                </a:cubicBezTo>
                <a:cubicBezTo>
                  <a:pt x="1278" y="128"/>
                  <a:pt x="1279" y="355"/>
                  <a:pt x="1294" y="431"/>
                </a:cubicBezTo>
                <a:cubicBezTo>
                  <a:pt x="1309" y="507"/>
                  <a:pt x="1263" y="484"/>
                  <a:pt x="1248" y="522"/>
                </a:cubicBezTo>
                <a:cubicBezTo>
                  <a:pt x="1233" y="560"/>
                  <a:pt x="1233" y="598"/>
                  <a:pt x="1203" y="658"/>
                </a:cubicBezTo>
                <a:cubicBezTo>
                  <a:pt x="1173" y="718"/>
                  <a:pt x="1127" y="824"/>
                  <a:pt x="1067" y="884"/>
                </a:cubicBezTo>
                <a:cubicBezTo>
                  <a:pt x="1007" y="944"/>
                  <a:pt x="931" y="976"/>
                  <a:pt x="840" y="1021"/>
                </a:cubicBezTo>
                <a:cubicBezTo>
                  <a:pt x="749" y="1066"/>
                  <a:pt x="658" y="1150"/>
                  <a:pt x="522" y="1157"/>
                </a:cubicBezTo>
                <a:cubicBezTo>
                  <a:pt x="386" y="1164"/>
                  <a:pt x="46" y="1179"/>
                  <a:pt x="23" y="1066"/>
                </a:cubicBezTo>
                <a:cubicBezTo>
                  <a:pt x="0" y="953"/>
                  <a:pt x="288" y="642"/>
                  <a:pt x="386" y="476"/>
                </a:cubicBezTo>
                <a:cubicBezTo>
                  <a:pt x="484" y="310"/>
                  <a:pt x="440" y="136"/>
                  <a:pt x="568" y="68"/>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2121" name="Freeform 57"/>
          <p:cNvSpPr/>
          <p:nvPr/>
        </p:nvSpPr>
        <p:spPr bwMode="auto">
          <a:xfrm>
            <a:off x="4403725" y="2673350"/>
            <a:ext cx="3371850" cy="2579688"/>
          </a:xfrm>
          <a:custGeom>
            <a:avLst/>
            <a:gdLst>
              <a:gd name="T0" fmla="*/ 922 w 2124"/>
              <a:gd name="T1" fmla="*/ 68 h 1625"/>
              <a:gd name="T2" fmla="*/ 1603 w 2124"/>
              <a:gd name="T3" fmla="*/ 68 h 1625"/>
              <a:gd name="T4" fmla="*/ 2011 w 2124"/>
              <a:gd name="T5" fmla="*/ 476 h 1625"/>
              <a:gd name="T6" fmla="*/ 2011 w 2124"/>
              <a:gd name="T7" fmla="*/ 1020 h 1625"/>
              <a:gd name="T8" fmla="*/ 1331 w 2124"/>
              <a:gd name="T9" fmla="*/ 1292 h 1625"/>
              <a:gd name="T10" fmla="*/ 650 w 2124"/>
              <a:gd name="T11" fmla="*/ 1610 h 1625"/>
              <a:gd name="T12" fmla="*/ 15 w 2124"/>
              <a:gd name="T13" fmla="*/ 1383 h 1625"/>
              <a:gd name="T14" fmla="*/ 560 w 2124"/>
              <a:gd name="T15" fmla="*/ 249 h 1625"/>
              <a:gd name="T16" fmla="*/ 922 w 2124"/>
              <a:gd name="T17" fmla="*/ 68 h 1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4" h="1625">
                <a:moveTo>
                  <a:pt x="922" y="68"/>
                </a:moveTo>
                <a:cubicBezTo>
                  <a:pt x="1096" y="38"/>
                  <a:pt x="1422" y="0"/>
                  <a:pt x="1603" y="68"/>
                </a:cubicBezTo>
                <a:cubicBezTo>
                  <a:pt x="1784" y="136"/>
                  <a:pt x="1943" y="317"/>
                  <a:pt x="2011" y="476"/>
                </a:cubicBezTo>
                <a:cubicBezTo>
                  <a:pt x="2079" y="635"/>
                  <a:pt x="2124" y="884"/>
                  <a:pt x="2011" y="1020"/>
                </a:cubicBezTo>
                <a:cubicBezTo>
                  <a:pt x="1898" y="1156"/>
                  <a:pt x="1558" y="1194"/>
                  <a:pt x="1331" y="1292"/>
                </a:cubicBezTo>
                <a:cubicBezTo>
                  <a:pt x="1104" y="1390"/>
                  <a:pt x="869" y="1595"/>
                  <a:pt x="650" y="1610"/>
                </a:cubicBezTo>
                <a:cubicBezTo>
                  <a:pt x="431" y="1625"/>
                  <a:pt x="30" y="1610"/>
                  <a:pt x="15" y="1383"/>
                </a:cubicBezTo>
                <a:cubicBezTo>
                  <a:pt x="0" y="1156"/>
                  <a:pt x="409" y="468"/>
                  <a:pt x="560" y="249"/>
                </a:cubicBezTo>
                <a:cubicBezTo>
                  <a:pt x="711" y="30"/>
                  <a:pt x="748" y="98"/>
                  <a:pt x="922" y="68"/>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2122" name="Rectangle 58"/>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23" name="Text Box 59"/>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72124" name="Rectangle 60"/>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25" name="Text Box 61"/>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72126" name="Rectangle 62"/>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27" name="Text Box 63"/>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72128" name="Rectangle 64"/>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29" name="Text Box 65"/>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72130" name="Rectangle 66"/>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31" name="Text Box 67"/>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72132" name="Rectangle 68"/>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33" name="Text Box 69"/>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2134" name="Rectangle 70"/>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35" name="Text Box 71"/>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2136" name="Rectangle 72"/>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37" name="Text Box 73"/>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2138" name="Rectangle 74"/>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39" name="Text Box 75"/>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2140" name="Rectangle 76"/>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41" name="Text Box 77"/>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2142" name="Rectangle 78"/>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43" name="Text Box 79"/>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2144" name="Rectangle 80"/>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45" name="Rectangle 81"/>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46" name="Rectangle 82"/>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47" name="Text Box 83"/>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2148" name="Rectangle 84"/>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49" name="Rectangle 85"/>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50" name="Rectangle 86"/>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51" name="Rectangle 87"/>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52" name="Rectangle 88"/>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53" name="Rectangle 89"/>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54" name="Rectangle 90"/>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55" name="Rectangle 91"/>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56" name="Rectangle 92"/>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57" name="Rectangle 93"/>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58" name="Text Box 94"/>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dirty="0">
                <a:latin typeface="Courier New" panose="02070309020205020404" pitchFamily="49" charset="0"/>
                <a:ea typeface="Adobe 明體 Std L" panose="02020300000000000000" charset="-120"/>
              </a:rPr>
              <a:t>F</a:t>
            </a:r>
            <a:r>
              <a:rPr lang="en-US" altLang="zh-HK" i="1" baseline="-15000" dirty="0">
                <a:latin typeface="Courier New" panose="02070309020205020404" pitchFamily="49" charset="0"/>
                <a:ea typeface="Adobe 明體 Std L" panose="02020300000000000000" charset="-120"/>
              </a:rPr>
              <a:t>4</a:t>
            </a:r>
            <a:endParaRPr lang="en-GB" i="1" baseline="-15000" dirty="0">
              <a:latin typeface="Courier New" panose="02070309020205020404" pitchFamily="49" charset="0"/>
            </a:endParaRPr>
          </a:p>
        </p:txBody>
      </p:sp>
      <p:sp>
        <p:nvSpPr>
          <p:cNvPr id="472159" name="Rectangle 95"/>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61" name="Rectangle 97"/>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62" name="Rectangle 98"/>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63" name="Rectangle 99"/>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64" name="Rectangle 100"/>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65" name="Rectangle 101"/>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66" name="Rectangle 102"/>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67" name="Rectangle 103"/>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68" name="Rectangle 104"/>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69" name="Rectangle 105"/>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70" name="Rectangle 106"/>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71" name="Rectangle 107"/>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72" name="Rectangle 108"/>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73" name="Rectangle 109"/>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74" name="Rectangle 110"/>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75" name="Rectangle 111"/>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2176" name="Rectangle 112"/>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Rectangle 2"/>
          <p:cNvSpPr>
            <a:spLocks noGrp="1" noChangeArrowheads="1"/>
          </p:cNvSpPr>
          <p:nvPr>
            <p:ph type="title"/>
          </p:nvPr>
        </p:nvSpPr>
        <p:spPr>
          <a:xfrm>
            <a:off x="457200" y="116632"/>
            <a:ext cx="8229600" cy="1339552"/>
          </a:xfrm>
        </p:spPr>
        <p:txBody>
          <a:bodyPr/>
          <a:lstStyle/>
          <a:p>
            <a:r>
              <a:rPr lang="en-US" altLang="zh-CN" dirty="0" smtClean="0"/>
              <a:t>The </a:t>
            </a:r>
            <a:r>
              <a:rPr lang="en-GB" dirty="0" smtClean="0"/>
              <a:t>execution </a:t>
            </a:r>
            <a:r>
              <a:rPr lang="en-GB" dirty="0"/>
              <a:t>of </a:t>
            </a:r>
            <a:r>
              <a:rPr lang="en-GB" i="1" dirty="0"/>
              <a:t>F</a:t>
            </a:r>
            <a:r>
              <a:rPr lang="en-GB" dirty="0"/>
              <a:t>(7)</a:t>
            </a:r>
            <a:endParaRPr lang="en-GB"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灯片编号占位符 4"/>
          <p:cNvSpPr>
            <a:spLocks noGrp="1"/>
          </p:cNvSpPr>
          <p:nvPr>
            <p:ph type="sldNum" sz="quarter" idx="12"/>
          </p:nvPr>
        </p:nvSpPr>
        <p:spPr/>
        <p:txBody>
          <a:bodyPr/>
          <a:lstStyle/>
          <a:p>
            <a:fld id="{B4A1A8E7-7766-4D63-8A91-6D2FF348F6EB}" type="slidenum">
              <a:rPr lang="en-US" altLang="zh-CN"/>
            </a:fld>
            <a:endParaRPr lang="en-US" altLang="zh-CN"/>
          </a:p>
        </p:txBody>
      </p:sp>
      <p:sp>
        <p:nvSpPr>
          <p:cNvPr id="473090" name="Freeform 2"/>
          <p:cNvSpPr/>
          <p:nvPr/>
        </p:nvSpPr>
        <p:spPr bwMode="auto">
          <a:xfrm>
            <a:off x="1584325" y="5073650"/>
            <a:ext cx="755650" cy="671513"/>
          </a:xfrm>
          <a:custGeom>
            <a:avLst/>
            <a:gdLst>
              <a:gd name="T0" fmla="*/ 68 w 476"/>
              <a:gd name="T1" fmla="*/ 53 h 423"/>
              <a:gd name="T2" fmla="*/ 340 w 476"/>
              <a:gd name="T3" fmla="*/ 53 h 423"/>
              <a:gd name="T4" fmla="*/ 431 w 476"/>
              <a:gd name="T5" fmla="*/ 370 h 423"/>
              <a:gd name="T6" fmla="*/ 68 w 476"/>
              <a:gd name="T7" fmla="*/ 370 h 423"/>
              <a:gd name="T8" fmla="*/ 22 w 476"/>
              <a:gd name="T9" fmla="*/ 189 h 423"/>
              <a:gd name="T10" fmla="*/ 68 w 476"/>
              <a:gd name="T11" fmla="*/ 53 h 423"/>
            </a:gdLst>
            <a:ahLst/>
            <a:cxnLst>
              <a:cxn ang="0">
                <a:pos x="T0" y="T1"/>
              </a:cxn>
              <a:cxn ang="0">
                <a:pos x="T2" y="T3"/>
              </a:cxn>
              <a:cxn ang="0">
                <a:pos x="T4" y="T5"/>
              </a:cxn>
              <a:cxn ang="0">
                <a:pos x="T6" y="T7"/>
              </a:cxn>
              <a:cxn ang="0">
                <a:pos x="T8" y="T9"/>
              </a:cxn>
              <a:cxn ang="0">
                <a:pos x="T10" y="T11"/>
              </a:cxn>
            </a:cxnLst>
            <a:rect l="0" t="0" r="r" b="b"/>
            <a:pathLst>
              <a:path w="476" h="423">
                <a:moveTo>
                  <a:pt x="68" y="53"/>
                </a:moveTo>
                <a:cubicBezTo>
                  <a:pt x="121" y="30"/>
                  <a:pt x="279" y="0"/>
                  <a:pt x="340" y="53"/>
                </a:cubicBezTo>
                <a:cubicBezTo>
                  <a:pt x="401" y="106"/>
                  <a:pt x="476" y="317"/>
                  <a:pt x="431" y="370"/>
                </a:cubicBezTo>
                <a:cubicBezTo>
                  <a:pt x="386" y="423"/>
                  <a:pt x="136" y="400"/>
                  <a:pt x="68" y="370"/>
                </a:cubicBezTo>
                <a:cubicBezTo>
                  <a:pt x="0" y="340"/>
                  <a:pt x="22" y="242"/>
                  <a:pt x="22" y="189"/>
                </a:cubicBezTo>
                <a:cubicBezTo>
                  <a:pt x="22" y="136"/>
                  <a:pt x="15" y="76"/>
                  <a:pt x="68" y="5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091" name="Text Box 3"/>
          <p:cNvSpPr txBox="1">
            <a:spLocks noChangeArrowheads="1"/>
          </p:cNvSpPr>
          <p:nvPr/>
        </p:nvSpPr>
        <p:spPr bwMode="auto">
          <a:xfrm>
            <a:off x="1495425" y="53736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3092" name="Text Box 4"/>
          <p:cNvSpPr txBox="1">
            <a:spLocks noChangeArrowheads="1"/>
          </p:cNvSpPr>
          <p:nvPr/>
        </p:nvSpPr>
        <p:spPr bwMode="auto">
          <a:xfrm>
            <a:off x="2627313" y="4868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3093" name="Text Box 5"/>
          <p:cNvSpPr txBox="1">
            <a:spLocks noChangeArrowheads="1"/>
          </p:cNvSpPr>
          <p:nvPr/>
        </p:nvSpPr>
        <p:spPr bwMode="auto">
          <a:xfrm>
            <a:off x="21955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3094" name="Text Box 6"/>
          <p:cNvSpPr txBox="1">
            <a:spLocks noChangeArrowheads="1"/>
          </p:cNvSpPr>
          <p:nvPr/>
        </p:nvSpPr>
        <p:spPr bwMode="auto">
          <a:xfrm>
            <a:off x="2627313" y="54006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3095" name="Text Box 7"/>
          <p:cNvSpPr txBox="1">
            <a:spLocks noChangeArrowheads="1"/>
          </p:cNvSpPr>
          <p:nvPr/>
        </p:nvSpPr>
        <p:spPr bwMode="auto">
          <a:xfrm>
            <a:off x="3708400"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3096" name="Text Box 8"/>
          <p:cNvSpPr txBox="1">
            <a:spLocks noChangeArrowheads="1"/>
          </p:cNvSpPr>
          <p:nvPr/>
        </p:nvSpPr>
        <p:spPr bwMode="auto">
          <a:xfrm>
            <a:off x="3348038"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3097" name="Text Box 9"/>
          <p:cNvSpPr txBox="1">
            <a:spLocks noChangeArrowheads="1"/>
          </p:cNvSpPr>
          <p:nvPr/>
        </p:nvSpPr>
        <p:spPr bwMode="auto">
          <a:xfrm>
            <a:off x="3635375" y="47974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3098" name="Text Box 10"/>
          <p:cNvSpPr txBox="1">
            <a:spLocks noChangeArrowheads="1"/>
          </p:cNvSpPr>
          <p:nvPr/>
        </p:nvSpPr>
        <p:spPr bwMode="auto">
          <a:xfrm>
            <a:off x="4716463" y="36449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3099" name="Text Box 11"/>
          <p:cNvSpPr txBox="1">
            <a:spLocks noChangeArrowheads="1"/>
          </p:cNvSpPr>
          <p:nvPr/>
        </p:nvSpPr>
        <p:spPr bwMode="auto">
          <a:xfrm>
            <a:off x="4303713"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3100" name="Text Box 12"/>
          <p:cNvSpPr txBox="1">
            <a:spLocks noChangeArrowheads="1"/>
          </p:cNvSpPr>
          <p:nvPr/>
        </p:nvSpPr>
        <p:spPr bwMode="auto">
          <a:xfrm>
            <a:off x="4572000" y="42148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3101" name="Text Box 13"/>
          <p:cNvSpPr txBox="1">
            <a:spLocks noChangeArrowheads="1"/>
          </p:cNvSpPr>
          <p:nvPr/>
        </p:nvSpPr>
        <p:spPr bwMode="auto">
          <a:xfrm>
            <a:off x="5238750"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73102" name="Text Box 14"/>
          <p:cNvSpPr txBox="1">
            <a:spLocks noChangeArrowheads="1"/>
          </p:cNvSpPr>
          <p:nvPr/>
        </p:nvSpPr>
        <p:spPr bwMode="auto">
          <a:xfrm>
            <a:off x="406717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3103" name="Text Box 15"/>
          <p:cNvSpPr txBox="1">
            <a:spLocks noChangeArrowheads="1"/>
          </p:cNvSpPr>
          <p:nvPr/>
        </p:nvSpPr>
        <p:spPr bwMode="auto">
          <a:xfrm>
            <a:off x="7112000" y="30622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3104" name="Text Box 16"/>
          <p:cNvSpPr txBox="1">
            <a:spLocks noChangeArrowheads="1"/>
          </p:cNvSpPr>
          <p:nvPr/>
        </p:nvSpPr>
        <p:spPr bwMode="auto">
          <a:xfrm>
            <a:off x="5454650"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3105" name="Text Box 17"/>
          <p:cNvSpPr txBox="1">
            <a:spLocks noChangeArrowheads="1"/>
          </p:cNvSpPr>
          <p:nvPr/>
        </p:nvSpPr>
        <p:spPr bwMode="auto">
          <a:xfrm>
            <a:off x="50958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3106" name="Text Box 18"/>
          <p:cNvSpPr txBox="1">
            <a:spLocks noChangeArrowheads="1"/>
          </p:cNvSpPr>
          <p:nvPr/>
        </p:nvSpPr>
        <p:spPr bwMode="auto">
          <a:xfrm>
            <a:off x="4643438"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3107" name="Text Box 19"/>
          <p:cNvSpPr txBox="1">
            <a:spLocks noChangeArrowheads="1"/>
          </p:cNvSpPr>
          <p:nvPr/>
        </p:nvSpPr>
        <p:spPr bwMode="auto">
          <a:xfrm>
            <a:off x="5002213" y="48133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3108" name="Text Box 20"/>
          <p:cNvSpPr txBox="1">
            <a:spLocks noChangeArrowheads="1"/>
          </p:cNvSpPr>
          <p:nvPr/>
        </p:nvSpPr>
        <p:spPr bwMode="auto">
          <a:xfrm>
            <a:off x="6084888" y="36385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3109" name="Text Box 21"/>
          <p:cNvSpPr txBox="1">
            <a:spLocks noChangeArrowheads="1"/>
          </p:cNvSpPr>
          <p:nvPr/>
        </p:nvSpPr>
        <p:spPr bwMode="auto">
          <a:xfrm>
            <a:off x="5726113"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3110" name="Text Box 22"/>
          <p:cNvSpPr txBox="1">
            <a:spLocks noChangeArrowheads="1"/>
          </p:cNvSpPr>
          <p:nvPr/>
        </p:nvSpPr>
        <p:spPr bwMode="auto">
          <a:xfrm>
            <a:off x="608488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3111" name="Text Box 23"/>
          <p:cNvSpPr txBox="1">
            <a:spLocks noChangeArrowheads="1"/>
          </p:cNvSpPr>
          <p:nvPr/>
        </p:nvSpPr>
        <p:spPr bwMode="auto">
          <a:xfrm>
            <a:off x="6804025" y="37163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3112" name="Text Box 24"/>
          <p:cNvSpPr txBox="1">
            <a:spLocks noChangeArrowheads="1"/>
          </p:cNvSpPr>
          <p:nvPr/>
        </p:nvSpPr>
        <p:spPr bwMode="auto">
          <a:xfrm>
            <a:off x="6445250"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3113" name="Text Box 25"/>
          <p:cNvSpPr txBox="1">
            <a:spLocks noChangeArrowheads="1"/>
          </p:cNvSpPr>
          <p:nvPr/>
        </p:nvSpPr>
        <p:spPr bwMode="auto">
          <a:xfrm>
            <a:off x="6751638" y="42211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3114" name="Text Box 26"/>
          <p:cNvSpPr txBox="1">
            <a:spLocks noChangeArrowheads="1"/>
          </p:cNvSpPr>
          <p:nvPr/>
        </p:nvSpPr>
        <p:spPr bwMode="auto">
          <a:xfrm>
            <a:off x="3132138" y="514985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3115" name="Text Box 27"/>
          <p:cNvSpPr txBox="1">
            <a:spLocks noChangeArrowheads="1"/>
          </p:cNvSpPr>
          <p:nvPr/>
        </p:nvSpPr>
        <p:spPr bwMode="auto">
          <a:xfrm>
            <a:off x="4067175" y="45085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3116" name="Text Box 28"/>
          <p:cNvSpPr txBox="1">
            <a:spLocks noChangeArrowheads="1"/>
          </p:cNvSpPr>
          <p:nvPr/>
        </p:nvSpPr>
        <p:spPr bwMode="auto">
          <a:xfrm>
            <a:off x="5580063" y="4575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3117" name="Text Box 29"/>
          <p:cNvSpPr txBox="1">
            <a:spLocks noChangeArrowheads="1"/>
          </p:cNvSpPr>
          <p:nvPr/>
        </p:nvSpPr>
        <p:spPr bwMode="auto">
          <a:xfrm>
            <a:off x="7308850" y="39338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pic>
        <p:nvPicPr>
          <p:cNvPr id="473119" name="Picture 31" descr="f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447800"/>
            <a:ext cx="7315200" cy="4918075"/>
          </a:xfrm>
          <a:prstGeom prst="rect">
            <a:avLst/>
          </a:prstGeom>
          <a:noFill/>
          <a:extLst>
            <a:ext uri="{909E8E84-426E-40DD-AFC4-6F175D3DCCD1}">
              <a14:hiddenFill xmlns:a14="http://schemas.microsoft.com/office/drawing/2010/main">
                <a:solidFill>
                  <a:srgbClr val="FFFFFF"/>
                </a:solidFill>
              </a14:hiddenFill>
            </a:ext>
          </a:extLst>
        </p:spPr>
      </p:pic>
      <p:sp>
        <p:nvSpPr>
          <p:cNvPr id="473120" name="Rectangle 32"/>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3121" name="Group 33"/>
          <p:cNvGraphicFramePr>
            <a:graphicFrameLocks noGrp="1"/>
          </p:cNvGraphicFramePr>
          <p:nvPr/>
        </p:nvGraphicFramePr>
        <p:xfrm>
          <a:off x="8343900" y="2265363"/>
          <a:ext cx="620713" cy="4259265"/>
        </p:xfrm>
        <a:graphic>
          <a:graphicData uri="http://schemas.openxmlformats.org/drawingml/2006/table">
            <a:tbl>
              <a:tblPr/>
              <a:tblGrid>
                <a:gridCol w="620713"/>
              </a:tblGrid>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2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2</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3</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5</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8</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181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rPr>
                        <a:t>13</a:t>
                      </a:r>
                      <a:endParaRPr kumimoji="0" lang="en-US" altLang="zh-TW" sz="2600" b="0" i="0" u="none" strike="noStrike" cap="none" normalizeH="0" baseline="0" smtClean="0">
                        <a:ln>
                          <a:noFill/>
                        </a:ln>
                        <a:solidFill>
                          <a:schemeClr val="accent2"/>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HK" sz="2600" b="1" i="0" u="none" strike="noStrike" cap="none" normalizeH="0" baseline="0" smtClean="0">
                          <a:ln>
                            <a:noFill/>
                          </a:ln>
                          <a:solidFill>
                            <a:schemeClr val="tx1"/>
                          </a:solidFill>
                          <a:effectLst/>
                          <a:latin typeface="Arial" panose="020B0604020202020204" pitchFamily="34" charset="0"/>
                          <a:ea typeface="Adobe 明體 Std L" panose="02020300000000000000" charset="-120"/>
                        </a:rPr>
                        <a:t>21</a:t>
                      </a:r>
                      <a:endParaRPr kumimoji="0" lang="en-US" altLang="zh-TW" sz="2600" b="1" i="0" u="none" strike="noStrike" cap="none" normalizeH="0" baseline="0" smtClean="0">
                        <a:ln>
                          <a:noFill/>
                        </a:ln>
                        <a:solidFill>
                          <a:schemeClr val="tx1"/>
                        </a:solidFill>
                        <a:effectLst/>
                        <a:latin typeface="Arial" panose="020B0604020202020204" pitchFamily="34" charset="0"/>
                        <a:ea typeface="Adobe 明體 Std L" panose="02020300000000000000" charset="-12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CC"/>
                    </a:solidFill>
                  </a:tcPr>
                </a:tc>
              </a:tr>
            </a:tbl>
          </a:graphicData>
        </a:graphic>
      </p:graphicFrame>
      <p:sp>
        <p:nvSpPr>
          <p:cNvPr id="473141" name="Text Box 53"/>
          <p:cNvSpPr txBox="1">
            <a:spLocks noChangeArrowheads="1"/>
          </p:cNvSpPr>
          <p:nvPr/>
        </p:nvSpPr>
        <p:spPr bwMode="auto">
          <a:xfrm>
            <a:off x="7710488" y="2265363"/>
            <a:ext cx="606425" cy="4211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a:solidFill>
                  <a:schemeClr val="accent2"/>
                </a:solidFill>
                <a:latin typeface="Comic Sans MS" panose="030F0702030302020204" pitchFamily="66" charset="0"/>
                <a:ea typeface="Adobe 明體 Std L" panose="02020300000000000000" charset="-120"/>
              </a:rPr>
              <a:t>v[0]</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v[1]</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v[2]</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v[3]</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v[4]</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v[5]</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v[6]</a:t>
            </a:r>
            <a:endParaRPr lang="en-US" altLang="zh-TW">
              <a:solidFill>
                <a:schemeClr val="accent2"/>
              </a:solidFill>
              <a:latin typeface="Comic Sans MS" panose="030F0702030302020204" pitchFamily="66" charset="0"/>
              <a:ea typeface="Adobe 明體 Std L" panose="02020300000000000000" charset="-120"/>
            </a:endParaRPr>
          </a:p>
          <a:p>
            <a:pPr eaLnBrk="0" hangingPunct="0"/>
            <a:endParaRPr lang="en-US" altLang="zh-TW">
              <a:solidFill>
                <a:schemeClr val="accent2"/>
              </a:solidFill>
              <a:latin typeface="Comic Sans MS" panose="030F0702030302020204" pitchFamily="66" charset="0"/>
              <a:ea typeface="Adobe 明體 Std L" panose="02020300000000000000" charset="-120"/>
            </a:endParaRPr>
          </a:p>
          <a:p>
            <a:pPr eaLnBrk="0" hangingPunct="0"/>
            <a:r>
              <a:rPr lang="en-US" altLang="zh-TW">
                <a:solidFill>
                  <a:schemeClr val="accent2"/>
                </a:solidFill>
                <a:latin typeface="Comic Sans MS" panose="030F0702030302020204" pitchFamily="66" charset="0"/>
                <a:ea typeface="Adobe 明體 Std L" panose="02020300000000000000" charset="-120"/>
              </a:rPr>
              <a:t>v[7]</a:t>
            </a:r>
            <a:endParaRPr lang="en-US" altLang="zh-TW">
              <a:solidFill>
                <a:schemeClr val="accent2"/>
              </a:solidFill>
              <a:latin typeface="Comic Sans MS" panose="030F0702030302020204" pitchFamily="66" charset="0"/>
              <a:ea typeface="Adobe 明體 Std L" panose="02020300000000000000" charset="-120"/>
            </a:endParaRPr>
          </a:p>
        </p:txBody>
      </p:sp>
      <p:sp>
        <p:nvSpPr>
          <p:cNvPr id="473142" name="Oval 54"/>
          <p:cNvSpPr>
            <a:spLocks noChangeArrowheads="1"/>
          </p:cNvSpPr>
          <p:nvPr/>
        </p:nvSpPr>
        <p:spPr bwMode="auto">
          <a:xfrm>
            <a:off x="4787900" y="1916113"/>
            <a:ext cx="217488" cy="2159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43" name="Freeform 55"/>
          <p:cNvSpPr/>
          <p:nvPr/>
        </p:nvSpPr>
        <p:spPr bwMode="auto">
          <a:xfrm>
            <a:off x="2100263" y="4473575"/>
            <a:ext cx="1416050" cy="1273175"/>
          </a:xfrm>
          <a:custGeom>
            <a:avLst/>
            <a:gdLst>
              <a:gd name="T0" fmla="*/ 332 w 892"/>
              <a:gd name="T1" fmla="*/ 113 h 802"/>
              <a:gd name="T2" fmla="*/ 695 w 892"/>
              <a:gd name="T3" fmla="*/ 68 h 802"/>
              <a:gd name="T4" fmla="*/ 877 w 892"/>
              <a:gd name="T5" fmla="*/ 521 h 802"/>
              <a:gd name="T6" fmla="*/ 604 w 892"/>
              <a:gd name="T7" fmla="*/ 703 h 802"/>
              <a:gd name="T8" fmla="*/ 242 w 892"/>
              <a:gd name="T9" fmla="*/ 794 h 802"/>
              <a:gd name="T10" fmla="*/ 15 w 892"/>
              <a:gd name="T11" fmla="*/ 657 h 802"/>
              <a:gd name="T12" fmla="*/ 332 w 892"/>
              <a:gd name="T13" fmla="*/ 113 h 802"/>
            </a:gdLst>
            <a:ahLst/>
            <a:cxnLst>
              <a:cxn ang="0">
                <a:pos x="T0" y="T1"/>
              </a:cxn>
              <a:cxn ang="0">
                <a:pos x="T2" y="T3"/>
              </a:cxn>
              <a:cxn ang="0">
                <a:pos x="T4" y="T5"/>
              </a:cxn>
              <a:cxn ang="0">
                <a:pos x="T6" y="T7"/>
              </a:cxn>
              <a:cxn ang="0">
                <a:pos x="T8" y="T9"/>
              </a:cxn>
              <a:cxn ang="0">
                <a:pos x="T10" y="T11"/>
              </a:cxn>
              <a:cxn ang="0">
                <a:pos x="T12" y="T13"/>
              </a:cxn>
            </a:cxnLst>
            <a:rect l="0" t="0" r="r" b="b"/>
            <a:pathLst>
              <a:path w="892" h="802">
                <a:moveTo>
                  <a:pt x="332" y="113"/>
                </a:moveTo>
                <a:cubicBezTo>
                  <a:pt x="445" y="15"/>
                  <a:pt x="604" y="0"/>
                  <a:pt x="695" y="68"/>
                </a:cubicBezTo>
                <a:cubicBezTo>
                  <a:pt x="786" y="136"/>
                  <a:pt x="892" y="415"/>
                  <a:pt x="877" y="521"/>
                </a:cubicBezTo>
                <a:cubicBezTo>
                  <a:pt x="862" y="627"/>
                  <a:pt x="710" y="657"/>
                  <a:pt x="604" y="703"/>
                </a:cubicBezTo>
                <a:cubicBezTo>
                  <a:pt x="498" y="749"/>
                  <a:pt x="340" y="802"/>
                  <a:pt x="242" y="794"/>
                </a:cubicBezTo>
                <a:cubicBezTo>
                  <a:pt x="144" y="786"/>
                  <a:pt x="0" y="770"/>
                  <a:pt x="15" y="657"/>
                </a:cubicBezTo>
                <a:cubicBezTo>
                  <a:pt x="30" y="544"/>
                  <a:pt x="219" y="211"/>
                  <a:pt x="332" y="11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44" name="Freeform 56"/>
          <p:cNvSpPr/>
          <p:nvPr/>
        </p:nvSpPr>
        <p:spPr bwMode="auto">
          <a:xfrm>
            <a:off x="3022600" y="3321050"/>
            <a:ext cx="2078038" cy="1871663"/>
          </a:xfrm>
          <a:custGeom>
            <a:avLst/>
            <a:gdLst>
              <a:gd name="T0" fmla="*/ 568 w 1309"/>
              <a:gd name="T1" fmla="*/ 68 h 1179"/>
              <a:gd name="T2" fmla="*/ 1157 w 1309"/>
              <a:gd name="T3" fmla="*/ 68 h 1179"/>
              <a:gd name="T4" fmla="*/ 1294 w 1309"/>
              <a:gd name="T5" fmla="*/ 431 h 1179"/>
              <a:gd name="T6" fmla="*/ 1248 w 1309"/>
              <a:gd name="T7" fmla="*/ 522 h 1179"/>
              <a:gd name="T8" fmla="*/ 1203 w 1309"/>
              <a:gd name="T9" fmla="*/ 658 h 1179"/>
              <a:gd name="T10" fmla="*/ 1067 w 1309"/>
              <a:gd name="T11" fmla="*/ 884 h 1179"/>
              <a:gd name="T12" fmla="*/ 840 w 1309"/>
              <a:gd name="T13" fmla="*/ 1021 h 1179"/>
              <a:gd name="T14" fmla="*/ 522 w 1309"/>
              <a:gd name="T15" fmla="*/ 1157 h 1179"/>
              <a:gd name="T16" fmla="*/ 23 w 1309"/>
              <a:gd name="T17" fmla="*/ 1066 h 1179"/>
              <a:gd name="T18" fmla="*/ 386 w 1309"/>
              <a:gd name="T19" fmla="*/ 476 h 1179"/>
              <a:gd name="T20" fmla="*/ 568 w 1309"/>
              <a:gd name="T21" fmla="*/ 68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9" h="1179">
                <a:moveTo>
                  <a:pt x="568" y="68"/>
                </a:moveTo>
                <a:cubicBezTo>
                  <a:pt x="696" y="0"/>
                  <a:pt x="1036" y="8"/>
                  <a:pt x="1157" y="68"/>
                </a:cubicBezTo>
                <a:cubicBezTo>
                  <a:pt x="1278" y="128"/>
                  <a:pt x="1279" y="355"/>
                  <a:pt x="1294" y="431"/>
                </a:cubicBezTo>
                <a:cubicBezTo>
                  <a:pt x="1309" y="507"/>
                  <a:pt x="1263" y="484"/>
                  <a:pt x="1248" y="522"/>
                </a:cubicBezTo>
                <a:cubicBezTo>
                  <a:pt x="1233" y="560"/>
                  <a:pt x="1233" y="598"/>
                  <a:pt x="1203" y="658"/>
                </a:cubicBezTo>
                <a:cubicBezTo>
                  <a:pt x="1173" y="718"/>
                  <a:pt x="1127" y="824"/>
                  <a:pt x="1067" y="884"/>
                </a:cubicBezTo>
                <a:cubicBezTo>
                  <a:pt x="1007" y="944"/>
                  <a:pt x="931" y="976"/>
                  <a:pt x="840" y="1021"/>
                </a:cubicBezTo>
                <a:cubicBezTo>
                  <a:pt x="749" y="1066"/>
                  <a:pt x="658" y="1150"/>
                  <a:pt x="522" y="1157"/>
                </a:cubicBezTo>
                <a:cubicBezTo>
                  <a:pt x="386" y="1164"/>
                  <a:pt x="46" y="1179"/>
                  <a:pt x="23" y="1066"/>
                </a:cubicBezTo>
                <a:cubicBezTo>
                  <a:pt x="0" y="953"/>
                  <a:pt x="288" y="642"/>
                  <a:pt x="386" y="476"/>
                </a:cubicBezTo>
                <a:cubicBezTo>
                  <a:pt x="484" y="310"/>
                  <a:pt x="440" y="136"/>
                  <a:pt x="568" y="68"/>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45" name="Freeform 57"/>
          <p:cNvSpPr/>
          <p:nvPr/>
        </p:nvSpPr>
        <p:spPr bwMode="auto">
          <a:xfrm>
            <a:off x="4403725" y="2673350"/>
            <a:ext cx="3371850" cy="2579688"/>
          </a:xfrm>
          <a:custGeom>
            <a:avLst/>
            <a:gdLst>
              <a:gd name="T0" fmla="*/ 922 w 2124"/>
              <a:gd name="T1" fmla="*/ 68 h 1625"/>
              <a:gd name="T2" fmla="*/ 1603 w 2124"/>
              <a:gd name="T3" fmla="*/ 68 h 1625"/>
              <a:gd name="T4" fmla="*/ 2011 w 2124"/>
              <a:gd name="T5" fmla="*/ 476 h 1625"/>
              <a:gd name="T6" fmla="*/ 2011 w 2124"/>
              <a:gd name="T7" fmla="*/ 1020 h 1625"/>
              <a:gd name="T8" fmla="*/ 1331 w 2124"/>
              <a:gd name="T9" fmla="*/ 1292 h 1625"/>
              <a:gd name="T10" fmla="*/ 650 w 2124"/>
              <a:gd name="T11" fmla="*/ 1610 h 1625"/>
              <a:gd name="T12" fmla="*/ 15 w 2124"/>
              <a:gd name="T13" fmla="*/ 1383 h 1625"/>
              <a:gd name="T14" fmla="*/ 560 w 2124"/>
              <a:gd name="T15" fmla="*/ 249 h 1625"/>
              <a:gd name="T16" fmla="*/ 922 w 2124"/>
              <a:gd name="T17" fmla="*/ 68 h 1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4" h="1625">
                <a:moveTo>
                  <a:pt x="922" y="68"/>
                </a:moveTo>
                <a:cubicBezTo>
                  <a:pt x="1096" y="38"/>
                  <a:pt x="1422" y="0"/>
                  <a:pt x="1603" y="68"/>
                </a:cubicBezTo>
                <a:cubicBezTo>
                  <a:pt x="1784" y="136"/>
                  <a:pt x="1943" y="317"/>
                  <a:pt x="2011" y="476"/>
                </a:cubicBezTo>
                <a:cubicBezTo>
                  <a:pt x="2079" y="635"/>
                  <a:pt x="2124" y="884"/>
                  <a:pt x="2011" y="1020"/>
                </a:cubicBezTo>
                <a:cubicBezTo>
                  <a:pt x="1898" y="1156"/>
                  <a:pt x="1558" y="1194"/>
                  <a:pt x="1331" y="1292"/>
                </a:cubicBezTo>
                <a:cubicBezTo>
                  <a:pt x="1104" y="1390"/>
                  <a:pt x="869" y="1595"/>
                  <a:pt x="650" y="1610"/>
                </a:cubicBezTo>
                <a:cubicBezTo>
                  <a:pt x="431" y="1625"/>
                  <a:pt x="30" y="1610"/>
                  <a:pt x="15" y="1383"/>
                </a:cubicBezTo>
                <a:cubicBezTo>
                  <a:pt x="0" y="1156"/>
                  <a:pt x="409" y="468"/>
                  <a:pt x="560" y="249"/>
                </a:cubicBezTo>
                <a:cubicBezTo>
                  <a:pt x="711" y="30"/>
                  <a:pt x="748" y="98"/>
                  <a:pt x="922" y="68"/>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3146" name="Rectangle 58"/>
          <p:cNvSpPr>
            <a:spLocks noChangeArrowheads="1"/>
          </p:cNvSpPr>
          <p:nvPr/>
        </p:nvSpPr>
        <p:spPr bwMode="auto">
          <a:xfrm>
            <a:off x="4787900" y="18145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47" name="Text Box 59"/>
          <p:cNvSpPr txBox="1">
            <a:spLocks noChangeArrowheads="1"/>
          </p:cNvSpPr>
          <p:nvPr/>
        </p:nvSpPr>
        <p:spPr bwMode="auto">
          <a:xfrm>
            <a:off x="4672013" y="16938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7</a:t>
            </a:r>
            <a:endParaRPr lang="en-GB" i="1" baseline="-15000">
              <a:latin typeface="Courier New" panose="02070309020205020404" pitchFamily="49" charset="0"/>
            </a:endParaRPr>
          </a:p>
        </p:txBody>
      </p:sp>
      <p:sp>
        <p:nvSpPr>
          <p:cNvPr id="473148" name="Rectangle 60"/>
          <p:cNvSpPr>
            <a:spLocks noChangeArrowheads="1"/>
          </p:cNvSpPr>
          <p:nvPr/>
        </p:nvSpPr>
        <p:spPr bwMode="auto">
          <a:xfrm>
            <a:off x="3051175" y="23971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49" name="Text Box 61"/>
          <p:cNvSpPr txBox="1">
            <a:spLocks noChangeArrowheads="1"/>
          </p:cNvSpPr>
          <p:nvPr/>
        </p:nvSpPr>
        <p:spPr bwMode="auto">
          <a:xfrm>
            <a:off x="2935288" y="22764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6</a:t>
            </a:r>
            <a:endParaRPr lang="en-GB" i="1" baseline="-15000">
              <a:latin typeface="Courier New" panose="02070309020205020404" pitchFamily="49" charset="0"/>
            </a:endParaRPr>
          </a:p>
        </p:txBody>
      </p:sp>
      <p:sp>
        <p:nvSpPr>
          <p:cNvPr id="473150" name="Rectangle 62"/>
          <p:cNvSpPr>
            <a:spLocks noChangeArrowheads="1"/>
          </p:cNvSpPr>
          <p:nvPr/>
        </p:nvSpPr>
        <p:spPr bwMode="auto">
          <a:xfrm>
            <a:off x="1908175" y="314007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51" name="Text Box 63"/>
          <p:cNvSpPr txBox="1">
            <a:spLocks noChangeArrowheads="1"/>
          </p:cNvSpPr>
          <p:nvPr/>
        </p:nvSpPr>
        <p:spPr bwMode="auto">
          <a:xfrm>
            <a:off x="1763713" y="29241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73152" name="Rectangle 64"/>
          <p:cNvSpPr>
            <a:spLocks noChangeArrowheads="1"/>
          </p:cNvSpPr>
          <p:nvPr/>
        </p:nvSpPr>
        <p:spPr bwMode="auto">
          <a:xfrm>
            <a:off x="6559550" y="2462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53" name="Text Box 65"/>
          <p:cNvSpPr txBox="1">
            <a:spLocks noChangeArrowheads="1"/>
          </p:cNvSpPr>
          <p:nvPr/>
        </p:nvSpPr>
        <p:spPr bwMode="auto">
          <a:xfrm>
            <a:off x="6443663" y="2341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5</a:t>
            </a:r>
            <a:endParaRPr lang="en-GB" i="1" baseline="-15000">
              <a:latin typeface="Courier New" panose="02070309020205020404" pitchFamily="49" charset="0"/>
            </a:endParaRPr>
          </a:p>
        </p:txBody>
      </p:sp>
      <p:sp>
        <p:nvSpPr>
          <p:cNvPr id="473154" name="Rectangle 66"/>
          <p:cNvSpPr>
            <a:spLocks noChangeArrowheads="1"/>
          </p:cNvSpPr>
          <p:nvPr/>
        </p:nvSpPr>
        <p:spPr bwMode="auto">
          <a:xfrm>
            <a:off x="1763713"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55" name="Text Box 67"/>
          <p:cNvSpPr txBox="1">
            <a:spLocks noChangeArrowheads="1"/>
          </p:cNvSpPr>
          <p:nvPr/>
        </p:nvSpPr>
        <p:spPr bwMode="auto">
          <a:xfrm>
            <a:off x="1692275"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73156" name="Rectangle 68"/>
          <p:cNvSpPr>
            <a:spLocks noChangeArrowheads="1"/>
          </p:cNvSpPr>
          <p:nvPr/>
        </p:nvSpPr>
        <p:spPr bwMode="auto">
          <a:xfrm>
            <a:off x="2555875"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57" name="Text Box 69"/>
          <p:cNvSpPr txBox="1">
            <a:spLocks noChangeArrowheads="1"/>
          </p:cNvSpPr>
          <p:nvPr/>
        </p:nvSpPr>
        <p:spPr bwMode="auto">
          <a:xfrm>
            <a:off x="2411413" y="42926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3158" name="Rectangle 70"/>
          <p:cNvSpPr>
            <a:spLocks noChangeArrowheads="1"/>
          </p:cNvSpPr>
          <p:nvPr/>
        </p:nvSpPr>
        <p:spPr bwMode="auto">
          <a:xfrm>
            <a:off x="1374775" y="50625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59" name="Text Box 71"/>
          <p:cNvSpPr txBox="1">
            <a:spLocks noChangeArrowheads="1"/>
          </p:cNvSpPr>
          <p:nvPr/>
        </p:nvSpPr>
        <p:spPr bwMode="auto">
          <a:xfrm>
            <a:off x="1258888" y="49418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3</a:t>
            </a:r>
            <a:endParaRPr lang="en-GB" i="1" baseline="-15000">
              <a:latin typeface="Courier New" panose="02070309020205020404" pitchFamily="49" charset="0"/>
            </a:endParaRPr>
          </a:p>
        </p:txBody>
      </p:sp>
      <p:sp>
        <p:nvSpPr>
          <p:cNvPr id="473160" name="Rectangle 72"/>
          <p:cNvSpPr>
            <a:spLocks noChangeArrowheads="1"/>
          </p:cNvSpPr>
          <p:nvPr/>
        </p:nvSpPr>
        <p:spPr bwMode="auto">
          <a:xfrm>
            <a:off x="1035050" y="56372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61" name="Text Box 73"/>
          <p:cNvSpPr txBox="1">
            <a:spLocks noChangeArrowheads="1"/>
          </p:cNvSpPr>
          <p:nvPr/>
        </p:nvSpPr>
        <p:spPr bwMode="auto">
          <a:xfrm>
            <a:off x="919163" y="551656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3162" name="Rectangle 74"/>
          <p:cNvSpPr>
            <a:spLocks noChangeArrowheads="1"/>
          </p:cNvSpPr>
          <p:nvPr/>
        </p:nvSpPr>
        <p:spPr bwMode="auto">
          <a:xfrm>
            <a:off x="6032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63" name="Text Box 75"/>
          <p:cNvSpPr txBox="1">
            <a:spLocks noChangeArrowheads="1"/>
          </p:cNvSpPr>
          <p:nvPr/>
        </p:nvSpPr>
        <p:spPr bwMode="auto">
          <a:xfrm>
            <a:off x="4873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3164" name="Rectangle 76"/>
          <p:cNvSpPr>
            <a:spLocks noChangeArrowheads="1"/>
          </p:cNvSpPr>
          <p:nvPr/>
        </p:nvSpPr>
        <p:spPr bwMode="auto">
          <a:xfrm>
            <a:off x="1035050" y="6142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65" name="Text Box 77"/>
          <p:cNvSpPr txBox="1">
            <a:spLocks noChangeArrowheads="1"/>
          </p:cNvSpPr>
          <p:nvPr/>
        </p:nvSpPr>
        <p:spPr bwMode="auto">
          <a:xfrm>
            <a:off x="919163" y="6021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3166" name="Rectangle 78"/>
          <p:cNvSpPr>
            <a:spLocks noChangeArrowheads="1"/>
          </p:cNvSpPr>
          <p:nvPr/>
        </p:nvSpPr>
        <p:spPr bwMode="auto">
          <a:xfrm>
            <a:off x="2024063" y="49990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67" name="Text Box 79"/>
          <p:cNvSpPr txBox="1">
            <a:spLocks noChangeArrowheads="1"/>
          </p:cNvSpPr>
          <p:nvPr/>
        </p:nvSpPr>
        <p:spPr bwMode="auto">
          <a:xfrm>
            <a:off x="1908175" y="487838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2</a:t>
            </a:r>
            <a:endParaRPr lang="en-GB" i="1" baseline="-15000">
              <a:latin typeface="Courier New" panose="02070309020205020404" pitchFamily="49" charset="0"/>
            </a:endParaRPr>
          </a:p>
        </p:txBody>
      </p:sp>
      <p:sp>
        <p:nvSpPr>
          <p:cNvPr id="473168" name="Rectangle 80"/>
          <p:cNvSpPr>
            <a:spLocks noChangeArrowheads="1"/>
          </p:cNvSpPr>
          <p:nvPr/>
        </p:nvSpPr>
        <p:spPr bwMode="auto">
          <a:xfrm>
            <a:off x="1611313" y="54959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69" name="Rectangle 81"/>
          <p:cNvSpPr>
            <a:spLocks noChangeArrowheads="1"/>
          </p:cNvSpPr>
          <p:nvPr/>
        </p:nvSpPr>
        <p:spPr bwMode="auto">
          <a:xfrm>
            <a:off x="2071688" y="5551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70" name="Text Box 82"/>
          <p:cNvSpPr txBox="1">
            <a:spLocks noChangeArrowheads="1"/>
          </p:cNvSpPr>
          <p:nvPr/>
        </p:nvSpPr>
        <p:spPr bwMode="auto">
          <a:xfrm>
            <a:off x="1936750" y="5430838"/>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0</a:t>
            </a:r>
            <a:endParaRPr lang="en-GB" i="1" baseline="-15000">
              <a:latin typeface="Courier New" panose="02070309020205020404" pitchFamily="49" charset="0"/>
            </a:endParaRPr>
          </a:p>
        </p:txBody>
      </p:sp>
      <p:sp>
        <p:nvSpPr>
          <p:cNvPr id="473171" name="Rectangle 83"/>
          <p:cNvSpPr>
            <a:spLocks noChangeArrowheads="1"/>
          </p:cNvSpPr>
          <p:nvPr/>
        </p:nvSpPr>
        <p:spPr bwMode="auto">
          <a:xfrm>
            <a:off x="1447800" y="58467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72" name="Text Box 84"/>
          <p:cNvSpPr txBox="1">
            <a:spLocks noChangeArrowheads="1"/>
          </p:cNvSpPr>
          <p:nvPr/>
        </p:nvSpPr>
        <p:spPr bwMode="auto">
          <a:xfrm>
            <a:off x="1331913" y="5726113"/>
            <a:ext cx="41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1</a:t>
            </a:r>
            <a:endParaRPr lang="en-GB" i="1" baseline="-15000">
              <a:latin typeface="Courier New" panose="02070309020205020404" pitchFamily="49" charset="0"/>
            </a:endParaRPr>
          </a:p>
        </p:txBody>
      </p:sp>
      <p:sp>
        <p:nvSpPr>
          <p:cNvPr id="473173" name="Rectangle 85"/>
          <p:cNvSpPr>
            <a:spLocks noChangeArrowheads="1"/>
          </p:cNvSpPr>
          <p:nvPr/>
        </p:nvSpPr>
        <p:spPr bwMode="auto">
          <a:xfrm>
            <a:off x="2771775" y="5013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74" name="Rectangle 86"/>
          <p:cNvSpPr>
            <a:spLocks noChangeArrowheads="1"/>
          </p:cNvSpPr>
          <p:nvPr/>
        </p:nvSpPr>
        <p:spPr bwMode="auto">
          <a:xfrm>
            <a:off x="23114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75" name="Rectangle 87"/>
          <p:cNvSpPr>
            <a:spLocks noChangeArrowheads="1"/>
          </p:cNvSpPr>
          <p:nvPr/>
        </p:nvSpPr>
        <p:spPr bwMode="auto">
          <a:xfrm>
            <a:off x="2743200" y="55213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76" name="Rectangle 88"/>
          <p:cNvSpPr>
            <a:spLocks noChangeArrowheads="1"/>
          </p:cNvSpPr>
          <p:nvPr/>
        </p:nvSpPr>
        <p:spPr bwMode="auto">
          <a:xfrm>
            <a:off x="3779838"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77" name="Rectangle 89"/>
          <p:cNvSpPr>
            <a:spLocks noChangeArrowheads="1"/>
          </p:cNvSpPr>
          <p:nvPr/>
        </p:nvSpPr>
        <p:spPr bwMode="auto">
          <a:xfrm>
            <a:off x="3419475"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78" name="Rectangle 90"/>
          <p:cNvSpPr>
            <a:spLocks noChangeArrowheads="1"/>
          </p:cNvSpPr>
          <p:nvPr/>
        </p:nvSpPr>
        <p:spPr bwMode="auto">
          <a:xfrm>
            <a:off x="3708400" y="49418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79" name="Rectangle 91"/>
          <p:cNvSpPr>
            <a:spLocks noChangeArrowheads="1"/>
          </p:cNvSpPr>
          <p:nvPr/>
        </p:nvSpPr>
        <p:spPr bwMode="auto">
          <a:xfrm>
            <a:off x="4860925"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80" name="Rectangle 92"/>
          <p:cNvSpPr>
            <a:spLocks noChangeArrowheads="1"/>
          </p:cNvSpPr>
          <p:nvPr/>
        </p:nvSpPr>
        <p:spPr bwMode="auto">
          <a:xfrm>
            <a:off x="4427538" y="42926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81" name="Rectangle 93"/>
          <p:cNvSpPr>
            <a:spLocks noChangeArrowheads="1"/>
          </p:cNvSpPr>
          <p:nvPr/>
        </p:nvSpPr>
        <p:spPr bwMode="auto">
          <a:xfrm>
            <a:off x="4716463" y="43354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82" name="Rectangle 94"/>
          <p:cNvSpPr>
            <a:spLocks noChangeArrowheads="1"/>
          </p:cNvSpPr>
          <p:nvPr/>
        </p:nvSpPr>
        <p:spPr bwMode="auto">
          <a:xfrm>
            <a:off x="4543425"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83" name="Text Box 95"/>
          <p:cNvSpPr txBox="1">
            <a:spLocks noChangeArrowheads="1"/>
          </p:cNvSpPr>
          <p:nvPr/>
        </p:nvSpPr>
        <p:spPr bwMode="auto">
          <a:xfrm>
            <a:off x="4427538" y="2997200"/>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HK" i="1">
                <a:latin typeface="Courier New" panose="02070309020205020404" pitchFamily="49" charset="0"/>
                <a:ea typeface="Adobe 明體 Std L" panose="02020300000000000000" charset="-120"/>
              </a:rPr>
              <a:t>F</a:t>
            </a:r>
            <a:r>
              <a:rPr lang="en-US" altLang="zh-HK" i="1" baseline="-15000">
                <a:latin typeface="Courier New" panose="02070309020205020404" pitchFamily="49" charset="0"/>
                <a:ea typeface="Adobe 明體 Std L" panose="02020300000000000000" charset="-120"/>
              </a:rPr>
              <a:t>4</a:t>
            </a:r>
            <a:endParaRPr lang="en-GB" i="1" baseline="-15000">
              <a:latin typeface="Courier New" panose="02070309020205020404" pitchFamily="49" charset="0"/>
            </a:endParaRPr>
          </a:p>
        </p:txBody>
      </p:sp>
      <p:sp>
        <p:nvSpPr>
          <p:cNvPr id="473184" name="Rectangle 96"/>
          <p:cNvSpPr>
            <a:spLocks noChangeArrowheads="1"/>
          </p:cNvSpPr>
          <p:nvPr/>
        </p:nvSpPr>
        <p:spPr bwMode="auto">
          <a:xfrm>
            <a:off x="5364163" y="31416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85" name="Rectangle 97"/>
          <p:cNvSpPr>
            <a:spLocks noChangeArrowheads="1"/>
          </p:cNvSpPr>
          <p:nvPr/>
        </p:nvSpPr>
        <p:spPr bwMode="auto">
          <a:xfrm>
            <a:off x="4140200"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86" name="Rectangle 98"/>
          <p:cNvSpPr>
            <a:spLocks noChangeArrowheads="1"/>
          </p:cNvSpPr>
          <p:nvPr/>
        </p:nvSpPr>
        <p:spPr bwMode="auto">
          <a:xfrm>
            <a:off x="7227888" y="318293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87" name="Rectangle 99"/>
          <p:cNvSpPr>
            <a:spLocks noChangeArrowheads="1"/>
          </p:cNvSpPr>
          <p:nvPr/>
        </p:nvSpPr>
        <p:spPr bwMode="auto">
          <a:xfrm>
            <a:off x="5580063"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88" name="Rectangle 100"/>
          <p:cNvSpPr>
            <a:spLocks noChangeArrowheads="1"/>
          </p:cNvSpPr>
          <p:nvPr/>
        </p:nvSpPr>
        <p:spPr bwMode="auto">
          <a:xfrm>
            <a:off x="5264150" y="4437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89" name="Rectangle 101"/>
          <p:cNvSpPr>
            <a:spLocks noChangeArrowheads="1"/>
          </p:cNvSpPr>
          <p:nvPr/>
        </p:nvSpPr>
        <p:spPr bwMode="auto">
          <a:xfrm>
            <a:off x="4759325"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90" name="Rectangle 102"/>
          <p:cNvSpPr>
            <a:spLocks noChangeArrowheads="1"/>
          </p:cNvSpPr>
          <p:nvPr/>
        </p:nvSpPr>
        <p:spPr bwMode="auto">
          <a:xfrm>
            <a:off x="5118100" y="493395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91" name="Rectangle 103"/>
          <p:cNvSpPr>
            <a:spLocks noChangeArrowheads="1"/>
          </p:cNvSpPr>
          <p:nvPr/>
        </p:nvSpPr>
        <p:spPr bwMode="auto">
          <a:xfrm>
            <a:off x="6300788" y="3860800"/>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92" name="Rectangle 104"/>
          <p:cNvSpPr>
            <a:spLocks noChangeArrowheads="1"/>
          </p:cNvSpPr>
          <p:nvPr/>
        </p:nvSpPr>
        <p:spPr bwMode="auto">
          <a:xfrm>
            <a:off x="5842000"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93" name="Rectangle 105"/>
          <p:cNvSpPr>
            <a:spLocks noChangeArrowheads="1"/>
          </p:cNvSpPr>
          <p:nvPr/>
        </p:nvSpPr>
        <p:spPr bwMode="auto">
          <a:xfrm>
            <a:off x="620077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94" name="Rectangle 106"/>
          <p:cNvSpPr>
            <a:spLocks noChangeArrowheads="1"/>
          </p:cNvSpPr>
          <p:nvPr/>
        </p:nvSpPr>
        <p:spPr bwMode="auto">
          <a:xfrm>
            <a:off x="6919913" y="38369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95" name="Rectangle 107"/>
          <p:cNvSpPr>
            <a:spLocks noChangeArrowheads="1"/>
          </p:cNvSpPr>
          <p:nvPr/>
        </p:nvSpPr>
        <p:spPr bwMode="auto">
          <a:xfrm>
            <a:off x="6561138"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96" name="Rectangle 108"/>
          <p:cNvSpPr>
            <a:spLocks noChangeArrowheads="1"/>
          </p:cNvSpPr>
          <p:nvPr/>
        </p:nvSpPr>
        <p:spPr bwMode="auto">
          <a:xfrm>
            <a:off x="6867525" y="434181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97" name="Rectangle 109"/>
          <p:cNvSpPr>
            <a:spLocks noChangeArrowheads="1"/>
          </p:cNvSpPr>
          <p:nvPr/>
        </p:nvSpPr>
        <p:spPr bwMode="auto">
          <a:xfrm>
            <a:off x="3155950" y="5170488"/>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98" name="Rectangle 110"/>
          <p:cNvSpPr>
            <a:spLocks noChangeArrowheads="1"/>
          </p:cNvSpPr>
          <p:nvPr/>
        </p:nvSpPr>
        <p:spPr bwMode="auto">
          <a:xfrm>
            <a:off x="4183063" y="4581525"/>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199" name="Rectangle 111"/>
          <p:cNvSpPr>
            <a:spLocks noChangeArrowheads="1"/>
          </p:cNvSpPr>
          <p:nvPr/>
        </p:nvSpPr>
        <p:spPr bwMode="auto">
          <a:xfrm>
            <a:off x="5651500" y="46529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3200" name="Rectangle 112"/>
          <p:cNvSpPr>
            <a:spLocks noChangeArrowheads="1"/>
          </p:cNvSpPr>
          <p:nvPr/>
        </p:nvSpPr>
        <p:spPr bwMode="auto">
          <a:xfrm>
            <a:off x="7424738" y="4056063"/>
            <a:ext cx="215900" cy="1444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Rectangle 2"/>
          <p:cNvSpPr>
            <a:spLocks noGrp="1" noChangeArrowheads="1"/>
          </p:cNvSpPr>
          <p:nvPr>
            <p:ph type="title"/>
          </p:nvPr>
        </p:nvSpPr>
        <p:spPr>
          <a:xfrm>
            <a:off x="457200" y="116632"/>
            <a:ext cx="8229600" cy="1339552"/>
          </a:xfrm>
        </p:spPr>
        <p:txBody>
          <a:bodyPr/>
          <a:lstStyle/>
          <a:p>
            <a:r>
              <a:rPr lang="en-US" altLang="zh-CN" dirty="0" smtClean="0"/>
              <a:t>The </a:t>
            </a:r>
            <a:r>
              <a:rPr lang="en-GB" dirty="0" smtClean="0"/>
              <a:t>execution </a:t>
            </a:r>
            <a:r>
              <a:rPr lang="en-GB" dirty="0"/>
              <a:t>of </a:t>
            </a:r>
            <a:r>
              <a:rPr lang="en-GB" i="1" dirty="0"/>
              <a:t>F</a:t>
            </a:r>
            <a:r>
              <a:rPr lang="en-GB" dirty="0"/>
              <a:t>(7)</a:t>
            </a:r>
            <a:endParaRPr lang="en-GB" dirty="0"/>
          </a:p>
        </p:txBody>
      </p:sp>
      <p:sp>
        <p:nvSpPr>
          <p:cNvPr id="95" name="Freeform 54"/>
          <p:cNvSpPr/>
          <p:nvPr/>
        </p:nvSpPr>
        <p:spPr bwMode="auto">
          <a:xfrm>
            <a:off x="1617782" y="5088755"/>
            <a:ext cx="755650" cy="671513"/>
          </a:xfrm>
          <a:custGeom>
            <a:avLst/>
            <a:gdLst>
              <a:gd name="T0" fmla="*/ 68 w 476"/>
              <a:gd name="T1" fmla="*/ 53 h 423"/>
              <a:gd name="T2" fmla="*/ 340 w 476"/>
              <a:gd name="T3" fmla="*/ 53 h 423"/>
              <a:gd name="T4" fmla="*/ 431 w 476"/>
              <a:gd name="T5" fmla="*/ 370 h 423"/>
              <a:gd name="T6" fmla="*/ 68 w 476"/>
              <a:gd name="T7" fmla="*/ 370 h 423"/>
              <a:gd name="T8" fmla="*/ 22 w 476"/>
              <a:gd name="T9" fmla="*/ 189 h 423"/>
              <a:gd name="T10" fmla="*/ 68 w 476"/>
              <a:gd name="T11" fmla="*/ 53 h 423"/>
            </a:gdLst>
            <a:ahLst/>
            <a:cxnLst>
              <a:cxn ang="0">
                <a:pos x="T0" y="T1"/>
              </a:cxn>
              <a:cxn ang="0">
                <a:pos x="T2" y="T3"/>
              </a:cxn>
              <a:cxn ang="0">
                <a:pos x="T4" y="T5"/>
              </a:cxn>
              <a:cxn ang="0">
                <a:pos x="T6" y="T7"/>
              </a:cxn>
              <a:cxn ang="0">
                <a:pos x="T8" y="T9"/>
              </a:cxn>
              <a:cxn ang="0">
                <a:pos x="T10" y="T11"/>
              </a:cxn>
            </a:cxnLst>
            <a:rect l="0" t="0" r="r" b="b"/>
            <a:pathLst>
              <a:path w="476" h="423">
                <a:moveTo>
                  <a:pt x="68" y="53"/>
                </a:moveTo>
                <a:cubicBezTo>
                  <a:pt x="121" y="30"/>
                  <a:pt x="279" y="0"/>
                  <a:pt x="340" y="53"/>
                </a:cubicBezTo>
                <a:cubicBezTo>
                  <a:pt x="401" y="106"/>
                  <a:pt x="476" y="317"/>
                  <a:pt x="431" y="370"/>
                </a:cubicBezTo>
                <a:cubicBezTo>
                  <a:pt x="386" y="423"/>
                  <a:pt x="136" y="400"/>
                  <a:pt x="68" y="370"/>
                </a:cubicBezTo>
                <a:cubicBezTo>
                  <a:pt x="0" y="340"/>
                  <a:pt x="22" y="242"/>
                  <a:pt x="22" y="189"/>
                </a:cubicBezTo>
                <a:cubicBezTo>
                  <a:pt x="22" y="136"/>
                  <a:pt x="15" y="76"/>
                  <a:pt x="68" y="5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120" name="Rectangle 32"/>
          <p:cNvSpPr>
            <a:spLocks noChangeArrowheads="1"/>
          </p:cNvSpPr>
          <p:nvPr/>
        </p:nvSpPr>
        <p:spPr bwMode="auto">
          <a:xfrm>
            <a:off x="7780338" y="1219200"/>
            <a:ext cx="422275"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Rectangle 2"/>
          <p:cNvSpPr>
            <a:spLocks noGrp="1" noChangeArrowheads="1"/>
          </p:cNvSpPr>
          <p:nvPr>
            <p:ph type="title"/>
          </p:nvPr>
        </p:nvSpPr>
        <p:spPr>
          <a:xfrm>
            <a:off x="457200" y="116632"/>
            <a:ext cx="8229600" cy="1339552"/>
          </a:xfrm>
        </p:spPr>
        <p:txBody>
          <a:bodyPr/>
          <a:lstStyle/>
          <a:p>
            <a:r>
              <a:rPr lang="en-US" altLang="zh-HK" dirty="0">
                <a:ea typeface="Adobe 明體 Std L" panose="02020300000000000000" charset="-120"/>
              </a:rPr>
              <a:t>Can we do even better?</a:t>
            </a:r>
            <a:endParaRPr lang="en-GB" dirty="0"/>
          </a:p>
        </p:txBody>
      </p:sp>
      <p:pic>
        <p:nvPicPr>
          <p:cNvPr id="1025" name="Picture 1" descr="C:\Users\john\AppData\Roaming\Tencent\Users\3969052\QQ\WinTemp\RichOle\FQ_}QP5GGP7(2B4INE$ONW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3151" y="1401378"/>
            <a:ext cx="7493265" cy="512396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p:cNvGrpSpPr/>
          <p:nvPr/>
        </p:nvGrpSpPr>
        <p:grpSpPr>
          <a:xfrm>
            <a:off x="1331640" y="2204864"/>
            <a:ext cx="6336704" cy="3816424"/>
            <a:chOff x="1331640" y="2204864"/>
            <a:chExt cx="6336704" cy="3816424"/>
          </a:xfrm>
        </p:grpSpPr>
        <p:sp>
          <p:nvSpPr>
            <p:cNvPr id="2" name="椭圆 1"/>
            <p:cNvSpPr/>
            <p:nvPr/>
          </p:nvSpPr>
          <p:spPr>
            <a:xfrm>
              <a:off x="6876256" y="2204864"/>
              <a:ext cx="792088" cy="7920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2254096" y="2753632"/>
              <a:ext cx="792088" cy="7920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a:off x="4860032" y="2852936"/>
              <a:ext cx="792088" cy="7920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1835696" y="4149080"/>
              <a:ext cx="792088" cy="7920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1547664" y="4869160"/>
              <a:ext cx="648072" cy="648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3046184" y="4221088"/>
              <a:ext cx="648072" cy="648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2339752" y="4869160"/>
              <a:ext cx="504056" cy="50405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1331640" y="5589240"/>
              <a:ext cx="432048"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云形标注 3"/>
          <p:cNvSpPr/>
          <p:nvPr/>
        </p:nvSpPr>
        <p:spPr>
          <a:xfrm>
            <a:off x="5605064" y="4596280"/>
            <a:ext cx="3198565" cy="1841903"/>
          </a:xfrm>
          <a:prstGeom prst="cloudCallout">
            <a:avLst>
              <a:gd name="adj1" fmla="val -70755"/>
              <a:gd name="adj2" fmla="val -5457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3600" b="1" dirty="0" smtClean="0">
                <a:solidFill>
                  <a:srgbClr val="FF0000"/>
                </a:solidFill>
              </a:rPr>
              <a:t>重复的</a:t>
            </a:r>
            <a:endParaRPr lang="en-US" altLang="zh-CN" sz="3600" b="1" dirty="0" smtClean="0">
              <a:solidFill>
                <a:srgbClr val="FF0000"/>
              </a:solidFill>
            </a:endParaRPr>
          </a:p>
          <a:p>
            <a:pPr algn="ctr"/>
            <a:r>
              <a:rPr lang="zh-CN" altLang="en-US" sz="3600" b="1" dirty="0" smtClean="0">
                <a:solidFill>
                  <a:srgbClr val="FF0000"/>
                </a:solidFill>
              </a:rPr>
              <a:t>函数调用</a:t>
            </a:r>
            <a:endParaRPr lang="zh-CN" altLang="en-US" sz="36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25"/>
                                        </p:tgtEl>
                                        <p:attrNameLst>
                                          <p:attrName>style.visibility</p:attrName>
                                        </p:attrNameLst>
                                      </p:cBhvr>
                                      <p:to>
                                        <p:strVal val="visible"/>
                                      </p:to>
                                    </p:set>
                                    <p:animEffect transition="in" filter="wipe(up)">
                                      <p:cBhvr>
                                        <p:cTn id="7" dur="500"/>
                                        <p:tgtEl>
                                          <p:spTgt spid="10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6F3E242-12D6-42AA-B89D-9D3AE4B55314}" type="slidenum">
              <a:rPr lang="en-US" altLang="zh-CN"/>
            </a:fld>
            <a:endParaRPr lang="en-US" altLang="zh-CN"/>
          </a:p>
        </p:txBody>
      </p:sp>
      <p:sp>
        <p:nvSpPr>
          <p:cNvPr id="474114" name="AutoShape 2"/>
          <p:cNvSpPr>
            <a:spLocks noChangeArrowheads="1"/>
          </p:cNvSpPr>
          <p:nvPr/>
        </p:nvSpPr>
        <p:spPr bwMode="auto">
          <a:xfrm>
            <a:off x="250825" y="4365625"/>
            <a:ext cx="3169047" cy="1727671"/>
          </a:xfrm>
          <a:prstGeom prst="cloudCallout">
            <a:avLst>
              <a:gd name="adj1" fmla="val 70167"/>
              <a:gd name="adj2" fmla="val 37074"/>
            </a:avLst>
          </a:prstGeom>
          <a:solidFill>
            <a:srgbClr val="FFFF00"/>
          </a:solidFill>
          <a:ln w="9525">
            <a:solidFill>
              <a:schemeClr val="tx1"/>
            </a:solidFill>
            <a:round/>
          </a:ln>
          <a:effectLst/>
        </p:spPr>
        <p:txBody>
          <a:bodyPr/>
          <a:lstStyle/>
          <a:p>
            <a:pPr algn="ctr"/>
            <a:r>
              <a:rPr lang="zh-CN" altLang="en-US" sz="2400" b="1" dirty="0" smtClean="0">
                <a:solidFill>
                  <a:srgbClr val="FF0000"/>
                </a:solidFill>
                <a:latin typeface="Comic Sans MS" panose="030F0702030302020204" pitchFamily="66" charset="0"/>
              </a:rPr>
              <a:t>递推方式</a:t>
            </a:r>
            <a:endParaRPr lang="en-US" altLang="zh-CN" sz="2400" b="1" dirty="0" smtClean="0">
              <a:solidFill>
                <a:srgbClr val="FF0000"/>
              </a:solidFill>
              <a:latin typeface="Comic Sans MS" panose="030F0702030302020204" pitchFamily="66" charset="0"/>
            </a:endParaRPr>
          </a:p>
          <a:p>
            <a:pPr algn="ctr"/>
            <a:r>
              <a:rPr lang="zh-CN" altLang="en-US" sz="2400" b="1" dirty="0" smtClean="0">
                <a:solidFill>
                  <a:srgbClr val="FF0000"/>
                </a:solidFill>
                <a:latin typeface="Comic Sans MS" panose="030F0702030302020204" pitchFamily="66" charset="0"/>
              </a:rPr>
              <a:t>节约大量无用递归调用</a:t>
            </a:r>
            <a:endParaRPr lang="en-GB" sz="2400" b="1" dirty="0">
              <a:solidFill>
                <a:srgbClr val="FF0000"/>
              </a:solidFill>
              <a:latin typeface="Comic Sans MS" panose="030F0702030302020204" pitchFamily="66" charset="0"/>
            </a:endParaRPr>
          </a:p>
        </p:txBody>
      </p:sp>
      <p:sp>
        <p:nvSpPr>
          <p:cNvPr id="474118" name="Text Box 6"/>
          <p:cNvSpPr txBox="1">
            <a:spLocks noChangeArrowheads="1"/>
          </p:cNvSpPr>
          <p:nvPr/>
        </p:nvSpPr>
        <p:spPr bwMode="auto">
          <a:xfrm>
            <a:off x="4211960" y="4549229"/>
            <a:ext cx="4500563" cy="1616075"/>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r>
              <a:rPr lang="en-GB" sz="2000" i="1" dirty="0"/>
              <a:t>F</a:t>
            </a:r>
            <a:r>
              <a:rPr lang="en-GB" sz="2000" dirty="0"/>
              <a:t>(</a:t>
            </a:r>
            <a:r>
              <a:rPr lang="en-GB" sz="2000" i="1" dirty="0"/>
              <a:t>n</a:t>
            </a:r>
            <a:r>
              <a:rPr lang="en-GB" sz="2000" dirty="0"/>
              <a:t>)</a:t>
            </a:r>
            <a:endParaRPr lang="en-GB" sz="2000" dirty="0"/>
          </a:p>
          <a:p>
            <a:r>
              <a:rPr lang="en-GB" altLang="zh-HK" sz="2000" dirty="0"/>
              <a:t>1	</a:t>
            </a:r>
            <a:r>
              <a:rPr lang="en-GB" sz="2000" dirty="0"/>
              <a:t>A[0]</a:t>
            </a:r>
            <a:r>
              <a:rPr lang="en-GB" altLang="zh-HK" sz="2000" dirty="0"/>
              <a:t> </a:t>
            </a:r>
            <a:r>
              <a:rPr lang="en-GB" sz="2000" dirty="0"/>
              <a:t>=</a:t>
            </a:r>
            <a:r>
              <a:rPr lang="en-GB" altLang="zh-HK" sz="2000" dirty="0"/>
              <a:t> </a:t>
            </a:r>
            <a:r>
              <a:rPr lang="en-GB" sz="2000" dirty="0"/>
              <a:t>A[1] </a:t>
            </a:r>
            <a:r>
              <a:rPr lang="pt-BR" sz="2000" dirty="0"/>
              <a:t>←</a:t>
            </a:r>
            <a:r>
              <a:rPr lang="en-GB" altLang="zh-HK" sz="2000" dirty="0"/>
              <a:t> </a:t>
            </a:r>
            <a:r>
              <a:rPr lang="en-GB" sz="2000" dirty="0"/>
              <a:t>1</a:t>
            </a:r>
            <a:endParaRPr lang="en-GB" sz="2000" dirty="0"/>
          </a:p>
          <a:p>
            <a:r>
              <a:rPr lang="en-GB" altLang="zh-HK" sz="2000" dirty="0"/>
              <a:t>2	</a:t>
            </a:r>
            <a:r>
              <a:rPr lang="en-GB" sz="2000" dirty="0">
                <a:solidFill>
                  <a:schemeClr val="tx2"/>
                </a:solidFill>
              </a:rPr>
              <a:t>for</a:t>
            </a:r>
            <a:r>
              <a:rPr lang="en-GB" sz="2000" dirty="0"/>
              <a:t> </a:t>
            </a:r>
            <a:r>
              <a:rPr lang="en-GB" altLang="zh-HK" sz="2000" i="1" dirty="0" err="1"/>
              <a:t>i</a:t>
            </a:r>
            <a:r>
              <a:rPr lang="en-GB" altLang="zh-HK" sz="2000" dirty="0"/>
              <a:t> </a:t>
            </a:r>
            <a:r>
              <a:rPr lang="pt-BR" sz="2000" dirty="0"/>
              <a:t>←</a:t>
            </a:r>
            <a:r>
              <a:rPr lang="en-GB" altLang="zh-HK" sz="2000" dirty="0"/>
              <a:t> 2 </a:t>
            </a:r>
            <a:r>
              <a:rPr lang="en-GB" altLang="zh-HK" sz="2000" dirty="0">
                <a:solidFill>
                  <a:schemeClr val="tx2"/>
                </a:solidFill>
              </a:rPr>
              <a:t>to</a:t>
            </a:r>
            <a:r>
              <a:rPr lang="en-GB" altLang="zh-HK" sz="2000" dirty="0"/>
              <a:t> </a:t>
            </a:r>
            <a:r>
              <a:rPr lang="en-GB" altLang="zh-HK" sz="2000" i="1" dirty="0"/>
              <a:t>n</a:t>
            </a:r>
            <a:r>
              <a:rPr lang="en-GB" altLang="zh-HK" sz="2000" dirty="0"/>
              <a:t> </a:t>
            </a:r>
            <a:r>
              <a:rPr lang="en-GB" altLang="zh-HK" sz="2000" dirty="0">
                <a:solidFill>
                  <a:schemeClr val="tx2"/>
                </a:solidFill>
              </a:rPr>
              <a:t>do</a:t>
            </a:r>
            <a:endParaRPr lang="en-GB" sz="2000" dirty="0">
              <a:solidFill>
                <a:schemeClr val="tx2"/>
              </a:solidFill>
            </a:endParaRPr>
          </a:p>
          <a:p>
            <a:r>
              <a:rPr lang="en-GB" altLang="zh-HK" sz="2000" dirty="0"/>
              <a:t>3		</a:t>
            </a:r>
            <a:r>
              <a:rPr lang="en-GB" sz="2000" dirty="0"/>
              <a:t>A[</a:t>
            </a:r>
            <a:r>
              <a:rPr lang="en-GB" sz="2000" i="1" dirty="0" err="1"/>
              <a:t>i</a:t>
            </a:r>
            <a:r>
              <a:rPr lang="en-GB" sz="2000" dirty="0"/>
              <a:t>]</a:t>
            </a:r>
            <a:r>
              <a:rPr lang="en-GB" altLang="zh-HK" sz="2000" dirty="0"/>
              <a:t> </a:t>
            </a:r>
            <a:r>
              <a:rPr lang="pt-BR" sz="2000" dirty="0"/>
              <a:t>←</a:t>
            </a:r>
            <a:r>
              <a:rPr lang="en-GB" altLang="zh-HK" sz="2000" dirty="0"/>
              <a:t> </a:t>
            </a:r>
            <a:r>
              <a:rPr lang="en-GB" sz="2000" dirty="0"/>
              <a:t>A[</a:t>
            </a:r>
            <a:r>
              <a:rPr lang="en-GB" sz="2000" i="1" dirty="0"/>
              <a:t>i</a:t>
            </a:r>
            <a:r>
              <a:rPr lang="en-GB" sz="2000" dirty="0"/>
              <a:t>-1]</a:t>
            </a:r>
            <a:r>
              <a:rPr lang="en-GB" altLang="zh-HK" sz="2000" dirty="0"/>
              <a:t> </a:t>
            </a:r>
            <a:r>
              <a:rPr lang="en-GB" sz="2000" dirty="0"/>
              <a:t>+</a:t>
            </a:r>
            <a:r>
              <a:rPr lang="en-GB" altLang="zh-HK" sz="2000" dirty="0"/>
              <a:t> </a:t>
            </a:r>
            <a:r>
              <a:rPr lang="en-GB" sz="2000" dirty="0"/>
              <a:t>A[</a:t>
            </a:r>
            <a:r>
              <a:rPr lang="en-GB" sz="2000" i="1" dirty="0"/>
              <a:t>i</a:t>
            </a:r>
            <a:r>
              <a:rPr lang="en-GB" sz="2000" dirty="0"/>
              <a:t>-2]</a:t>
            </a:r>
            <a:endParaRPr lang="en-GB" altLang="zh-HK" sz="2000" dirty="0"/>
          </a:p>
          <a:p>
            <a:r>
              <a:rPr lang="en-US" altLang="zh-HK" sz="2000" dirty="0"/>
              <a:t>4	</a:t>
            </a:r>
            <a:r>
              <a:rPr lang="en-US" altLang="zh-HK" sz="2000" dirty="0">
                <a:solidFill>
                  <a:schemeClr val="tx2"/>
                </a:solidFill>
              </a:rPr>
              <a:t>return</a:t>
            </a:r>
            <a:r>
              <a:rPr lang="en-US" altLang="zh-HK" sz="2000" dirty="0"/>
              <a:t> A[</a:t>
            </a:r>
            <a:r>
              <a:rPr lang="en-US" altLang="zh-HK" sz="2000" i="1" dirty="0"/>
              <a:t>n</a:t>
            </a:r>
            <a:r>
              <a:rPr lang="en-US" altLang="zh-HK" sz="2000" dirty="0"/>
              <a:t>]</a:t>
            </a:r>
            <a:endParaRPr lang="zh-CN" altLang="en-US" sz="2000" dirty="0"/>
          </a:p>
        </p:txBody>
      </p:sp>
      <p:graphicFrame>
        <p:nvGraphicFramePr>
          <p:cNvPr id="2" name="图示 1"/>
          <p:cNvGraphicFramePr/>
          <p:nvPr/>
        </p:nvGraphicFramePr>
        <p:xfrm>
          <a:off x="755577" y="1628800"/>
          <a:ext cx="7956946" cy="237626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1" name="Rectangle 2"/>
          <p:cNvSpPr>
            <a:spLocks noGrp="1" noChangeArrowheads="1"/>
          </p:cNvSpPr>
          <p:nvPr>
            <p:ph type="title"/>
          </p:nvPr>
        </p:nvSpPr>
        <p:spPr>
          <a:xfrm>
            <a:off x="457200" y="116632"/>
            <a:ext cx="8229600" cy="1339552"/>
          </a:xfrm>
        </p:spPr>
        <p:txBody>
          <a:bodyPr/>
          <a:lstStyle/>
          <a:p>
            <a:r>
              <a:rPr lang="en-US" altLang="zh-HK" dirty="0">
                <a:ea typeface="Adobe 明體 Std L" panose="02020300000000000000" charset="-120"/>
              </a:rPr>
              <a:t>Can we do even better?</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graphicEl>
                                              <a:dgm id="{841456AE-69CA-4560-A21C-F413809DA660}"/>
                                            </p:graphicEl>
                                          </p:spTgt>
                                        </p:tgtEl>
                                        <p:attrNameLst>
                                          <p:attrName>style.visibility</p:attrName>
                                        </p:attrNameLst>
                                      </p:cBhvr>
                                      <p:to>
                                        <p:strVal val="visible"/>
                                      </p:to>
                                    </p:set>
                                    <p:animEffect transition="in" filter="barn(inVertical)">
                                      <p:cBhvr>
                                        <p:cTn id="7" dur="500"/>
                                        <p:tgtEl>
                                          <p:spTgt spid="2">
                                            <p:graphicEl>
                                              <a:dgm id="{841456AE-69CA-4560-A21C-F413809DA660}"/>
                                            </p:graphic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
                                            <p:graphicEl>
                                              <a:dgm id="{12479C14-5BA1-4C2F-9CF4-425B0B12FF7B}"/>
                                            </p:graphicEl>
                                          </p:spTgt>
                                        </p:tgtEl>
                                        <p:attrNameLst>
                                          <p:attrName>style.visibility</p:attrName>
                                        </p:attrNameLst>
                                      </p:cBhvr>
                                      <p:to>
                                        <p:strVal val="visible"/>
                                      </p:to>
                                    </p:set>
                                    <p:animEffect transition="in" filter="barn(inVertical)">
                                      <p:cBhvr>
                                        <p:cTn id="10" dur="500"/>
                                        <p:tgtEl>
                                          <p:spTgt spid="2">
                                            <p:graphicEl>
                                              <a:dgm id="{12479C14-5BA1-4C2F-9CF4-425B0B12FF7B}"/>
                                            </p:graphic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
                                            <p:graphicEl>
                                              <a:dgm id="{F204D103-8611-45F8-A499-532BB1F47159}"/>
                                            </p:graphicEl>
                                          </p:spTgt>
                                        </p:tgtEl>
                                        <p:attrNameLst>
                                          <p:attrName>style.visibility</p:attrName>
                                        </p:attrNameLst>
                                      </p:cBhvr>
                                      <p:to>
                                        <p:strVal val="visible"/>
                                      </p:to>
                                    </p:set>
                                    <p:animEffect transition="in" filter="barn(inVertical)">
                                      <p:cBhvr>
                                        <p:cTn id="13" dur="500"/>
                                        <p:tgtEl>
                                          <p:spTgt spid="2">
                                            <p:graphicEl>
                                              <a:dgm id="{F204D103-8611-45F8-A499-532BB1F47159}"/>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2">
                                            <p:graphicEl>
                                              <a:dgm id="{5E1E388A-D0B1-40A3-A956-CA97E9A4EC85}"/>
                                            </p:graphicEl>
                                          </p:spTgt>
                                        </p:tgtEl>
                                        <p:attrNameLst>
                                          <p:attrName>style.visibility</p:attrName>
                                        </p:attrNameLst>
                                      </p:cBhvr>
                                      <p:to>
                                        <p:strVal val="visible"/>
                                      </p:to>
                                    </p:set>
                                    <p:animEffect transition="in" filter="barn(inVertical)">
                                      <p:cBhvr>
                                        <p:cTn id="18" dur="500"/>
                                        <p:tgtEl>
                                          <p:spTgt spid="2">
                                            <p:graphicEl>
                                              <a:dgm id="{5E1E388A-D0B1-40A3-A956-CA97E9A4EC85}"/>
                                            </p:graphic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2">
                                            <p:graphicEl>
                                              <a:dgm id="{02D34CBE-B270-4E8F-B16F-4E260C175064}"/>
                                            </p:graphicEl>
                                          </p:spTgt>
                                        </p:tgtEl>
                                        <p:attrNameLst>
                                          <p:attrName>style.visibility</p:attrName>
                                        </p:attrNameLst>
                                      </p:cBhvr>
                                      <p:to>
                                        <p:strVal val="visible"/>
                                      </p:to>
                                    </p:set>
                                    <p:animEffect transition="in" filter="barn(inVertical)">
                                      <p:cBhvr>
                                        <p:cTn id="21" dur="500"/>
                                        <p:tgtEl>
                                          <p:spTgt spid="2">
                                            <p:graphicEl>
                                              <a:dgm id="{02D34CBE-B270-4E8F-B16F-4E260C175064}"/>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474118"/>
                                        </p:tgtEl>
                                        <p:attrNameLst>
                                          <p:attrName>style.visibility</p:attrName>
                                        </p:attrNameLst>
                                      </p:cBhvr>
                                      <p:to>
                                        <p:strVal val="visible"/>
                                      </p:to>
                                    </p:set>
                                    <p:anim calcmode="lin" valueType="num">
                                      <p:cBhvr additive="base">
                                        <p:cTn id="26" dur="500" fill="hold"/>
                                        <p:tgtEl>
                                          <p:spTgt spid="474118"/>
                                        </p:tgtEl>
                                        <p:attrNameLst>
                                          <p:attrName>ppt_x</p:attrName>
                                        </p:attrNameLst>
                                      </p:cBhvr>
                                      <p:tavLst>
                                        <p:tav tm="0">
                                          <p:val>
                                            <p:strVal val="#ppt_x"/>
                                          </p:val>
                                        </p:tav>
                                        <p:tav tm="100000">
                                          <p:val>
                                            <p:strVal val="#ppt_x"/>
                                          </p:val>
                                        </p:tav>
                                      </p:tavLst>
                                    </p:anim>
                                    <p:anim calcmode="lin" valueType="num">
                                      <p:cBhvr additive="base">
                                        <p:cTn id="27" dur="500" fill="hold"/>
                                        <p:tgtEl>
                                          <p:spTgt spid="474118"/>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74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4" grpId="0" animBg="1"/>
      <p:bldP spid="474118" grpId="0" animBg="1"/>
      <p:bldGraphic spid="2" grpId="0">
        <p:bldSub>
          <a:bldDgm bld="lvlAtOnce"/>
        </p:bldSub>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a:xfrm>
            <a:off x="179388" y="266477"/>
            <a:ext cx="8280400" cy="930275"/>
          </a:xfrm>
        </p:spPr>
        <p:txBody>
          <a:bodyPr/>
          <a:lstStyle/>
          <a:p>
            <a:r>
              <a:rPr lang="zh-CN" altLang="en-US" b="1" dirty="0" smtClean="0">
                <a:effectLst/>
                <a:latin typeface="黑体" panose="02010609060101010101" pitchFamily="49" charset="-122"/>
                <a:ea typeface="黑体" panose="02010609060101010101" pitchFamily="49" charset="-122"/>
              </a:rPr>
              <a:t>分治递归</a:t>
            </a:r>
            <a:r>
              <a:rPr lang="en-US" altLang="zh-HK" b="1" dirty="0" smtClean="0">
                <a:effectLst/>
                <a:latin typeface="黑体" panose="02010609060101010101" pitchFamily="49" charset="-122"/>
                <a:ea typeface="黑体" panose="02010609060101010101" pitchFamily="49" charset="-122"/>
              </a:rPr>
              <a:t> </a:t>
            </a:r>
            <a:r>
              <a:rPr lang="en-US" altLang="zh-HK" b="1" dirty="0">
                <a:effectLst/>
                <a:latin typeface="黑体" panose="02010609060101010101" pitchFamily="49" charset="-122"/>
                <a:ea typeface="黑体" panose="02010609060101010101" pitchFamily="49" charset="-122"/>
              </a:rPr>
              <a:t>vs </a:t>
            </a:r>
            <a:r>
              <a:rPr lang="zh-CN" altLang="en-US" b="1" dirty="0" smtClean="0">
                <a:effectLst/>
                <a:latin typeface="黑体" panose="02010609060101010101" pitchFamily="49" charset="-122"/>
                <a:ea typeface="黑体" panose="02010609060101010101" pitchFamily="49" charset="-122"/>
              </a:rPr>
              <a:t>动态规划</a:t>
            </a:r>
            <a:endParaRPr lang="en-GB" b="1" dirty="0">
              <a:effectLst/>
              <a:latin typeface="黑体" panose="02010609060101010101" pitchFamily="49" charset="-122"/>
              <a:ea typeface="黑体" panose="02010609060101010101" pitchFamily="49" charset="-122"/>
            </a:endParaRPr>
          </a:p>
        </p:txBody>
      </p:sp>
      <p:sp>
        <p:nvSpPr>
          <p:cNvPr id="7" name="灯片编号占位符 4"/>
          <p:cNvSpPr>
            <a:spLocks noGrp="1"/>
          </p:cNvSpPr>
          <p:nvPr>
            <p:ph type="sldNum" sz="quarter" idx="12"/>
          </p:nvPr>
        </p:nvSpPr>
        <p:spPr/>
        <p:txBody>
          <a:bodyPr/>
          <a:lstStyle/>
          <a:p>
            <a:fld id="{1DF66B50-301A-410D-99BE-E73F04E738DA}" type="slidenum">
              <a:rPr lang="en-US" altLang="zh-CN"/>
            </a:fld>
            <a:endParaRPr lang="en-US" altLang="zh-CN"/>
          </a:p>
        </p:txBody>
      </p:sp>
      <p:sp>
        <p:nvSpPr>
          <p:cNvPr id="475139" name="Text Box 3"/>
          <p:cNvSpPr txBox="1">
            <a:spLocks noChangeArrowheads="1"/>
          </p:cNvSpPr>
          <p:nvPr/>
        </p:nvSpPr>
        <p:spPr bwMode="auto">
          <a:xfrm>
            <a:off x="250825" y="1268413"/>
            <a:ext cx="5976938" cy="2292350"/>
          </a:xfrm>
          <a:prstGeom prst="rect">
            <a:avLst/>
          </a:prstGeom>
          <a:solidFill>
            <a:schemeClr val="bg1"/>
          </a:solidFill>
          <a:ln w="9525">
            <a:solidFill>
              <a:schemeClr val="accent2"/>
            </a:solidFill>
            <a:miter lim="800000"/>
          </a:ln>
          <a:effectLst>
            <a:outerShdw dist="107763" dir="2700000" algn="ctr" rotWithShape="0">
              <a:schemeClr val="bg2">
                <a:alpha val="50000"/>
              </a:schemeClr>
            </a:outerShdw>
          </a:effectLst>
        </p:spPr>
        <p:txBody>
          <a:bodyPr>
            <a:spAutoFit/>
          </a:bodyPr>
          <a:lstStyle>
            <a:lvl1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1pPr>
            <a:lvl2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2pPr>
            <a:lvl3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3pPr>
            <a:lvl4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4pPr>
            <a:lvl5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dirty="0" smtClean="0">
                <a:solidFill>
                  <a:schemeClr val="accent2"/>
                </a:solidFill>
              </a:rPr>
              <a:t>分治递归</a:t>
            </a:r>
            <a:r>
              <a:rPr kumimoji="0" lang="en-GB" dirty="0" smtClean="0">
                <a:solidFill>
                  <a:schemeClr val="accent2"/>
                </a:solidFill>
              </a:rPr>
              <a:t>:</a:t>
            </a:r>
            <a:endParaRPr kumimoji="0" lang="en-GB" dirty="0">
              <a:solidFill>
                <a:schemeClr val="accent2"/>
              </a:solidFill>
            </a:endParaRPr>
          </a:p>
          <a:p>
            <a:pPr eaLnBrk="0" hangingPunct="0"/>
            <a:r>
              <a:rPr kumimoji="0" lang="en-GB" i="1" dirty="0"/>
              <a:t>F</a:t>
            </a:r>
            <a:r>
              <a:rPr kumimoji="0" lang="en-GB" dirty="0"/>
              <a:t>(</a:t>
            </a:r>
            <a:r>
              <a:rPr kumimoji="0" lang="en-GB" i="1" dirty="0"/>
              <a:t>n</a:t>
            </a:r>
            <a:r>
              <a:rPr kumimoji="0" lang="en-GB" dirty="0"/>
              <a:t>)</a:t>
            </a:r>
            <a:endParaRPr kumimoji="0" lang="en-GB" dirty="0"/>
          </a:p>
          <a:p>
            <a:pPr eaLnBrk="0" hangingPunct="0"/>
            <a:r>
              <a:rPr kumimoji="0" lang="en-GB" dirty="0"/>
              <a:t>1	</a:t>
            </a:r>
            <a:r>
              <a:rPr kumimoji="0" lang="en-GB" b="1" dirty="0">
                <a:solidFill>
                  <a:srgbClr val="996633"/>
                </a:solidFill>
              </a:rPr>
              <a:t>if</a:t>
            </a:r>
            <a:r>
              <a:rPr kumimoji="0" lang="en-GB" dirty="0"/>
              <a:t> </a:t>
            </a:r>
            <a:r>
              <a:rPr kumimoji="0" lang="en-GB" i="1" dirty="0"/>
              <a:t>n</a:t>
            </a:r>
            <a:r>
              <a:rPr kumimoji="0" lang="en-GB" dirty="0"/>
              <a:t>=0 or </a:t>
            </a:r>
            <a:r>
              <a:rPr kumimoji="0" lang="en-GB" i="1" dirty="0"/>
              <a:t>n</a:t>
            </a:r>
            <a:r>
              <a:rPr kumimoji="0" lang="en-GB" dirty="0"/>
              <a:t>=1 </a:t>
            </a:r>
            <a:r>
              <a:rPr kumimoji="0" lang="en-GB" b="1" dirty="0">
                <a:solidFill>
                  <a:srgbClr val="996633"/>
                </a:solidFill>
              </a:rPr>
              <a:t>then</a:t>
            </a:r>
            <a:endParaRPr kumimoji="0" lang="en-GB" b="1" dirty="0">
              <a:solidFill>
                <a:srgbClr val="996633"/>
              </a:solidFill>
            </a:endParaRPr>
          </a:p>
          <a:p>
            <a:pPr eaLnBrk="0" hangingPunct="0"/>
            <a:r>
              <a:rPr kumimoji="0" lang="en-GB" dirty="0"/>
              <a:t>2		</a:t>
            </a:r>
            <a:r>
              <a:rPr kumimoji="0" lang="en-GB" b="1" dirty="0">
                <a:solidFill>
                  <a:srgbClr val="996633"/>
                </a:solidFill>
              </a:rPr>
              <a:t>return</a:t>
            </a:r>
            <a:r>
              <a:rPr kumimoji="0" lang="en-GB" dirty="0"/>
              <a:t> 1</a:t>
            </a:r>
            <a:endParaRPr kumimoji="0" lang="en-GB" dirty="0"/>
          </a:p>
          <a:p>
            <a:pPr eaLnBrk="0" hangingPunct="0"/>
            <a:r>
              <a:rPr kumimoji="0" lang="en-GB" dirty="0"/>
              <a:t>3	</a:t>
            </a:r>
            <a:r>
              <a:rPr kumimoji="0" lang="en-GB" b="1" dirty="0">
                <a:solidFill>
                  <a:srgbClr val="996633"/>
                </a:solidFill>
              </a:rPr>
              <a:t>else</a:t>
            </a:r>
            <a:endParaRPr kumimoji="0" lang="en-GB" b="1" dirty="0">
              <a:solidFill>
                <a:srgbClr val="996633"/>
              </a:solidFill>
            </a:endParaRPr>
          </a:p>
          <a:p>
            <a:pPr eaLnBrk="0" hangingPunct="0"/>
            <a:r>
              <a:rPr kumimoji="0" lang="en-GB" dirty="0"/>
              <a:t>4		</a:t>
            </a:r>
            <a:r>
              <a:rPr kumimoji="0" lang="en-GB" b="1" dirty="0">
                <a:solidFill>
                  <a:srgbClr val="996633"/>
                </a:solidFill>
              </a:rPr>
              <a:t>return </a:t>
            </a:r>
            <a:r>
              <a:rPr kumimoji="0" lang="en-GB" i="1" dirty="0"/>
              <a:t>F</a:t>
            </a:r>
            <a:r>
              <a:rPr kumimoji="0" lang="en-GB" dirty="0"/>
              <a:t>(</a:t>
            </a:r>
            <a:r>
              <a:rPr kumimoji="0" lang="en-GB" i="1" dirty="0"/>
              <a:t>n</a:t>
            </a:r>
            <a:r>
              <a:rPr kumimoji="0" lang="en-GB" dirty="0"/>
              <a:t>-1) + </a:t>
            </a:r>
            <a:r>
              <a:rPr kumimoji="0" lang="en-GB" i="1" dirty="0"/>
              <a:t>F</a:t>
            </a:r>
            <a:r>
              <a:rPr kumimoji="0" lang="en-GB" dirty="0"/>
              <a:t>(</a:t>
            </a:r>
            <a:r>
              <a:rPr kumimoji="0" lang="en-GB" i="1" dirty="0"/>
              <a:t>n</a:t>
            </a:r>
            <a:r>
              <a:rPr kumimoji="0" lang="en-GB" dirty="0"/>
              <a:t>-2)</a:t>
            </a:r>
            <a:endParaRPr kumimoji="0" lang="en-US" altLang="zh-CN" dirty="0"/>
          </a:p>
        </p:txBody>
      </p:sp>
      <p:sp>
        <p:nvSpPr>
          <p:cNvPr id="475140" name="Text Box 4"/>
          <p:cNvSpPr txBox="1">
            <a:spLocks noChangeArrowheads="1"/>
          </p:cNvSpPr>
          <p:nvPr/>
        </p:nvSpPr>
        <p:spPr bwMode="auto">
          <a:xfrm>
            <a:off x="395288" y="3933825"/>
            <a:ext cx="6913562" cy="2292350"/>
          </a:xfrm>
          <a:prstGeom prst="rect">
            <a:avLst/>
          </a:prstGeom>
          <a:solidFill>
            <a:schemeClr val="bg1"/>
          </a:solidFill>
          <a:ln w="9525">
            <a:solidFill>
              <a:schemeClr val="accent2"/>
            </a:solidFill>
            <a:miter lim="800000"/>
          </a:ln>
          <a:effectLst>
            <a:outerShdw dist="107763" dir="2700000" algn="ctr" rotWithShape="0">
              <a:schemeClr val="bg2">
                <a:alpha val="50000"/>
              </a:schemeClr>
            </a:outerShdw>
          </a:effectLst>
        </p:spPr>
        <p:txBody>
          <a:bodyPr>
            <a:spAutoFit/>
          </a:bodyPr>
          <a:lstStyle>
            <a:lvl1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1pPr>
            <a:lvl2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2pPr>
            <a:lvl3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3pPr>
            <a:lvl4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4pPr>
            <a:lvl5pPr>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571500" algn="l"/>
                <a:tab pos="1144270" algn="l"/>
              </a:tabLs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dirty="0" smtClean="0">
                <a:solidFill>
                  <a:schemeClr val="accent2"/>
                </a:solidFill>
                <a:latin typeface="Comic Sans MS" panose="030F0702030302020204" pitchFamily="66" charset="0"/>
              </a:rPr>
              <a:t>动态规划</a:t>
            </a:r>
            <a:r>
              <a:rPr kumimoji="0" lang="en-GB" dirty="0" smtClean="0">
                <a:solidFill>
                  <a:schemeClr val="accent2"/>
                </a:solidFill>
                <a:latin typeface="Comic Sans MS" panose="030F0702030302020204" pitchFamily="66" charset="0"/>
              </a:rPr>
              <a:t>:</a:t>
            </a:r>
            <a:endParaRPr kumimoji="0" lang="en-GB" dirty="0">
              <a:solidFill>
                <a:schemeClr val="accent2"/>
              </a:solidFill>
              <a:latin typeface="Comic Sans MS" panose="030F0702030302020204" pitchFamily="66" charset="0"/>
            </a:endParaRPr>
          </a:p>
          <a:p>
            <a:pPr eaLnBrk="0" hangingPunct="0"/>
            <a:r>
              <a:rPr kumimoji="0" lang="en-GB" i="1" dirty="0"/>
              <a:t>F</a:t>
            </a:r>
            <a:r>
              <a:rPr kumimoji="0" lang="en-GB" dirty="0"/>
              <a:t>(</a:t>
            </a:r>
            <a:r>
              <a:rPr kumimoji="0" lang="en-GB" i="1" dirty="0"/>
              <a:t>n</a:t>
            </a:r>
            <a:r>
              <a:rPr kumimoji="0" lang="en-GB" dirty="0"/>
              <a:t>)</a:t>
            </a:r>
            <a:endParaRPr kumimoji="0" lang="en-GB" dirty="0"/>
          </a:p>
          <a:p>
            <a:pPr eaLnBrk="0" hangingPunct="0"/>
            <a:r>
              <a:rPr kumimoji="0" lang="en-GB" altLang="zh-HK" dirty="0">
                <a:ea typeface="Adobe 明體 Std L" panose="02020300000000000000" charset="-120"/>
              </a:rPr>
              <a:t>1	</a:t>
            </a:r>
            <a:r>
              <a:rPr kumimoji="0" lang="en-GB" dirty="0"/>
              <a:t>A[0]</a:t>
            </a:r>
            <a:r>
              <a:rPr kumimoji="0" lang="en-GB" altLang="zh-HK" dirty="0">
                <a:ea typeface="Adobe 明體 Std L" panose="02020300000000000000" charset="-120"/>
              </a:rPr>
              <a:t> </a:t>
            </a:r>
            <a:r>
              <a:rPr kumimoji="0" lang="en-GB" dirty="0"/>
              <a:t>=</a:t>
            </a:r>
            <a:r>
              <a:rPr kumimoji="0" lang="en-GB" altLang="zh-HK" dirty="0">
                <a:ea typeface="Adobe 明體 Std L" panose="02020300000000000000" charset="-120"/>
              </a:rPr>
              <a:t> </a:t>
            </a:r>
            <a:r>
              <a:rPr kumimoji="0" lang="en-GB" dirty="0"/>
              <a:t>A[1] </a:t>
            </a:r>
            <a:r>
              <a:rPr kumimoji="0" lang="pt-BR" dirty="0"/>
              <a:t>←</a:t>
            </a:r>
            <a:r>
              <a:rPr kumimoji="0" lang="en-GB" altLang="zh-HK" dirty="0">
                <a:ea typeface="Adobe 明體 Std L" panose="02020300000000000000" charset="-120"/>
              </a:rPr>
              <a:t> </a:t>
            </a:r>
            <a:r>
              <a:rPr kumimoji="0" lang="en-GB" dirty="0"/>
              <a:t>1</a:t>
            </a:r>
            <a:endParaRPr kumimoji="0" lang="en-GB" dirty="0"/>
          </a:p>
          <a:p>
            <a:pPr eaLnBrk="0" hangingPunct="0"/>
            <a:r>
              <a:rPr kumimoji="0" lang="en-GB" altLang="zh-HK" dirty="0">
                <a:ea typeface="Adobe 明體 Std L" panose="02020300000000000000" charset="-120"/>
              </a:rPr>
              <a:t>2	</a:t>
            </a:r>
            <a:r>
              <a:rPr kumimoji="0" lang="en-GB" dirty="0">
                <a:solidFill>
                  <a:schemeClr val="tx2"/>
                </a:solidFill>
              </a:rPr>
              <a:t>for</a:t>
            </a:r>
            <a:r>
              <a:rPr kumimoji="0" lang="en-GB" dirty="0"/>
              <a:t> </a:t>
            </a:r>
            <a:r>
              <a:rPr kumimoji="0" lang="en-GB" altLang="zh-HK" i="1" dirty="0" err="1">
                <a:ea typeface="Adobe 明體 Std L" panose="02020300000000000000" charset="-120"/>
              </a:rPr>
              <a:t>i</a:t>
            </a:r>
            <a:r>
              <a:rPr kumimoji="0" lang="en-GB" altLang="zh-HK" dirty="0">
                <a:ea typeface="Adobe 明體 Std L" panose="02020300000000000000" charset="-120"/>
              </a:rPr>
              <a:t> </a:t>
            </a:r>
            <a:r>
              <a:rPr kumimoji="0" lang="pt-BR" dirty="0"/>
              <a:t>←</a:t>
            </a:r>
            <a:r>
              <a:rPr kumimoji="0" lang="en-GB" altLang="zh-HK" dirty="0">
                <a:ea typeface="Adobe 明體 Std L" panose="02020300000000000000" charset="-120"/>
              </a:rPr>
              <a:t> 2 </a:t>
            </a:r>
            <a:r>
              <a:rPr kumimoji="0" lang="en-GB" altLang="zh-HK" dirty="0">
                <a:solidFill>
                  <a:schemeClr val="tx2"/>
                </a:solidFill>
                <a:ea typeface="Adobe 明體 Std L" panose="02020300000000000000" charset="-120"/>
              </a:rPr>
              <a:t>to</a:t>
            </a:r>
            <a:r>
              <a:rPr kumimoji="0" lang="en-GB" altLang="zh-HK" dirty="0">
                <a:ea typeface="Adobe 明體 Std L" panose="02020300000000000000" charset="-120"/>
              </a:rPr>
              <a:t> </a:t>
            </a:r>
            <a:r>
              <a:rPr kumimoji="0" lang="en-GB" altLang="zh-HK" i="1" dirty="0">
                <a:ea typeface="Adobe 明體 Std L" panose="02020300000000000000" charset="-120"/>
              </a:rPr>
              <a:t>n</a:t>
            </a:r>
            <a:r>
              <a:rPr kumimoji="0" lang="en-GB" altLang="zh-HK" dirty="0">
                <a:ea typeface="Adobe 明體 Std L" panose="02020300000000000000" charset="-120"/>
              </a:rPr>
              <a:t> </a:t>
            </a:r>
            <a:r>
              <a:rPr kumimoji="0" lang="en-GB" altLang="zh-HK" dirty="0">
                <a:solidFill>
                  <a:schemeClr val="tx2"/>
                </a:solidFill>
                <a:ea typeface="Adobe 明體 Std L" panose="02020300000000000000" charset="-120"/>
              </a:rPr>
              <a:t>do</a:t>
            </a:r>
            <a:endParaRPr kumimoji="0" lang="en-GB" dirty="0">
              <a:solidFill>
                <a:schemeClr val="tx2"/>
              </a:solidFill>
            </a:endParaRPr>
          </a:p>
          <a:p>
            <a:pPr eaLnBrk="0" hangingPunct="0"/>
            <a:r>
              <a:rPr kumimoji="0" lang="en-GB" altLang="zh-HK" dirty="0">
                <a:ea typeface="Adobe 明體 Std L" panose="02020300000000000000" charset="-120"/>
              </a:rPr>
              <a:t>3		</a:t>
            </a:r>
            <a:r>
              <a:rPr kumimoji="0" lang="en-GB" dirty="0"/>
              <a:t>A[</a:t>
            </a:r>
            <a:r>
              <a:rPr kumimoji="0" lang="en-GB" i="1" dirty="0" err="1"/>
              <a:t>i</a:t>
            </a:r>
            <a:r>
              <a:rPr kumimoji="0" lang="en-GB" dirty="0"/>
              <a:t>]</a:t>
            </a:r>
            <a:r>
              <a:rPr kumimoji="0" lang="en-GB" altLang="zh-HK" dirty="0">
                <a:ea typeface="Adobe 明體 Std L" panose="02020300000000000000" charset="-120"/>
              </a:rPr>
              <a:t> </a:t>
            </a:r>
            <a:r>
              <a:rPr kumimoji="0" lang="pt-BR" dirty="0"/>
              <a:t>←</a:t>
            </a:r>
            <a:r>
              <a:rPr kumimoji="0" lang="en-GB" altLang="zh-HK" dirty="0">
                <a:ea typeface="Adobe 明體 Std L" panose="02020300000000000000" charset="-120"/>
              </a:rPr>
              <a:t> </a:t>
            </a:r>
            <a:r>
              <a:rPr kumimoji="0" lang="en-GB" dirty="0"/>
              <a:t>A[</a:t>
            </a:r>
            <a:r>
              <a:rPr kumimoji="0" lang="en-GB" i="1" dirty="0"/>
              <a:t>i</a:t>
            </a:r>
            <a:r>
              <a:rPr kumimoji="0" lang="en-GB" dirty="0"/>
              <a:t>-1]</a:t>
            </a:r>
            <a:r>
              <a:rPr kumimoji="0" lang="en-GB" altLang="zh-HK" dirty="0">
                <a:ea typeface="Adobe 明體 Std L" panose="02020300000000000000" charset="-120"/>
              </a:rPr>
              <a:t> </a:t>
            </a:r>
            <a:r>
              <a:rPr kumimoji="0" lang="en-GB" dirty="0"/>
              <a:t>+</a:t>
            </a:r>
            <a:r>
              <a:rPr kumimoji="0" lang="en-GB" altLang="zh-HK" dirty="0">
                <a:ea typeface="Adobe 明體 Std L" panose="02020300000000000000" charset="-120"/>
              </a:rPr>
              <a:t> </a:t>
            </a:r>
            <a:r>
              <a:rPr kumimoji="0" lang="en-GB" dirty="0"/>
              <a:t>A[</a:t>
            </a:r>
            <a:r>
              <a:rPr kumimoji="0" lang="en-GB" i="1" dirty="0"/>
              <a:t>i</a:t>
            </a:r>
            <a:r>
              <a:rPr kumimoji="0" lang="en-GB" dirty="0"/>
              <a:t>-2]</a:t>
            </a:r>
            <a:endParaRPr kumimoji="0" lang="en-GB" altLang="zh-HK" dirty="0">
              <a:ea typeface="Adobe 明體 Std L" panose="02020300000000000000" charset="-120"/>
            </a:endParaRPr>
          </a:p>
          <a:p>
            <a:pPr eaLnBrk="0" hangingPunct="0"/>
            <a:r>
              <a:rPr kumimoji="0" lang="en-US" altLang="zh-HK" dirty="0">
                <a:ea typeface="Adobe 明體 Std L" panose="02020300000000000000" charset="-120"/>
              </a:rPr>
              <a:t>4	</a:t>
            </a:r>
            <a:r>
              <a:rPr kumimoji="0" lang="en-US" altLang="zh-HK" dirty="0">
                <a:solidFill>
                  <a:schemeClr val="tx2"/>
                </a:solidFill>
                <a:ea typeface="Adobe 明體 Std L" panose="02020300000000000000" charset="-120"/>
              </a:rPr>
              <a:t>return</a:t>
            </a:r>
            <a:r>
              <a:rPr kumimoji="0" lang="en-US" altLang="zh-HK" dirty="0">
                <a:ea typeface="Adobe 明體 Std L" panose="02020300000000000000" charset="-120"/>
              </a:rPr>
              <a:t> A[</a:t>
            </a:r>
            <a:r>
              <a:rPr kumimoji="0" lang="en-US" altLang="zh-HK" i="1" dirty="0">
                <a:ea typeface="Adobe 明體 Std L" panose="02020300000000000000" charset="-120"/>
              </a:rPr>
              <a:t>n</a:t>
            </a:r>
            <a:r>
              <a:rPr kumimoji="0" lang="en-US" altLang="zh-HK" dirty="0">
                <a:ea typeface="Adobe 明體 Std L" panose="02020300000000000000" charset="-120"/>
              </a:rPr>
              <a:t>]</a:t>
            </a:r>
            <a:endParaRPr kumimoji="0" lang="en-GB" dirty="0"/>
          </a:p>
        </p:txBody>
      </p:sp>
      <p:sp>
        <p:nvSpPr>
          <p:cNvPr id="475141" name="AutoShape 5"/>
          <p:cNvSpPr>
            <a:spLocks noChangeArrowheads="1"/>
          </p:cNvSpPr>
          <p:nvPr/>
        </p:nvSpPr>
        <p:spPr bwMode="auto">
          <a:xfrm>
            <a:off x="5219700" y="1052513"/>
            <a:ext cx="3168650" cy="1873250"/>
          </a:xfrm>
          <a:prstGeom prst="irregularSeal2">
            <a:avLst/>
          </a:prstGeom>
          <a:solidFill>
            <a:srgbClr val="EAEAEA"/>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800" b="1" dirty="0" smtClean="0">
                <a:solidFill>
                  <a:schemeClr val="accent2"/>
                </a:solidFill>
                <a:latin typeface="Comic Sans MS" panose="030F0702030302020204" pitchFamily="66" charset="0"/>
                <a:ea typeface="Adobe 明體 Std L" panose="02020300000000000000" charset="-120"/>
              </a:rPr>
              <a:t>效率低</a:t>
            </a:r>
            <a:r>
              <a:rPr lang="en-US" altLang="zh-HK" sz="2800" b="1" dirty="0" smtClean="0">
                <a:solidFill>
                  <a:schemeClr val="accent2"/>
                </a:solidFill>
                <a:latin typeface="Comic Sans MS" panose="030F0702030302020204" pitchFamily="66" charset="0"/>
                <a:ea typeface="Adobe 明體 Std L" panose="02020300000000000000" charset="-120"/>
              </a:rPr>
              <a:t>!</a:t>
            </a:r>
            <a:endParaRPr lang="en-GB" sz="2800" b="1" dirty="0">
              <a:solidFill>
                <a:schemeClr val="accent2"/>
              </a:solidFill>
              <a:latin typeface="Comic Sans MS" panose="030F0702030302020204" pitchFamily="66" charset="0"/>
            </a:endParaRPr>
          </a:p>
        </p:txBody>
      </p:sp>
      <p:sp>
        <p:nvSpPr>
          <p:cNvPr id="475142" name="AutoShape 6"/>
          <p:cNvSpPr>
            <a:spLocks noChangeArrowheads="1"/>
          </p:cNvSpPr>
          <p:nvPr/>
        </p:nvSpPr>
        <p:spPr bwMode="auto">
          <a:xfrm>
            <a:off x="4859338" y="4076700"/>
            <a:ext cx="3745110" cy="1296988"/>
          </a:xfrm>
          <a:prstGeom prst="horizontalScroll">
            <a:avLst>
              <a:gd name="adj" fmla="val 12500"/>
            </a:avLst>
          </a:prstGeom>
          <a:solidFill>
            <a:srgbClr val="FFCCCC"/>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800" b="1" dirty="0">
                <a:solidFill>
                  <a:schemeClr val="accent2"/>
                </a:solidFill>
                <a:latin typeface="Comic Sans MS" panose="030F0702030302020204" pitchFamily="66" charset="0"/>
                <a:ea typeface="Adobe 明體 Std L" panose="02020300000000000000" charset="-120"/>
              </a:rPr>
              <a:t>高效</a:t>
            </a:r>
            <a:r>
              <a:rPr lang="en-US" altLang="zh-HK" sz="2800" b="1" dirty="0" smtClean="0">
                <a:solidFill>
                  <a:schemeClr val="accent2"/>
                </a:solidFill>
                <a:latin typeface="Comic Sans MS" panose="030F0702030302020204" pitchFamily="66" charset="0"/>
                <a:ea typeface="Adobe 明體 Std L" panose="02020300000000000000" charset="-120"/>
              </a:rPr>
              <a:t>!</a:t>
            </a:r>
            <a:endParaRPr lang="en-US" altLang="zh-HK" sz="2800" b="1" dirty="0">
              <a:solidFill>
                <a:schemeClr val="accent2"/>
              </a:solidFill>
              <a:latin typeface="Comic Sans MS" panose="030F0702030302020204" pitchFamily="66" charset="0"/>
              <a:ea typeface="Adobe 明體 Std L" panose="02020300000000000000" charset="-120"/>
            </a:endParaRPr>
          </a:p>
          <a:p>
            <a:pPr algn="ctr"/>
            <a:r>
              <a:rPr lang="zh-CN" altLang="en-US" sz="2800" b="1" dirty="0" smtClean="0">
                <a:solidFill>
                  <a:schemeClr val="accent2"/>
                </a:solidFill>
                <a:latin typeface="Comic Sans MS" panose="030F0702030302020204" pitchFamily="66" charset="0"/>
                <a:ea typeface="Adobe 明體 Std L" panose="02020300000000000000" charset="-120"/>
              </a:rPr>
              <a:t>时间复杂性</a:t>
            </a:r>
            <a:r>
              <a:rPr lang="en-US" altLang="zh-HK" sz="2800" b="1" dirty="0" smtClean="0">
                <a:solidFill>
                  <a:schemeClr val="accent2"/>
                </a:solidFill>
                <a:latin typeface="Comic Sans MS" panose="030F0702030302020204" pitchFamily="66" charset="0"/>
                <a:ea typeface="Adobe 明體 Std L" panose="02020300000000000000" charset="-120"/>
              </a:rPr>
              <a:t>O(</a:t>
            </a:r>
            <a:r>
              <a:rPr lang="en-US" altLang="zh-HK" sz="2800" b="1" i="1" dirty="0" smtClean="0">
                <a:solidFill>
                  <a:schemeClr val="accent2"/>
                </a:solidFill>
                <a:latin typeface="Times New Roman" panose="02020603050405020304" pitchFamily="18" charset="0"/>
                <a:ea typeface="Adobe 明體 Std L" panose="02020300000000000000" charset="-120"/>
              </a:rPr>
              <a:t>n</a:t>
            </a:r>
            <a:r>
              <a:rPr lang="en-US" altLang="zh-HK" sz="2800" b="1" dirty="0">
                <a:solidFill>
                  <a:schemeClr val="accent2"/>
                </a:solidFill>
                <a:latin typeface="Comic Sans MS" panose="030F0702030302020204" pitchFamily="66" charset="0"/>
                <a:ea typeface="Adobe 明體 Std L" panose="02020300000000000000" charset="-120"/>
              </a:rPr>
              <a:t>)</a:t>
            </a:r>
            <a:endParaRPr lang="en-GB" sz="2800" b="1" dirty="0">
              <a:solidFill>
                <a:schemeClr val="accent2"/>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51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5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41" grpId="0" animBg="1"/>
      <p:bldP spid="47514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59996724-8346-4515-BB98-422C08417F79}" type="slidenum">
              <a:rPr lang="en-US" altLang="zh-CN"/>
            </a:fld>
            <a:endParaRPr lang="en-US" altLang="zh-CN"/>
          </a:p>
        </p:txBody>
      </p:sp>
      <p:sp>
        <p:nvSpPr>
          <p:cNvPr id="476162" name="Rectangle 2"/>
          <p:cNvSpPr>
            <a:spLocks noGrp="1" noChangeArrowheads="1"/>
          </p:cNvSpPr>
          <p:nvPr>
            <p:ph type="title"/>
          </p:nvPr>
        </p:nvSpPr>
        <p:spPr>
          <a:xfrm>
            <a:off x="457200" y="122238"/>
            <a:ext cx="7543800" cy="930275"/>
          </a:xfrm>
        </p:spPr>
        <p:txBody>
          <a:bodyPr/>
          <a:lstStyle/>
          <a:p>
            <a:r>
              <a:rPr lang="en-US" altLang="zh-HK">
                <a:ea typeface="Adobe 明體 Std L" panose="02020300000000000000" charset="-120"/>
              </a:rPr>
              <a:t>Summary of the methodology</a:t>
            </a:r>
            <a:endParaRPr lang="en-GB"/>
          </a:p>
        </p:txBody>
      </p:sp>
      <p:sp>
        <p:nvSpPr>
          <p:cNvPr id="476163" name="Rectangle 3"/>
          <p:cNvSpPr>
            <a:spLocks noGrp="1" noChangeArrowheads="1"/>
          </p:cNvSpPr>
          <p:nvPr>
            <p:ph type="body" idx="1"/>
          </p:nvPr>
        </p:nvSpPr>
        <p:spPr>
          <a:xfrm>
            <a:off x="304800" y="1125538"/>
            <a:ext cx="8610600" cy="5580062"/>
          </a:xfrm>
        </p:spPr>
        <p:txBody>
          <a:bodyPr/>
          <a:lstStyle/>
          <a:p>
            <a:r>
              <a:rPr lang="en-US" altLang="zh-TW" sz="2600">
                <a:ea typeface="Adobe 明體 Std L" panose="02020300000000000000" charset="-120"/>
              </a:rPr>
              <a:t>Write down a formula that relates a solution of a problem with those of sub</a:t>
            </a:r>
            <a:r>
              <a:rPr lang="en-US" altLang="zh-HK" sz="2600">
                <a:ea typeface="Adobe 明體 Std L" panose="02020300000000000000" charset="-120"/>
              </a:rPr>
              <a:t>-</a:t>
            </a:r>
            <a:r>
              <a:rPr lang="en-US" altLang="zh-TW" sz="2600">
                <a:ea typeface="Adobe 明體 Std L" panose="02020300000000000000" charset="-120"/>
              </a:rPr>
              <a:t>problems.</a:t>
            </a:r>
            <a:br>
              <a:rPr lang="en-US" altLang="zh-HK" sz="2600">
                <a:ea typeface="Adobe 明體 Std L" panose="02020300000000000000" charset="-120"/>
              </a:rPr>
            </a:br>
            <a:r>
              <a:rPr lang="en-US" altLang="zh-TW" sz="2600">
                <a:ea typeface="Adobe 明體 Std L" panose="02020300000000000000" charset="-120"/>
              </a:rPr>
              <a:t>E.g.  </a:t>
            </a:r>
            <a:r>
              <a:rPr lang="en-US" altLang="zh-TW" sz="2600" i="1">
                <a:ea typeface="Adobe 明體 Std L" panose="02020300000000000000" charset="-120"/>
              </a:rPr>
              <a:t>F</a:t>
            </a:r>
            <a:r>
              <a:rPr lang="en-US" altLang="zh-TW" sz="2600">
                <a:ea typeface="Adobe 明體 Std L" panose="02020300000000000000" charset="-120"/>
              </a:rPr>
              <a:t>(</a:t>
            </a:r>
            <a:r>
              <a:rPr lang="en-US" altLang="zh-TW" sz="2600" i="1">
                <a:ea typeface="Adobe 明體 Std L" panose="02020300000000000000" charset="-120"/>
              </a:rPr>
              <a:t>n</a:t>
            </a:r>
            <a:r>
              <a:rPr lang="en-US" altLang="zh-TW" sz="2600">
                <a:ea typeface="Adobe 明體 Std L" panose="02020300000000000000" charset="-120"/>
              </a:rPr>
              <a:t>) = </a:t>
            </a:r>
            <a:r>
              <a:rPr lang="en-US" altLang="zh-TW" sz="2600" i="1">
                <a:ea typeface="Adobe 明體 Std L" panose="02020300000000000000" charset="-120"/>
              </a:rPr>
              <a:t>F</a:t>
            </a:r>
            <a:r>
              <a:rPr lang="en-US" altLang="zh-TW" sz="2600">
                <a:ea typeface="Adobe 明體 Std L" panose="02020300000000000000" charset="-120"/>
              </a:rPr>
              <a:t>(</a:t>
            </a:r>
            <a:r>
              <a:rPr lang="en-US" altLang="zh-TW" sz="2600" i="1">
                <a:ea typeface="Adobe 明體 Std L" panose="02020300000000000000" charset="-120"/>
              </a:rPr>
              <a:t>n</a:t>
            </a:r>
            <a:r>
              <a:rPr lang="en-US" altLang="zh-TW" sz="2600">
                <a:ea typeface="Adobe 明體 Std L" panose="02020300000000000000" charset="-120"/>
              </a:rPr>
              <a:t>-1) + </a:t>
            </a:r>
            <a:r>
              <a:rPr lang="en-US" altLang="zh-TW" sz="2600" i="1">
                <a:ea typeface="Adobe 明體 Std L" panose="02020300000000000000" charset="-120"/>
              </a:rPr>
              <a:t>F</a:t>
            </a:r>
            <a:r>
              <a:rPr lang="en-US" altLang="zh-TW" sz="2600">
                <a:ea typeface="Adobe 明體 Std L" panose="02020300000000000000" charset="-120"/>
              </a:rPr>
              <a:t>(</a:t>
            </a:r>
            <a:r>
              <a:rPr lang="en-US" altLang="zh-TW" sz="2600" i="1">
                <a:ea typeface="Adobe 明體 Std L" panose="02020300000000000000" charset="-120"/>
              </a:rPr>
              <a:t>n</a:t>
            </a:r>
            <a:r>
              <a:rPr lang="en-US" altLang="zh-TW" sz="2600">
                <a:ea typeface="Adobe 明體 Std L" panose="02020300000000000000" charset="-120"/>
              </a:rPr>
              <a:t>-2).</a:t>
            </a:r>
            <a:endParaRPr lang="en-US" altLang="zh-TW" sz="2600">
              <a:ea typeface="Adobe 明體 Std L" panose="02020300000000000000" charset="-120"/>
            </a:endParaRPr>
          </a:p>
          <a:p>
            <a:r>
              <a:rPr lang="en-US" altLang="zh-TW" sz="2600">
                <a:solidFill>
                  <a:schemeClr val="accent2"/>
                </a:solidFill>
                <a:ea typeface="Adobe 明體 Std L" panose="02020300000000000000" charset="-120"/>
              </a:rPr>
              <a:t>Index</a:t>
            </a:r>
            <a:r>
              <a:rPr lang="en-US" altLang="zh-TW" sz="2600">
                <a:ea typeface="Adobe 明體 Std L" panose="02020300000000000000" charset="-120"/>
              </a:rPr>
              <a:t> the sub</a:t>
            </a:r>
            <a:r>
              <a:rPr lang="en-US" altLang="zh-HK" sz="2600">
                <a:ea typeface="Adobe 明體 Std L" panose="02020300000000000000" charset="-120"/>
              </a:rPr>
              <a:t>-</a:t>
            </a:r>
            <a:r>
              <a:rPr lang="en-US" altLang="zh-TW" sz="2600">
                <a:ea typeface="Adobe 明體 Std L" panose="02020300000000000000" charset="-120"/>
              </a:rPr>
              <a:t>problems so that they can be </a:t>
            </a:r>
            <a:r>
              <a:rPr lang="en-US" altLang="zh-TW" sz="2600" b="1">
                <a:solidFill>
                  <a:srgbClr val="FF0000"/>
                </a:solidFill>
                <a:ea typeface="Adobe 明體 Std L" panose="02020300000000000000" charset="-120"/>
              </a:rPr>
              <a:t>stored</a:t>
            </a:r>
            <a:r>
              <a:rPr lang="en-US" altLang="zh-TW" sz="2600">
                <a:ea typeface="Adobe 明體 Std L" panose="02020300000000000000" charset="-120"/>
              </a:rPr>
              <a:t> and </a:t>
            </a:r>
            <a:r>
              <a:rPr lang="en-US" altLang="zh-TW" sz="2600" b="1">
                <a:solidFill>
                  <a:srgbClr val="FF0000"/>
                </a:solidFill>
                <a:ea typeface="Adobe 明體 Std L" panose="02020300000000000000" charset="-120"/>
              </a:rPr>
              <a:t>retrieved</a:t>
            </a:r>
            <a:r>
              <a:rPr lang="en-US" altLang="zh-TW" sz="2600">
                <a:ea typeface="Adobe 明體 Std L" panose="02020300000000000000" charset="-120"/>
              </a:rPr>
              <a:t> easily in a table (i.e., array)</a:t>
            </a:r>
            <a:endParaRPr lang="en-US" altLang="zh-TW" sz="2600">
              <a:ea typeface="Adobe 明體 Std L" panose="02020300000000000000" charset="-120"/>
            </a:endParaRPr>
          </a:p>
          <a:p>
            <a:r>
              <a:rPr lang="en-US" altLang="zh-TW" sz="2600">
                <a:ea typeface="Adobe 明體 Std L" panose="02020300000000000000" charset="-120"/>
              </a:rPr>
              <a:t>Fill the table in some </a:t>
            </a:r>
            <a:r>
              <a:rPr lang="en-US" altLang="zh-TW" sz="2600" b="1">
                <a:solidFill>
                  <a:srgbClr val="FF0000"/>
                </a:solidFill>
                <a:ea typeface="Adobe 明體 Std L" panose="02020300000000000000" charset="-120"/>
              </a:rPr>
              <a:t>bottom-up</a:t>
            </a:r>
            <a:r>
              <a:rPr lang="en-US" altLang="zh-TW" sz="2600">
                <a:ea typeface="Adobe 明體 Std L" panose="02020300000000000000" charset="-120"/>
              </a:rPr>
              <a:t> manner; start filling the solution of the smallest problem.</a:t>
            </a:r>
            <a:endParaRPr lang="en-US" altLang="zh-HK" sz="2600">
              <a:ea typeface="Adobe 明體 Std L" panose="02020300000000000000" charset="-120"/>
            </a:endParaRPr>
          </a:p>
          <a:p>
            <a:pPr lvl="1"/>
            <a:r>
              <a:rPr lang="en-US" altLang="zh-TW">
                <a:ea typeface="Adobe 明體 Std L" panose="02020300000000000000" charset="-120"/>
              </a:rPr>
              <a:t>This ensures that when we solve a particular sub</a:t>
            </a:r>
            <a:r>
              <a:rPr lang="en-US" altLang="zh-HK">
                <a:ea typeface="Adobe 明體 Std L" panose="02020300000000000000" charset="-120"/>
              </a:rPr>
              <a:t>-</a:t>
            </a:r>
            <a:r>
              <a:rPr lang="en-US" altLang="zh-TW">
                <a:ea typeface="Adobe 明體 Std L" panose="02020300000000000000" charset="-120"/>
              </a:rPr>
              <a:t>problem, the solutions of all the smaller sub</a:t>
            </a:r>
            <a:r>
              <a:rPr lang="en-US" altLang="zh-HK">
                <a:ea typeface="Adobe 明體 Std L" panose="02020300000000000000" charset="-120"/>
              </a:rPr>
              <a:t>-</a:t>
            </a:r>
            <a:r>
              <a:rPr lang="en-US" altLang="zh-TW">
                <a:ea typeface="Adobe 明體 Std L" panose="02020300000000000000" charset="-120"/>
              </a:rPr>
              <a:t>problems that it depends are available.</a:t>
            </a:r>
            <a:endParaRPr lang="en-GB">
              <a:ea typeface="Adobe 明體 Std L" panose="02020300000000000000" charset="-120"/>
            </a:endParaRPr>
          </a:p>
        </p:txBody>
      </p:sp>
      <p:sp>
        <p:nvSpPr>
          <p:cNvPr id="476164" name="AutoShape 4"/>
          <p:cNvSpPr>
            <a:spLocks noChangeArrowheads="1"/>
          </p:cNvSpPr>
          <p:nvPr/>
        </p:nvSpPr>
        <p:spPr bwMode="auto">
          <a:xfrm>
            <a:off x="539750" y="4868863"/>
            <a:ext cx="7920038" cy="1989137"/>
          </a:xfrm>
          <a:prstGeom prst="horizontalScroll">
            <a:avLst>
              <a:gd name="adj" fmla="val 12500"/>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TW" sz="2400">
                <a:solidFill>
                  <a:schemeClr val="accent2"/>
                </a:solidFill>
                <a:latin typeface="Comic Sans MS" panose="030F0702030302020204" pitchFamily="66" charset="0"/>
                <a:ea typeface="Adobe 明體 Std L" panose="02020300000000000000" charset="-120"/>
              </a:rPr>
              <a:t>For historical reasons, we call such methodology</a:t>
            </a:r>
            <a:endParaRPr lang="en-US" altLang="zh-HK" sz="2400">
              <a:solidFill>
                <a:schemeClr val="accent2"/>
              </a:solidFill>
              <a:latin typeface="Comic Sans MS" panose="030F0702030302020204" pitchFamily="66" charset="0"/>
              <a:ea typeface="Adobe 明體 Std L" panose="02020300000000000000" charset="-120"/>
            </a:endParaRPr>
          </a:p>
          <a:p>
            <a:pPr algn="ctr"/>
            <a:r>
              <a:rPr lang="en-US" altLang="zh-TW" sz="2400" b="1">
                <a:solidFill>
                  <a:srgbClr val="FF0000"/>
                </a:solidFill>
                <a:latin typeface="Comic Sans MS" panose="030F0702030302020204" pitchFamily="66" charset="0"/>
                <a:ea typeface="Adobe 明體 Std L" panose="02020300000000000000" charset="-120"/>
              </a:rPr>
              <a:t>Dynamic Programming</a:t>
            </a:r>
            <a:r>
              <a:rPr lang="en-US" altLang="zh-TW" sz="2400">
                <a:solidFill>
                  <a:schemeClr val="accent2"/>
                </a:solidFill>
                <a:latin typeface="Comic Sans MS" panose="030F0702030302020204" pitchFamily="66" charset="0"/>
                <a:ea typeface="Adobe 明體 Std L" panose="02020300000000000000" charset="-120"/>
              </a:rPr>
              <a:t>.</a:t>
            </a:r>
            <a:endParaRPr lang="en-US" altLang="zh-HK" sz="2400">
              <a:solidFill>
                <a:schemeClr val="accent2"/>
              </a:solidFill>
              <a:latin typeface="Comic Sans MS" panose="030F0702030302020204" pitchFamily="66" charset="0"/>
              <a:ea typeface="Adobe 明體 Std L" panose="02020300000000000000" charset="-120"/>
            </a:endParaRPr>
          </a:p>
          <a:p>
            <a:pPr algn="ctr"/>
            <a:r>
              <a:rPr lang="en-US" altLang="zh-TW" sz="2000">
                <a:latin typeface="Comic Sans MS" panose="030F0702030302020204" pitchFamily="66" charset="0"/>
                <a:ea typeface="Adobe 明體 Std L" panose="02020300000000000000" charset="-120"/>
              </a:rPr>
              <a:t>In the late 40’s (when computers were rare),</a:t>
            </a:r>
            <a:br>
              <a:rPr lang="en-US" altLang="zh-HK" sz="2000">
                <a:latin typeface="Comic Sans MS" panose="030F0702030302020204" pitchFamily="66" charset="0"/>
                <a:ea typeface="Adobe 明體 Std L" panose="02020300000000000000" charset="-120"/>
              </a:rPr>
            </a:br>
            <a:r>
              <a:rPr lang="en-US" altLang="zh-TW" sz="2000">
                <a:latin typeface="Comic Sans MS" panose="030F0702030302020204" pitchFamily="66" charset="0"/>
                <a:ea typeface="Adobe 明體 Std L" panose="02020300000000000000" charset="-120"/>
              </a:rPr>
              <a:t>programming refers to the </a:t>
            </a:r>
            <a:r>
              <a:rPr lang="en-US" altLang="zh-HK" sz="2000">
                <a:latin typeface="Comic Sans MS" panose="030F0702030302020204" pitchFamily="66" charset="0"/>
                <a:ea typeface="Adobe 明體 Std L" panose="02020300000000000000" charset="-120"/>
              </a:rPr>
              <a:t>"</a:t>
            </a:r>
            <a:r>
              <a:rPr lang="en-US" altLang="zh-TW" sz="2000">
                <a:latin typeface="Comic Sans MS" panose="030F0702030302020204" pitchFamily="66" charset="0"/>
                <a:ea typeface="Adobe 明體 Std L" panose="02020300000000000000" charset="-120"/>
              </a:rPr>
              <a:t>tabular method</a:t>
            </a:r>
            <a:r>
              <a:rPr lang="en-US" altLang="zh-HK" sz="2000">
                <a:latin typeface="Comic Sans MS" panose="030F0702030302020204" pitchFamily="66" charset="0"/>
                <a:ea typeface="Adobe 明體 Std L" panose="02020300000000000000" charset="-120"/>
              </a:rPr>
              <a:t>"</a:t>
            </a:r>
            <a:r>
              <a:rPr lang="en-US" altLang="zh-TW" sz="2000">
                <a:latin typeface="Comic Sans MS" panose="030F0702030302020204" pitchFamily="66" charset="0"/>
                <a:ea typeface="Adobe 明體 Std L" panose="02020300000000000000" charset="-120"/>
              </a:rPr>
              <a:t>.</a:t>
            </a:r>
            <a:endParaRPr lang="en-GB" sz="2000">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6163">
                                            <p:txEl>
                                              <p:pRg st="4294967295" end="429496729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616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616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616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616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6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3" grpId="0" build="p"/>
      <p:bldP spid="47616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0C14CE6F-AF7E-498C-B698-5F32C6C21170}" type="slidenum">
              <a:rPr lang="en-US" altLang="zh-CN"/>
            </a:fld>
            <a:endParaRPr lang="en-US" altLang="zh-CN"/>
          </a:p>
        </p:txBody>
      </p:sp>
      <p:pic>
        <p:nvPicPr>
          <p:cNvPr id="41984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388" y="981075"/>
            <a:ext cx="8964612" cy="502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BACA51B0-C498-42D2-B922-1E28E07691F3}" type="slidenum">
              <a:rPr lang="en-US" altLang="zh-CN"/>
            </a:fld>
            <a:endParaRPr lang="en-US" altLang="zh-CN"/>
          </a:p>
        </p:txBody>
      </p:sp>
      <p:pic>
        <p:nvPicPr>
          <p:cNvPr id="42496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052513"/>
            <a:ext cx="9144000" cy="462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2"/>
          </p:nvPr>
        </p:nvSpPr>
        <p:spPr/>
        <p:txBody>
          <a:bodyPr/>
          <a:lstStyle/>
          <a:p>
            <a:fld id="{19CFEF86-3FE9-461D-97BE-8435458D806C}" type="slidenum">
              <a:rPr lang="en-US" altLang="zh-CN"/>
            </a:fld>
            <a:endParaRPr lang="en-US" altLang="zh-CN"/>
          </a:p>
        </p:txBody>
      </p:sp>
      <p:sp>
        <p:nvSpPr>
          <p:cNvPr id="479234" name="Rectangle 2"/>
          <p:cNvSpPr>
            <a:spLocks noChangeArrowheads="1"/>
          </p:cNvSpPr>
          <p:nvPr/>
        </p:nvSpPr>
        <p:spPr bwMode="auto">
          <a:xfrm>
            <a:off x="684213" y="1628775"/>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anose="05000000000000000000" pitchFamily="2" charset="2"/>
              <a:buChar char="l"/>
            </a:pPr>
            <a:r>
              <a:rPr lang="zh-CN" altLang="en-US" sz="2100">
                <a:latin typeface="新宋体" panose="02010609030101010101" charset="-122"/>
                <a:ea typeface="新宋体" panose="02010609030101010101" charset="-122"/>
              </a:rPr>
              <a:t>动态规划算法与分治法类似，其基本思想也是将待求解问题分解成若干个子问题，先求解子问题，再从子问题的解得到原问题的解。</a:t>
            </a:r>
            <a:endParaRPr lang="zh-CN" altLang="en-US" sz="2100">
              <a:latin typeface="新宋体" panose="02010609030101010101" charset="-122"/>
              <a:ea typeface="新宋体" panose="02010609030101010101" charset="-122"/>
            </a:endParaRPr>
          </a:p>
          <a:p>
            <a:pPr marL="342900" indent="-342900">
              <a:spcBef>
                <a:spcPct val="20000"/>
              </a:spcBef>
              <a:buClr>
                <a:schemeClr val="tx2"/>
              </a:buClr>
              <a:buSzPct val="70000"/>
              <a:buFont typeface="Wingdings" panose="05000000000000000000" pitchFamily="2" charset="2"/>
              <a:buChar char="l"/>
            </a:pPr>
            <a:endParaRPr lang="zh-CN" altLang="en-US" sz="2100">
              <a:latin typeface="新宋体" panose="02010609030101010101" charset="-122"/>
              <a:ea typeface="新宋体" panose="02010609030101010101" charset="-122"/>
            </a:endParaRPr>
          </a:p>
        </p:txBody>
      </p:sp>
      <p:sp>
        <p:nvSpPr>
          <p:cNvPr id="479235" name="Rectangle 3"/>
          <p:cNvSpPr>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算法总体思想</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grpSp>
        <p:nvGrpSpPr>
          <p:cNvPr id="479236" name="Group 4"/>
          <p:cNvGrpSpPr/>
          <p:nvPr/>
        </p:nvGrpSpPr>
        <p:grpSpPr bwMode="auto">
          <a:xfrm>
            <a:off x="428625" y="3214688"/>
            <a:ext cx="8715375" cy="3200400"/>
            <a:chOff x="270" y="2025"/>
            <a:chExt cx="5490" cy="2016"/>
          </a:xfrm>
        </p:grpSpPr>
        <p:sp>
          <p:nvSpPr>
            <p:cNvPr id="479237" name="Oval 5"/>
            <p:cNvSpPr>
              <a:spLocks noChangeArrowheads="1"/>
            </p:cNvSpPr>
            <p:nvPr/>
          </p:nvSpPr>
          <p:spPr bwMode="auto">
            <a:xfrm>
              <a:off x="2699" y="2205"/>
              <a:ext cx="504" cy="384"/>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t>n</a:t>
              </a:r>
              <a:endParaRPr lang="en-US" altLang="zh-CN" sz="3200"/>
            </a:p>
          </p:txBody>
        </p:sp>
        <p:cxnSp>
          <p:nvCxnSpPr>
            <p:cNvPr id="479238" name="AutoShape 6"/>
            <p:cNvCxnSpPr>
              <a:cxnSpLocks noChangeShapeType="1"/>
              <a:stCxn id="479237" idx="4"/>
              <a:endCxn id="479245" idx="0"/>
            </p:cNvCxnSpPr>
            <p:nvPr/>
          </p:nvCxnSpPr>
          <p:spPr bwMode="auto">
            <a:xfrm>
              <a:off x="2951" y="2595"/>
              <a:ext cx="2281" cy="51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9239" name="AutoShape 7"/>
            <p:cNvCxnSpPr>
              <a:cxnSpLocks noChangeShapeType="1"/>
              <a:stCxn id="479237" idx="4"/>
              <a:endCxn id="479242" idx="0"/>
            </p:cNvCxnSpPr>
            <p:nvPr/>
          </p:nvCxnSpPr>
          <p:spPr bwMode="auto">
            <a:xfrm flipH="1">
              <a:off x="798" y="2595"/>
              <a:ext cx="2153" cy="48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9240" name="AutoShape 8"/>
            <p:cNvCxnSpPr>
              <a:cxnSpLocks noChangeShapeType="1"/>
              <a:stCxn id="479237" idx="4"/>
              <a:endCxn id="479243" idx="0"/>
            </p:cNvCxnSpPr>
            <p:nvPr/>
          </p:nvCxnSpPr>
          <p:spPr bwMode="auto">
            <a:xfrm flipH="1">
              <a:off x="2276" y="2595"/>
              <a:ext cx="675" cy="51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9241" name="AutoShape 9"/>
            <p:cNvCxnSpPr>
              <a:cxnSpLocks noChangeShapeType="1"/>
              <a:stCxn id="479237" idx="4"/>
              <a:endCxn id="479244" idx="0"/>
            </p:cNvCxnSpPr>
            <p:nvPr/>
          </p:nvCxnSpPr>
          <p:spPr bwMode="auto">
            <a:xfrm>
              <a:off x="2951" y="2595"/>
              <a:ext cx="803" cy="51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79242" name="AutoShape 10"/>
            <p:cNvSpPr>
              <a:spLocks noChangeArrowheads="1"/>
            </p:cNvSpPr>
            <p:nvPr/>
          </p:nvSpPr>
          <p:spPr bwMode="auto">
            <a:xfrm>
              <a:off x="270" y="3081"/>
              <a:ext cx="1056" cy="92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b="1"/>
                <a:t>T(n/2)</a:t>
              </a:r>
              <a:endParaRPr lang="en-US" altLang="zh-CN" sz="2800" b="1"/>
            </a:p>
          </p:txBody>
        </p:sp>
        <p:sp>
          <p:nvSpPr>
            <p:cNvPr id="479243" name="AutoShape 11"/>
            <p:cNvSpPr>
              <a:spLocks noChangeArrowheads="1"/>
            </p:cNvSpPr>
            <p:nvPr/>
          </p:nvSpPr>
          <p:spPr bwMode="auto">
            <a:xfrm>
              <a:off x="1748" y="3113"/>
              <a:ext cx="1056" cy="92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b="1"/>
                <a:t>T(n/2)</a:t>
              </a:r>
              <a:endParaRPr lang="en-US" altLang="zh-CN" sz="2800" b="1"/>
            </a:p>
          </p:txBody>
        </p:sp>
        <p:sp>
          <p:nvSpPr>
            <p:cNvPr id="479244" name="AutoShape 12"/>
            <p:cNvSpPr>
              <a:spLocks noChangeArrowheads="1"/>
            </p:cNvSpPr>
            <p:nvPr/>
          </p:nvSpPr>
          <p:spPr bwMode="auto">
            <a:xfrm>
              <a:off x="3226" y="3113"/>
              <a:ext cx="1056" cy="92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b="1"/>
                <a:t>T(n/2)</a:t>
              </a:r>
              <a:endParaRPr lang="en-US" altLang="zh-CN" sz="2800" b="1"/>
            </a:p>
          </p:txBody>
        </p:sp>
        <p:sp>
          <p:nvSpPr>
            <p:cNvPr id="479245" name="AutoShape 13"/>
            <p:cNvSpPr>
              <a:spLocks noChangeArrowheads="1"/>
            </p:cNvSpPr>
            <p:nvPr/>
          </p:nvSpPr>
          <p:spPr bwMode="auto">
            <a:xfrm>
              <a:off x="4704" y="3113"/>
              <a:ext cx="1056" cy="92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b="1"/>
                <a:t>T(n/2)</a:t>
              </a:r>
              <a:endParaRPr lang="en-US" altLang="zh-CN" sz="2800" b="1"/>
            </a:p>
          </p:txBody>
        </p:sp>
        <p:sp>
          <p:nvSpPr>
            <p:cNvPr id="479246" name="AutoShape 14"/>
            <p:cNvSpPr>
              <a:spLocks noChangeArrowheads="1"/>
            </p:cNvSpPr>
            <p:nvPr/>
          </p:nvSpPr>
          <p:spPr bwMode="auto">
            <a:xfrm>
              <a:off x="384" y="2025"/>
              <a:ext cx="816" cy="672"/>
            </a:xfrm>
            <a:prstGeom prst="triangle">
              <a:avLst>
                <a:gd name="adj" fmla="val 50000"/>
              </a:avLst>
            </a:prstGeom>
            <a:solidFill>
              <a:schemeClr val="accent1"/>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t>T(n)</a:t>
              </a:r>
              <a:endParaRPr lang="en-US" altLang="zh-CN" sz="3200"/>
            </a:p>
          </p:txBody>
        </p:sp>
        <p:sp>
          <p:nvSpPr>
            <p:cNvPr id="479247" name="Text Box 15"/>
            <p:cNvSpPr txBox="1">
              <a:spLocks noChangeArrowheads="1"/>
            </p:cNvSpPr>
            <p:nvPr/>
          </p:nvSpPr>
          <p:spPr bwMode="auto">
            <a:xfrm>
              <a:off x="1824" y="2236"/>
              <a:ext cx="6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0" hangingPunct="0">
                <a:spcBef>
                  <a:spcPct val="50000"/>
                </a:spcBef>
              </a:pPr>
              <a:r>
                <a:rPr lang="en-US" altLang="zh-CN" sz="3200"/>
                <a:t>=</a:t>
              </a:r>
              <a:endParaRPr lang="en-US" altLang="zh-CN" sz="3200"/>
            </a:p>
          </p:txBody>
        </p:sp>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3"/>
          <p:cNvSpPr>
            <a:spLocks noGrp="1"/>
          </p:cNvSpPr>
          <p:nvPr>
            <p:ph type="sldNum" sz="quarter" idx="12"/>
          </p:nvPr>
        </p:nvSpPr>
        <p:spPr/>
        <p:txBody>
          <a:bodyPr/>
          <a:lstStyle/>
          <a:p>
            <a:fld id="{8384172F-C77B-4E13-B430-E68605E39AF2}" type="slidenum">
              <a:rPr lang="en-US" altLang="zh-CN"/>
            </a:fld>
            <a:endParaRPr lang="en-US" altLang="zh-CN"/>
          </a:p>
        </p:txBody>
      </p:sp>
      <p:sp>
        <p:nvSpPr>
          <p:cNvPr id="480258" name="Rectangle 2"/>
          <p:cNvSpPr>
            <a:spLocks noChangeArrowheads="1"/>
          </p:cNvSpPr>
          <p:nvPr/>
        </p:nvSpPr>
        <p:spPr bwMode="auto">
          <a:xfrm>
            <a:off x="684213" y="1628775"/>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anose="05000000000000000000" pitchFamily="2" charset="2"/>
              <a:buChar char="l"/>
            </a:pPr>
            <a:r>
              <a:rPr lang="zh-CN" altLang="en-US" sz="2100">
                <a:latin typeface="新宋体" panose="02010609030101010101" charset="-122"/>
                <a:ea typeface="新宋体" panose="02010609030101010101" charset="-122"/>
              </a:rPr>
              <a:t>但是经分解得到的子问题往往不是互相独立的。不同子问题的数目常常只有多项式量级。在用分治法求解时，有些子问题被重复计算了许多次。</a:t>
            </a:r>
            <a:endParaRPr lang="zh-CN" altLang="en-US" sz="2100">
              <a:latin typeface="新宋体" panose="02010609030101010101" charset="-122"/>
              <a:ea typeface="新宋体" panose="02010609030101010101" charset="-122"/>
            </a:endParaRPr>
          </a:p>
        </p:txBody>
      </p:sp>
      <p:sp>
        <p:nvSpPr>
          <p:cNvPr id="480259" name="Rectangle 3"/>
          <p:cNvSpPr>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算法总体思想</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grpSp>
        <p:nvGrpSpPr>
          <p:cNvPr id="480260" name="Group 4"/>
          <p:cNvGrpSpPr/>
          <p:nvPr/>
        </p:nvGrpSpPr>
        <p:grpSpPr bwMode="auto">
          <a:xfrm>
            <a:off x="250825" y="3214688"/>
            <a:ext cx="8893175" cy="3221037"/>
            <a:chOff x="158" y="2025"/>
            <a:chExt cx="5602" cy="2029"/>
          </a:xfrm>
        </p:grpSpPr>
        <p:sp>
          <p:nvSpPr>
            <p:cNvPr id="480261" name="Oval 5"/>
            <p:cNvSpPr>
              <a:spLocks noChangeArrowheads="1"/>
            </p:cNvSpPr>
            <p:nvPr/>
          </p:nvSpPr>
          <p:spPr bwMode="auto">
            <a:xfrm>
              <a:off x="2699" y="2205"/>
              <a:ext cx="504" cy="384"/>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t>n</a:t>
              </a:r>
              <a:endParaRPr lang="en-US" altLang="zh-CN" sz="3200"/>
            </a:p>
          </p:txBody>
        </p:sp>
        <p:cxnSp>
          <p:nvCxnSpPr>
            <p:cNvPr id="480262" name="AutoShape 6"/>
            <p:cNvCxnSpPr>
              <a:cxnSpLocks noChangeShapeType="1"/>
              <a:stCxn id="480261" idx="4"/>
            </p:cNvCxnSpPr>
            <p:nvPr/>
          </p:nvCxnSpPr>
          <p:spPr bwMode="auto">
            <a:xfrm>
              <a:off x="2951" y="2595"/>
              <a:ext cx="2281" cy="51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263" name="AutoShape 7"/>
            <p:cNvCxnSpPr>
              <a:cxnSpLocks noChangeShapeType="1"/>
              <a:stCxn id="480261" idx="4"/>
            </p:cNvCxnSpPr>
            <p:nvPr/>
          </p:nvCxnSpPr>
          <p:spPr bwMode="auto">
            <a:xfrm flipH="1">
              <a:off x="798" y="2595"/>
              <a:ext cx="2153" cy="48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264" name="AutoShape 8"/>
            <p:cNvCxnSpPr>
              <a:cxnSpLocks noChangeShapeType="1"/>
              <a:stCxn id="480261" idx="4"/>
            </p:cNvCxnSpPr>
            <p:nvPr/>
          </p:nvCxnSpPr>
          <p:spPr bwMode="auto">
            <a:xfrm flipH="1">
              <a:off x="2276" y="2595"/>
              <a:ext cx="675" cy="51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265" name="AutoShape 9"/>
            <p:cNvCxnSpPr>
              <a:cxnSpLocks noChangeShapeType="1"/>
              <a:stCxn id="480261" idx="4"/>
            </p:cNvCxnSpPr>
            <p:nvPr/>
          </p:nvCxnSpPr>
          <p:spPr bwMode="auto">
            <a:xfrm>
              <a:off x="2951" y="2595"/>
              <a:ext cx="803" cy="51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80266" name="AutoShape 10"/>
            <p:cNvSpPr>
              <a:spLocks noChangeArrowheads="1"/>
            </p:cNvSpPr>
            <p:nvPr/>
          </p:nvSpPr>
          <p:spPr bwMode="auto">
            <a:xfrm>
              <a:off x="384" y="2025"/>
              <a:ext cx="816" cy="672"/>
            </a:xfrm>
            <a:prstGeom prst="triangle">
              <a:avLst>
                <a:gd name="adj" fmla="val 50000"/>
              </a:avLst>
            </a:prstGeom>
            <a:solidFill>
              <a:schemeClr val="accent1"/>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t>T(n)</a:t>
              </a:r>
              <a:endParaRPr lang="en-US" altLang="zh-CN" sz="3200"/>
            </a:p>
          </p:txBody>
        </p:sp>
        <p:sp>
          <p:nvSpPr>
            <p:cNvPr id="480267" name="Text Box 11"/>
            <p:cNvSpPr txBox="1">
              <a:spLocks noChangeArrowheads="1"/>
            </p:cNvSpPr>
            <p:nvPr/>
          </p:nvSpPr>
          <p:spPr bwMode="auto">
            <a:xfrm>
              <a:off x="1824" y="2236"/>
              <a:ext cx="6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0" hangingPunct="0">
                <a:spcBef>
                  <a:spcPct val="50000"/>
                </a:spcBef>
              </a:pPr>
              <a:r>
                <a:rPr lang="en-US" altLang="zh-CN" sz="3200"/>
                <a:t>=</a:t>
              </a:r>
              <a:endParaRPr lang="en-US" altLang="zh-CN" sz="3200"/>
            </a:p>
          </p:txBody>
        </p:sp>
        <p:grpSp>
          <p:nvGrpSpPr>
            <p:cNvPr id="480268" name="Group 12"/>
            <p:cNvGrpSpPr/>
            <p:nvPr/>
          </p:nvGrpSpPr>
          <p:grpSpPr bwMode="auto">
            <a:xfrm>
              <a:off x="158" y="3158"/>
              <a:ext cx="1248" cy="896"/>
              <a:chOff x="96" y="1296"/>
              <a:chExt cx="1488" cy="1104"/>
            </a:xfrm>
          </p:grpSpPr>
          <p:sp>
            <p:nvSpPr>
              <p:cNvPr id="480269" name="Oval 13"/>
              <p:cNvSpPr>
                <a:spLocks noChangeArrowheads="1"/>
              </p:cNvSpPr>
              <p:nvPr/>
            </p:nvSpPr>
            <p:spPr bwMode="auto">
              <a:xfrm>
                <a:off x="624" y="1296"/>
                <a:ext cx="504" cy="384"/>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t>n/2</a:t>
                </a:r>
                <a:endParaRPr lang="en-US" altLang="zh-CN" sz="2800"/>
              </a:p>
            </p:txBody>
          </p:sp>
          <p:cxnSp>
            <p:nvCxnSpPr>
              <p:cNvPr id="480270" name="AutoShape 14"/>
              <p:cNvCxnSpPr>
                <a:cxnSpLocks noChangeShapeType="1"/>
                <a:stCxn id="480269" idx="4"/>
                <a:endCxn id="480277" idx="0"/>
              </p:cNvCxnSpPr>
              <p:nvPr/>
            </p:nvCxnSpPr>
            <p:spPr bwMode="auto">
              <a:xfrm>
                <a:off x="876" y="1686"/>
                <a:ext cx="576"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271" name="AutoShape 15"/>
              <p:cNvCxnSpPr>
                <a:cxnSpLocks noChangeShapeType="1"/>
                <a:stCxn id="480269" idx="4"/>
                <a:endCxn id="480274" idx="0"/>
              </p:cNvCxnSpPr>
              <p:nvPr/>
            </p:nvCxnSpPr>
            <p:spPr bwMode="auto">
              <a:xfrm flipH="1">
                <a:off x="228" y="1686"/>
                <a:ext cx="64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272" name="AutoShape 16"/>
              <p:cNvCxnSpPr>
                <a:cxnSpLocks noChangeShapeType="1"/>
                <a:stCxn id="480269" idx="4"/>
                <a:endCxn id="480275" idx="0"/>
              </p:cNvCxnSpPr>
              <p:nvPr/>
            </p:nvCxnSpPr>
            <p:spPr bwMode="auto">
              <a:xfrm flipH="1">
                <a:off x="636" y="1686"/>
                <a:ext cx="240"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273" name="AutoShape 17"/>
              <p:cNvCxnSpPr>
                <a:cxnSpLocks noChangeShapeType="1"/>
                <a:stCxn id="480269" idx="4"/>
                <a:endCxn id="480276" idx="0"/>
              </p:cNvCxnSpPr>
              <p:nvPr/>
            </p:nvCxnSpPr>
            <p:spPr bwMode="auto">
              <a:xfrm>
                <a:off x="876" y="1686"/>
                <a:ext cx="16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80274" name="AutoShape 18"/>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0275" name="AutoShape 19"/>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0276" name="AutoShape 20"/>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0277" name="AutoShape 21"/>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grpSp>
        <p:grpSp>
          <p:nvGrpSpPr>
            <p:cNvPr id="480278" name="Group 22"/>
            <p:cNvGrpSpPr/>
            <p:nvPr/>
          </p:nvGrpSpPr>
          <p:grpSpPr bwMode="auto">
            <a:xfrm>
              <a:off x="1655" y="3158"/>
              <a:ext cx="1248" cy="896"/>
              <a:chOff x="96" y="1296"/>
              <a:chExt cx="1488" cy="1104"/>
            </a:xfrm>
          </p:grpSpPr>
          <p:sp>
            <p:nvSpPr>
              <p:cNvPr id="480279" name="Oval 23"/>
              <p:cNvSpPr>
                <a:spLocks noChangeArrowheads="1"/>
              </p:cNvSpPr>
              <p:nvPr/>
            </p:nvSpPr>
            <p:spPr bwMode="auto">
              <a:xfrm>
                <a:off x="624" y="1296"/>
                <a:ext cx="504" cy="384"/>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t>n/2</a:t>
                </a:r>
                <a:endParaRPr lang="en-US" altLang="zh-CN" sz="2800"/>
              </a:p>
            </p:txBody>
          </p:sp>
          <p:cxnSp>
            <p:nvCxnSpPr>
              <p:cNvPr id="480280" name="AutoShape 24"/>
              <p:cNvCxnSpPr>
                <a:cxnSpLocks noChangeShapeType="1"/>
                <a:stCxn id="480279" idx="4"/>
                <a:endCxn id="480287" idx="0"/>
              </p:cNvCxnSpPr>
              <p:nvPr/>
            </p:nvCxnSpPr>
            <p:spPr bwMode="auto">
              <a:xfrm>
                <a:off x="876" y="1686"/>
                <a:ext cx="576"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281" name="AutoShape 25"/>
              <p:cNvCxnSpPr>
                <a:cxnSpLocks noChangeShapeType="1"/>
                <a:stCxn id="480279" idx="4"/>
                <a:endCxn id="480284" idx="0"/>
              </p:cNvCxnSpPr>
              <p:nvPr/>
            </p:nvCxnSpPr>
            <p:spPr bwMode="auto">
              <a:xfrm flipH="1">
                <a:off x="228" y="1686"/>
                <a:ext cx="64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282" name="AutoShape 26"/>
              <p:cNvCxnSpPr>
                <a:cxnSpLocks noChangeShapeType="1"/>
                <a:stCxn id="480279" idx="4"/>
                <a:endCxn id="480285" idx="0"/>
              </p:cNvCxnSpPr>
              <p:nvPr/>
            </p:nvCxnSpPr>
            <p:spPr bwMode="auto">
              <a:xfrm flipH="1">
                <a:off x="636" y="1686"/>
                <a:ext cx="240"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283" name="AutoShape 27"/>
              <p:cNvCxnSpPr>
                <a:cxnSpLocks noChangeShapeType="1"/>
                <a:stCxn id="480279" idx="4"/>
                <a:endCxn id="480286" idx="0"/>
              </p:cNvCxnSpPr>
              <p:nvPr/>
            </p:nvCxnSpPr>
            <p:spPr bwMode="auto">
              <a:xfrm>
                <a:off x="876" y="1686"/>
                <a:ext cx="16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80284" name="AutoShape 28"/>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0285" name="AutoShape 29"/>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0286" name="AutoShape 30"/>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0287" name="AutoShape 31"/>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grpSp>
        <p:grpSp>
          <p:nvGrpSpPr>
            <p:cNvPr id="480288" name="Group 32"/>
            <p:cNvGrpSpPr/>
            <p:nvPr/>
          </p:nvGrpSpPr>
          <p:grpSpPr bwMode="auto">
            <a:xfrm>
              <a:off x="3107" y="3158"/>
              <a:ext cx="1248" cy="896"/>
              <a:chOff x="96" y="1296"/>
              <a:chExt cx="1488" cy="1104"/>
            </a:xfrm>
          </p:grpSpPr>
          <p:sp>
            <p:nvSpPr>
              <p:cNvPr id="480289" name="Oval 33"/>
              <p:cNvSpPr>
                <a:spLocks noChangeArrowheads="1"/>
              </p:cNvSpPr>
              <p:nvPr/>
            </p:nvSpPr>
            <p:spPr bwMode="auto">
              <a:xfrm>
                <a:off x="624" y="1296"/>
                <a:ext cx="504" cy="384"/>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t>n/2</a:t>
                </a:r>
                <a:endParaRPr lang="en-US" altLang="zh-CN" sz="2800"/>
              </a:p>
            </p:txBody>
          </p:sp>
          <p:cxnSp>
            <p:nvCxnSpPr>
              <p:cNvPr id="480290" name="AutoShape 34"/>
              <p:cNvCxnSpPr>
                <a:cxnSpLocks noChangeShapeType="1"/>
                <a:stCxn id="480289" idx="4"/>
                <a:endCxn id="480297" idx="0"/>
              </p:cNvCxnSpPr>
              <p:nvPr/>
            </p:nvCxnSpPr>
            <p:spPr bwMode="auto">
              <a:xfrm>
                <a:off x="876" y="1686"/>
                <a:ext cx="576"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291" name="AutoShape 35"/>
              <p:cNvCxnSpPr>
                <a:cxnSpLocks noChangeShapeType="1"/>
                <a:stCxn id="480289" idx="4"/>
                <a:endCxn id="480294" idx="0"/>
              </p:cNvCxnSpPr>
              <p:nvPr/>
            </p:nvCxnSpPr>
            <p:spPr bwMode="auto">
              <a:xfrm flipH="1">
                <a:off x="228" y="1686"/>
                <a:ext cx="64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292" name="AutoShape 36"/>
              <p:cNvCxnSpPr>
                <a:cxnSpLocks noChangeShapeType="1"/>
                <a:stCxn id="480289" idx="4"/>
                <a:endCxn id="480295" idx="0"/>
              </p:cNvCxnSpPr>
              <p:nvPr/>
            </p:nvCxnSpPr>
            <p:spPr bwMode="auto">
              <a:xfrm flipH="1">
                <a:off x="636" y="1686"/>
                <a:ext cx="240"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293" name="AutoShape 37"/>
              <p:cNvCxnSpPr>
                <a:cxnSpLocks noChangeShapeType="1"/>
                <a:stCxn id="480289" idx="4"/>
                <a:endCxn id="480296" idx="0"/>
              </p:cNvCxnSpPr>
              <p:nvPr/>
            </p:nvCxnSpPr>
            <p:spPr bwMode="auto">
              <a:xfrm>
                <a:off x="876" y="1686"/>
                <a:ext cx="16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80294" name="AutoShape 38"/>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0295" name="AutoShape 39"/>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0296" name="AutoShape 40"/>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0297" name="AutoShape 41"/>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grpSp>
        <p:grpSp>
          <p:nvGrpSpPr>
            <p:cNvPr id="480298" name="Group 42"/>
            <p:cNvGrpSpPr/>
            <p:nvPr/>
          </p:nvGrpSpPr>
          <p:grpSpPr bwMode="auto">
            <a:xfrm>
              <a:off x="4512" y="3158"/>
              <a:ext cx="1248" cy="896"/>
              <a:chOff x="96" y="1296"/>
              <a:chExt cx="1488" cy="1104"/>
            </a:xfrm>
          </p:grpSpPr>
          <p:sp>
            <p:nvSpPr>
              <p:cNvPr id="480299" name="Oval 43"/>
              <p:cNvSpPr>
                <a:spLocks noChangeArrowheads="1"/>
              </p:cNvSpPr>
              <p:nvPr/>
            </p:nvSpPr>
            <p:spPr bwMode="auto">
              <a:xfrm>
                <a:off x="624" y="1296"/>
                <a:ext cx="504" cy="384"/>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t>n/2</a:t>
                </a:r>
                <a:endParaRPr lang="en-US" altLang="zh-CN" sz="2800"/>
              </a:p>
            </p:txBody>
          </p:sp>
          <p:cxnSp>
            <p:nvCxnSpPr>
              <p:cNvPr id="480300" name="AutoShape 44"/>
              <p:cNvCxnSpPr>
                <a:cxnSpLocks noChangeShapeType="1"/>
                <a:stCxn id="480299" idx="4"/>
                <a:endCxn id="480307" idx="0"/>
              </p:cNvCxnSpPr>
              <p:nvPr/>
            </p:nvCxnSpPr>
            <p:spPr bwMode="auto">
              <a:xfrm>
                <a:off x="876" y="1686"/>
                <a:ext cx="576"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301" name="AutoShape 45"/>
              <p:cNvCxnSpPr>
                <a:cxnSpLocks noChangeShapeType="1"/>
                <a:stCxn id="480299" idx="4"/>
                <a:endCxn id="480304" idx="0"/>
              </p:cNvCxnSpPr>
              <p:nvPr/>
            </p:nvCxnSpPr>
            <p:spPr bwMode="auto">
              <a:xfrm flipH="1">
                <a:off x="228" y="1686"/>
                <a:ext cx="64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302" name="AutoShape 46"/>
              <p:cNvCxnSpPr>
                <a:cxnSpLocks noChangeShapeType="1"/>
                <a:stCxn id="480299" idx="4"/>
                <a:endCxn id="480305" idx="0"/>
              </p:cNvCxnSpPr>
              <p:nvPr/>
            </p:nvCxnSpPr>
            <p:spPr bwMode="auto">
              <a:xfrm flipH="1">
                <a:off x="636" y="1686"/>
                <a:ext cx="240"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0303" name="AutoShape 47"/>
              <p:cNvCxnSpPr>
                <a:cxnSpLocks noChangeShapeType="1"/>
                <a:stCxn id="480299" idx="4"/>
                <a:endCxn id="480306" idx="0"/>
              </p:cNvCxnSpPr>
              <p:nvPr/>
            </p:nvCxnSpPr>
            <p:spPr bwMode="auto">
              <a:xfrm>
                <a:off x="876" y="1686"/>
                <a:ext cx="168" cy="500"/>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80304" name="AutoShape 48"/>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0305" name="AutoShape 49"/>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0306" name="AutoShape 50"/>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0307" name="AutoShape 51"/>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gr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3"/>
          <p:cNvSpPr>
            <a:spLocks noGrp="1"/>
          </p:cNvSpPr>
          <p:nvPr>
            <p:ph type="sldNum" sz="quarter" idx="12"/>
          </p:nvPr>
        </p:nvSpPr>
        <p:spPr/>
        <p:txBody>
          <a:bodyPr/>
          <a:lstStyle/>
          <a:p>
            <a:fld id="{A492DAE6-3131-4693-A520-9AC92ABCF26F}" type="slidenum">
              <a:rPr lang="en-US" altLang="zh-CN"/>
            </a:fld>
            <a:endParaRPr lang="en-US" altLang="zh-CN"/>
          </a:p>
        </p:txBody>
      </p:sp>
      <p:sp>
        <p:nvSpPr>
          <p:cNvPr id="481282" name="Rectangle 2"/>
          <p:cNvSpPr>
            <a:spLocks noChangeArrowheads="1"/>
          </p:cNvSpPr>
          <p:nvPr/>
        </p:nvSpPr>
        <p:spPr bwMode="auto">
          <a:xfrm>
            <a:off x="684213" y="1628775"/>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anose="05000000000000000000" pitchFamily="2" charset="2"/>
              <a:buChar char="l"/>
            </a:pPr>
            <a:r>
              <a:rPr lang="zh-CN" altLang="en-US" sz="2100">
                <a:latin typeface="新宋体" panose="02010609030101010101" charset="-122"/>
                <a:ea typeface="新宋体" panose="02010609030101010101" charset="-122"/>
              </a:rPr>
              <a:t>保存已解决的子问题的答案，而在需要时再找出已求得的答案，就可以避免大量重复计算，从而得到多项式时间算法。</a:t>
            </a:r>
            <a:endParaRPr lang="zh-CN" altLang="en-US" sz="2100">
              <a:latin typeface="新宋体" panose="02010609030101010101" charset="-122"/>
              <a:ea typeface="新宋体" panose="02010609030101010101" charset="-122"/>
            </a:endParaRPr>
          </a:p>
          <a:p>
            <a:pPr marL="342900" indent="-342900">
              <a:spcBef>
                <a:spcPct val="20000"/>
              </a:spcBef>
              <a:buClr>
                <a:schemeClr val="tx2"/>
              </a:buClr>
              <a:buSzPct val="70000"/>
              <a:buFont typeface="Wingdings" panose="05000000000000000000" pitchFamily="2" charset="2"/>
              <a:buChar char="l"/>
            </a:pPr>
            <a:r>
              <a:rPr lang="zh-CN" altLang="en-US" sz="2100">
                <a:latin typeface="新宋体" panose="02010609030101010101" charset="-122"/>
                <a:ea typeface="新宋体" panose="02010609030101010101" charset="-122"/>
              </a:rPr>
              <a:t>动态规划法用一个表来记录所有已解决的子问题的答案。具体的动态规划算法尽管多种多样，但它们具有相同的填表方式。</a:t>
            </a:r>
            <a:endParaRPr lang="zh-CN" altLang="en-US" sz="2100">
              <a:latin typeface="新宋体" panose="02010609030101010101" charset="-122"/>
              <a:ea typeface="新宋体" panose="02010609030101010101" charset="-122"/>
            </a:endParaRPr>
          </a:p>
        </p:txBody>
      </p:sp>
      <p:sp>
        <p:nvSpPr>
          <p:cNvPr id="481283" name="Rectangle 3"/>
          <p:cNvSpPr>
            <a:spLocks noChangeArrowheads="1"/>
          </p:cNvSpPr>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900" b="1">
                <a:solidFill>
                  <a:schemeClr val="tx2"/>
                </a:solidFill>
                <a:effectLst>
                  <a:outerShdw blurRad="38100" dist="38100" dir="2700000" algn="tl">
                    <a:srgbClr val="C0C0C0"/>
                  </a:outerShdw>
                </a:effectLst>
                <a:ea typeface="黑体" panose="02010609060101010101" pitchFamily="49" charset="-122"/>
              </a:rPr>
              <a:t>算法总体思想</a:t>
            </a:r>
            <a:endParaRPr lang="zh-CN" altLang="en-US" sz="3900" b="1">
              <a:solidFill>
                <a:schemeClr val="tx2"/>
              </a:solidFill>
              <a:effectLst>
                <a:outerShdw blurRad="38100" dist="38100" dir="2700000" algn="tl">
                  <a:srgbClr val="C0C0C0"/>
                </a:outerShdw>
              </a:effectLst>
              <a:ea typeface="黑体" panose="02010609060101010101" pitchFamily="49" charset="-122"/>
            </a:endParaRPr>
          </a:p>
        </p:txBody>
      </p:sp>
      <p:grpSp>
        <p:nvGrpSpPr>
          <p:cNvPr id="481284" name="Group 4"/>
          <p:cNvGrpSpPr/>
          <p:nvPr/>
        </p:nvGrpSpPr>
        <p:grpSpPr bwMode="auto">
          <a:xfrm>
            <a:off x="827088" y="3498850"/>
            <a:ext cx="7983537" cy="2935288"/>
            <a:chOff x="521" y="2204"/>
            <a:chExt cx="5029" cy="1849"/>
          </a:xfrm>
        </p:grpSpPr>
        <p:sp>
          <p:nvSpPr>
            <p:cNvPr id="481285" name="Oval 5"/>
            <p:cNvSpPr>
              <a:spLocks noChangeArrowheads="1"/>
            </p:cNvSpPr>
            <p:nvPr/>
          </p:nvSpPr>
          <p:spPr bwMode="auto">
            <a:xfrm>
              <a:off x="2699" y="2204"/>
              <a:ext cx="504" cy="384"/>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t>n</a:t>
              </a:r>
              <a:endParaRPr lang="en-US" altLang="zh-CN" sz="3200"/>
            </a:p>
          </p:txBody>
        </p:sp>
        <p:cxnSp>
          <p:nvCxnSpPr>
            <p:cNvPr id="481286" name="AutoShape 6"/>
            <p:cNvCxnSpPr>
              <a:cxnSpLocks noChangeShapeType="1"/>
              <a:stCxn id="481285" idx="4"/>
              <a:endCxn id="481312" idx="0"/>
            </p:cNvCxnSpPr>
            <p:nvPr/>
          </p:nvCxnSpPr>
          <p:spPr bwMode="auto">
            <a:xfrm>
              <a:off x="2951" y="2594"/>
              <a:ext cx="2216" cy="557"/>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287" name="AutoShape 7"/>
            <p:cNvCxnSpPr>
              <a:cxnSpLocks noChangeShapeType="1"/>
              <a:stCxn id="481285" idx="4"/>
              <a:endCxn id="481291" idx="0"/>
            </p:cNvCxnSpPr>
            <p:nvPr/>
          </p:nvCxnSpPr>
          <p:spPr bwMode="auto">
            <a:xfrm flipH="1">
              <a:off x="1051" y="2594"/>
              <a:ext cx="1900" cy="558"/>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288" name="AutoShape 8"/>
            <p:cNvCxnSpPr>
              <a:cxnSpLocks noChangeShapeType="1"/>
              <a:stCxn id="481285" idx="4"/>
              <a:endCxn id="481300" idx="0"/>
            </p:cNvCxnSpPr>
            <p:nvPr/>
          </p:nvCxnSpPr>
          <p:spPr bwMode="auto">
            <a:xfrm flipH="1">
              <a:off x="2774" y="2594"/>
              <a:ext cx="177" cy="558"/>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289" name="AutoShape 9"/>
            <p:cNvCxnSpPr>
              <a:cxnSpLocks noChangeShapeType="1"/>
              <a:stCxn id="481285" idx="4"/>
              <a:endCxn id="481305" idx="0"/>
            </p:cNvCxnSpPr>
            <p:nvPr/>
          </p:nvCxnSpPr>
          <p:spPr bwMode="auto">
            <a:xfrm>
              <a:off x="2951" y="2594"/>
              <a:ext cx="811" cy="557"/>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81290" name="Text Box 10"/>
            <p:cNvSpPr txBox="1">
              <a:spLocks noChangeArrowheads="1"/>
            </p:cNvSpPr>
            <p:nvPr/>
          </p:nvSpPr>
          <p:spPr bwMode="auto">
            <a:xfrm>
              <a:off x="1824" y="2235"/>
              <a:ext cx="6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0" hangingPunct="0">
                <a:spcBef>
                  <a:spcPct val="50000"/>
                </a:spcBef>
              </a:pPr>
              <a:r>
                <a:rPr lang="en-US" altLang="zh-CN" sz="3200"/>
                <a:t>=</a:t>
              </a:r>
              <a:endParaRPr lang="en-US" altLang="zh-CN" sz="3200"/>
            </a:p>
          </p:txBody>
        </p:sp>
        <p:sp>
          <p:nvSpPr>
            <p:cNvPr id="481291" name="Oval 11"/>
            <p:cNvSpPr>
              <a:spLocks noChangeArrowheads="1"/>
            </p:cNvSpPr>
            <p:nvPr/>
          </p:nvSpPr>
          <p:spPr bwMode="auto">
            <a:xfrm>
              <a:off x="839" y="3158"/>
              <a:ext cx="423" cy="312"/>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t>n/2</a:t>
              </a:r>
              <a:endParaRPr lang="en-US" altLang="zh-CN" sz="2800"/>
            </a:p>
          </p:txBody>
        </p:sp>
        <p:cxnSp>
          <p:nvCxnSpPr>
            <p:cNvPr id="481292" name="AutoShape 12"/>
            <p:cNvCxnSpPr>
              <a:cxnSpLocks noChangeShapeType="1"/>
              <a:stCxn id="481291" idx="4"/>
              <a:endCxn id="481299" idx="0"/>
            </p:cNvCxnSpPr>
            <p:nvPr/>
          </p:nvCxnSpPr>
          <p:spPr bwMode="auto">
            <a:xfrm>
              <a:off x="1051" y="3476"/>
              <a:ext cx="1305" cy="40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293" name="AutoShape 13"/>
            <p:cNvCxnSpPr>
              <a:cxnSpLocks noChangeShapeType="1"/>
              <a:stCxn id="481291" idx="4"/>
              <a:endCxn id="481296" idx="0"/>
            </p:cNvCxnSpPr>
            <p:nvPr/>
          </p:nvCxnSpPr>
          <p:spPr bwMode="auto">
            <a:xfrm flipH="1">
              <a:off x="632" y="3476"/>
              <a:ext cx="419" cy="40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294" name="AutoShape 14"/>
            <p:cNvCxnSpPr>
              <a:cxnSpLocks noChangeShapeType="1"/>
              <a:stCxn id="481291" idx="4"/>
              <a:endCxn id="481297" idx="0"/>
            </p:cNvCxnSpPr>
            <p:nvPr/>
          </p:nvCxnSpPr>
          <p:spPr bwMode="auto">
            <a:xfrm>
              <a:off x="1051" y="3476"/>
              <a:ext cx="126" cy="40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295" name="AutoShape 15"/>
            <p:cNvCxnSpPr>
              <a:cxnSpLocks noChangeShapeType="1"/>
              <a:stCxn id="481291" idx="4"/>
              <a:endCxn id="481298" idx="0"/>
            </p:cNvCxnSpPr>
            <p:nvPr/>
          </p:nvCxnSpPr>
          <p:spPr bwMode="auto">
            <a:xfrm>
              <a:off x="1051" y="3476"/>
              <a:ext cx="806" cy="40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81296" name="AutoShape 16"/>
            <p:cNvSpPr>
              <a:spLocks noChangeArrowheads="1"/>
            </p:cNvSpPr>
            <p:nvPr/>
          </p:nvSpPr>
          <p:spPr bwMode="auto">
            <a:xfrm>
              <a:off x="521" y="3884"/>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1297" name="AutoShape 17"/>
            <p:cNvSpPr>
              <a:spLocks noChangeArrowheads="1"/>
            </p:cNvSpPr>
            <p:nvPr/>
          </p:nvSpPr>
          <p:spPr bwMode="auto">
            <a:xfrm>
              <a:off x="1066" y="3884"/>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1298" name="AutoShape 18"/>
            <p:cNvSpPr>
              <a:spLocks noChangeArrowheads="1"/>
            </p:cNvSpPr>
            <p:nvPr/>
          </p:nvSpPr>
          <p:spPr bwMode="auto">
            <a:xfrm>
              <a:off x="1746" y="3884"/>
              <a:ext cx="222" cy="169"/>
            </a:xfrm>
            <a:prstGeom prst="triangle">
              <a:avLst>
                <a:gd name="adj" fmla="val 50000"/>
              </a:avLst>
            </a:prstGeom>
            <a:solidFill>
              <a:srgbClr val="FF0000"/>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1299" name="AutoShape 19"/>
            <p:cNvSpPr>
              <a:spLocks noChangeArrowheads="1"/>
            </p:cNvSpPr>
            <p:nvPr/>
          </p:nvSpPr>
          <p:spPr bwMode="auto">
            <a:xfrm>
              <a:off x="2245" y="3884"/>
              <a:ext cx="221" cy="169"/>
            </a:xfrm>
            <a:prstGeom prst="triangle">
              <a:avLst>
                <a:gd name="adj" fmla="val 50000"/>
              </a:avLst>
            </a:prstGeom>
            <a:solidFill>
              <a:srgbClr val="FF0000"/>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1300" name="Oval 20"/>
            <p:cNvSpPr>
              <a:spLocks noChangeArrowheads="1"/>
            </p:cNvSpPr>
            <p:nvPr/>
          </p:nvSpPr>
          <p:spPr bwMode="auto">
            <a:xfrm>
              <a:off x="2562" y="3158"/>
              <a:ext cx="423" cy="312"/>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t>n/2</a:t>
              </a:r>
              <a:endParaRPr lang="en-US" altLang="zh-CN" sz="2800"/>
            </a:p>
          </p:txBody>
        </p:sp>
        <p:cxnSp>
          <p:nvCxnSpPr>
            <p:cNvPr id="481301" name="AutoShape 21"/>
            <p:cNvCxnSpPr>
              <a:cxnSpLocks noChangeShapeType="1"/>
              <a:stCxn id="481300" idx="4"/>
            </p:cNvCxnSpPr>
            <p:nvPr/>
          </p:nvCxnSpPr>
          <p:spPr bwMode="auto">
            <a:xfrm>
              <a:off x="2774" y="3476"/>
              <a:ext cx="483" cy="405"/>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302" name="AutoShape 22"/>
            <p:cNvCxnSpPr>
              <a:cxnSpLocks noChangeShapeType="1"/>
              <a:stCxn id="481300" idx="4"/>
              <a:endCxn id="481298" idx="0"/>
            </p:cNvCxnSpPr>
            <p:nvPr/>
          </p:nvCxnSpPr>
          <p:spPr bwMode="auto">
            <a:xfrm flipH="1">
              <a:off x="1857" y="3476"/>
              <a:ext cx="917" cy="40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303" name="AutoShape 23"/>
            <p:cNvCxnSpPr>
              <a:cxnSpLocks noChangeShapeType="1"/>
              <a:stCxn id="481300" idx="4"/>
              <a:endCxn id="481299" idx="0"/>
            </p:cNvCxnSpPr>
            <p:nvPr/>
          </p:nvCxnSpPr>
          <p:spPr bwMode="auto">
            <a:xfrm flipH="1">
              <a:off x="2356" y="3476"/>
              <a:ext cx="418" cy="40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304" name="AutoShape 24"/>
            <p:cNvCxnSpPr>
              <a:cxnSpLocks noChangeShapeType="1"/>
              <a:stCxn id="481300" idx="4"/>
              <a:endCxn id="481320" idx="0"/>
            </p:cNvCxnSpPr>
            <p:nvPr/>
          </p:nvCxnSpPr>
          <p:spPr bwMode="auto">
            <a:xfrm>
              <a:off x="2774" y="3476"/>
              <a:ext cx="81" cy="402"/>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81305" name="Oval 25"/>
            <p:cNvSpPr>
              <a:spLocks noChangeArrowheads="1"/>
            </p:cNvSpPr>
            <p:nvPr/>
          </p:nvSpPr>
          <p:spPr bwMode="auto">
            <a:xfrm>
              <a:off x="3550" y="3157"/>
              <a:ext cx="423" cy="312"/>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t>n/2</a:t>
              </a:r>
              <a:endParaRPr lang="en-US" altLang="zh-CN" sz="2800"/>
            </a:p>
          </p:txBody>
        </p:sp>
        <p:cxnSp>
          <p:nvCxnSpPr>
            <p:cNvPr id="481306" name="AutoShape 26"/>
            <p:cNvCxnSpPr>
              <a:cxnSpLocks noChangeShapeType="1"/>
              <a:stCxn id="481305" idx="4"/>
              <a:endCxn id="481317" idx="0"/>
            </p:cNvCxnSpPr>
            <p:nvPr/>
          </p:nvCxnSpPr>
          <p:spPr bwMode="auto">
            <a:xfrm>
              <a:off x="3762" y="3475"/>
              <a:ext cx="635" cy="403"/>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307" name="AutoShape 27"/>
            <p:cNvCxnSpPr>
              <a:cxnSpLocks noChangeShapeType="1"/>
              <a:stCxn id="481305" idx="4"/>
            </p:cNvCxnSpPr>
            <p:nvPr/>
          </p:nvCxnSpPr>
          <p:spPr bwMode="auto">
            <a:xfrm flipH="1">
              <a:off x="3218" y="3474"/>
              <a:ext cx="543" cy="405"/>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308" name="AutoShape 28"/>
            <p:cNvCxnSpPr>
              <a:cxnSpLocks noChangeShapeType="1"/>
              <a:stCxn id="481305" idx="4"/>
              <a:endCxn id="481310" idx="0"/>
            </p:cNvCxnSpPr>
            <p:nvPr/>
          </p:nvCxnSpPr>
          <p:spPr bwMode="auto">
            <a:xfrm flipH="1">
              <a:off x="3671" y="3475"/>
              <a:ext cx="91" cy="403"/>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309" name="AutoShape 29"/>
            <p:cNvCxnSpPr>
              <a:cxnSpLocks noChangeShapeType="1"/>
              <a:stCxn id="481305" idx="4"/>
              <a:endCxn id="481311" idx="0"/>
            </p:cNvCxnSpPr>
            <p:nvPr/>
          </p:nvCxnSpPr>
          <p:spPr bwMode="auto">
            <a:xfrm>
              <a:off x="3762" y="3475"/>
              <a:ext cx="272" cy="403"/>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81310" name="AutoShape 30"/>
            <p:cNvSpPr>
              <a:spLocks noChangeArrowheads="1"/>
            </p:cNvSpPr>
            <p:nvPr/>
          </p:nvSpPr>
          <p:spPr bwMode="auto">
            <a:xfrm>
              <a:off x="3560" y="3884"/>
              <a:ext cx="222" cy="169"/>
            </a:xfrm>
            <a:prstGeom prst="triangle">
              <a:avLst>
                <a:gd name="adj" fmla="val 50000"/>
              </a:avLst>
            </a:prstGeom>
            <a:solidFill>
              <a:srgbClr val="FF0000"/>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1311" name="AutoShape 31"/>
            <p:cNvSpPr>
              <a:spLocks noChangeArrowheads="1"/>
            </p:cNvSpPr>
            <p:nvPr/>
          </p:nvSpPr>
          <p:spPr bwMode="auto">
            <a:xfrm>
              <a:off x="3923" y="3884"/>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1312" name="Oval 32"/>
            <p:cNvSpPr>
              <a:spLocks noChangeArrowheads="1"/>
            </p:cNvSpPr>
            <p:nvPr/>
          </p:nvSpPr>
          <p:spPr bwMode="auto">
            <a:xfrm>
              <a:off x="4955" y="3157"/>
              <a:ext cx="423" cy="312"/>
            </a:xfrm>
            <a:prstGeom prst="ellipse">
              <a:avLst/>
            </a:prstGeom>
            <a:solidFill>
              <a:schemeClr val="accent1"/>
            </a:solidFill>
            <a:ln w="19050">
              <a:solidFill>
                <a:schemeClr val="accent2"/>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2800"/>
                <a:t>n/2</a:t>
              </a:r>
              <a:endParaRPr lang="en-US" altLang="zh-CN" sz="2800"/>
            </a:p>
          </p:txBody>
        </p:sp>
        <p:cxnSp>
          <p:nvCxnSpPr>
            <p:cNvPr id="481313" name="AutoShape 33"/>
            <p:cNvCxnSpPr>
              <a:cxnSpLocks noChangeShapeType="1"/>
              <a:stCxn id="481312" idx="4"/>
              <a:endCxn id="481319" idx="0"/>
            </p:cNvCxnSpPr>
            <p:nvPr/>
          </p:nvCxnSpPr>
          <p:spPr bwMode="auto">
            <a:xfrm>
              <a:off x="5167" y="3475"/>
              <a:ext cx="273" cy="403"/>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314" name="AutoShape 34"/>
            <p:cNvCxnSpPr>
              <a:cxnSpLocks noChangeShapeType="1"/>
              <a:stCxn id="481312" idx="4"/>
              <a:endCxn id="481317" idx="0"/>
            </p:cNvCxnSpPr>
            <p:nvPr/>
          </p:nvCxnSpPr>
          <p:spPr bwMode="auto">
            <a:xfrm flipH="1">
              <a:off x="4397" y="3475"/>
              <a:ext cx="770" cy="403"/>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315" name="AutoShape 35"/>
            <p:cNvCxnSpPr>
              <a:cxnSpLocks noChangeShapeType="1"/>
              <a:stCxn id="481312" idx="4"/>
              <a:endCxn id="481318" idx="0"/>
            </p:cNvCxnSpPr>
            <p:nvPr/>
          </p:nvCxnSpPr>
          <p:spPr bwMode="auto">
            <a:xfrm flipH="1">
              <a:off x="4851" y="3475"/>
              <a:ext cx="316" cy="403"/>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1316" name="AutoShape 36"/>
            <p:cNvCxnSpPr>
              <a:cxnSpLocks noChangeShapeType="1"/>
              <a:stCxn id="481312" idx="4"/>
              <a:endCxn id="481310" idx="0"/>
            </p:cNvCxnSpPr>
            <p:nvPr/>
          </p:nvCxnSpPr>
          <p:spPr bwMode="auto">
            <a:xfrm flipH="1">
              <a:off x="3671" y="3475"/>
              <a:ext cx="1496" cy="403"/>
            </a:xfrm>
            <a:prstGeom prst="straightConnector1">
              <a:avLst/>
            </a:prstGeom>
            <a:noFill/>
            <a:ln w="1905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81317" name="AutoShape 37"/>
            <p:cNvSpPr>
              <a:spLocks noChangeArrowheads="1"/>
            </p:cNvSpPr>
            <p:nvPr/>
          </p:nvSpPr>
          <p:spPr bwMode="auto">
            <a:xfrm>
              <a:off x="4286" y="3884"/>
              <a:ext cx="221" cy="169"/>
            </a:xfrm>
            <a:prstGeom prst="triangle">
              <a:avLst>
                <a:gd name="adj" fmla="val 50000"/>
              </a:avLst>
            </a:prstGeom>
            <a:solidFill>
              <a:srgbClr val="FF0000"/>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1318" name="AutoShape 38"/>
            <p:cNvSpPr>
              <a:spLocks noChangeArrowheads="1"/>
            </p:cNvSpPr>
            <p:nvPr/>
          </p:nvSpPr>
          <p:spPr bwMode="auto">
            <a:xfrm>
              <a:off x="4740" y="3884"/>
              <a:ext cx="222"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1319" name="AutoShape 39"/>
            <p:cNvSpPr>
              <a:spLocks noChangeArrowheads="1"/>
            </p:cNvSpPr>
            <p:nvPr/>
          </p:nvSpPr>
          <p:spPr bwMode="auto">
            <a:xfrm>
              <a:off x="5329" y="3884"/>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1320" name="AutoShape 40"/>
            <p:cNvSpPr>
              <a:spLocks noChangeArrowheads="1"/>
            </p:cNvSpPr>
            <p:nvPr/>
          </p:nvSpPr>
          <p:spPr bwMode="auto">
            <a:xfrm>
              <a:off x="2744" y="3884"/>
              <a:ext cx="221" cy="169"/>
            </a:xfrm>
            <a:prstGeom prst="triangle">
              <a:avLst>
                <a:gd name="adj" fmla="val 50000"/>
              </a:avLst>
            </a:prstGeom>
            <a:solidFill>
              <a:schemeClr val="accent1"/>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sp>
          <p:nvSpPr>
            <p:cNvPr id="481321" name="AutoShape 41"/>
            <p:cNvSpPr>
              <a:spLocks noChangeArrowheads="1"/>
            </p:cNvSpPr>
            <p:nvPr/>
          </p:nvSpPr>
          <p:spPr bwMode="auto">
            <a:xfrm>
              <a:off x="3152" y="3884"/>
              <a:ext cx="221" cy="169"/>
            </a:xfrm>
            <a:prstGeom prst="triangle">
              <a:avLst>
                <a:gd name="adj" fmla="val 50000"/>
              </a:avLst>
            </a:prstGeom>
            <a:solidFill>
              <a:srgbClr val="FF0000"/>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1600" b="1"/>
                <a:t>T(n/4)</a:t>
              </a:r>
              <a:endParaRPr lang="en-US" altLang="zh-CN" sz="1600" b="1"/>
            </a:p>
          </p:txBody>
        </p:sp>
      </p:grpSp>
      <p:sp>
        <p:nvSpPr>
          <p:cNvPr id="481322" name="AutoShape 42"/>
          <p:cNvSpPr>
            <a:spLocks noChangeArrowheads="1"/>
          </p:cNvSpPr>
          <p:nvPr/>
        </p:nvSpPr>
        <p:spPr bwMode="auto">
          <a:xfrm>
            <a:off x="609600" y="3213100"/>
            <a:ext cx="1295400" cy="1066800"/>
          </a:xfrm>
          <a:prstGeom prst="triangle">
            <a:avLst>
              <a:gd name="adj" fmla="val 50000"/>
            </a:avLst>
          </a:prstGeom>
          <a:solidFill>
            <a:schemeClr val="accent1"/>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hangingPunct="0"/>
            <a:r>
              <a:rPr lang="en-US" altLang="zh-CN" sz="3200"/>
              <a:t>T(n)</a:t>
            </a:r>
            <a:endParaRPr lang="en-US" altLang="zh-CN" sz="320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D460D3B4-6355-4A4D-996B-CE66D184FD0F}" type="slidenum">
              <a:rPr lang="en-US" altLang="zh-CN"/>
            </a:fld>
            <a:endParaRPr lang="en-US" altLang="zh-CN"/>
          </a:p>
        </p:txBody>
      </p:sp>
      <p:sp>
        <p:nvSpPr>
          <p:cNvPr id="482306" name="Rectangle 2"/>
          <p:cNvSpPr>
            <a:spLocks noGrp="1" noChangeArrowheads="1"/>
          </p:cNvSpPr>
          <p:nvPr>
            <p:ph type="title"/>
          </p:nvPr>
        </p:nvSpPr>
        <p:spPr/>
        <p:txBody>
          <a:bodyPr/>
          <a:lstStyle/>
          <a:p>
            <a:r>
              <a:rPr lang="zh-CN" altLang="en-US">
                <a:effectLst>
                  <a:outerShdw blurRad="38100" dist="38100" dir="2700000" algn="tl">
                    <a:srgbClr val="C0C0C0"/>
                  </a:outerShdw>
                </a:effectLst>
                <a:ea typeface="黑体" panose="02010609060101010101" pitchFamily="49" charset="-122"/>
              </a:rPr>
              <a:t>回顾分治法</a:t>
            </a:r>
            <a:endParaRPr lang="zh-CN" altLang="en-US">
              <a:effectLst>
                <a:outerShdw blurRad="38100" dist="38100" dir="2700000" algn="tl">
                  <a:srgbClr val="C0C0C0"/>
                </a:outerShdw>
              </a:effectLst>
              <a:ea typeface="黑体" panose="02010609060101010101" pitchFamily="49" charset="-122"/>
            </a:endParaRPr>
          </a:p>
        </p:txBody>
      </p:sp>
      <p:sp>
        <p:nvSpPr>
          <p:cNvPr id="482307" name="Rectangle 3"/>
          <p:cNvSpPr>
            <a:spLocks noGrp="1" noChangeArrowheads="1"/>
          </p:cNvSpPr>
          <p:nvPr>
            <p:ph type="body" idx="1"/>
          </p:nvPr>
        </p:nvSpPr>
        <p:spPr>
          <a:xfrm>
            <a:off x="682625" y="1746250"/>
            <a:ext cx="7772400" cy="3435350"/>
          </a:xfrm>
        </p:spPr>
        <p:txBody>
          <a:bodyPr/>
          <a:lstStyle/>
          <a:p>
            <a:pPr>
              <a:buFont typeface="Wingdings" panose="05000000000000000000" pitchFamily="2" charset="2"/>
              <a:buNone/>
            </a:pPr>
            <a:r>
              <a:rPr lang="zh-CN" altLang="en-US" sz="2100" b="1">
                <a:effectLst>
                  <a:outerShdw blurRad="38100" dist="38100" dir="2700000" algn="tl">
                    <a:srgbClr val="C0C0C0"/>
                  </a:outerShdw>
                </a:effectLst>
                <a:ea typeface="黑体" panose="02010609060101010101" pitchFamily="49" charset="-122"/>
              </a:rPr>
              <a:t>分治法所能解决的问题一般具有以下几个特征：</a:t>
            </a:r>
            <a:endParaRPr lang="zh-CN" altLang="en-US" sz="2100" b="1">
              <a:effectLst>
                <a:outerShdw blurRad="38100" dist="38100" dir="2700000" algn="tl">
                  <a:srgbClr val="C0C0C0"/>
                </a:outerShdw>
              </a:effectLst>
              <a:ea typeface="黑体" panose="02010609060101010101" pitchFamily="49" charset="-122"/>
            </a:endParaRPr>
          </a:p>
          <a:p>
            <a:r>
              <a:rPr lang="zh-CN" altLang="en-US" sz="2100" b="1">
                <a:ea typeface="新宋体" panose="02010609030101010101" charset="-122"/>
              </a:rPr>
              <a:t>该问题的规模缩小到一定的程度就可以容易地解决；</a:t>
            </a:r>
            <a:endParaRPr lang="zh-CN" altLang="en-US" sz="2100">
              <a:ea typeface="新宋体" panose="02010609030101010101" charset="-122"/>
            </a:endParaRPr>
          </a:p>
          <a:p>
            <a:r>
              <a:rPr lang="zh-CN" altLang="en-US" sz="2100" b="1">
                <a:ea typeface="新宋体" panose="02010609030101010101" charset="-122"/>
              </a:rPr>
              <a:t>该问题可以分解为若干个规模较小的相同问题，即该问题具有</a:t>
            </a:r>
            <a:r>
              <a:rPr lang="zh-CN" altLang="en-US" sz="2100" b="1">
                <a:ea typeface="黑体" panose="02010609060101010101" pitchFamily="49" charset="-122"/>
              </a:rPr>
              <a:t>最优子结构性质</a:t>
            </a:r>
            <a:endParaRPr lang="zh-CN" altLang="en-US" sz="2100" b="1">
              <a:ea typeface="黑体" panose="02010609060101010101" pitchFamily="49" charset="-122"/>
            </a:endParaRPr>
          </a:p>
          <a:p>
            <a:r>
              <a:rPr lang="zh-CN" altLang="en-US" sz="2100" b="1">
                <a:ea typeface="新宋体" panose="02010609030101010101" charset="-122"/>
              </a:rPr>
              <a:t>利用该问题分解出的子问题的解可以合并为该问题的解；</a:t>
            </a:r>
            <a:endParaRPr lang="zh-CN" altLang="en-US" sz="2100" b="1">
              <a:ea typeface="新宋体" panose="02010609030101010101" charset="-122"/>
            </a:endParaRPr>
          </a:p>
          <a:p>
            <a:r>
              <a:rPr lang="zh-CN" altLang="en-US" sz="2100" b="1">
                <a:ea typeface="新宋体" panose="02010609030101010101" charset="-122"/>
              </a:rPr>
              <a:t>该问题所分解出的各个子问题是相互独立的，即子问题之间不包含公共的子问题。 </a:t>
            </a:r>
            <a:endParaRPr lang="zh-CN" altLang="en-US" sz="2100" b="1">
              <a:ea typeface="新宋体" panose="02010609030101010101" charset="-122"/>
            </a:endParaRPr>
          </a:p>
        </p:txBody>
      </p:sp>
      <p:sp>
        <p:nvSpPr>
          <p:cNvPr id="482308" name="Text Box 4"/>
          <p:cNvSpPr txBox="1">
            <a:spLocks noChangeArrowheads="1"/>
          </p:cNvSpPr>
          <p:nvPr/>
        </p:nvSpPr>
        <p:spPr bwMode="auto">
          <a:xfrm>
            <a:off x="900113" y="4941888"/>
            <a:ext cx="6913562" cy="87312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因为问题的计算复杂性一般是随着问题规模的增加而增加，因此大部分问题满足这个特征。</a:t>
            </a:r>
            <a:endParaRPr lang="zh-CN" altLang="en-US" sz="2400">
              <a:ea typeface="新宋体" panose="02010609030101010101" charset="-122"/>
            </a:endParaRPr>
          </a:p>
        </p:txBody>
      </p:sp>
      <p:sp>
        <p:nvSpPr>
          <p:cNvPr id="482309" name="Text Box 5"/>
          <p:cNvSpPr txBox="1">
            <a:spLocks noChangeArrowheads="1"/>
          </p:cNvSpPr>
          <p:nvPr/>
        </p:nvSpPr>
        <p:spPr bwMode="auto">
          <a:xfrm>
            <a:off x="900113" y="4941888"/>
            <a:ext cx="6913562" cy="87312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这条特征是应用分治法的前提，它也是大多数问题可以满足的，此特征反映了递归思想的应用</a:t>
            </a:r>
            <a:endParaRPr lang="zh-CN" altLang="en-US" sz="2400">
              <a:ea typeface="新宋体" panose="02010609030101010101" charset="-122"/>
            </a:endParaRPr>
          </a:p>
        </p:txBody>
      </p:sp>
      <p:sp>
        <p:nvSpPr>
          <p:cNvPr id="482310" name="Text Box 6"/>
          <p:cNvSpPr txBox="1">
            <a:spLocks noChangeArrowheads="1"/>
          </p:cNvSpPr>
          <p:nvPr/>
        </p:nvSpPr>
        <p:spPr bwMode="auto">
          <a:xfrm>
            <a:off x="900113" y="4941888"/>
            <a:ext cx="6913562" cy="123825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能否利用分治法完全取决于问题是否具有这条特征，如果具备了前两条特征，而不具备第三条特征，则可以考虑</a:t>
            </a:r>
            <a:r>
              <a:rPr lang="zh-CN" altLang="en-US" sz="2400" b="1">
                <a:ea typeface="黑体" panose="02010609060101010101" pitchFamily="49" charset="-122"/>
              </a:rPr>
              <a:t>贪心算法</a:t>
            </a:r>
            <a:r>
              <a:rPr lang="zh-CN" altLang="en-US" sz="2400">
                <a:ea typeface="新宋体" panose="02010609030101010101" charset="-122"/>
              </a:rPr>
              <a:t>或</a:t>
            </a:r>
            <a:r>
              <a:rPr lang="zh-CN" altLang="en-US" sz="2400" b="1">
                <a:ea typeface="黑体" panose="02010609060101010101" pitchFamily="49" charset="-122"/>
              </a:rPr>
              <a:t>动态规划</a:t>
            </a:r>
            <a:r>
              <a:rPr lang="zh-CN" altLang="en-US" sz="2400">
                <a:ea typeface="新宋体" panose="02010609030101010101" charset="-122"/>
              </a:rPr>
              <a:t>。</a:t>
            </a:r>
            <a:endParaRPr lang="zh-CN" altLang="en-US" sz="2400">
              <a:ea typeface="新宋体" panose="02010609030101010101" charset="-122"/>
            </a:endParaRPr>
          </a:p>
        </p:txBody>
      </p:sp>
      <p:sp>
        <p:nvSpPr>
          <p:cNvPr id="482311" name="Text Box 7"/>
          <p:cNvSpPr txBox="1">
            <a:spLocks noChangeArrowheads="1"/>
          </p:cNvSpPr>
          <p:nvPr/>
        </p:nvSpPr>
        <p:spPr bwMode="auto">
          <a:xfrm>
            <a:off x="900113" y="4941888"/>
            <a:ext cx="6913562" cy="160337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ea typeface="新宋体" panose="02010609030101010101" charset="-122"/>
              </a:rPr>
              <a:t>这条特征涉及到分治法的效率，如果各子问题是不独立的，则分治法要做许多不必要的工作，重复地解公共的子问题，此时虽然也可用分治法，但一般用</a:t>
            </a:r>
            <a:r>
              <a:rPr lang="zh-CN" altLang="en-US" sz="2400" b="1">
                <a:ea typeface="黑体" panose="02010609060101010101" pitchFamily="49" charset="-122"/>
              </a:rPr>
              <a:t>动态规划</a:t>
            </a:r>
            <a:r>
              <a:rPr lang="zh-CN" altLang="en-US" sz="2400">
                <a:ea typeface="新宋体" panose="02010609030101010101" charset="-122"/>
              </a:rPr>
              <a:t>较好。</a:t>
            </a:r>
            <a:endParaRPr lang="zh-CN" altLang="en-US" sz="2400">
              <a:ea typeface="新宋体"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2307">
                                            <p:txEl>
                                              <p:pRg st="4294967295" end="4294967295"/>
                                            </p:txEl>
                                          </p:spTgt>
                                        </p:tgtEl>
                                        <p:attrNameLst>
                                          <p:attrName>style.visibility</p:attrName>
                                        </p:attrNameLst>
                                      </p:cBhvr>
                                      <p:to>
                                        <p:strVal val="visible"/>
                                      </p:to>
                                    </p:set>
                                    <p:animEffect transition="in" filter="blinds(horizontal)">
                                      <p:cBhvr>
                                        <p:cTn id="7" dur="500"/>
                                        <p:tgtEl>
                                          <p:spTgt spid="482307">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82307">
                                            <p:txEl>
                                              <p:pRg st="0" end="0"/>
                                            </p:txEl>
                                          </p:spTgt>
                                        </p:tgtEl>
                                        <p:attrNameLst>
                                          <p:attrName>style.visibility</p:attrName>
                                        </p:attrNameLst>
                                      </p:cBhvr>
                                      <p:to>
                                        <p:strVal val="visible"/>
                                      </p:to>
                                    </p:set>
                                    <p:animEffect transition="in" filter="blinds(horizontal)">
                                      <p:cBhvr>
                                        <p:cTn id="12" dur="500"/>
                                        <p:tgtEl>
                                          <p:spTgt spid="48230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82307">
                                            <p:txEl>
                                              <p:pRg st="1" end="1"/>
                                            </p:txEl>
                                          </p:spTgt>
                                        </p:tgtEl>
                                        <p:attrNameLst>
                                          <p:attrName>style.visibility</p:attrName>
                                        </p:attrNameLst>
                                      </p:cBhvr>
                                      <p:to>
                                        <p:strVal val="visible"/>
                                      </p:to>
                                    </p:set>
                                    <p:animEffect transition="in" filter="blinds(horizontal)">
                                      <p:cBhvr>
                                        <p:cTn id="17" dur="500"/>
                                        <p:tgtEl>
                                          <p:spTgt spid="48230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82308"/>
                                        </p:tgtEl>
                                        <p:attrNameLst>
                                          <p:attrName>style.visibility</p:attrName>
                                        </p:attrNameLst>
                                      </p:cBhvr>
                                      <p:to>
                                        <p:strVal val="visible"/>
                                      </p:to>
                                    </p:set>
                                    <p:animEffect transition="in" filter="blinds(horizontal)">
                                      <p:cBhvr>
                                        <p:cTn id="22" dur="500"/>
                                        <p:tgtEl>
                                          <p:spTgt spid="48230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82307">
                                            <p:txEl>
                                              <p:pRg st="2" end="2"/>
                                            </p:txEl>
                                          </p:spTgt>
                                        </p:tgtEl>
                                        <p:attrNameLst>
                                          <p:attrName>style.visibility</p:attrName>
                                        </p:attrNameLst>
                                      </p:cBhvr>
                                      <p:to>
                                        <p:strVal val="visible"/>
                                      </p:to>
                                    </p:set>
                                    <p:animEffect transition="in" filter="blinds(horizontal)">
                                      <p:cBhvr>
                                        <p:cTn id="27" dur="500"/>
                                        <p:tgtEl>
                                          <p:spTgt spid="48230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82309"/>
                                        </p:tgtEl>
                                        <p:attrNameLst>
                                          <p:attrName>style.visibility</p:attrName>
                                        </p:attrNameLst>
                                      </p:cBhvr>
                                      <p:to>
                                        <p:strVal val="visible"/>
                                      </p:to>
                                    </p:set>
                                    <p:animEffect transition="in" filter="blinds(horizontal)">
                                      <p:cBhvr>
                                        <p:cTn id="32" dur="500"/>
                                        <p:tgtEl>
                                          <p:spTgt spid="48230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82307">
                                            <p:txEl>
                                              <p:pRg st="3" end="3"/>
                                            </p:txEl>
                                          </p:spTgt>
                                        </p:tgtEl>
                                        <p:attrNameLst>
                                          <p:attrName>style.visibility</p:attrName>
                                        </p:attrNameLst>
                                      </p:cBhvr>
                                      <p:to>
                                        <p:strVal val="visible"/>
                                      </p:to>
                                    </p:set>
                                    <p:animEffect transition="in" filter="blinds(horizontal)">
                                      <p:cBhvr>
                                        <p:cTn id="37" dur="500"/>
                                        <p:tgtEl>
                                          <p:spTgt spid="482307">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82310"/>
                                        </p:tgtEl>
                                        <p:attrNameLst>
                                          <p:attrName>style.visibility</p:attrName>
                                        </p:attrNameLst>
                                      </p:cBhvr>
                                      <p:to>
                                        <p:strVal val="visible"/>
                                      </p:to>
                                    </p:set>
                                    <p:animEffect transition="in" filter="blinds(horizontal)">
                                      <p:cBhvr>
                                        <p:cTn id="42" dur="500"/>
                                        <p:tgtEl>
                                          <p:spTgt spid="48231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82307">
                                            <p:txEl>
                                              <p:pRg st="4" end="4"/>
                                            </p:txEl>
                                          </p:spTgt>
                                        </p:tgtEl>
                                        <p:attrNameLst>
                                          <p:attrName>style.visibility</p:attrName>
                                        </p:attrNameLst>
                                      </p:cBhvr>
                                      <p:to>
                                        <p:strVal val="visible"/>
                                      </p:to>
                                    </p:set>
                                    <p:animEffect transition="in" filter="blinds(horizontal)">
                                      <p:cBhvr>
                                        <p:cTn id="47" dur="500"/>
                                        <p:tgtEl>
                                          <p:spTgt spid="482307">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82311"/>
                                        </p:tgtEl>
                                        <p:attrNameLst>
                                          <p:attrName>style.visibility</p:attrName>
                                        </p:attrNameLst>
                                      </p:cBhvr>
                                      <p:to>
                                        <p:strVal val="visible"/>
                                      </p:to>
                                    </p:set>
                                    <p:animEffect transition="in" filter="blinds(horizontal)">
                                      <p:cBhvr>
                                        <p:cTn id="52" dur="500"/>
                                        <p:tgtEl>
                                          <p:spTgt spid="482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7" grpId="0" build="p"/>
      <p:bldP spid="482308" grpId="0" animBg="1"/>
      <p:bldP spid="482309" grpId="0" animBg="1"/>
      <p:bldP spid="482310" grpId="0" animBg="1"/>
      <p:bldP spid="4823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p:txBody>
          <a:bodyPr/>
          <a:lstStyle/>
          <a:p>
            <a:r>
              <a:rPr lang="zh-CN" altLang="en-US" dirty="0" smtClean="0">
                <a:effectLst>
                  <a:outerShdw blurRad="38100" dist="38100" dir="2700000" algn="tl">
                    <a:srgbClr val="C0C0C0"/>
                  </a:outerShdw>
                </a:effectLst>
                <a:ea typeface="黑体" panose="02010609060101010101" pitchFamily="49" charset="-122"/>
              </a:rPr>
              <a:t>动态规划</a:t>
            </a:r>
            <a:r>
              <a:rPr lang="zh-CN" altLang="en-US" dirty="0">
                <a:effectLst>
                  <a:outerShdw blurRad="38100" dist="38100" dir="2700000" algn="tl">
                    <a:srgbClr val="C0C0C0"/>
                  </a:outerShdw>
                </a:effectLst>
                <a:ea typeface="黑体" panose="02010609060101010101" pitchFamily="49" charset="-122"/>
              </a:rPr>
              <a:t>基本步骤</a:t>
            </a:r>
            <a:endParaRPr lang="zh-CN" altLang="en-US" dirty="0">
              <a:effectLst>
                <a:outerShdw blurRad="38100" dist="38100" dir="2700000" algn="tl">
                  <a:srgbClr val="C0C0C0"/>
                </a:outerShdw>
              </a:effectLst>
              <a:ea typeface="黑体" panose="02010609060101010101" pitchFamily="49" charset="-122"/>
            </a:endParaRPr>
          </a:p>
        </p:txBody>
      </p:sp>
      <p:sp>
        <p:nvSpPr>
          <p:cNvPr id="5" name="灯片编号占位符 5"/>
          <p:cNvSpPr>
            <a:spLocks noGrp="1"/>
          </p:cNvSpPr>
          <p:nvPr>
            <p:ph type="sldNum" sz="quarter" idx="12"/>
          </p:nvPr>
        </p:nvSpPr>
        <p:spPr/>
        <p:txBody>
          <a:bodyPr/>
          <a:lstStyle/>
          <a:p>
            <a:fld id="{65A4287E-0977-4B83-8F45-B74D349636D7}" type="slidenum">
              <a:rPr lang="en-US" altLang="zh-CN"/>
            </a:fld>
            <a:endParaRPr lang="en-US" altLang="zh-CN"/>
          </a:p>
        </p:txBody>
      </p:sp>
      <p:graphicFrame>
        <p:nvGraphicFramePr>
          <p:cNvPr id="2" name="图示 1"/>
          <p:cNvGraphicFramePr/>
          <p:nvPr/>
        </p:nvGraphicFramePr>
        <p:xfrm>
          <a:off x="467544" y="1916832"/>
          <a:ext cx="8280920" cy="446449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graphicEl>
                                              <a:dgm id="{EF57C71D-5A46-46C6-9F8F-E747535B9DC4}"/>
                                            </p:graphicEl>
                                          </p:spTgt>
                                        </p:tgtEl>
                                        <p:attrNameLst>
                                          <p:attrName>style.visibility</p:attrName>
                                        </p:attrNameLst>
                                      </p:cBhvr>
                                      <p:to>
                                        <p:strVal val="visible"/>
                                      </p:to>
                                    </p:set>
                                    <p:animEffect transition="in" filter="wipe(up)">
                                      <p:cBhvr>
                                        <p:cTn id="7" dur="500"/>
                                        <p:tgtEl>
                                          <p:spTgt spid="2">
                                            <p:graphicEl>
                                              <a:dgm id="{EF57C71D-5A46-46C6-9F8F-E747535B9DC4}"/>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graphicEl>
                                              <a:dgm id="{E1EB270B-7950-42E3-99BC-94A3933B0062}"/>
                                            </p:graphicEl>
                                          </p:spTgt>
                                        </p:tgtEl>
                                        <p:attrNameLst>
                                          <p:attrName>style.visibility</p:attrName>
                                        </p:attrNameLst>
                                      </p:cBhvr>
                                      <p:to>
                                        <p:strVal val="visible"/>
                                      </p:to>
                                    </p:set>
                                    <p:animEffect transition="in" filter="wipe(up)">
                                      <p:cBhvr>
                                        <p:cTn id="12" dur="500"/>
                                        <p:tgtEl>
                                          <p:spTgt spid="2">
                                            <p:graphicEl>
                                              <a:dgm id="{E1EB270B-7950-42E3-99BC-94A3933B0062}"/>
                                            </p:graphic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
                                            <p:graphicEl>
                                              <a:dgm id="{8C04C5EB-92AE-4817-9FB7-5D643CE3EDCB}"/>
                                            </p:graphicEl>
                                          </p:spTgt>
                                        </p:tgtEl>
                                        <p:attrNameLst>
                                          <p:attrName>style.visibility</p:attrName>
                                        </p:attrNameLst>
                                      </p:cBhvr>
                                      <p:to>
                                        <p:strVal val="visible"/>
                                      </p:to>
                                    </p:set>
                                    <p:animEffect transition="in" filter="wipe(up)">
                                      <p:cBhvr>
                                        <p:cTn id="15" dur="500"/>
                                        <p:tgtEl>
                                          <p:spTgt spid="2">
                                            <p:graphicEl>
                                              <a:dgm id="{8C04C5EB-92AE-4817-9FB7-5D643CE3EDCB}"/>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2">
                                            <p:graphicEl>
                                              <a:dgm id="{B064D198-1A05-4945-A3E2-3A3DD1B3F38E}"/>
                                            </p:graphicEl>
                                          </p:spTgt>
                                        </p:tgtEl>
                                        <p:attrNameLst>
                                          <p:attrName>style.visibility</p:attrName>
                                        </p:attrNameLst>
                                      </p:cBhvr>
                                      <p:to>
                                        <p:strVal val="visible"/>
                                      </p:to>
                                    </p:set>
                                    <p:animEffect transition="in" filter="wipe(up)">
                                      <p:cBhvr>
                                        <p:cTn id="20" dur="500"/>
                                        <p:tgtEl>
                                          <p:spTgt spid="2">
                                            <p:graphicEl>
                                              <a:dgm id="{B064D198-1A05-4945-A3E2-3A3DD1B3F38E}"/>
                                            </p:graphic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
                                            <p:graphicEl>
                                              <a:dgm id="{71436A50-C0F7-4031-9936-41FF08D70027}"/>
                                            </p:graphicEl>
                                          </p:spTgt>
                                        </p:tgtEl>
                                        <p:attrNameLst>
                                          <p:attrName>style.visibility</p:attrName>
                                        </p:attrNameLst>
                                      </p:cBhvr>
                                      <p:to>
                                        <p:strVal val="visible"/>
                                      </p:to>
                                    </p:set>
                                    <p:animEffect transition="in" filter="wipe(up)">
                                      <p:cBhvr>
                                        <p:cTn id="23" dur="500"/>
                                        <p:tgtEl>
                                          <p:spTgt spid="2">
                                            <p:graphicEl>
                                              <a:dgm id="{71436A50-C0F7-4031-9936-41FF08D70027}"/>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
                                            <p:graphicEl>
                                              <a:dgm id="{E9784E42-C9FF-4708-8241-AA167340D789}"/>
                                            </p:graphicEl>
                                          </p:spTgt>
                                        </p:tgtEl>
                                        <p:attrNameLst>
                                          <p:attrName>style.visibility</p:attrName>
                                        </p:attrNameLst>
                                      </p:cBhvr>
                                      <p:to>
                                        <p:strVal val="visible"/>
                                      </p:to>
                                    </p:set>
                                    <p:animEffect transition="in" filter="wipe(up)">
                                      <p:cBhvr>
                                        <p:cTn id="28" dur="500"/>
                                        <p:tgtEl>
                                          <p:spTgt spid="2">
                                            <p:graphicEl>
                                              <a:dgm id="{E9784E42-C9FF-4708-8241-AA167340D789}"/>
                                            </p:graphicEl>
                                          </p:spTgt>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2">
                                            <p:graphicEl>
                                              <a:dgm id="{19E70499-4CEE-4736-B5BB-2A6EAF93FEE8}"/>
                                            </p:graphicEl>
                                          </p:spTgt>
                                        </p:tgtEl>
                                        <p:attrNameLst>
                                          <p:attrName>style.visibility</p:attrName>
                                        </p:attrNameLst>
                                      </p:cBhvr>
                                      <p:to>
                                        <p:strVal val="visible"/>
                                      </p:to>
                                    </p:set>
                                    <p:animEffect transition="in" filter="wipe(up)">
                                      <p:cBhvr>
                                        <p:cTn id="31" dur="500"/>
                                        <p:tgtEl>
                                          <p:spTgt spid="2">
                                            <p:graphicEl>
                                              <a:dgm id="{19E70499-4CEE-4736-B5BB-2A6EAF93FEE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65A4287E-0977-4B83-8F45-B74D349636D7}" type="slidenum">
              <a:rPr lang="en-US" altLang="zh-CN"/>
            </a:fld>
            <a:endParaRPr lang="en-US" altLang="zh-CN"/>
          </a:p>
        </p:txBody>
      </p:sp>
      <p:sp>
        <p:nvSpPr>
          <p:cNvPr id="483330" name="Rectangle 2"/>
          <p:cNvSpPr>
            <a:spLocks noGrp="1" noChangeArrowheads="1"/>
          </p:cNvSpPr>
          <p:nvPr>
            <p:ph type="title"/>
          </p:nvPr>
        </p:nvSpPr>
        <p:spPr/>
        <p:txBody>
          <a:bodyPr/>
          <a:lstStyle/>
          <a:p>
            <a:r>
              <a:rPr lang="zh-CN" altLang="en-US">
                <a:effectLst>
                  <a:outerShdw blurRad="38100" dist="38100" dir="2700000" algn="tl">
                    <a:srgbClr val="C0C0C0"/>
                  </a:outerShdw>
                </a:effectLst>
                <a:ea typeface="黑体" panose="02010609060101010101" pitchFamily="49" charset="-122"/>
              </a:rPr>
              <a:t>动态规划基本步骤</a:t>
            </a:r>
            <a:endParaRPr lang="zh-CN" altLang="en-US">
              <a:effectLst>
                <a:outerShdw blurRad="38100" dist="38100" dir="2700000" algn="tl">
                  <a:srgbClr val="C0C0C0"/>
                </a:outerShdw>
              </a:effectLst>
              <a:ea typeface="黑体" panose="02010609060101010101" pitchFamily="49" charset="-122"/>
            </a:endParaRPr>
          </a:p>
        </p:txBody>
      </p:sp>
      <p:sp>
        <p:nvSpPr>
          <p:cNvPr id="483331" name="Rectangle 3"/>
          <p:cNvSpPr>
            <a:spLocks noGrp="1" noChangeArrowheads="1"/>
          </p:cNvSpPr>
          <p:nvPr>
            <p:ph type="body" idx="1"/>
          </p:nvPr>
        </p:nvSpPr>
        <p:spPr>
          <a:xfrm>
            <a:off x="539750" y="1728788"/>
            <a:ext cx="8062913" cy="3432175"/>
          </a:xfrm>
          <a:solidFill>
            <a:srgbClr val="FFCC00"/>
          </a:solidFill>
        </p:spPr>
        <p:txBody>
          <a:bodyPr/>
          <a:lstStyle/>
          <a:p>
            <a:pPr marL="571500" indent="-571500">
              <a:buFont typeface="Wingdings" panose="05000000000000000000" pitchFamily="2" charset="2"/>
              <a:buAutoNum type="arabicPeriod"/>
            </a:pPr>
            <a:r>
              <a:rPr lang="zh-CN" altLang="en-US">
                <a:solidFill>
                  <a:srgbClr val="000000"/>
                </a:solidFill>
                <a:latin typeface="新宋体" panose="02010609030101010101" charset="-122"/>
                <a:ea typeface="新宋体" panose="02010609030101010101" charset="-122"/>
                <a:cs typeface="Times New Roman" panose="02020603050405020304" pitchFamily="18" charset="0"/>
              </a:rPr>
              <a:t>找出最优解的性质，并刻划其结构特征。</a:t>
            </a:r>
            <a:endParaRPr lang="zh-CN" altLang="en-US">
              <a:solidFill>
                <a:srgbClr val="000000"/>
              </a:solidFill>
              <a:latin typeface="新宋体" panose="02010609030101010101" charset="-122"/>
              <a:ea typeface="新宋体" panose="02010609030101010101" charset="-122"/>
              <a:cs typeface="Times New Roman" panose="02020603050405020304" pitchFamily="18" charset="0"/>
            </a:endParaRPr>
          </a:p>
          <a:p>
            <a:pPr marL="571500" indent="-571500">
              <a:buFont typeface="Wingdings" panose="05000000000000000000" pitchFamily="2" charset="2"/>
              <a:buAutoNum type="arabicPeriod"/>
            </a:pPr>
            <a:r>
              <a:rPr lang="zh-CN" altLang="en-US">
                <a:ea typeface="新宋体" panose="02010609030101010101" charset="-122"/>
                <a:cs typeface="Times New Roman" panose="02020603050405020304" pitchFamily="18" charset="0"/>
              </a:rPr>
              <a:t>递归地定义最优值。</a:t>
            </a:r>
            <a:endParaRPr lang="zh-CN" altLang="en-US">
              <a:ea typeface="新宋体" panose="02010609030101010101" charset="-122"/>
              <a:cs typeface="Times New Roman" panose="02020603050405020304" pitchFamily="18" charset="0"/>
            </a:endParaRPr>
          </a:p>
          <a:p>
            <a:pPr marL="571500" indent="-571500">
              <a:buFont typeface="Wingdings" panose="05000000000000000000" pitchFamily="2" charset="2"/>
              <a:buAutoNum type="arabicPeriod"/>
            </a:pPr>
            <a:r>
              <a:rPr lang="zh-CN" altLang="en-US">
                <a:ea typeface="新宋体" panose="02010609030101010101" charset="-122"/>
                <a:cs typeface="Times New Roman" panose="02020603050405020304" pitchFamily="18" charset="0"/>
              </a:rPr>
              <a:t>以自底向上的方式计算出最优值。</a:t>
            </a:r>
            <a:endParaRPr lang="zh-CN" altLang="en-US">
              <a:ea typeface="新宋体" panose="02010609030101010101" charset="-122"/>
              <a:cs typeface="Times New Roman" panose="02020603050405020304" pitchFamily="18" charset="0"/>
            </a:endParaRPr>
          </a:p>
          <a:p>
            <a:pPr marL="571500" indent="-571500">
              <a:buFont typeface="Wingdings" panose="05000000000000000000" pitchFamily="2" charset="2"/>
              <a:buAutoNum type="arabicPeriod"/>
            </a:pPr>
            <a:r>
              <a:rPr lang="zh-CN" altLang="en-US">
                <a:ea typeface="新宋体" panose="02010609030101010101" charset="-122"/>
                <a:cs typeface="Times New Roman" panose="02020603050405020304" pitchFamily="18" charset="0"/>
              </a:rPr>
              <a:t>根据计算最优值时得到的信息，构造最优解。</a:t>
            </a:r>
            <a:endParaRPr lang="zh-CN" altLang="en-US">
              <a:ea typeface="新宋体" panose="02010609030101010101" charset="-122"/>
              <a:cs typeface="Times New Roman" panose="02020603050405020304" pitchFamily="18" charset="0"/>
            </a:endParaRPr>
          </a:p>
        </p:txBody>
      </p:sp>
      <p:sp>
        <p:nvSpPr>
          <p:cNvPr id="483332" name="Text Box 4"/>
          <p:cNvSpPr txBox="1">
            <a:spLocks noChangeArrowheads="1"/>
          </p:cNvSpPr>
          <p:nvPr/>
        </p:nvSpPr>
        <p:spPr bwMode="auto">
          <a:xfrm>
            <a:off x="539750" y="4149725"/>
            <a:ext cx="8064500" cy="2378075"/>
          </a:xfrm>
          <a:prstGeom prst="rect">
            <a:avLst/>
          </a:prstGeom>
          <a:solidFill>
            <a:schemeClr val="accent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50000"/>
              </a:spcBef>
              <a:buFont typeface="Wingdings" panose="05000000000000000000" pitchFamily="2" charset="2"/>
              <a:buBlip>
                <a:blip r:embed="rId1"/>
              </a:buBlip>
            </a:pPr>
            <a:r>
              <a:rPr lang="zh-CN" altLang="en-US" sz="3000">
                <a:ea typeface="新宋体" panose="02010609030101010101" charset="-122"/>
                <a:cs typeface="Times New Roman" panose="02020603050405020304" pitchFamily="18" charset="0"/>
              </a:rPr>
              <a:t>  步骤①</a:t>
            </a:r>
            <a:r>
              <a:rPr lang="en-US" altLang="zh-CN" sz="3000">
                <a:ea typeface="新宋体" panose="02010609030101010101" charset="-122"/>
                <a:cs typeface="Times New Roman" panose="02020603050405020304" pitchFamily="18" charset="0"/>
              </a:rPr>
              <a:t>‾③</a:t>
            </a:r>
            <a:r>
              <a:rPr lang="zh-CN" altLang="en-US" sz="3000">
                <a:ea typeface="新宋体" panose="02010609030101010101" charset="-122"/>
                <a:cs typeface="Times New Roman" panose="02020603050405020304" pitchFamily="18" charset="0"/>
              </a:rPr>
              <a:t>是动态规划算法的基本步骤。如果只需要求出最优值的情形，步骤④可以省略</a:t>
            </a:r>
            <a:endParaRPr lang="zh-CN" altLang="en-US" sz="3000">
              <a:ea typeface="新宋体" panose="02010609030101010101" charset="-122"/>
              <a:cs typeface="Times New Roman" panose="02020603050405020304" pitchFamily="18" charset="0"/>
            </a:endParaRPr>
          </a:p>
          <a:p>
            <a:pPr>
              <a:buFont typeface="Wingdings" panose="05000000000000000000" pitchFamily="2" charset="2"/>
              <a:buBlip>
                <a:blip r:embed="rId1"/>
              </a:buBlip>
            </a:pPr>
            <a:r>
              <a:rPr lang="zh-CN" altLang="en-US" sz="3000">
                <a:ea typeface="新宋体" panose="02010609030101010101" charset="-122"/>
                <a:cs typeface="Times New Roman" panose="02020603050405020304" pitchFamily="18" charset="0"/>
              </a:rPr>
              <a:t>  若需要求出问题的一个最优解，则必须执行步骤④，步骤③中记录的信息是构造最优解的基础；</a:t>
            </a:r>
            <a:endParaRPr lang="zh-CN" altLang="en-US" sz="3000">
              <a:ea typeface="新宋体" panose="0201060903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83332"/>
                                        </p:tgtEl>
                                        <p:attrNameLst>
                                          <p:attrName>style.visibility</p:attrName>
                                        </p:attrNameLst>
                                      </p:cBhvr>
                                      <p:to>
                                        <p:strVal val="visible"/>
                                      </p:to>
                                    </p:set>
                                    <p:animEffect transition="in" filter="checkerboard(across)">
                                      <p:cBhvr>
                                        <p:cTn id="7" dur="500"/>
                                        <p:tgtEl>
                                          <p:spTgt spid="483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3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4"/>
          <p:cNvGraphicFramePr>
            <a:graphicFrameLocks noGrp="1"/>
          </p:cNvGraphicFramePr>
          <p:nvPr>
            <p:ph idx="1"/>
          </p:nvPr>
        </p:nvGraphicFramePr>
        <p:xfrm>
          <a:off x="467544" y="1124744"/>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灯片编号占位符 3"/>
          <p:cNvSpPr>
            <a:spLocks noGrp="1"/>
          </p:cNvSpPr>
          <p:nvPr>
            <p:ph type="sldNum" sz="quarter" idx="12"/>
          </p:nvPr>
        </p:nvSpPr>
        <p:spPr/>
        <p:txBody>
          <a:bodyPr/>
          <a:lstStyle/>
          <a:p>
            <a:fld id="{5DB37055-CCE8-4392-AF7B-1F293776C84A}" type="slidenum">
              <a:rPr lang="en-US" altLang="zh-CN" smtClean="0">
                <a:solidFill>
                  <a:prstClr val="black">
                    <a:lumMod val="65000"/>
                    <a:lumOff val="35000"/>
                  </a:prstClr>
                </a:solidFill>
              </a:rPr>
            </a:fld>
            <a:endParaRPr lang="en-US" altLang="zh-CN">
              <a:solidFill>
                <a:prstClr val="black">
                  <a:lumMod val="65000"/>
                  <a:lumOff val="3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dgm id="{E5A97B7E-3846-4E78-A41A-9AD5F4AFA5AA}"/>
                                            </p:graphicEl>
                                          </p:spTgt>
                                        </p:tgtEl>
                                        <p:attrNameLst>
                                          <p:attrName>style.visibility</p:attrName>
                                        </p:attrNameLst>
                                      </p:cBhvr>
                                      <p:to>
                                        <p:strVal val="visible"/>
                                      </p:to>
                                    </p:set>
                                    <p:animEffect transition="in" filter="wipe(left)">
                                      <p:cBhvr>
                                        <p:cTn id="7" dur="500"/>
                                        <p:tgtEl>
                                          <p:spTgt spid="5">
                                            <p:graphicEl>
                                              <a:dgm id="{E5A97B7E-3846-4E78-A41A-9AD5F4AFA5AA}"/>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graphicEl>
                                              <a:dgm id="{E806BDB1-2659-4B30-9BAA-DC1F55137331}"/>
                                            </p:graphicEl>
                                          </p:spTgt>
                                        </p:tgtEl>
                                        <p:attrNameLst>
                                          <p:attrName>style.visibility</p:attrName>
                                        </p:attrNameLst>
                                      </p:cBhvr>
                                      <p:to>
                                        <p:strVal val="visible"/>
                                      </p:to>
                                    </p:set>
                                    <p:animEffect transition="in" filter="wipe(left)">
                                      <p:cBhvr>
                                        <p:cTn id="12" dur="500"/>
                                        <p:tgtEl>
                                          <p:spTgt spid="5">
                                            <p:graphicEl>
                                              <a:dgm id="{E806BDB1-2659-4B30-9BAA-DC1F55137331}"/>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graphicEl>
                                              <a:dgm id="{5A83FA82-C5B5-455A-899A-8C1972FF4DD8}"/>
                                            </p:graphicEl>
                                          </p:spTgt>
                                        </p:tgtEl>
                                        <p:attrNameLst>
                                          <p:attrName>style.visibility</p:attrName>
                                        </p:attrNameLst>
                                      </p:cBhvr>
                                      <p:to>
                                        <p:strVal val="visible"/>
                                      </p:to>
                                    </p:set>
                                    <p:animEffect transition="in" filter="wipe(left)">
                                      <p:cBhvr>
                                        <p:cTn id="17" dur="500"/>
                                        <p:tgtEl>
                                          <p:spTgt spid="5">
                                            <p:graphicEl>
                                              <a:dgm id="{5A83FA82-C5B5-455A-899A-8C1972FF4DD8}"/>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graphicEl>
                                              <a:dgm id="{468A9967-5D1D-4E15-B258-0D96C2B3EE64}"/>
                                            </p:graphicEl>
                                          </p:spTgt>
                                        </p:tgtEl>
                                        <p:attrNameLst>
                                          <p:attrName>style.visibility</p:attrName>
                                        </p:attrNameLst>
                                      </p:cBhvr>
                                      <p:to>
                                        <p:strVal val="visible"/>
                                      </p:to>
                                    </p:set>
                                    <p:animEffect transition="in" filter="wipe(left)">
                                      <p:cBhvr>
                                        <p:cTn id="22" dur="500"/>
                                        <p:tgtEl>
                                          <p:spTgt spid="5">
                                            <p:graphicEl>
                                              <a:dgm id="{468A9967-5D1D-4E15-B258-0D96C2B3EE64}"/>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graphicEl>
                                              <a:dgm id="{4442067B-8423-4930-A2A2-E61AB338DCF5}"/>
                                            </p:graphicEl>
                                          </p:spTgt>
                                        </p:tgtEl>
                                        <p:attrNameLst>
                                          <p:attrName>style.visibility</p:attrName>
                                        </p:attrNameLst>
                                      </p:cBhvr>
                                      <p:to>
                                        <p:strVal val="visible"/>
                                      </p:to>
                                    </p:set>
                                    <p:animEffect transition="in" filter="wipe(left)">
                                      <p:cBhvr>
                                        <p:cTn id="27" dur="500"/>
                                        <p:tgtEl>
                                          <p:spTgt spid="5">
                                            <p:graphicEl>
                                              <a:dgm id="{4442067B-8423-4930-A2A2-E61AB338DCF5}"/>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graphicEl>
                                              <a:dgm id="{0E9F6EC9-28AD-4F2A-BB9D-330376AD4784}"/>
                                            </p:graphicEl>
                                          </p:spTgt>
                                        </p:tgtEl>
                                        <p:attrNameLst>
                                          <p:attrName>style.visibility</p:attrName>
                                        </p:attrNameLst>
                                      </p:cBhvr>
                                      <p:to>
                                        <p:strVal val="visible"/>
                                      </p:to>
                                    </p:set>
                                    <p:animEffect transition="in" filter="wipe(left)">
                                      <p:cBhvr>
                                        <p:cTn id="32" dur="500"/>
                                        <p:tgtEl>
                                          <p:spTgt spid="5">
                                            <p:graphicEl>
                                              <a:dgm id="{0E9F6EC9-28AD-4F2A-BB9D-330376AD478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lvlOne"/>
        </p:bldSub>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786EC869-FDB1-4F40-9C31-3D14AB00F5CE}" type="slidenum">
              <a:rPr lang="en-US" altLang="zh-CN"/>
            </a:fld>
            <a:endParaRPr lang="en-US" altLang="zh-CN"/>
          </a:p>
        </p:txBody>
      </p:sp>
      <p:sp>
        <p:nvSpPr>
          <p:cNvPr id="484354" name="Rectangle 2"/>
          <p:cNvSpPr>
            <a:spLocks noGrp="1" noChangeArrowheads="1"/>
          </p:cNvSpPr>
          <p:nvPr>
            <p:ph type="title"/>
          </p:nvPr>
        </p:nvSpPr>
        <p:spPr>
          <a:xfrm>
            <a:off x="468313" y="2205038"/>
            <a:ext cx="7543800" cy="1295400"/>
          </a:xfrm>
        </p:spPr>
        <p:txBody>
          <a:bodyPr/>
          <a:lstStyle/>
          <a:p>
            <a:pPr algn="ctr"/>
            <a:r>
              <a:rPr lang="zh-CN" altLang="en-US" sz="4800">
                <a:effectLst>
                  <a:outerShdw blurRad="38100" dist="38100" dir="2700000" algn="tl">
                    <a:srgbClr val="C0C0C0"/>
                  </a:outerShdw>
                </a:effectLst>
                <a:ea typeface="黑体" panose="02010609060101010101" pitchFamily="49" charset="-122"/>
              </a:rPr>
              <a:t>矩阵连乘问题</a:t>
            </a:r>
            <a:endParaRPr lang="zh-CN" altLang="en-US" sz="4800">
              <a:effectLst>
                <a:outerShdw blurRad="38100" dist="38100" dir="2700000" algn="tl">
                  <a:srgbClr val="C0C0C0"/>
                </a:outerShdw>
              </a:effectLst>
              <a:ea typeface="黑体" panose="02010609060101010101" pitchFamily="49"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5DCBD841-1769-4DA3-9C86-9183C91E79D4}" type="slidenum">
              <a:rPr lang="en-US" altLang="zh-CN"/>
            </a:fld>
            <a:endParaRPr lang="en-US" altLang="zh-CN"/>
          </a:p>
        </p:txBody>
      </p:sp>
      <p:sp>
        <p:nvSpPr>
          <p:cNvPr id="485378" name="Rectangle 2"/>
          <p:cNvSpPr>
            <a:spLocks noChangeArrowheads="1"/>
          </p:cNvSpPr>
          <p:nvPr/>
        </p:nvSpPr>
        <p:spPr bwMode="auto">
          <a:xfrm>
            <a:off x="684213" y="2603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500" b="1">
                <a:solidFill>
                  <a:schemeClr val="tx2"/>
                </a:solidFill>
                <a:effectLst>
                  <a:outerShdw blurRad="38100" dist="38100" dir="2700000" algn="tl">
                    <a:srgbClr val="C0C0C0"/>
                  </a:outerShdw>
                </a:effectLst>
                <a:ea typeface="黑体" panose="02010609060101010101" pitchFamily="49" charset="-122"/>
              </a:rPr>
              <a:t>矩阵连乘问题</a:t>
            </a:r>
            <a:endParaRPr lang="zh-CN" altLang="en-US" sz="3500" b="1">
              <a:solidFill>
                <a:schemeClr val="tx2"/>
              </a:solidFill>
              <a:effectLst>
                <a:outerShdw blurRad="38100" dist="38100" dir="2700000" algn="tl">
                  <a:srgbClr val="C0C0C0"/>
                </a:outerShdw>
              </a:effectLst>
              <a:ea typeface="黑体" panose="02010609060101010101" pitchFamily="49" charset="-122"/>
            </a:endParaRPr>
          </a:p>
        </p:txBody>
      </p:sp>
      <p:sp>
        <p:nvSpPr>
          <p:cNvPr id="485379" name="Text Box 3"/>
          <p:cNvSpPr txBox="1">
            <a:spLocks noChangeArrowheads="1"/>
          </p:cNvSpPr>
          <p:nvPr/>
        </p:nvSpPr>
        <p:spPr bwMode="auto">
          <a:xfrm>
            <a:off x="682625" y="1479550"/>
            <a:ext cx="7705725" cy="375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marL="450850" indent="-450850">
              <a:defRPr kumimoji="1" sz="2400">
                <a:solidFill>
                  <a:schemeClr val="tx1"/>
                </a:solidFill>
                <a:latin typeface="Times New Roman" panose="02020603050405020304" pitchFamily="18" charset="0"/>
                <a:ea typeface="宋体" panose="02010600030101010101" pitchFamily="2" charset="-122"/>
              </a:defRPr>
            </a:lvl1pPr>
            <a:lvl2pPr marL="630555">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pPr>
            <a:r>
              <a:rPr kumimoji="0" lang="zh-CN" altLang="en-US" sz="3200" b="1">
                <a:solidFill>
                  <a:srgbClr val="800000"/>
                </a:solidFill>
                <a:latin typeface="Verdana" panose="020B0604030504040204" pitchFamily="34" charset="0"/>
                <a:ea typeface="新宋体" panose="02010609030101010101" charset="-122"/>
                <a:cs typeface="Times New Roman" panose="02020603050405020304" pitchFamily="18" charset="0"/>
              </a:rPr>
              <a:t>问题描述：</a:t>
            </a:r>
            <a:r>
              <a:rPr kumimoji="0" lang="zh-CN" altLang="en-US" sz="3200" b="1">
                <a:latin typeface="Verdana" panose="020B0604030504040204" pitchFamily="34" charset="0"/>
                <a:ea typeface="新宋体" panose="02010609030101010101" charset="-122"/>
                <a:cs typeface="Times New Roman" panose="02020603050405020304" pitchFamily="18" charset="0"/>
              </a:rPr>
              <a:t>给定</a:t>
            </a:r>
            <a:r>
              <a:rPr kumimoji="0" lang="en-US" altLang="zh-CN" sz="3200" b="1">
                <a:latin typeface="Verdana" panose="020B0604030504040204" pitchFamily="34" charset="0"/>
                <a:ea typeface="新宋体" panose="02010609030101010101" charset="-122"/>
                <a:cs typeface="Times New Roman" panose="02020603050405020304" pitchFamily="18" charset="0"/>
              </a:rPr>
              <a:t>n</a:t>
            </a:r>
            <a:r>
              <a:rPr kumimoji="0" lang="zh-CN" altLang="en-US" sz="3200" b="1">
                <a:latin typeface="Verdana" panose="020B0604030504040204" pitchFamily="34" charset="0"/>
                <a:ea typeface="新宋体" panose="02010609030101010101" charset="-122"/>
                <a:cs typeface="Times New Roman" panose="02020603050405020304" pitchFamily="18" charset="0"/>
              </a:rPr>
              <a:t>个矩阵</a:t>
            </a:r>
            <a:r>
              <a:rPr kumimoji="0" lang="en-US" altLang="zh-CN" sz="3200">
                <a:latin typeface="Verdana" panose="020B0604030504040204" pitchFamily="34" charset="0"/>
                <a:ea typeface="新宋体" panose="02010609030101010101" charset="-122"/>
                <a:cs typeface="Times New Roman" panose="02020603050405020304" pitchFamily="18" charset="0"/>
              </a:rPr>
              <a:t>{A</a:t>
            </a:r>
            <a:r>
              <a:rPr kumimoji="0" lang="en-US" altLang="zh-CN" sz="3200" baseline="-25000">
                <a:latin typeface="Verdana" panose="020B0604030504040204" pitchFamily="34" charset="0"/>
                <a:ea typeface="新宋体" panose="02010609030101010101" charset="-122"/>
                <a:cs typeface="Times New Roman" panose="02020603050405020304" pitchFamily="18" charset="0"/>
              </a:rPr>
              <a:t>1</a:t>
            </a:r>
            <a:r>
              <a:rPr kumimoji="0" lang="en-US" altLang="zh-CN" sz="3200">
                <a:latin typeface="Verdana" panose="020B0604030504040204" pitchFamily="34" charset="0"/>
                <a:ea typeface="新宋体" panose="02010609030101010101" charset="-122"/>
                <a:cs typeface="Times New Roman" panose="02020603050405020304" pitchFamily="18" charset="0"/>
              </a:rPr>
              <a:t>,A</a:t>
            </a:r>
            <a:r>
              <a:rPr kumimoji="0" lang="en-US" altLang="zh-CN" sz="3200" baseline="-25000">
                <a:latin typeface="Verdana" panose="020B0604030504040204" pitchFamily="34" charset="0"/>
                <a:ea typeface="新宋体" panose="02010609030101010101" charset="-122"/>
                <a:cs typeface="Times New Roman" panose="02020603050405020304" pitchFamily="18" charset="0"/>
              </a:rPr>
              <a:t>2</a:t>
            </a:r>
            <a:r>
              <a:rPr kumimoji="0" lang="en-US" altLang="zh-CN" sz="3200">
                <a:latin typeface="Verdana" panose="020B0604030504040204" pitchFamily="34" charset="0"/>
                <a:ea typeface="新宋体" panose="02010609030101010101" charset="-122"/>
                <a:cs typeface="Times New Roman" panose="02020603050405020304" pitchFamily="18" charset="0"/>
              </a:rPr>
              <a:t>,…,A</a:t>
            </a:r>
            <a:r>
              <a:rPr kumimoji="0" lang="en-US" altLang="zh-CN" sz="3200" baseline="-25000">
                <a:latin typeface="Verdana" panose="020B0604030504040204" pitchFamily="34" charset="0"/>
                <a:ea typeface="新宋体" panose="02010609030101010101" charset="-122"/>
                <a:cs typeface="Times New Roman" panose="02020603050405020304" pitchFamily="18" charset="0"/>
              </a:rPr>
              <a:t>n</a:t>
            </a:r>
            <a:r>
              <a:rPr kumimoji="0" lang="en-US" altLang="zh-CN" sz="3200">
                <a:latin typeface="Verdana" panose="020B0604030504040204" pitchFamily="34" charset="0"/>
                <a:ea typeface="新宋体" panose="02010609030101010101" charset="-122"/>
                <a:cs typeface="Times New Roman" panose="02020603050405020304" pitchFamily="18" charset="0"/>
              </a:rPr>
              <a:t>}</a:t>
            </a:r>
            <a:r>
              <a:rPr kumimoji="0" lang="zh-CN" altLang="en-US" sz="3200" b="1">
                <a:latin typeface="Verdana" panose="020B0604030504040204" pitchFamily="34" charset="0"/>
                <a:ea typeface="新宋体" panose="02010609030101010101" charset="-122"/>
                <a:cs typeface="Times New Roman" panose="02020603050405020304" pitchFamily="18" charset="0"/>
              </a:rPr>
              <a:t>，其中</a:t>
            </a:r>
            <a:r>
              <a:rPr kumimoji="0" lang="en-US" altLang="zh-CN" sz="3200">
                <a:latin typeface="Verdana" panose="020B0604030504040204" pitchFamily="34" charset="0"/>
                <a:ea typeface="新宋体" panose="02010609030101010101" charset="-122"/>
                <a:cs typeface="Times New Roman" panose="02020603050405020304" pitchFamily="18" charset="0"/>
              </a:rPr>
              <a:t>A</a:t>
            </a:r>
            <a:r>
              <a:rPr kumimoji="0" lang="en-US" altLang="zh-CN" sz="3200" baseline="-25000">
                <a:latin typeface="Verdana" panose="020B0604030504040204" pitchFamily="34" charset="0"/>
                <a:ea typeface="新宋体" panose="02010609030101010101" charset="-122"/>
                <a:cs typeface="Times New Roman" panose="02020603050405020304" pitchFamily="18" charset="0"/>
              </a:rPr>
              <a:t>i</a:t>
            </a:r>
            <a:r>
              <a:rPr kumimoji="0" lang="zh-CN" altLang="en-US" sz="3200" b="1">
                <a:latin typeface="Verdana" panose="020B0604030504040204" pitchFamily="34" charset="0"/>
                <a:ea typeface="新宋体" panose="02010609030101010101" charset="-122"/>
                <a:cs typeface="Times New Roman" panose="02020603050405020304" pitchFamily="18" charset="0"/>
              </a:rPr>
              <a:t>与</a:t>
            </a:r>
            <a:r>
              <a:rPr kumimoji="0" lang="en-US" altLang="zh-CN" sz="3200">
                <a:latin typeface="Verdana" panose="020B0604030504040204" pitchFamily="34" charset="0"/>
                <a:ea typeface="新宋体" panose="02010609030101010101" charset="-122"/>
                <a:cs typeface="Times New Roman" panose="02020603050405020304" pitchFamily="18" charset="0"/>
              </a:rPr>
              <a:t>A</a:t>
            </a:r>
            <a:r>
              <a:rPr kumimoji="0" lang="en-US" altLang="zh-CN" sz="3200" baseline="-25000">
                <a:latin typeface="Verdana" panose="020B0604030504040204" pitchFamily="34" charset="0"/>
                <a:ea typeface="新宋体" panose="02010609030101010101" charset="-122"/>
                <a:cs typeface="Times New Roman" panose="02020603050405020304" pitchFamily="18" charset="0"/>
              </a:rPr>
              <a:t>i+1</a:t>
            </a:r>
            <a:r>
              <a:rPr kumimoji="0" lang="zh-CN" altLang="en-US" sz="3200" b="1">
                <a:latin typeface="Verdana" panose="020B0604030504040204" pitchFamily="34" charset="0"/>
                <a:ea typeface="新宋体" panose="02010609030101010101" charset="-122"/>
                <a:cs typeface="Times New Roman" panose="02020603050405020304" pitchFamily="18" charset="0"/>
              </a:rPr>
              <a:t>是可乘的，</a:t>
            </a:r>
            <a:r>
              <a:rPr kumimoji="0" lang="en-US" altLang="zh-CN" sz="3200">
                <a:latin typeface="Verdana" panose="020B0604030504040204" pitchFamily="34" charset="0"/>
                <a:ea typeface="新宋体" panose="02010609030101010101" charset="-122"/>
                <a:cs typeface="Times New Roman" panose="02020603050405020304" pitchFamily="18" charset="0"/>
              </a:rPr>
              <a:t>i=1,2…,n-1</a:t>
            </a:r>
            <a:r>
              <a:rPr kumimoji="0" lang="zh-CN" altLang="en-US" sz="3200" b="1">
                <a:latin typeface="Verdana" panose="020B0604030504040204" pitchFamily="34" charset="0"/>
                <a:ea typeface="新宋体" panose="02010609030101010101" charset="-122"/>
                <a:cs typeface="Times New Roman" panose="02020603050405020304" pitchFamily="18" charset="0"/>
              </a:rPr>
              <a:t>。</a:t>
            </a:r>
            <a:endParaRPr kumimoji="0" lang="zh-CN" altLang="en-US" sz="3200" b="1">
              <a:latin typeface="Verdana" panose="020B0604030504040204" pitchFamily="34" charset="0"/>
              <a:ea typeface="新宋体" panose="02010609030101010101" charset="-122"/>
              <a:cs typeface="Times New Roman" panose="02020603050405020304" pitchFamily="18" charset="0"/>
            </a:endParaRPr>
          </a:p>
          <a:p>
            <a:pPr>
              <a:lnSpc>
                <a:spcPct val="150000"/>
              </a:lnSpc>
            </a:pPr>
            <a:r>
              <a:rPr kumimoji="0" lang="zh-CN" altLang="en-US" sz="3200" b="1">
                <a:latin typeface="Verdana" panose="020B0604030504040204" pitchFamily="34" charset="0"/>
                <a:ea typeface="新宋体" panose="02010609030101010101" charset="-122"/>
                <a:cs typeface="Times New Roman" panose="02020603050405020304" pitchFamily="18" charset="0"/>
              </a:rPr>
              <a:t>   如何确定矩阵连乘积的计算次序，使得依此次序计算矩阵连乘积所需要的数乘次数最少。</a:t>
            </a:r>
            <a:endParaRPr kumimoji="0" lang="zh-CN" altLang="en-US" sz="3200" b="1">
              <a:latin typeface="Verdana" panose="020B0604030504040204" pitchFamily="34" charset="0"/>
              <a:ea typeface="新宋体" panose="02010609030101010101" charset="-122"/>
              <a:cs typeface="Times New Roman" panose="02020603050405020304" pitchFamily="18" charset="0"/>
            </a:endParaRPr>
          </a:p>
        </p:txBody>
      </p:sp>
      <p:sp>
        <p:nvSpPr>
          <p:cNvPr id="48538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303429E7-5A10-4DDE-9C3A-F14E0EFA5440}" type="slidenum">
              <a:rPr lang="en-US" altLang="zh-CN"/>
            </a:fld>
            <a:endParaRPr lang="en-US" altLang="zh-CN"/>
          </a:p>
        </p:txBody>
      </p:sp>
      <p:sp>
        <p:nvSpPr>
          <p:cNvPr id="486402" name="Rectangle 2"/>
          <p:cNvSpPr>
            <a:spLocks noChangeArrowheads="1"/>
          </p:cNvSpPr>
          <p:nvPr/>
        </p:nvSpPr>
        <p:spPr bwMode="auto">
          <a:xfrm>
            <a:off x="1341438" y="287338"/>
            <a:ext cx="5395912" cy="795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zh-CN" altLang="en-US" sz="3500" b="1">
                <a:solidFill>
                  <a:schemeClr val="tx2"/>
                </a:solidFill>
                <a:effectLst>
                  <a:outerShdw blurRad="38100" dist="38100" dir="2700000" algn="tl">
                    <a:srgbClr val="C0C0C0"/>
                  </a:outerShdw>
                </a:effectLst>
                <a:ea typeface="黑体" panose="02010609060101010101" pitchFamily="49" charset="-122"/>
              </a:rPr>
              <a:t>矩阵连乘问题</a:t>
            </a:r>
            <a:endParaRPr lang="ja-JP" altLang="en-US" sz="3500" b="1">
              <a:solidFill>
                <a:schemeClr val="tx2"/>
              </a:solidFill>
              <a:effectLst>
                <a:outerShdw blurRad="38100" dist="38100" dir="2700000" algn="tl">
                  <a:srgbClr val="C0C0C0"/>
                </a:outerShdw>
              </a:effectLst>
              <a:ea typeface="黑体" panose="02010609060101010101" pitchFamily="49" charset="-122"/>
            </a:endParaRPr>
          </a:p>
        </p:txBody>
      </p:sp>
      <p:sp>
        <p:nvSpPr>
          <p:cNvPr id="486403" name="Rectangle 3"/>
          <p:cNvSpPr>
            <a:spLocks noChangeArrowheads="1"/>
          </p:cNvSpPr>
          <p:nvPr/>
        </p:nvSpPr>
        <p:spPr bwMode="auto">
          <a:xfrm>
            <a:off x="755650" y="1412875"/>
            <a:ext cx="7416800" cy="468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30000"/>
              </a:lnSpc>
              <a:spcBef>
                <a:spcPct val="20000"/>
              </a:spcBef>
              <a:buClr>
                <a:schemeClr val="accent2"/>
              </a:buClr>
              <a:buSzPct val="50000"/>
              <a:buFont typeface="Wingdings" panose="05000000000000000000" pitchFamily="2" charset="2"/>
              <a:buChar char="l"/>
            </a:pPr>
            <a:r>
              <a:rPr lang="zh-CN" altLang="en-US" sz="2800" b="1">
                <a:latin typeface="新宋体" panose="02010609030101010101" charset="-122"/>
                <a:ea typeface="新宋体" panose="02010609030101010101" charset="-122"/>
              </a:rPr>
              <a:t>矩阵乘法满足结合律</a:t>
            </a:r>
            <a:endParaRPr lang="zh-CN" altLang="en-US" sz="2800" b="1">
              <a:latin typeface="新宋体" panose="02010609030101010101" charset="-122"/>
              <a:ea typeface="新宋体" panose="02010609030101010101" charset="-122"/>
            </a:endParaRPr>
          </a:p>
          <a:p>
            <a:pPr marL="342900" indent="-342900">
              <a:lnSpc>
                <a:spcPct val="130000"/>
              </a:lnSpc>
              <a:spcBef>
                <a:spcPct val="20000"/>
              </a:spcBef>
              <a:buClr>
                <a:schemeClr val="accent2"/>
              </a:buClr>
              <a:buSzPct val="50000"/>
              <a:buFont typeface="Wingdings" panose="05000000000000000000" pitchFamily="2" charset="2"/>
              <a:buNone/>
            </a:pPr>
            <a:r>
              <a:rPr lang="zh-CN" altLang="en-US" sz="2400">
                <a:solidFill>
                  <a:srgbClr val="008000"/>
                </a:solidFill>
                <a:latin typeface="新宋体" panose="02010609030101010101" charset="-122"/>
                <a:ea typeface="新宋体" panose="02010609030101010101" charset="-122"/>
                <a:sym typeface="Wingdings" panose="05000000000000000000" pitchFamily="2" charset="2"/>
              </a:rPr>
              <a:t>  </a:t>
            </a:r>
            <a:r>
              <a:rPr lang="zh-CN" altLang="en-US" sz="2800" b="1">
                <a:latin typeface="新宋体" panose="02010609030101010101" charset="-122"/>
                <a:ea typeface="新宋体" panose="02010609030101010101" charset="-122"/>
              </a:rPr>
              <a:t>矩阵连乘可以有不同的计算次序。</a:t>
            </a:r>
            <a:endParaRPr lang="zh-CN" altLang="en-US" sz="2800" b="1">
              <a:latin typeface="新宋体" panose="02010609030101010101" charset="-122"/>
              <a:ea typeface="新宋体" panose="02010609030101010101" charset="-122"/>
            </a:endParaRPr>
          </a:p>
          <a:p>
            <a:pPr marL="342900" indent="-342900">
              <a:lnSpc>
                <a:spcPct val="130000"/>
              </a:lnSpc>
              <a:spcBef>
                <a:spcPct val="70000"/>
              </a:spcBef>
              <a:buClr>
                <a:schemeClr val="accent2"/>
              </a:buClr>
              <a:buSzPct val="50000"/>
              <a:buFont typeface="Wingdings" panose="05000000000000000000" pitchFamily="2" charset="2"/>
              <a:buChar char="l"/>
            </a:pPr>
            <a:r>
              <a:rPr lang="zh-CN" altLang="en-US" sz="2800" b="1">
                <a:latin typeface="新宋体" panose="02010609030101010101" charset="-122"/>
                <a:ea typeface="新宋体" panose="02010609030101010101" charset="-122"/>
              </a:rPr>
              <a:t>矩阵连乘的计算次序可以用加括号的方式来确定</a:t>
            </a:r>
            <a:endParaRPr lang="zh-CN" altLang="en-US" sz="2800" b="1">
              <a:latin typeface="新宋体" panose="02010609030101010101" charset="-122"/>
              <a:ea typeface="新宋体" panose="02010609030101010101" charset="-122"/>
            </a:endParaRPr>
          </a:p>
          <a:p>
            <a:pPr marL="342900" indent="-342900">
              <a:lnSpc>
                <a:spcPct val="130000"/>
              </a:lnSpc>
              <a:spcBef>
                <a:spcPct val="20000"/>
              </a:spcBef>
              <a:buClr>
                <a:schemeClr val="accent2"/>
              </a:buClr>
              <a:buSzPct val="50000"/>
              <a:buFont typeface="Wingdings" panose="05000000000000000000" pitchFamily="2" charset="2"/>
              <a:buNone/>
            </a:pPr>
            <a:r>
              <a:rPr lang="zh-CN" altLang="en-US" sz="2400">
                <a:solidFill>
                  <a:srgbClr val="008000"/>
                </a:solidFill>
                <a:latin typeface="新宋体" panose="02010609030101010101" charset="-122"/>
                <a:ea typeface="新宋体" panose="02010609030101010101" charset="-122"/>
                <a:sym typeface="Wingdings" panose="05000000000000000000" pitchFamily="2" charset="2"/>
              </a:rPr>
              <a:t>  </a:t>
            </a:r>
            <a:r>
              <a:rPr lang="zh-CN" altLang="en-US" sz="2800" b="1">
                <a:latin typeface="新宋体" panose="02010609030101010101" charset="-122"/>
                <a:ea typeface="新宋体" panose="02010609030101010101" charset="-122"/>
              </a:rPr>
              <a:t>若矩阵连乘已完全加括号，则其计算次序完全确定。</a:t>
            </a:r>
            <a:endParaRPr lang="ja-JP" altLang="en-US" sz="2800" b="1">
              <a:latin typeface="新宋体" panose="02010609030101010101" charset="-122"/>
              <a:ea typeface="新宋体" panose="02010609030101010101"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1FF74A8F-D2E7-466F-8EEB-006AB54FAC09}" type="slidenum">
              <a:rPr lang="en-US" altLang="zh-CN"/>
            </a:fld>
            <a:endParaRPr lang="en-US" altLang="zh-CN"/>
          </a:p>
        </p:txBody>
      </p:sp>
      <p:sp>
        <p:nvSpPr>
          <p:cNvPr id="487426" name="Rectangle 2"/>
          <p:cNvSpPr>
            <a:spLocks noChangeArrowheads="1"/>
          </p:cNvSpPr>
          <p:nvPr/>
        </p:nvSpPr>
        <p:spPr bwMode="auto">
          <a:xfrm>
            <a:off x="971550" y="1341438"/>
            <a:ext cx="7056438" cy="439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57505" indent="-357505">
              <a:lnSpc>
                <a:spcPct val="175000"/>
              </a:lnSpc>
              <a:buClr>
                <a:schemeClr val="accent2"/>
              </a:buClr>
              <a:buSzPct val="50000"/>
              <a:buFont typeface="Wingdings" panose="05000000000000000000" pitchFamily="2" charset="2"/>
              <a:buChar char="u"/>
            </a:pPr>
            <a:r>
              <a:rPr lang="zh-CN" altLang="en-US" sz="2800" b="1">
                <a:solidFill>
                  <a:srgbClr val="800000"/>
                </a:solidFill>
                <a:latin typeface="新宋体" panose="02010609030101010101" charset="-122"/>
                <a:ea typeface="新宋体" panose="02010609030101010101" charset="-122"/>
              </a:rPr>
              <a:t>完全加括号的矩阵连乘积可递归地定义为</a:t>
            </a:r>
            <a:r>
              <a:rPr lang="en-US" altLang="zh-CN" sz="2800" b="1">
                <a:solidFill>
                  <a:srgbClr val="800000"/>
                </a:solidFill>
                <a:latin typeface="新宋体" panose="02010609030101010101" charset="-122"/>
                <a:ea typeface="新宋体" panose="02010609030101010101" charset="-122"/>
              </a:rPr>
              <a:t>:</a:t>
            </a:r>
            <a:endParaRPr lang="en-US" altLang="zh-CN" sz="2800" b="1">
              <a:solidFill>
                <a:srgbClr val="800000"/>
              </a:solidFill>
              <a:latin typeface="新宋体" panose="02010609030101010101" charset="-122"/>
              <a:ea typeface="新宋体" panose="02010609030101010101" charset="-122"/>
            </a:endParaRPr>
          </a:p>
          <a:p>
            <a:pPr marL="357505" indent="-357505">
              <a:lnSpc>
                <a:spcPct val="175000"/>
              </a:lnSpc>
              <a:buClr>
                <a:schemeClr val="tx2"/>
              </a:buClr>
              <a:buSzPct val="70000"/>
              <a:buFont typeface="Wingdings" panose="05000000000000000000" pitchFamily="2" charset="2"/>
              <a:buNone/>
            </a:pPr>
            <a:r>
              <a:rPr kumimoji="1" lang="zh-CN" altLang="en-US" sz="2800" b="1"/>
              <a:t>（</a:t>
            </a:r>
            <a:r>
              <a:rPr kumimoji="1" lang="en-US" altLang="zh-CN" sz="2800" b="1"/>
              <a:t>1</a:t>
            </a:r>
            <a:r>
              <a:rPr kumimoji="1" lang="zh-CN" altLang="en-US" sz="2800" b="1"/>
              <a:t>）单个矩阵是完全加括号的；</a:t>
            </a:r>
            <a:endParaRPr kumimoji="1" lang="zh-CN" altLang="en-US" sz="2800" b="1"/>
          </a:p>
          <a:p>
            <a:pPr marL="357505" indent="-357505">
              <a:lnSpc>
                <a:spcPct val="175000"/>
              </a:lnSpc>
              <a:buClr>
                <a:schemeClr val="tx2"/>
              </a:buClr>
              <a:buSzPct val="70000"/>
              <a:buFont typeface="Wingdings" panose="05000000000000000000" pitchFamily="2" charset="2"/>
              <a:buNone/>
            </a:pPr>
            <a:r>
              <a:rPr kumimoji="1" lang="zh-CN" altLang="en-US" sz="2800" b="1"/>
              <a:t>（</a:t>
            </a:r>
            <a:r>
              <a:rPr kumimoji="1" lang="en-US" altLang="zh-CN" sz="2800" b="1"/>
              <a:t>2</a:t>
            </a:r>
            <a:r>
              <a:rPr kumimoji="1" lang="zh-CN" altLang="en-US" sz="2800" b="1"/>
              <a:t>）矩阵连乘积</a:t>
            </a:r>
            <a:r>
              <a:rPr kumimoji="1" lang="en-US" altLang="zh-CN" sz="2800" b="1" i="1"/>
              <a:t>A</a:t>
            </a:r>
            <a:r>
              <a:rPr kumimoji="1" lang="zh-CN" altLang="en-US" sz="2800" b="1"/>
              <a:t>是完全加括号的，则</a:t>
            </a:r>
            <a:r>
              <a:rPr kumimoji="1" lang="en-US" altLang="zh-CN" sz="2800" b="1" i="1"/>
              <a:t>A</a:t>
            </a:r>
            <a:r>
              <a:rPr kumimoji="1" lang="zh-CN" altLang="en-US" sz="2800" b="1"/>
              <a:t>可表示为</a:t>
            </a:r>
            <a:r>
              <a:rPr kumimoji="1" lang="en-US" altLang="zh-CN" sz="2800" b="1"/>
              <a:t>2</a:t>
            </a:r>
            <a:r>
              <a:rPr kumimoji="1" lang="zh-CN" altLang="en-US" sz="2800" b="1"/>
              <a:t>个完全加括号的矩阵连乘积</a:t>
            </a:r>
            <a:r>
              <a:rPr kumimoji="1" lang="en-US" altLang="zh-CN" sz="2800" b="1" i="1"/>
              <a:t>B</a:t>
            </a:r>
            <a:r>
              <a:rPr kumimoji="1" lang="zh-CN" altLang="en-US" sz="2800" b="1"/>
              <a:t>和</a:t>
            </a:r>
            <a:r>
              <a:rPr kumimoji="1" lang="en-US" altLang="zh-CN" sz="2800" b="1" i="1"/>
              <a:t>C</a:t>
            </a:r>
            <a:r>
              <a:rPr kumimoji="1" lang="zh-CN" altLang="en-US" sz="2800" b="1"/>
              <a:t>的乘积并加括号，即 </a:t>
            </a:r>
            <a:r>
              <a:rPr kumimoji="1" lang="en-US" altLang="zh-CN" sz="2800" b="1" i="1"/>
              <a:t>A</a:t>
            </a:r>
            <a:r>
              <a:rPr kumimoji="1" lang="en-US" altLang="zh-CN" sz="2800" b="1"/>
              <a:t>=(</a:t>
            </a:r>
            <a:r>
              <a:rPr kumimoji="1" lang="en-US" altLang="zh-CN" sz="2800" b="1" i="1"/>
              <a:t>BC</a:t>
            </a:r>
            <a:r>
              <a:rPr kumimoji="1" lang="en-US" altLang="zh-CN" sz="2800" b="1"/>
              <a:t>)</a:t>
            </a:r>
            <a:r>
              <a:rPr kumimoji="1" lang="zh-CN" altLang="en-US" sz="2800" b="1"/>
              <a:t>。</a:t>
            </a:r>
            <a:endParaRPr lang="zh-CN" altLang="en-US" sz="2800" b="1">
              <a:latin typeface="新宋体" panose="02010609030101010101" charset="-122"/>
              <a:ea typeface="新宋体" panose="02010609030101010101" charset="-122"/>
            </a:endParaRPr>
          </a:p>
        </p:txBody>
      </p:sp>
      <p:sp>
        <p:nvSpPr>
          <p:cNvPr id="487427" name="Rectangle 3"/>
          <p:cNvSpPr>
            <a:spLocks noChangeArrowheads="1"/>
          </p:cNvSpPr>
          <p:nvPr/>
        </p:nvSpPr>
        <p:spPr bwMode="auto">
          <a:xfrm>
            <a:off x="1435100" y="296863"/>
            <a:ext cx="6472238"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zh-CN" altLang="en-US" sz="3500" b="1">
                <a:solidFill>
                  <a:schemeClr val="tx2"/>
                </a:solidFill>
                <a:effectLst>
                  <a:outerShdw blurRad="38100" dist="38100" dir="2700000" algn="tl">
                    <a:srgbClr val="C0C0C0"/>
                  </a:outerShdw>
                </a:effectLst>
                <a:ea typeface="黑体" panose="02010609060101010101" pitchFamily="49" charset="-122"/>
              </a:rPr>
              <a:t>矩阵连乘问题</a:t>
            </a:r>
            <a:endParaRPr lang="en-US" altLang="ja-JP" sz="3500" b="1">
              <a:solidFill>
                <a:schemeClr val="tx2"/>
              </a:solidFill>
              <a:effectLst>
                <a:outerShdw blurRad="38100" dist="38100" dir="2700000" algn="tl">
                  <a:srgbClr val="C0C0C0"/>
                </a:outerShdw>
              </a:effectLst>
              <a:ea typeface="黑体" panose="02010609060101010101" pitchFamily="49"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6DA844F7-F40B-4200-A96C-3C78F30C27CB}" type="slidenum">
              <a:rPr lang="en-US" altLang="zh-CN"/>
            </a:fld>
            <a:endParaRPr lang="en-US" altLang="zh-CN"/>
          </a:p>
        </p:txBody>
      </p:sp>
      <p:sp>
        <p:nvSpPr>
          <p:cNvPr id="488450" name="Rectangle 2"/>
          <p:cNvSpPr>
            <a:spLocks noChangeArrowheads="1"/>
          </p:cNvSpPr>
          <p:nvPr/>
        </p:nvSpPr>
        <p:spPr bwMode="auto">
          <a:xfrm>
            <a:off x="900113" y="1341438"/>
            <a:ext cx="7416800"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accent2"/>
              </a:buClr>
              <a:buSzPct val="50000"/>
              <a:buFont typeface="Wingdings" panose="05000000000000000000" pitchFamily="2" charset="2"/>
              <a:buChar char="u"/>
            </a:pPr>
            <a:r>
              <a:rPr lang="zh-CN" altLang="en-US" sz="2800" b="1">
                <a:latin typeface="新宋体" panose="02010609030101010101" charset="-122"/>
                <a:ea typeface="新宋体" panose="02010609030101010101" charset="-122"/>
              </a:rPr>
              <a:t>例，有四个矩阵</a:t>
            </a:r>
            <a:r>
              <a:rPr kumimoji="1" lang="en-US" altLang="zh-CN" sz="2800" b="1" i="1">
                <a:latin typeface="Verdana" panose="020B0604030504040204" pitchFamily="34" charset="0"/>
                <a:ea typeface="黑体" panose="02010609060101010101" pitchFamily="49" charset="-122"/>
              </a:rPr>
              <a:t>A</a:t>
            </a:r>
            <a:r>
              <a:rPr lang="en-US" altLang="zh-CN" sz="2800" b="1">
                <a:latin typeface="新宋体" panose="02010609030101010101" charset="-122"/>
                <a:ea typeface="新宋体" panose="02010609030101010101" charset="-122"/>
              </a:rPr>
              <a:t>,</a:t>
            </a:r>
            <a:r>
              <a:rPr kumimoji="1" lang="en-US" altLang="zh-CN" sz="2800" b="1" i="1">
                <a:latin typeface="Verdana" panose="020B0604030504040204" pitchFamily="34" charset="0"/>
                <a:ea typeface="黑体" panose="02010609060101010101" pitchFamily="49" charset="-122"/>
              </a:rPr>
              <a:t>B</a:t>
            </a:r>
            <a:r>
              <a:rPr lang="en-US" altLang="zh-CN" sz="2800" b="1">
                <a:latin typeface="新宋体" panose="02010609030101010101" charset="-122"/>
                <a:ea typeface="新宋体" panose="02010609030101010101" charset="-122"/>
              </a:rPr>
              <a:t>,</a:t>
            </a:r>
            <a:r>
              <a:rPr kumimoji="1" lang="en-US" altLang="zh-CN" sz="2800" b="1" i="1">
                <a:latin typeface="Verdana" panose="020B0604030504040204" pitchFamily="34" charset="0"/>
                <a:ea typeface="黑体" panose="02010609060101010101" pitchFamily="49" charset="-122"/>
              </a:rPr>
              <a:t>C</a:t>
            </a:r>
            <a:r>
              <a:rPr lang="en-US" altLang="zh-CN" sz="2800" b="1">
                <a:latin typeface="新宋体" panose="02010609030101010101" charset="-122"/>
                <a:ea typeface="新宋体" panose="02010609030101010101" charset="-122"/>
              </a:rPr>
              <a:t>,</a:t>
            </a:r>
            <a:r>
              <a:rPr kumimoji="1" lang="en-US" altLang="zh-CN" sz="2800" b="1" i="1">
                <a:latin typeface="Verdana" panose="020B0604030504040204" pitchFamily="34" charset="0"/>
                <a:ea typeface="黑体" panose="02010609060101010101" pitchFamily="49" charset="-122"/>
              </a:rPr>
              <a:t>D</a:t>
            </a:r>
            <a:r>
              <a:rPr lang="zh-CN" altLang="en-US" sz="2800" b="1">
                <a:latin typeface="新宋体" panose="02010609030101010101" charset="-122"/>
                <a:ea typeface="新宋体" panose="02010609030101010101" charset="-122"/>
              </a:rPr>
              <a:t>，它们的维数分别是：</a:t>
            </a:r>
            <a:endParaRPr lang="zh-CN" altLang="en-US" sz="2800" b="1">
              <a:latin typeface="新宋体" panose="02010609030101010101" charset="-122"/>
              <a:ea typeface="新宋体" panose="02010609030101010101" charset="-122"/>
            </a:endParaRPr>
          </a:p>
          <a:p>
            <a:pPr marL="342900" indent="-342900">
              <a:spcBef>
                <a:spcPct val="20000"/>
              </a:spcBef>
              <a:buClr>
                <a:schemeClr val="accent2"/>
              </a:buClr>
              <a:buSzPct val="50000"/>
              <a:buFont typeface="Wingdings" panose="05000000000000000000" pitchFamily="2" charset="2"/>
              <a:buNone/>
            </a:pPr>
            <a:r>
              <a:rPr lang="zh-CN" altLang="en-US" sz="2800" b="1">
                <a:latin typeface="新宋体" panose="02010609030101010101" charset="-122"/>
                <a:ea typeface="新宋体" panose="02010609030101010101" charset="-122"/>
              </a:rPr>
              <a:t>	</a:t>
            </a:r>
            <a:r>
              <a:rPr lang="en-US" altLang="zh-CN" sz="2800" b="1">
                <a:latin typeface="新宋体" panose="02010609030101010101" charset="-122"/>
                <a:ea typeface="新宋体" panose="02010609030101010101" charset="-122"/>
              </a:rPr>
              <a:t>A=50×10</a:t>
            </a:r>
            <a:r>
              <a:rPr lang="zh-CN" altLang="en-US" sz="2800" b="1">
                <a:latin typeface="新宋体" panose="02010609030101010101" charset="-122"/>
                <a:ea typeface="新宋体" panose="02010609030101010101" charset="-122"/>
              </a:rPr>
              <a:t>，</a:t>
            </a:r>
            <a:r>
              <a:rPr lang="en-US" altLang="zh-CN" sz="2800" b="1">
                <a:latin typeface="新宋体" panose="02010609030101010101" charset="-122"/>
                <a:ea typeface="新宋体" panose="02010609030101010101" charset="-122"/>
              </a:rPr>
              <a:t>B=10×40, C=40×30, D=30×5</a:t>
            </a:r>
            <a:endParaRPr lang="en-US" altLang="zh-CN" sz="2800" b="1">
              <a:latin typeface="新宋体" panose="02010609030101010101" charset="-122"/>
              <a:ea typeface="新宋体" panose="02010609030101010101" charset="-122"/>
            </a:endParaRPr>
          </a:p>
          <a:p>
            <a:pPr marL="342900" indent="-342900">
              <a:spcBef>
                <a:spcPct val="20000"/>
              </a:spcBef>
              <a:buClr>
                <a:schemeClr val="accent2"/>
              </a:buClr>
              <a:buSzPct val="50000"/>
              <a:buFont typeface="Wingdings" panose="05000000000000000000" pitchFamily="2" charset="2"/>
              <a:buNone/>
            </a:pPr>
            <a:r>
              <a:rPr lang="en-US" altLang="zh-CN" sz="2800" b="1">
                <a:latin typeface="新宋体" panose="02010609030101010101" charset="-122"/>
                <a:ea typeface="新宋体" panose="02010609030101010101" charset="-122"/>
              </a:rPr>
              <a:t>  </a:t>
            </a:r>
            <a:r>
              <a:rPr lang="zh-CN" altLang="en-US" sz="2800" b="1">
                <a:latin typeface="新宋体" panose="02010609030101010101" charset="-122"/>
                <a:ea typeface="新宋体" panose="02010609030101010101" charset="-122"/>
              </a:rPr>
              <a:t>连乘积</a:t>
            </a:r>
            <a:r>
              <a:rPr kumimoji="1" lang="en-US" altLang="zh-CN" sz="2800" b="1" i="1">
                <a:latin typeface="Verdana" panose="020B0604030504040204" pitchFamily="34" charset="0"/>
                <a:ea typeface="黑体" panose="02010609060101010101" pitchFamily="49" charset="-122"/>
              </a:rPr>
              <a:t>ABCD</a:t>
            </a:r>
            <a:r>
              <a:rPr lang="zh-CN" altLang="en-US" sz="2800" b="1">
                <a:latin typeface="新宋体" panose="02010609030101010101" charset="-122"/>
                <a:ea typeface="新宋体" panose="02010609030101010101" charset="-122"/>
              </a:rPr>
              <a:t>共有五种完全加括号的方式</a:t>
            </a:r>
            <a:endParaRPr lang="zh-CN" altLang="en-US" sz="2800" b="1">
              <a:latin typeface="新宋体" panose="02010609030101010101" charset="-122"/>
              <a:ea typeface="新宋体" panose="02010609030101010101" charset="-122"/>
            </a:endParaRPr>
          </a:p>
          <a:p>
            <a:pPr marL="342900" indent="-342900">
              <a:spcBef>
                <a:spcPct val="20000"/>
              </a:spcBef>
              <a:buClr>
                <a:schemeClr val="accent2"/>
              </a:buClr>
              <a:buSzPct val="50000"/>
              <a:buFont typeface="Wingdings" panose="05000000000000000000" pitchFamily="2" charset="2"/>
              <a:buNone/>
            </a:pPr>
            <a:r>
              <a:rPr lang="zh-CN" altLang="en-US" sz="2800" b="1">
                <a:latin typeface="新宋体" panose="02010609030101010101" charset="-122"/>
                <a:ea typeface="新宋体" panose="02010609030101010101" charset="-122"/>
              </a:rPr>
              <a:t>	</a:t>
            </a:r>
            <a:r>
              <a:rPr lang="en-US" altLang="zh-CN" sz="2800" b="1">
                <a:latin typeface="新宋体" panose="02010609030101010101" charset="-122"/>
                <a:ea typeface="新宋体" panose="02010609030101010101" charset="-122"/>
              </a:rPr>
              <a:t>(A((BC)D))	</a:t>
            </a:r>
            <a:r>
              <a:rPr kumimoji="1" lang="ja-JP" altLang="en-US" sz="2800" b="1">
                <a:solidFill>
                  <a:srgbClr val="008000"/>
                </a:solidFill>
                <a:ea typeface="MS PGothic" panose="020B0600070205080204" pitchFamily="34" charset="-128"/>
              </a:rPr>
              <a:t>16000</a:t>
            </a:r>
            <a:endParaRPr lang="en-US" altLang="zh-CN" sz="2800" b="1">
              <a:latin typeface="新宋体" panose="02010609030101010101" charset="-122"/>
              <a:ea typeface="新宋体" panose="02010609030101010101" charset="-122"/>
            </a:endParaRPr>
          </a:p>
          <a:p>
            <a:pPr marL="342900" indent="-342900">
              <a:spcBef>
                <a:spcPct val="20000"/>
              </a:spcBef>
              <a:buClr>
                <a:schemeClr val="accent2"/>
              </a:buClr>
              <a:buSzPct val="50000"/>
              <a:buFont typeface="Wingdings" panose="05000000000000000000" pitchFamily="2" charset="2"/>
              <a:buNone/>
            </a:pPr>
            <a:r>
              <a:rPr lang="en-US" altLang="zh-CN" sz="2800" b="1">
                <a:latin typeface="新宋体" panose="02010609030101010101" charset="-122"/>
                <a:ea typeface="新宋体" panose="02010609030101010101" charset="-122"/>
              </a:rPr>
              <a:t>	(A(B(CD)))	</a:t>
            </a:r>
            <a:r>
              <a:rPr kumimoji="1" lang="ja-JP" altLang="en-US" sz="2800" b="1">
                <a:solidFill>
                  <a:srgbClr val="008000"/>
                </a:solidFill>
                <a:ea typeface="MS PGothic" panose="020B0600070205080204" pitchFamily="34" charset="-128"/>
              </a:rPr>
              <a:t>10500</a:t>
            </a:r>
            <a:endParaRPr lang="en-US" altLang="zh-CN" sz="2800" b="1">
              <a:latin typeface="新宋体" panose="02010609030101010101" charset="-122"/>
              <a:ea typeface="新宋体" panose="02010609030101010101" charset="-122"/>
            </a:endParaRPr>
          </a:p>
          <a:p>
            <a:pPr marL="342900" indent="-342900">
              <a:spcBef>
                <a:spcPct val="20000"/>
              </a:spcBef>
              <a:buClr>
                <a:schemeClr val="accent2"/>
              </a:buClr>
              <a:buSzPct val="50000"/>
              <a:buFont typeface="Wingdings" panose="05000000000000000000" pitchFamily="2" charset="2"/>
              <a:buNone/>
            </a:pPr>
            <a:r>
              <a:rPr lang="en-US" altLang="zh-CN" sz="2800" b="1">
                <a:latin typeface="新宋体" panose="02010609030101010101" charset="-122"/>
                <a:ea typeface="新宋体" panose="02010609030101010101" charset="-122"/>
              </a:rPr>
              <a:t>	((AB)(CD))	</a:t>
            </a:r>
            <a:r>
              <a:rPr kumimoji="1" lang="ja-JP" altLang="en-US" sz="2800" b="1">
                <a:solidFill>
                  <a:srgbClr val="008000"/>
                </a:solidFill>
                <a:ea typeface="MS PGothic" panose="020B0600070205080204" pitchFamily="34" charset="-128"/>
              </a:rPr>
              <a:t>36000</a:t>
            </a:r>
            <a:endParaRPr lang="en-US" altLang="zh-CN" sz="2800" b="1">
              <a:latin typeface="新宋体" panose="02010609030101010101" charset="-122"/>
              <a:ea typeface="新宋体" panose="02010609030101010101" charset="-122"/>
            </a:endParaRPr>
          </a:p>
          <a:p>
            <a:pPr marL="342900" indent="-342900">
              <a:spcBef>
                <a:spcPct val="20000"/>
              </a:spcBef>
              <a:buClr>
                <a:schemeClr val="accent2"/>
              </a:buClr>
              <a:buSzPct val="50000"/>
              <a:buFont typeface="Wingdings" panose="05000000000000000000" pitchFamily="2" charset="2"/>
              <a:buNone/>
            </a:pPr>
            <a:r>
              <a:rPr lang="en-US" altLang="zh-CN" sz="2800" b="1">
                <a:latin typeface="新宋体" panose="02010609030101010101" charset="-122"/>
                <a:ea typeface="新宋体" panose="02010609030101010101" charset="-122"/>
              </a:rPr>
              <a:t>	(((AB)C)D)	</a:t>
            </a:r>
            <a:r>
              <a:rPr kumimoji="1" lang="ja-JP" altLang="en-US" sz="2800" b="1">
                <a:solidFill>
                  <a:srgbClr val="008000"/>
                </a:solidFill>
                <a:ea typeface="MS PGothic" panose="020B0600070205080204" pitchFamily="34" charset="-128"/>
              </a:rPr>
              <a:t>87500</a:t>
            </a:r>
            <a:endParaRPr lang="en-US" altLang="zh-CN" sz="2800" b="1">
              <a:latin typeface="新宋体" panose="02010609030101010101" charset="-122"/>
              <a:ea typeface="新宋体" panose="02010609030101010101" charset="-122"/>
            </a:endParaRPr>
          </a:p>
          <a:p>
            <a:pPr marL="342900" indent="-342900">
              <a:spcBef>
                <a:spcPct val="20000"/>
              </a:spcBef>
              <a:buClr>
                <a:schemeClr val="accent2"/>
              </a:buClr>
              <a:buSzPct val="50000"/>
              <a:buFont typeface="Wingdings" panose="05000000000000000000" pitchFamily="2" charset="2"/>
              <a:buNone/>
            </a:pPr>
            <a:r>
              <a:rPr lang="en-US" altLang="zh-CN" sz="2800" b="1">
                <a:latin typeface="新宋体" panose="02010609030101010101" charset="-122"/>
                <a:ea typeface="新宋体" panose="02010609030101010101" charset="-122"/>
              </a:rPr>
              <a:t>	((A(BC))D)	</a:t>
            </a:r>
            <a:r>
              <a:rPr kumimoji="1" lang="ja-JP" altLang="en-US" sz="2800" b="1">
                <a:solidFill>
                  <a:srgbClr val="008000"/>
                </a:solidFill>
                <a:ea typeface="MS PGothic" panose="020B0600070205080204" pitchFamily="34" charset="-128"/>
              </a:rPr>
              <a:t>34500</a:t>
            </a:r>
            <a:endParaRPr kumimoji="1" lang="en-US" altLang="ja-JP" sz="2800" b="1">
              <a:solidFill>
                <a:srgbClr val="008000"/>
              </a:solidFill>
              <a:ea typeface="MS PGothic" panose="020B0600070205080204" pitchFamily="34" charset="-128"/>
            </a:endParaRPr>
          </a:p>
        </p:txBody>
      </p:sp>
      <p:sp>
        <p:nvSpPr>
          <p:cNvPr id="488451" name="Rectangle 3"/>
          <p:cNvSpPr>
            <a:spLocks noChangeArrowheads="1"/>
          </p:cNvSpPr>
          <p:nvPr/>
        </p:nvSpPr>
        <p:spPr bwMode="auto">
          <a:xfrm>
            <a:off x="1435100" y="296863"/>
            <a:ext cx="6472238"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zh-CN" altLang="en-US" sz="3500" b="1">
                <a:solidFill>
                  <a:schemeClr val="tx2"/>
                </a:solidFill>
                <a:effectLst>
                  <a:outerShdw blurRad="38100" dist="38100" dir="2700000" algn="tl">
                    <a:srgbClr val="C0C0C0"/>
                  </a:outerShdw>
                </a:effectLst>
                <a:ea typeface="黑体" panose="02010609060101010101" pitchFamily="49" charset="-122"/>
              </a:rPr>
              <a:t>矩阵连乘问题</a:t>
            </a:r>
            <a:endParaRPr lang="en-US" altLang="ja-JP" sz="3500" b="1">
              <a:solidFill>
                <a:schemeClr val="tx2"/>
              </a:solidFill>
              <a:effectLst>
                <a:outerShdw blurRad="38100" dist="38100" dir="2700000" algn="tl">
                  <a:srgbClr val="C0C0C0"/>
                </a:outerShdw>
              </a:effectLst>
              <a:ea typeface="黑体" panose="02010609060101010101" pitchFamily="49"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B7CABA1F-CB01-4010-AB02-62369D3FEBBB}" type="slidenum">
              <a:rPr lang="en-US" altLang="zh-CN"/>
            </a:fld>
            <a:endParaRPr lang="en-US" altLang="zh-CN"/>
          </a:p>
        </p:txBody>
      </p:sp>
      <p:sp>
        <p:nvSpPr>
          <p:cNvPr id="489474" name="Rectangle 2"/>
          <p:cNvSpPr>
            <a:spLocks noGrp="1" noChangeArrowheads="1"/>
          </p:cNvSpPr>
          <p:nvPr>
            <p:ph type="body" idx="1"/>
          </p:nvPr>
        </p:nvSpPr>
        <p:spPr/>
        <p:txBody>
          <a:bodyPr/>
          <a:lstStyle/>
          <a:p>
            <a:endParaRPr lang="zh-CN" altLang="en-US"/>
          </a:p>
        </p:txBody>
      </p:sp>
      <p:pic>
        <p:nvPicPr>
          <p:cNvPr id="4894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1268413"/>
            <a:ext cx="8569325" cy="533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
        <p:nvSpPr>
          <p:cNvPr id="489476" name="Rectangle 4"/>
          <p:cNvSpPr>
            <a:spLocks noChangeArrowheads="1"/>
          </p:cNvSpPr>
          <p:nvPr/>
        </p:nvSpPr>
        <p:spPr bwMode="auto">
          <a:xfrm>
            <a:off x="1341438" y="287338"/>
            <a:ext cx="5395912" cy="795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zh-CN" altLang="en-US" sz="3500" b="1">
                <a:solidFill>
                  <a:schemeClr val="tx2"/>
                </a:solidFill>
                <a:effectLst>
                  <a:outerShdw blurRad="38100" dist="38100" dir="2700000" algn="tl">
                    <a:srgbClr val="C0C0C0"/>
                  </a:outerShdw>
                </a:effectLst>
                <a:ea typeface="黑体" panose="02010609060101010101" pitchFamily="49" charset="-122"/>
              </a:rPr>
              <a:t>矩阵连乘问题</a:t>
            </a:r>
            <a:endParaRPr lang="ja-JP" altLang="en-US" sz="3500" b="1">
              <a:solidFill>
                <a:schemeClr val="tx2"/>
              </a:solidFill>
              <a:effectLst>
                <a:outerShdw blurRad="38100" dist="38100" dir="2700000" algn="tl">
                  <a:srgbClr val="C0C0C0"/>
                </a:outerShdw>
              </a:effectLst>
              <a:ea typeface="黑体" panose="02010609060101010101" pitchFamily="49"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A1100A37-2A54-4EAD-81BA-6862D51D84FB}" type="slidenum">
              <a:rPr lang="en-US" altLang="zh-CN"/>
            </a:fld>
            <a:endParaRPr lang="en-US" altLang="zh-CN"/>
          </a:p>
        </p:txBody>
      </p:sp>
      <p:sp>
        <p:nvSpPr>
          <p:cNvPr id="490498" name="Rectangle 2"/>
          <p:cNvSpPr>
            <a:spLocks noChangeArrowheads="1"/>
          </p:cNvSpPr>
          <p:nvPr/>
        </p:nvSpPr>
        <p:spPr bwMode="auto">
          <a:xfrm>
            <a:off x="1341438" y="287338"/>
            <a:ext cx="5395912" cy="795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zh-CN" altLang="en-US" sz="3500" b="1">
                <a:solidFill>
                  <a:schemeClr val="tx2"/>
                </a:solidFill>
                <a:effectLst>
                  <a:outerShdw blurRad="38100" dist="38100" dir="2700000" algn="tl">
                    <a:srgbClr val="C0C0C0"/>
                  </a:outerShdw>
                </a:effectLst>
                <a:ea typeface="黑体" panose="02010609060101010101" pitchFamily="49" charset="-122"/>
              </a:rPr>
              <a:t>矩阵连乘问题</a:t>
            </a:r>
            <a:endParaRPr lang="ja-JP" altLang="en-US" sz="3500" b="1">
              <a:solidFill>
                <a:schemeClr val="tx2"/>
              </a:solidFill>
              <a:effectLst>
                <a:outerShdw blurRad="38100" dist="38100" dir="2700000" algn="tl">
                  <a:srgbClr val="C0C0C0"/>
                </a:outerShdw>
              </a:effectLst>
              <a:ea typeface="黑体" panose="02010609060101010101" pitchFamily="49" charset="-122"/>
            </a:endParaRPr>
          </a:p>
        </p:txBody>
      </p:sp>
      <p:sp>
        <p:nvSpPr>
          <p:cNvPr id="490499" name="Text Box 3"/>
          <p:cNvSpPr txBox="1">
            <a:spLocks noChangeArrowheads="1"/>
          </p:cNvSpPr>
          <p:nvPr/>
        </p:nvSpPr>
        <p:spPr bwMode="auto">
          <a:xfrm>
            <a:off x="971550" y="1458913"/>
            <a:ext cx="74168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ct val="120000"/>
              </a:lnSpc>
              <a:buFont typeface="Wingdings" panose="05000000000000000000" pitchFamily="2" charset="2"/>
              <a:buChar char="u"/>
            </a:pPr>
            <a:r>
              <a:rPr lang="zh-CN" altLang="en-US" sz="2400" b="1">
                <a:latin typeface="Times New Roman" panose="02020603050405020304" pitchFamily="18" charset="0"/>
                <a:ea typeface="黑体" panose="02010609060101010101" pitchFamily="49" charset="-122"/>
                <a:sym typeface="Wingdings" panose="05000000000000000000" pitchFamily="2" charset="2"/>
              </a:rPr>
              <a:t>动态规划</a:t>
            </a:r>
            <a:endParaRPr lang="zh-CN" altLang="en-US" sz="2400" b="1">
              <a:latin typeface="Times New Roman" panose="02020603050405020304" pitchFamily="18" charset="0"/>
              <a:ea typeface="黑体" panose="02010609060101010101" pitchFamily="49" charset="-122"/>
              <a:sym typeface="Wingdings" panose="05000000000000000000" pitchFamily="2" charset="2"/>
            </a:endParaRPr>
          </a:p>
        </p:txBody>
      </p:sp>
      <p:sp>
        <p:nvSpPr>
          <p:cNvPr id="490500" name="Text Box 4"/>
          <p:cNvSpPr txBox="1">
            <a:spLocks noChangeArrowheads="1"/>
          </p:cNvSpPr>
          <p:nvPr/>
        </p:nvSpPr>
        <p:spPr bwMode="auto">
          <a:xfrm>
            <a:off x="900113" y="2239963"/>
            <a:ext cx="7272337"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2400" b="1">
                <a:latin typeface="Times New Roman" panose="02020603050405020304" pitchFamily="18" charset="0"/>
                <a:ea typeface="新宋体" panose="02010609030101010101" charset="-122"/>
              </a:rPr>
              <a:t>将矩阵连乘积</a:t>
            </a:r>
            <a:r>
              <a:rPr kumimoji="1" lang="en-US" altLang="zh-CN" sz="2400" b="1">
                <a:latin typeface="Times New Roman" panose="02020603050405020304" pitchFamily="18" charset="0"/>
                <a:ea typeface="新宋体" panose="02010609030101010101" charset="-122"/>
              </a:rPr>
              <a:t>A</a:t>
            </a:r>
            <a:r>
              <a:rPr kumimoji="1" lang="en-US" altLang="zh-CN" sz="2400" b="1" baseline="-25000">
                <a:latin typeface="Times New Roman" panose="02020603050405020304" pitchFamily="18" charset="0"/>
                <a:ea typeface="新宋体" panose="02010609030101010101" charset="-122"/>
              </a:rPr>
              <a:t>i</a:t>
            </a:r>
            <a:r>
              <a:rPr kumimoji="1" lang="en-US" altLang="zh-CN" sz="2400" b="1">
                <a:latin typeface="Times New Roman" panose="02020603050405020304" pitchFamily="18" charset="0"/>
                <a:ea typeface="新宋体" panose="02010609030101010101" charset="-122"/>
              </a:rPr>
              <a:t>A</a:t>
            </a:r>
            <a:r>
              <a:rPr kumimoji="1" lang="en-US" altLang="zh-CN" sz="2400" b="1" baseline="-25000">
                <a:latin typeface="Times New Roman" panose="02020603050405020304" pitchFamily="18" charset="0"/>
                <a:ea typeface="新宋体" panose="02010609030101010101" charset="-122"/>
              </a:rPr>
              <a:t>i+1</a:t>
            </a:r>
            <a:r>
              <a:rPr kumimoji="1" lang="en-US" altLang="zh-CN" sz="2400" b="1">
                <a:latin typeface="Times New Roman" panose="02020603050405020304" pitchFamily="18" charset="0"/>
                <a:ea typeface="新宋体" panose="02010609030101010101" charset="-122"/>
              </a:rPr>
              <a:t>…A</a:t>
            </a:r>
            <a:r>
              <a:rPr kumimoji="1" lang="en-US" altLang="zh-CN" sz="2400" b="1" baseline="-25000">
                <a:latin typeface="Times New Roman" panose="02020603050405020304" pitchFamily="18" charset="0"/>
                <a:ea typeface="新宋体" panose="02010609030101010101" charset="-122"/>
              </a:rPr>
              <a:t>j</a:t>
            </a:r>
            <a:r>
              <a:rPr kumimoji="1" lang="zh-CN" altLang="en-US" sz="2400" b="1">
                <a:latin typeface="Times New Roman" panose="02020603050405020304" pitchFamily="18" charset="0"/>
                <a:ea typeface="新宋体" panose="02010609030101010101" charset="-122"/>
              </a:rPr>
              <a:t>简记为</a:t>
            </a:r>
            <a:r>
              <a:rPr kumimoji="1" lang="en-US" altLang="zh-CN" sz="2400" b="1">
                <a:latin typeface="Times New Roman" panose="02020603050405020304" pitchFamily="18" charset="0"/>
                <a:ea typeface="新宋体" panose="02010609030101010101" charset="-122"/>
              </a:rPr>
              <a:t>A[i:j] </a:t>
            </a:r>
            <a:r>
              <a:rPr kumimoji="1" lang="zh-CN" altLang="en-US" sz="2400" b="1">
                <a:latin typeface="Times New Roman" panose="02020603050405020304" pitchFamily="18" charset="0"/>
                <a:ea typeface="新宋体" panose="02010609030101010101" charset="-122"/>
              </a:rPr>
              <a:t>，这里</a:t>
            </a:r>
            <a:r>
              <a:rPr kumimoji="1" lang="en-US" altLang="zh-CN" sz="2400" b="1">
                <a:latin typeface="Times New Roman" panose="02020603050405020304" pitchFamily="18" charset="0"/>
                <a:ea typeface="新宋体" panose="02010609030101010101" charset="-122"/>
              </a:rPr>
              <a:t>i</a:t>
            </a:r>
            <a:r>
              <a:rPr lang="en-US" altLang="zh-CN" sz="2400" b="1">
                <a:latin typeface="Times New Roman" panose="02020603050405020304" pitchFamily="18" charset="0"/>
                <a:ea typeface="新宋体" panose="02010609030101010101" charset="-122"/>
              </a:rPr>
              <a:t>≤</a:t>
            </a:r>
            <a:r>
              <a:rPr kumimoji="1" lang="en-US" altLang="zh-CN" sz="2400" b="1">
                <a:latin typeface="Times New Roman" panose="02020603050405020304" pitchFamily="18" charset="0"/>
                <a:ea typeface="新宋体" panose="02010609030101010101" charset="-122"/>
              </a:rPr>
              <a:t>j</a:t>
            </a:r>
            <a:r>
              <a:rPr kumimoji="1" lang="zh-CN" altLang="en-US" sz="2400" b="1">
                <a:latin typeface="Times New Roman" panose="02020603050405020304" pitchFamily="18" charset="0"/>
                <a:ea typeface="新宋体" panose="02010609030101010101" charset="-122"/>
              </a:rPr>
              <a:t>。</a:t>
            </a:r>
            <a:endParaRPr kumimoji="1" lang="zh-CN" altLang="en-US" sz="2400" b="1">
              <a:latin typeface="Times New Roman" panose="02020603050405020304" pitchFamily="18" charset="0"/>
              <a:ea typeface="新宋体" panose="02010609030101010101" charset="-122"/>
            </a:endParaRPr>
          </a:p>
        </p:txBody>
      </p:sp>
      <p:sp>
        <p:nvSpPr>
          <p:cNvPr id="490501" name="Text Box 5"/>
          <p:cNvSpPr txBox="1">
            <a:spLocks noChangeArrowheads="1"/>
          </p:cNvSpPr>
          <p:nvPr/>
        </p:nvSpPr>
        <p:spPr bwMode="auto">
          <a:xfrm>
            <a:off x="900113" y="2997200"/>
            <a:ext cx="7416800"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2400" b="1">
                <a:latin typeface="Times New Roman" panose="02020603050405020304" pitchFamily="18" charset="0"/>
                <a:ea typeface="新宋体" panose="02010609030101010101" charset="-122"/>
              </a:rPr>
              <a:t>考察计算</a:t>
            </a:r>
            <a:r>
              <a:rPr kumimoji="1" lang="en-US" altLang="zh-CN" sz="2400" b="1">
                <a:latin typeface="Times New Roman" panose="02020603050405020304" pitchFamily="18" charset="0"/>
                <a:ea typeface="新宋体" panose="02010609030101010101" charset="-122"/>
              </a:rPr>
              <a:t>A[i:j]</a:t>
            </a:r>
            <a:r>
              <a:rPr kumimoji="1" lang="zh-CN" altLang="en-US" sz="2400" b="1">
                <a:latin typeface="Times New Roman" panose="02020603050405020304" pitchFamily="18" charset="0"/>
                <a:ea typeface="新宋体" panose="02010609030101010101" charset="-122"/>
              </a:rPr>
              <a:t>的最优计算次序。设这个计算次序在矩阵</a:t>
            </a:r>
            <a:r>
              <a:rPr kumimoji="1" lang="en-US" altLang="zh-CN" sz="2400" b="1">
                <a:latin typeface="Times New Roman" panose="02020603050405020304" pitchFamily="18" charset="0"/>
                <a:ea typeface="新宋体" panose="02010609030101010101" charset="-122"/>
              </a:rPr>
              <a:t>A</a:t>
            </a:r>
            <a:r>
              <a:rPr kumimoji="1" lang="en-US" altLang="zh-CN" sz="2400" b="1" baseline="-25000">
                <a:latin typeface="Times New Roman" panose="02020603050405020304" pitchFamily="18" charset="0"/>
                <a:ea typeface="新宋体" panose="02010609030101010101" charset="-122"/>
              </a:rPr>
              <a:t>k</a:t>
            </a:r>
            <a:r>
              <a:rPr kumimoji="1" lang="zh-CN" altLang="en-US" sz="2400" b="1">
                <a:latin typeface="Times New Roman" panose="02020603050405020304" pitchFamily="18" charset="0"/>
                <a:ea typeface="新宋体" panose="02010609030101010101" charset="-122"/>
              </a:rPr>
              <a:t>和</a:t>
            </a:r>
            <a:r>
              <a:rPr kumimoji="1" lang="en-US" altLang="zh-CN" sz="2400" b="1">
                <a:latin typeface="Times New Roman" panose="02020603050405020304" pitchFamily="18" charset="0"/>
                <a:ea typeface="新宋体" panose="02010609030101010101" charset="-122"/>
              </a:rPr>
              <a:t>A</a:t>
            </a:r>
            <a:r>
              <a:rPr kumimoji="1" lang="en-US" altLang="zh-CN" sz="2400" b="1" baseline="-25000">
                <a:latin typeface="Times New Roman" panose="02020603050405020304" pitchFamily="18" charset="0"/>
                <a:ea typeface="新宋体" panose="02010609030101010101" charset="-122"/>
              </a:rPr>
              <a:t>k+1</a:t>
            </a:r>
            <a:r>
              <a:rPr kumimoji="1" lang="zh-CN" altLang="en-US" sz="2400" b="1">
                <a:latin typeface="Times New Roman" panose="02020603050405020304" pitchFamily="18" charset="0"/>
                <a:ea typeface="新宋体" panose="02010609030101010101" charset="-122"/>
              </a:rPr>
              <a:t>之间将矩阵链断开，</a:t>
            </a:r>
            <a:r>
              <a:rPr kumimoji="1" lang="en-US" altLang="zh-CN" sz="2400" b="1">
                <a:latin typeface="Times New Roman" panose="02020603050405020304" pitchFamily="18" charset="0"/>
                <a:ea typeface="新宋体" panose="02010609030101010101" charset="-122"/>
              </a:rPr>
              <a:t>i</a:t>
            </a:r>
            <a:r>
              <a:rPr lang="en-US" altLang="zh-CN" sz="2400" b="1">
                <a:latin typeface="Times New Roman" panose="02020603050405020304" pitchFamily="18" charset="0"/>
                <a:ea typeface="新宋体" panose="02010609030101010101" charset="-122"/>
              </a:rPr>
              <a:t>≤k&lt;j</a:t>
            </a:r>
            <a:r>
              <a:rPr kumimoji="1" lang="zh-CN" altLang="en-US" sz="2400" b="1">
                <a:latin typeface="Times New Roman" panose="02020603050405020304" pitchFamily="18" charset="0"/>
                <a:ea typeface="新宋体" panose="02010609030101010101" charset="-122"/>
              </a:rPr>
              <a:t>，则其相应完全加括号方式为</a:t>
            </a:r>
            <a:r>
              <a:rPr kumimoji="1" lang="en-US" altLang="zh-CN" sz="2400" b="1">
                <a:latin typeface="Times New Roman" panose="02020603050405020304" pitchFamily="18" charset="0"/>
                <a:ea typeface="新宋体" panose="02010609030101010101" charset="-122"/>
              </a:rPr>
              <a:t>(A</a:t>
            </a:r>
            <a:r>
              <a:rPr kumimoji="1" lang="en-US" altLang="zh-CN" sz="2400" b="1" baseline="-25000">
                <a:latin typeface="Times New Roman" panose="02020603050405020304" pitchFamily="18" charset="0"/>
                <a:ea typeface="新宋体" panose="02010609030101010101" charset="-122"/>
              </a:rPr>
              <a:t>i</a:t>
            </a:r>
            <a:r>
              <a:rPr kumimoji="1" lang="en-US" altLang="zh-CN" sz="2400" b="1">
                <a:latin typeface="Times New Roman" panose="02020603050405020304" pitchFamily="18" charset="0"/>
                <a:ea typeface="新宋体" panose="02010609030101010101" charset="-122"/>
              </a:rPr>
              <a:t>A</a:t>
            </a:r>
            <a:r>
              <a:rPr kumimoji="1" lang="en-US" altLang="zh-CN" sz="2400" b="1" baseline="-25000">
                <a:latin typeface="Times New Roman" panose="02020603050405020304" pitchFamily="18" charset="0"/>
                <a:ea typeface="新宋体" panose="02010609030101010101" charset="-122"/>
              </a:rPr>
              <a:t>i+1</a:t>
            </a:r>
            <a:r>
              <a:rPr kumimoji="1" lang="en-US" altLang="zh-CN" sz="2400" b="1">
                <a:latin typeface="Times New Roman" panose="02020603050405020304" pitchFamily="18" charset="0"/>
                <a:ea typeface="新宋体" panose="02010609030101010101" charset="-122"/>
              </a:rPr>
              <a:t>…A</a:t>
            </a:r>
            <a:r>
              <a:rPr kumimoji="1" lang="en-US" altLang="zh-CN" sz="2400" b="1" baseline="-25000">
                <a:latin typeface="Times New Roman" panose="02020603050405020304" pitchFamily="18" charset="0"/>
                <a:ea typeface="新宋体" panose="02010609030101010101" charset="-122"/>
              </a:rPr>
              <a:t>k</a:t>
            </a:r>
            <a:r>
              <a:rPr kumimoji="1" lang="en-US" altLang="zh-CN" sz="2400" b="1">
                <a:latin typeface="Times New Roman" panose="02020603050405020304" pitchFamily="18" charset="0"/>
                <a:ea typeface="新宋体" panose="02010609030101010101" charset="-122"/>
              </a:rPr>
              <a:t>)(A</a:t>
            </a:r>
            <a:r>
              <a:rPr kumimoji="1" lang="en-US" altLang="zh-CN" sz="2400" b="1" baseline="-25000">
                <a:latin typeface="Times New Roman" panose="02020603050405020304" pitchFamily="18" charset="0"/>
                <a:ea typeface="新宋体" panose="02010609030101010101" charset="-122"/>
              </a:rPr>
              <a:t>k+1</a:t>
            </a:r>
            <a:r>
              <a:rPr kumimoji="1" lang="en-US" altLang="zh-CN" sz="2400" b="1">
                <a:latin typeface="Times New Roman" panose="02020603050405020304" pitchFamily="18" charset="0"/>
                <a:ea typeface="新宋体" panose="02010609030101010101" charset="-122"/>
              </a:rPr>
              <a:t>A</a:t>
            </a:r>
            <a:r>
              <a:rPr kumimoji="1" lang="en-US" altLang="zh-CN" sz="2400" b="1" baseline="-25000">
                <a:latin typeface="Times New Roman" panose="02020603050405020304" pitchFamily="18" charset="0"/>
                <a:ea typeface="新宋体" panose="02010609030101010101" charset="-122"/>
              </a:rPr>
              <a:t>k+2</a:t>
            </a:r>
            <a:r>
              <a:rPr kumimoji="1" lang="en-US" altLang="zh-CN" sz="2400" b="1">
                <a:latin typeface="Times New Roman" panose="02020603050405020304" pitchFamily="18" charset="0"/>
                <a:ea typeface="新宋体" panose="02010609030101010101" charset="-122"/>
              </a:rPr>
              <a:t>…A</a:t>
            </a:r>
            <a:r>
              <a:rPr kumimoji="1" lang="en-US" altLang="zh-CN" sz="2400" b="1" baseline="-25000">
                <a:latin typeface="Times New Roman" panose="02020603050405020304" pitchFamily="18" charset="0"/>
                <a:ea typeface="新宋体" panose="02010609030101010101" charset="-122"/>
              </a:rPr>
              <a:t>j</a:t>
            </a:r>
            <a:r>
              <a:rPr kumimoji="1" lang="en-US" altLang="zh-CN" sz="2400" b="1">
                <a:latin typeface="Times New Roman" panose="02020603050405020304" pitchFamily="18" charset="0"/>
                <a:ea typeface="新宋体" panose="02010609030101010101" charset="-122"/>
              </a:rPr>
              <a:t>)</a:t>
            </a:r>
            <a:r>
              <a:rPr kumimoji="1" lang="zh-CN" altLang="en-US" sz="2400" b="1">
                <a:latin typeface="Times New Roman" panose="02020603050405020304" pitchFamily="18" charset="0"/>
                <a:ea typeface="新宋体" panose="02010609030101010101" charset="-122"/>
              </a:rPr>
              <a:t>。</a:t>
            </a:r>
            <a:endParaRPr kumimoji="1" lang="ja-JP" altLang="en-US" sz="2400" b="1">
              <a:latin typeface="Times New Roman" panose="02020603050405020304" pitchFamily="18" charset="0"/>
              <a:ea typeface="新宋体" panose="02010609030101010101" charset="-122"/>
            </a:endParaRPr>
          </a:p>
        </p:txBody>
      </p:sp>
      <p:sp>
        <p:nvSpPr>
          <p:cNvPr id="490502" name="Text Box 6"/>
          <p:cNvSpPr txBox="1">
            <a:spLocks noChangeArrowheads="1"/>
          </p:cNvSpPr>
          <p:nvPr/>
        </p:nvSpPr>
        <p:spPr bwMode="auto">
          <a:xfrm>
            <a:off x="900113" y="4621213"/>
            <a:ext cx="7345362"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2400">
                <a:solidFill>
                  <a:srgbClr val="008000"/>
                </a:solidFill>
                <a:latin typeface="Times New Roman" panose="02020603050405020304" pitchFamily="18" charset="0"/>
                <a:ea typeface="新宋体" panose="02010609030101010101" charset="-122"/>
                <a:sym typeface="Wingdings" panose="05000000000000000000" pitchFamily="2" charset="2"/>
              </a:rPr>
              <a:t> </a:t>
            </a:r>
            <a:r>
              <a:rPr kumimoji="1" lang="en-US" altLang="zh-CN" sz="2400" b="1">
                <a:solidFill>
                  <a:srgbClr val="800000"/>
                </a:solidFill>
                <a:latin typeface="Times New Roman" panose="02020603050405020304" pitchFamily="18" charset="0"/>
                <a:ea typeface="新宋体" panose="02010609030101010101" charset="-122"/>
              </a:rPr>
              <a:t>A[i:j]</a:t>
            </a:r>
            <a:r>
              <a:rPr kumimoji="1" lang="zh-CN" altLang="en-US" sz="2400" b="1">
                <a:solidFill>
                  <a:srgbClr val="800000"/>
                </a:solidFill>
                <a:latin typeface="Times New Roman" panose="02020603050405020304" pitchFamily="18" charset="0"/>
                <a:ea typeface="新宋体" panose="02010609030101010101" charset="-122"/>
              </a:rPr>
              <a:t>的计算量：</a:t>
            </a:r>
            <a:r>
              <a:rPr kumimoji="1" lang="en-US" altLang="zh-CN" sz="2400" b="1">
                <a:latin typeface="Times New Roman" panose="02020603050405020304" pitchFamily="18" charset="0"/>
                <a:ea typeface="新宋体" panose="02010609030101010101" charset="-122"/>
              </a:rPr>
              <a:t>A[i:k]</a:t>
            </a:r>
            <a:r>
              <a:rPr kumimoji="1" lang="zh-CN" altLang="en-US" sz="2400" b="1">
                <a:latin typeface="Times New Roman" panose="02020603050405020304" pitchFamily="18" charset="0"/>
                <a:ea typeface="新宋体" panose="02010609030101010101" charset="-122"/>
              </a:rPr>
              <a:t>的计算量加上</a:t>
            </a:r>
            <a:r>
              <a:rPr kumimoji="1" lang="en-US" altLang="zh-CN" sz="2400" b="1">
                <a:latin typeface="Times New Roman" panose="02020603050405020304" pitchFamily="18" charset="0"/>
                <a:ea typeface="新宋体" panose="02010609030101010101" charset="-122"/>
              </a:rPr>
              <a:t>A[k+1:j]</a:t>
            </a:r>
            <a:r>
              <a:rPr kumimoji="1" lang="zh-CN" altLang="en-US" sz="2400" b="1">
                <a:latin typeface="Times New Roman" panose="02020603050405020304" pitchFamily="18" charset="0"/>
                <a:ea typeface="新宋体" panose="02010609030101010101" charset="-122"/>
              </a:rPr>
              <a:t>的计算量，再加上</a:t>
            </a:r>
            <a:r>
              <a:rPr kumimoji="1" lang="en-US" altLang="zh-CN" sz="2400" b="1">
                <a:latin typeface="Times New Roman" panose="02020603050405020304" pitchFamily="18" charset="0"/>
                <a:ea typeface="新宋体" panose="02010609030101010101" charset="-122"/>
              </a:rPr>
              <a:t>A[i:k]</a:t>
            </a:r>
            <a:r>
              <a:rPr kumimoji="1" lang="zh-CN" altLang="en-US" sz="2400" b="1">
                <a:latin typeface="Times New Roman" panose="02020603050405020304" pitchFamily="18" charset="0"/>
                <a:ea typeface="新宋体" panose="02010609030101010101" charset="-122"/>
              </a:rPr>
              <a:t>和</a:t>
            </a:r>
            <a:r>
              <a:rPr kumimoji="1" lang="en-US" altLang="zh-CN" sz="2400" b="1">
                <a:latin typeface="Times New Roman" panose="02020603050405020304" pitchFamily="18" charset="0"/>
                <a:ea typeface="新宋体" panose="02010609030101010101" charset="-122"/>
              </a:rPr>
              <a:t>A[k+1:j]</a:t>
            </a:r>
            <a:r>
              <a:rPr kumimoji="1" lang="zh-CN" altLang="en-US" sz="2400" b="1">
                <a:latin typeface="Times New Roman" panose="02020603050405020304" pitchFamily="18" charset="0"/>
                <a:ea typeface="新宋体" panose="02010609030101010101" charset="-122"/>
              </a:rPr>
              <a:t>相乘的计算量</a:t>
            </a:r>
            <a:endParaRPr kumimoji="1" lang="ja-JP" altLang="en-US" sz="2400" b="1">
              <a:latin typeface="Times New Roman" panose="02020603050405020304" pitchFamily="18" charset="0"/>
              <a:ea typeface="新宋体" panose="02010609030101010101"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472C9F6C-6BEB-4690-8FD5-517B6C497C60}" type="slidenum">
              <a:rPr lang="en-US" altLang="zh-CN"/>
            </a:fld>
            <a:endParaRPr lang="en-US" altLang="zh-CN"/>
          </a:p>
        </p:txBody>
      </p:sp>
      <p:sp>
        <p:nvSpPr>
          <p:cNvPr id="491522" name="Rectangle 2"/>
          <p:cNvSpPr>
            <a:spLocks noChangeArrowheads="1"/>
          </p:cNvSpPr>
          <p:nvPr/>
        </p:nvSpPr>
        <p:spPr bwMode="auto">
          <a:xfrm>
            <a:off x="827088" y="1341438"/>
            <a:ext cx="7485062" cy="4681537"/>
          </a:xfrm>
          <a:prstGeom prst="rect">
            <a:avLst/>
          </a:prstGeom>
          <a:solidFill>
            <a:srgbClr val="FFFF99"/>
          </a:solidFill>
          <a:ln>
            <a:noFill/>
          </a:ln>
          <a:effectLst/>
          <a:extLst>
            <a:ext uri="{91240B29-F687-4F45-9708-019B960494DF}">
              <a14:hiddenLine xmlns:a14="http://schemas.microsoft.com/office/drawing/2010/main" w="508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50000"/>
              </a:lnSpc>
              <a:buClr>
                <a:schemeClr val="tx2"/>
              </a:buClr>
              <a:buSzPct val="70000"/>
              <a:buFont typeface="Wingdings" panose="05000000000000000000" pitchFamily="2" charset="2"/>
              <a:buChar char="l"/>
            </a:pPr>
            <a:r>
              <a:rPr lang="zh-CN" altLang="en-US" sz="2800" b="1">
                <a:latin typeface="Times New Roman" panose="02020603050405020304" pitchFamily="18" charset="0"/>
                <a:ea typeface="新宋体" panose="02010609030101010101" charset="-122"/>
              </a:rPr>
              <a:t>特征：计算</a:t>
            </a:r>
            <a:r>
              <a:rPr lang="en-US" altLang="zh-CN" sz="2800" b="1">
                <a:latin typeface="Times New Roman" panose="02020603050405020304" pitchFamily="18" charset="0"/>
                <a:ea typeface="新宋体" panose="02010609030101010101" charset="-122"/>
              </a:rPr>
              <a:t>A[i:j]</a:t>
            </a:r>
            <a:r>
              <a:rPr lang="zh-CN" altLang="en-US" sz="2800" b="1">
                <a:latin typeface="Times New Roman" panose="02020603050405020304" pitchFamily="18" charset="0"/>
                <a:ea typeface="新宋体" panose="02010609030101010101" charset="-122"/>
              </a:rPr>
              <a:t>的最优次序所包含的计算矩阵子链 </a:t>
            </a:r>
            <a:r>
              <a:rPr lang="en-US" altLang="zh-CN" sz="2800" b="1">
                <a:latin typeface="Times New Roman" panose="02020603050405020304" pitchFamily="18" charset="0"/>
                <a:ea typeface="新宋体" panose="02010609030101010101" charset="-122"/>
              </a:rPr>
              <a:t>A[i:k]</a:t>
            </a:r>
            <a:r>
              <a:rPr lang="zh-CN" altLang="en-US" sz="2800" b="1">
                <a:latin typeface="Times New Roman" panose="02020603050405020304" pitchFamily="18" charset="0"/>
                <a:ea typeface="新宋体" panose="02010609030101010101" charset="-122"/>
              </a:rPr>
              <a:t>和</a:t>
            </a:r>
            <a:r>
              <a:rPr lang="en-US" altLang="zh-CN" sz="2800" b="1">
                <a:latin typeface="Times New Roman" panose="02020603050405020304" pitchFamily="18" charset="0"/>
                <a:ea typeface="新宋体" panose="02010609030101010101" charset="-122"/>
              </a:rPr>
              <a:t>A[k+1:j]</a:t>
            </a:r>
            <a:r>
              <a:rPr lang="zh-CN" altLang="en-US" sz="2800" b="1">
                <a:latin typeface="Times New Roman" panose="02020603050405020304" pitchFamily="18" charset="0"/>
                <a:ea typeface="新宋体" panose="02010609030101010101" charset="-122"/>
              </a:rPr>
              <a:t>的次序也是最优的。（证明？）</a:t>
            </a:r>
            <a:endParaRPr lang="zh-CN" altLang="en-US" sz="2800" b="1">
              <a:latin typeface="Times New Roman" panose="02020603050405020304" pitchFamily="18" charset="0"/>
              <a:ea typeface="新宋体" panose="02010609030101010101" charset="-122"/>
            </a:endParaRPr>
          </a:p>
          <a:p>
            <a:pPr marL="342900" indent="-342900">
              <a:lnSpc>
                <a:spcPct val="150000"/>
              </a:lnSpc>
              <a:buClr>
                <a:schemeClr val="tx2"/>
              </a:buClr>
              <a:buSzPct val="70000"/>
              <a:buFont typeface="Wingdings" panose="05000000000000000000" pitchFamily="2" charset="2"/>
              <a:buChar char="l"/>
            </a:pPr>
            <a:r>
              <a:rPr lang="zh-CN" altLang="en-US" sz="2800" b="1">
                <a:latin typeface="Times New Roman" panose="02020603050405020304" pitchFamily="18" charset="0"/>
                <a:ea typeface="新宋体" panose="02010609030101010101" charset="-122"/>
              </a:rPr>
              <a:t>矩阵连乘计算次序问题的最优解包含着其子问题的最优解</a:t>
            </a:r>
            <a:r>
              <a:rPr lang="en-US" altLang="zh-CN" sz="2800" b="1">
                <a:latin typeface="Times New Roman" panose="02020603050405020304" pitchFamily="18" charset="0"/>
                <a:ea typeface="新宋体" panose="02010609030101010101" charset="-122"/>
              </a:rPr>
              <a:t>——</a:t>
            </a:r>
            <a:r>
              <a:rPr lang="zh-CN" altLang="en-US" sz="2800" b="1">
                <a:solidFill>
                  <a:srgbClr val="800000"/>
                </a:solidFill>
                <a:latin typeface="Times New Roman" panose="02020603050405020304" pitchFamily="18" charset="0"/>
                <a:ea typeface="黑体" panose="02010609060101010101" pitchFamily="49" charset="-122"/>
              </a:rPr>
              <a:t>最优子结构性质</a:t>
            </a:r>
            <a:r>
              <a:rPr lang="zh-CN" altLang="en-US" sz="2800" b="1">
                <a:latin typeface="Times New Roman" panose="02020603050405020304" pitchFamily="18" charset="0"/>
                <a:ea typeface="新宋体" panose="02010609030101010101" charset="-122"/>
              </a:rPr>
              <a:t>。</a:t>
            </a:r>
            <a:endParaRPr lang="zh-CN" altLang="en-US" sz="2800" b="1">
              <a:latin typeface="Times New Roman" panose="02020603050405020304" pitchFamily="18" charset="0"/>
              <a:ea typeface="新宋体" panose="02010609030101010101" charset="-122"/>
            </a:endParaRPr>
          </a:p>
          <a:p>
            <a:pPr marL="342900" indent="-342900">
              <a:lnSpc>
                <a:spcPct val="150000"/>
              </a:lnSpc>
              <a:buClr>
                <a:schemeClr val="tx2"/>
              </a:buClr>
              <a:buSzPct val="70000"/>
              <a:buFont typeface="Wingdings" panose="05000000000000000000" pitchFamily="2" charset="2"/>
              <a:buChar char="l"/>
            </a:pPr>
            <a:r>
              <a:rPr lang="zh-CN" altLang="en-US" sz="2800" b="1">
                <a:solidFill>
                  <a:srgbClr val="3333FF"/>
                </a:solidFill>
                <a:latin typeface="Times New Roman" panose="02020603050405020304" pitchFamily="18" charset="0"/>
                <a:ea typeface="新宋体" panose="02010609030101010101" charset="-122"/>
              </a:rPr>
              <a:t>问题的最优子结构性质是该问题可用动态规划算法求解的显著特征。</a:t>
            </a:r>
            <a:endParaRPr lang="ja-JP" altLang="en-US" sz="2800" b="1">
              <a:solidFill>
                <a:srgbClr val="3333FF"/>
              </a:solidFill>
              <a:latin typeface="Times New Roman" panose="02020603050405020304" pitchFamily="18" charset="0"/>
              <a:ea typeface="新宋体" panose="02010609030101010101" charset="-122"/>
            </a:endParaRPr>
          </a:p>
        </p:txBody>
      </p:sp>
      <p:sp>
        <p:nvSpPr>
          <p:cNvPr id="491523" name="Rectangle 3"/>
          <p:cNvSpPr>
            <a:spLocks noChangeArrowheads="1"/>
          </p:cNvSpPr>
          <p:nvPr/>
        </p:nvSpPr>
        <p:spPr bwMode="auto">
          <a:xfrm>
            <a:off x="684213" y="260350"/>
            <a:ext cx="7793037"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en-US" altLang="zh-CN" sz="3500" b="1">
                <a:solidFill>
                  <a:schemeClr val="tx2"/>
                </a:solidFill>
                <a:effectLst>
                  <a:outerShdw blurRad="38100" dist="38100" dir="2700000" algn="tl">
                    <a:srgbClr val="C0C0C0"/>
                  </a:outerShdw>
                </a:effectLst>
                <a:ea typeface="黑体" panose="02010609060101010101" pitchFamily="49" charset="-122"/>
              </a:rPr>
              <a:t>1. </a:t>
            </a:r>
            <a:r>
              <a:rPr lang="zh-CN" altLang="en-US" sz="3500" b="1">
                <a:solidFill>
                  <a:schemeClr val="tx2"/>
                </a:solidFill>
                <a:effectLst>
                  <a:outerShdw blurRad="38100" dist="38100" dir="2700000" algn="tl">
                    <a:srgbClr val="C0C0C0"/>
                  </a:outerShdw>
                </a:effectLst>
                <a:ea typeface="黑体" panose="02010609060101010101" pitchFamily="49" charset="-122"/>
              </a:rPr>
              <a:t>分析最优解的结构</a:t>
            </a:r>
            <a:endParaRPr lang="ja-JP" altLang="en-US" sz="3500" b="1">
              <a:solidFill>
                <a:schemeClr val="tx2"/>
              </a:solidFill>
              <a:effectLst>
                <a:outerShdw blurRad="38100" dist="38100" dir="2700000" algn="tl">
                  <a:srgbClr val="C0C0C0"/>
                </a:outerShdw>
              </a:effectLst>
              <a:ea typeface="黑体" panose="02010609060101010101" pitchFamily="49" charset="-122"/>
            </a:endParaRPr>
          </a:p>
        </p:txBody>
      </p:sp>
      <p:pic>
        <p:nvPicPr>
          <p:cNvPr id="49152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3481388"/>
            <a:ext cx="7489825" cy="275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1522">
                                            <p:txEl>
                                              <p:pRg st="0" end="0"/>
                                            </p:txEl>
                                          </p:spTgt>
                                        </p:tgtEl>
                                        <p:attrNameLst>
                                          <p:attrName>style.visibility</p:attrName>
                                        </p:attrNameLst>
                                      </p:cBhvr>
                                      <p:to>
                                        <p:strVal val="visible"/>
                                      </p:to>
                                    </p:set>
                                    <p:animEffect transition="in" filter="blinds(horizontal)">
                                      <p:cBhvr>
                                        <p:cTn id="7" dur="500"/>
                                        <p:tgtEl>
                                          <p:spTgt spid="4915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91522">
                                            <p:txEl>
                                              <p:pRg st="1" end="1"/>
                                            </p:txEl>
                                          </p:spTgt>
                                        </p:tgtEl>
                                        <p:attrNameLst>
                                          <p:attrName>style.visibility</p:attrName>
                                        </p:attrNameLst>
                                      </p:cBhvr>
                                      <p:to>
                                        <p:strVal val="visible"/>
                                      </p:to>
                                    </p:set>
                                    <p:animEffect transition="in" filter="blinds(horizontal)">
                                      <p:cBhvr>
                                        <p:cTn id="12" dur="500"/>
                                        <p:tgtEl>
                                          <p:spTgt spid="4915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91522">
                                            <p:txEl>
                                              <p:pRg st="2" end="2"/>
                                            </p:txEl>
                                          </p:spTgt>
                                        </p:tgtEl>
                                        <p:attrNameLst>
                                          <p:attrName>style.visibility</p:attrName>
                                        </p:attrNameLst>
                                      </p:cBhvr>
                                      <p:to>
                                        <p:strVal val="visible"/>
                                      </p:to>
                                    </p:set>
                                    <p:animEffect transition="in" filter="blinds(horizontal)">
                                      <p:cBhvr>
                                        <p:cTn id="17" dur="500"/>
                                        <p:tgtEl>
                                          <p:spTgt spid="4915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91524"/>
                                        </p:tgtEl>
                                        <p:attrNameLst>
                                          <p:attrName>style.visibility</p:attrName>
                                        </p:attrNameLst>
                                      </p:cBhvr>
                                      <p:to>
                                        <p:strVal val="visible"/>
                                      </p:to>
                                    </p:set>
                                    <p:anim calcmode="lin" valueType="num">
                                      <p:cBhvr additive="base">
                                        <p:cTn id="22" dur="500" fill="hold"/>
                                        <p:tgtEl>
                                          <p:spTgt spid="491524"/>
                                        </p:tgtEl>
                                        <p:attrNameLst>
                                          <p:attrName>ppt_x</p:attrName>
                                        </p:attrNameLst>
                                      </p:cBhvr>
                                      <p:tavLst>
                                        <p:tav tm="0">
                                          <p:val>
                                            <p:strVal val="#ppt_x"/>
                                          </p:val>
                                        </p:tav>
                                        <p:tav tm="100000">
                                          <p:val>
                                            <p:strVal val="#ppt_x"/>
                                          </p:val>
                                        </p:tav>
                                      </p:tavLst>
                                    </p:anim>
                                    <p:anim calcmode="lin" valueType="num">
                                      <p:cBhvr additive="base">
                                        <p:cTn id="23" dur="500" fill="hold"/>
                                        <p:tgtEl>
                                          <p:spTgt spid="4915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fld id="{79516C65-595F-4F49-8742-01AEF1CEB7F3}" type="slidenum">
              <a:rPr lang="en-US" altLang="zh-CN"/>
            </a:fld>
            <a:endParaRPr lang="en-US" altLang="zh-CN"/>
          </a:p>
        </p:txBody>
      </p:sp>
      <p:sp>
        <p:nvSpPr>
          <p:cNvPr id="492546" name="Rectangle 2"/>
          <p:cNvSpPr>
            <a:spLocks noChangeArrowheads="1"/>
          </p:cNvSpPr>
          <p:nvPr/>
        </p:nvSpPr>
        <p:spPr bwMode="auto">
          <a:xfrm>
            <a:off x="684213" y="333375"/>
            <a:ext cx="4648200" cy="76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en-US" altLang="zh-CN" sz="3500" b="1">
                <a:solidFill>
                  <a:schemeClr val="tx2"/>
                </a:solidFill>
                <a:effectLst>
                  <a:outerShdw blurRad="38100" dist="38100" dir="2700000" algn="tl">
                    <a:srgbClr val="C0C0C0"/>
                  </a:outerShdw>
                </a:effectLst>
                <a:ea typeface="黑体" panose="02010609060101010101" pitchFamily="49" charset="-122"/>
              </a:rPr>
              <a:t>2. </a:t>
            </a:r>
            <a:r>
              <a:rPr lang="zh-CN" altLang="en-US" sz="3500" b="1">
                <a:solidFill>
                  <a:schemeClr val="tx2"/>
                </a:solidFill>
                <a:effectLst>
                  <a:outerShdw blurRad="38100" dist="38100" dir="2700000" algn="tl">
                    <a:srgbClr val="C0C0C0"/>
                  </a:outerShdw>
                </a:effectLst>
                <a:ea typeface="黑体" panose="02010609060101010101" pitchFamily="49" charset="-122"/>
              </a:rPr>
              <a:t>建立递归关系</a:t>
            </a:r>
            <a:endParaRPr lang="ja-JP" altLang="en-US" sz="3500" b="1">
              <a:solidFill>
                <a:schemeClr val="tx2"/>
              </a:solidFill>
              <a:effectLst>
                <a:outerShdw blurRad="38100" dist="38100" dir="2700000" algn="tl">
                  <a:srgbClr val="C0C0C0"/>
                </a:outerShdw>
              </a:effectLst>
              <a:ea typeface="黑体" panose="02010609060101010101" pitchFamily="49" charset="-122"/>
            </a:endParaRPr>
          </a:p>
        </p:txBody>
      </p:sp>
      <p:sp>
        <p:nvSpPr>
          <p:cNvPr id="492547" name="Rectangle 3"/>
          <p:cNvSpPr>
            <a:spLocks noChangeArrowheads="1"/>
          </p:cNvSpPr>
          <p:nvPr/>
        </p:nvSpPr>
        <p:spPr bwMode="auto">
          <a:xfrm>
            <a:off x="755650" y="1196975"/>
            <a:ext cx="7488238" cy="32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30000"/>
              </a:lnSpc>
              <a:buClr>
                <a:schemeClr val="accent2"/>
              </a:buClr>
              <a:buSzPct val="50000"/>
              <a:buFont typeface="Wingdings" panose="05000000000000000000" pitchFamily="2" charset="2"/>
              <a:buChar char="l"/>
            </a:pPr>
            <a:r>
              <a:rPr lang="zh-CN" altLang="en-US" sz="2400" b="1">
                <a:latin typeface="Times New Roman" panose="02020603050405020304" pitchFamily="18" charset="0"/>
                <a:ea typeface="新宋体" panose="02010609030101010101" charset="-122"/>
              </a:rPr>
              <a:t>设计算</a:t>
            </a:r>
            <a:r>
              <a:rPr lang="en-US" altLang="zh-CN" sz="2400" b="1">
                <a:latin typeface="Times New Roman" panose="02020603050405020304" pitchFamily="18" charset="0"/>
                <a:ea typeface="新宋体" panose="02010609030101010101" charset="-122"/>
              </a:rPr>
              <a:t>A[i:j]</a:t>
            </a:r>
            <a:r>
              <a:rPr lang="zh-CN" altLang="en-US" sz="2400" b="1">
                <a:latin typeface="Times New Roman" panose="02020603050405020304" pitchFamily="18" charset="0"/>
                <a:ea typeface="新宋体" panose="02010609030101010101" charset="-122"/>
              </a:rPr>
              <a:t>，</a:t>
            </a:r>
            <a:r>
              <a:rPr lang="en-US" altLang="zh-CN" sz="2400" b="1">
                <a:latin typeface="Times New Roman" panose="02020603050405020304" pitchFamily="18" charset="0"/>
                <a:ea typeface="新宋体" panose="02010609030101010101" charset="-122"/>
              </a:rPr>
              <a:t>1≤i≤j≤n</a:t>
            </a:r>
            <a:r>
              <a:rPr lang="zh-CN" altLang="en-US" sz="2400" b="1">
                <a:latin typeface="Times New Roman" panose="02020603050405020304" pitchFamily="18" charset="0"/>
                <a:ea typeface="新宋体" panose="02010609030101010101" charset="-122"/>
              </a:rPr>
              <a:t>，所需要的最少数乘次数</a:t>
            </a:r>
            <a:r>
              <a:rPr lang="en-US" altLang="zh-CN" sz="2400" b="1">
                <a:latin typeface="Times New Roman" panose="02020603050405020304" pitchFamily="18" charset="0"/>
                <a:ea typeface="新宋体" panose="02010609030101010101" charset="-122"/>
              </a:rPr>
              <a:t>m[i,j]</a:t>
            </a:r>
            <a:r>
              <a:rPr lang="zh-CN" altLang="en-US" sz="2400" b="1">
                <a:latin typeface="Times New Roman" panose="02020603050405020304" pitchFamily="18" charset="0"/>
                <a:ea typeface="新宋体" panose="02010609030101010101" charset="-122"/>
              </a:rPr>
              <a:t>，则原问题的最优值为</a:t>
            </a:r>
            <a:r>
              <a:rPr lang="en-US" altLang="zh-CN" sz="2400" b="1">
                <a:latin typeface="Times New Roman" panose="02020603050405020304" pitchFamily="18" charset="0"/>
                <a:ea typeface="新宋体" panose="02010609030101010101" charset="-122"/>
              </a:rPr>
              <a:t>m[1,n]         </a:t>
            </a:r>
            <a:endParaRPr lang="en-US" altLang="zh-CN" sz="2400" b="1">
              <a:latin typeface="Times New Roman" panose="02020603050405020304" pitchFamily="18" charset="0"/>
              <a:ea typeface="新宋体" panose="02010609030101010101" charset="-122"/>
            </a:endParaRPr>
          </a:p>
          <a:p>
            <a:pPr marL="342900" indent="-342900">
              <a:lnSpc>
                <a:spcPct val="130000"/>
              </a:lnSpc>
              <a:buClr>
                <a:schemeClr val="accent2"/>
              </a:buClr>
              <a:buSzPct val="50000"/>
              <a:buFont typeface="Wingdings" panose="05000000000000000000" pitchFamily="2" charset="2"/>
              <a:buChar char="l"/>
            </a:pPr>
            <a:r>
              <a:rPr lang="zh-CN" altLang="en-US" sz="2400" b="1">
                <a:latin typeface="Times New Roman" panose="02020603050405020304" pitchFamily="18" charset="0"/>
                <a:ea typeface="新宋体" panose="02010609030101010101" charset="-122"/>
              </a:rPr>
              <a:t>又设 </a:t>
            </a:r>
            <a:r>
              <a:rPr lang="en-US" altLang="zh-CN" sz="2400" b="1">
                <a:latin typeface="Times New Roman" panose="02020603050405020304" pitchFamily="18" charset="0"/>
                <a:ea typeface="新宋体" panose="02010609030101010101" charset="-122"/>
              </a:rPr>
              <a:t>Ai</a:t>
            </a:r>
            <a:r>
              <a:rPr lang="zh-CN" altLang="en-US" sz="2400" b="1">
                <a:latin typeface="Times New Roman" panose="02020603050405020304" pitchFamily="18" charset="0"/>
                <a:ea typeface="新宋体" panose="02010609030101010101" charset="-122"/>
              </a:rPr>
              <a:t>的维数为</a:t>
            </a:r>
            <a:r>
              <a:rPr lang="en-US" altLang="zh-CN" sz="2400" b="1">
                <a:latin typeface="Times New Roman" panose="02020603050405020304" pitchFamily="18" charset="0"/>
                <a:ea typeface="新宋体" panose="02010609030101010101" charset="-122"/>
              </a:rPr>
              <a:t>p</a:t>
            </a:r>
            <a:r>
              <a:rPr lang="en-US" altLang="zh-CN" sz="2400" b="1" baseline="-25000">
                <a:latin typeface="Times New Roman" panose="02020603050405020304" pitchFamily="18" charset="0"/>
                <a:ea typeface="新宋体" panose="02010609030101010101" charset="-122"/>
              </a:rPr>
              <a:t>i-1</a:t>
            </a:r>
            <a:r>
              <a:rPr lang="en-US" altLang="zh-CN" sz="2400" b="1">
                <a:latin typeface="Times New Roman" panose="02020603050405020304" pitchFamily="18" charset="0"/>
                <a:ea typeface="新宋体" panose="02010609030101010101" charset="-122"/>
              </a:rPr>
              <a:t>×p</a:t>
            </a:r>
            <a:r>
              <a:rPr lang="en-US" altLang="zh-CN" sz="2400" b="1" baseline="-25000">
                <a:latin typeface="Times New Roman" panose="02020603050405020304" pitchFamily="18" charset="0"/>
                <a:ea typeface="新宋体" panose="02010609030101010101" charset="-122"/>
              </a:rPr>
              <a:t>i</a:t>
            </a:r>
            <a:endParaRPr lang="en-US" altLang="zh-CN" sz="2400" b="1">
              <a:latin typeface="Times New Roman" panose="02020603050405020304" pitchFamily="18" charset="0"/>
              <a:ea typeface="新宋体" panose="02010609030101010101" charset="-122"/>
            </a:endParaRPr>
          </a:p>
          <a:p>
            <a:pPr marL="342900" indent="-342900">
              <a:lnSpc>
                <a:spcPct val="130000"/>
              </a:lnSpc>
              <a:buClr>
                <a:schemeClr val="accent2"/>
              </a:buClr>
              <a:buSzPct val="50000"/>
              <a:buFont typeface="Wingdings" panose="05000000000000000000" pitchFamily="2" charset="2"/>
              <a:buNone/>
            </a:pPr>
            <a:r>
              <a:rPr lang="en-US" altLang="zh-CN" sz="2400">
                <a:solidFill>
                  <a:srgbClr val="008000"/>
                </a:solidFill>
                <a:latin typeface="Times New Roman" panose="02020603050405020304" pitchFamily="18" charset="0"/>
                <a:ea typeface="新宋体" panose="02010609030101010101" charset="-122"/>
                <a:sym typeface="Wingdings" panose="05000000000000000000" pitchFamily="2" charset="2"/>
              </a:rPr>
              <a:t></a:t>
            </a:r>
            <a:r>
              <a:rPr lang="en-US" altLang="zh-CN" sz="2400" b="1">
                <a:latin typeface="Times New Roman" panose="02020603050405020304" pitchFamily="18" charset="0"/>
                <a:ea typeface="新宋体" panose="02010609030101010101" charset="-122"/>
                <a:sym typeface="Wingdings" panose="05000000000000000000" pitchFamily="2" charset="2"/>
              </a:rPr>
              <a:t> </a:t>
            </a:r>
            <a:r>
              <a:rPr lang="zh-CN" altLang="en-US" sz="2400" b="1">
                <a:latin typeface="Times New Roman" panose="02020603050405020304" pitchFamily="18" charset="0"/>
                <a:ea typeface="新宋体" panose="02010609030101010101" charset="-122"/>
              </a:rPr>
              <a:t>当</a:t>
            </a:r>
            <a:r>
              <a:rPr lang="en-US" altLang="zh-CN" sz="2400" b="1">
                <a:latin typeface="Times New Roman" panose="02020603050405020304" pitchFamily="18" charset="0"/>
                <a:ea typeface="新宋体" panose="02010609030101010101" charset="-122"/>
              </a:rPr>
              <a:t>i=j</a:t>
            </a:r>
            <a:r>
              <a:rPr lang="zh-CN" altLang="en-US" sz="2400" b="1">
                <a:latin typeface="Times New Roman" panose="02020603050405020304" pitchFamily="18" charset="0"/>
                <a:ea typeface="新宋体" panose="02010609030101010101" charset="-122"/>
              </a:rPr>
              <a:t>时，</a:t>
            </a:r>
            <a:r>
              <a:rPr lang="en-US" altLang="zh-CN" sz="2400" b="1">
                <a:latin typeface="Times New Roman" panose="02020603050405020304" pitchFamily="18" charset="0"/>
                <a:ea typeface="新宋体" panose="02010609030101010101" charset="-122"/>
              </a:rPr>
              <a:t>A[i:j]=Ai</a:t>
            </a:r>
            <a:r>
              <a:rPr lang="zh-CN" altLang="en-US" sz="2400" b="1">
                <a:latin typeface="Times New Roman" panose="02020603050405020304" pitchFamily="18" charset="0"/>
                <a:ea typeface="新宋体" panose="02010609030101010101" charset="-122"/>
              </a:rPr>
              <a:t>，因此，</a:t>
            </a:r>
            <a:r>
              <a:rPr lang="en-US" altLang="zh-CN" sz="2400" b="1">
                <a:latin typeface="Times New Roman" panose="02020603050405020304" pitchFamily="18" charset="0"/>
                <a:ea typeface="新宋体" panose="02010609030101010101" charset="-122"/>
              </a:rPr>
              <a:t>m[i,i]=0</a:t>
            </a:r>
            <a:r>
              <a:rPr lang="zh-CN" altLang="en-US" sz="2400" b="1">
                <a:latin typeface="Times New Roman" panose="02020603050405020304" pitchFamily="18" charset="0"/>
                <a:ea typeface="新宋体" panose="02010609030101010101" charset="-122"/>
              </a:rPr>
              <a:t>，</a:t>
            </a:r>
            <a:r>
              <a:rPr lang="en-US" altLang="zh-CN" sz="2400" b="1">
                <a:latin typeface="Times New Roman" panose="02020603050405020304" pitchFamily="18" charset="0"/>
                <a:ea typeface="新宋体" panose="02010609030101010101" charset="-122"/>
              </a:rPr>
              <a:t>i=1,2,…,n</a:t>
            </a:r>
            <a:endParaRPr lang="en-US" altLang="zh-CN" sz="2400" b="1">
              <a:latin typeface="Times New Roman" panose="02020603050405020304" pitchFamily="18" charset="0"/>
              <a:ea typeface="新宋体" panose="02010609030101010101" charset="-122"/>
            </a:endParaRPr>
          </a:p>
          <a:p>
            <a:pPr marL="342900" indent="-342900">
              <a:lnSpc>
                <a:spcPct val="130000"/>
              </a:lnSpc>
              <a:buClr>
                <a:schemeClr val="accent2"/>
              </a:buClr>
              <a:buSzPct val="50000"/>
              <a:buFont typeface="Wingdings" panose="05000000000000000000" pitchFamily="2" charset="2"/>
              <a:buNone/>
            </a:pPr>
            <a:r>
              <a:rPr lang="en-US" altLang="zh-CN" sz="2400" b="1">
                <a:latin typeface="Times New Roman" panose="02020603050405020304" pitchFamily="18" charset="0"/>
                <a:ea typeface="新宋体" panose="02010609030101010101" charset="-122"/>
              </a:rPr>
              <a:t>     </a:t>
            </a:r>
            <a:r>
              <a:rPr lang="zh-CN" altLang="en-US" sz="2400" b="1">
                <a:latin typeface="Times New Roman" panose="02020603050405020304" pitchFamily="18" charset="0"/>
                <a:ea typeface="新宋体" panose="02010609030101010101" charset="-122"/>
              </a:rPr>
              <a:t>当</a:t>
            </a:r>
            <a:r>
              <a:rPr lang="en-US" altLang="zh-CN" sz="2400" b="1">
                <a:latin typeface="Times New Roman" panose="02020603050405020304" pitchFamily="18" charset="0"/>
                <a:ea typeface="新宋体" panose="02010609030101010101" charset="-122"/>
              </a:rPr>
              <a:t>i&lt;j</a:t>
            </a:r>
            <a:r>
              <a:rPr lang="zh-CN" altLang="en-US" sz="2400" b="1">
                <a:latin typeface="Times New Roman" panose="02020603050405020304" pitchFamily="18" charset="0"/>
                <a:ea typeface="新宋体" panose="02010609030101010101" charset="-122"/>
              </a:rPr>
              <a:t>时，</a:t>
            </a:r>
            <a:r>
              <a:rPr lang="en-US" altLang="zh-CN" sz="2400" b="1">
                <a:latin typeface="Times New Roman" panose="02020603050405020304" pitchFamily="18" charset="0"/>
                <a:ea typeface="新宋体" panose="02010609030101010101" charset="-122"/>
              </a:rPr>
              <a:t>m[i,j]=m[i,k]+m[k+1,j]+p</a:t>
            </a:r>
            <a:r>
              <a:rPr lang="en-US" altLang="zh-CN" sz="2400" b="1" baseline="-25000">
                <a:latin typeface="Times New Roman" panose="02020603050405020304" pitchFamily="18" charset="0"/>
                <a:ea typeface="新宋体" panose="02010609030101010101" charset="-122"/>
              </a:rPr>
              <a:t>i-1</a:t>
            </a:r>
            <a:r>
              <a:rPr lang="en-US" altLang="zh-CN" sz="2400" b="1">
                <a:latin typeface="Times New Roman" panose="02020603050405020304" pitchFamily="18" charset="0"/>
                <a:ea typeface="新宋体" panose="02010609030101010101" charset="-122"/>
              </a:rPr>
              <a:t>p</a:t>
            </a:r>
            <a:r>
              <a:rPr lang="en-US" altLang="zh-CN" sz="2400" b="1" baseline="-25000">
                <a:latin typeface="Times New Roman" panose="02020603050405020304" pitchFamily="18" charset="0"/>
                <a:ea typeface="新宋体" panose="02010609030101010101" charset="-122"/>
              </a:rPr>
              <a:t>k</a:t>
            </a:r>
            <a:r>
              <a:rPr lang="en-US" altLang="zh-CN" sz="2400" b="1">
                <a:latin typeface="Times New Roman" panose="02020603050405020304" pitchFamily="18" charset="0"/>
                <a:ea typeface="新宋体" panose="02010609030101010101" charset="-122"/>
              </a:rPr>
              <a:t>p</a:t>
            </a:r>
            <a:r>
              <a:rPr lang="en-US" altLang="zh-CN" sz="2400" b="1" baseline="-25000">
                <a:latin typeface="Times New Roman" panose="02020603050405020304" pitchFamily="18" charset="0"/>
                <a:ea typeface="新宋体" panose="02010609030101010101" charset="-122"/>
              </a:rPr>
              <a:t>j</a:t>
            </a:r>
            <a:endParaRPr lang="en-US" altLang="zh-CN" sz="2400" b="1" baseline="-25000">
              <a:latin typeface="Times New Roman" panose="02020603050405020304" pitchFamily="18" charset="0"/>
              <a:ea typeface="新宋体" panose="02010609030101010101" charset="-122"/>
            </a:endParaRPr>
          </a:p>
          <a:p>
            <a:pPr marL="342900" indent="-342900">
              <a:lnSpc>
                <a:spcPct val="175000"/>
              </a:lnSpc>
              <a:buClr>
                <a:schemeClr val="accent2"/>
              </a:buClr>
              <a:buSzPct val="50000"/>
              <a:buFont typeface="Wingdings" panose="05000000000000000000" pitchFamily="2" charset="2"/>
              <a:buNone/>
            </a:pPr>
            <a:r>
              <a:rPr lang="zh-CN" altLang="en-US" sz="2400" b="1">
                <a:latin typeface="Times New Roman" panose="02020603050405020304" pitchFamily="18" charset="0"/>
                <a:ea typeface="新宋体" panose="02010609030101010101" charset="-122"/>
              </a:rPr>
              <a:t>即可以递归地定义</a:t>
            </a:r>
            <a:r>
              <a:rPr lang="en-US" altLang="zh-CN" sz="2400" b="1">
                <a:latin typeface="Times New Roman" panose="02020603050405020304" pitchFamily="18" charset="0"/>
                <a:ea typeface="新宋体" panose="02010609030101010101" charset="-122"/>
              </a:rPr>
              <a:t>m[i,j]</a:t>
            </a:r>
            <a:r>
              <a:rPr lang="zh-CN" altLang="en-US" sz="2400" b="1">
                <a:latin typeface="Times New Roman" panose="02020603050405020304" pitchFamily="18" charset="0"/>
                <a:ea typeface="新宋体" panose="02010609030101010101" charset="-122"/>
              </a:rPr>
              <a:t>为：</a:t>
            </a:r>
            <a:endParaRPr lang="ja-JP" altLang="en-US" sz="2400" b="1">
              <a:latin typeface="Times New Roman" panose="02020603050405020304" pitchFamily="18" charset="0"/>
              <a:ea typeface="新宋体" panose="02010609030101010101" charset="-122"/>
            </a:endParaRPr>
          </a:p>
        </p:txBody>
      </p:sp>
      <p:graphicFrame>
        <p:nvGraphicFramePr>
          <p:cNvPr id="492548" name="Object 4"/>
          <p:cNvGraphicFramePr>
            <a:graphicFrameLocks noChangeAspect="1"/>
          </p:cNvGraphicFramePr>
          <p:nvPr/>
        </p:nvGraphicFramePr>
        <p:xfrm>
          <a:off x="971550" y="4581525"/>
          <a:ext cx="7015163" cy="1144588"/>
        </p:xfrm>
        <a:graphic>
          <a:graphicData uri="http://schemas.openxmlformats.org/presentationml/2006/ole">
            <mc:AlternateContent xmlns:mc="http://schemas.openxmlformats.org/markup-compatibility/2006">
              <mc:Choice xmlns:v="urn:schemas-microsoft-com:vml" Requires="v">
                <p:oleObj spid="_x0000_s492554" name="数式" r:id="rId1" imgW="3200400" imgH="533400" progId="Equation.3">
                  <p:embed/>
                </p:oleObj>
              </mc:Choice>
              <mc:Fallback>
                <p:oleObj name="数式" r:id="rId1" imgW="3200400" imgH="5334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4581525"/>
                        <a:ext cx="7015163" cy="1144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9254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4292600"/>
            <a:ext cx="8496300" cy="229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255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2276475"/>
            <a:ext cx="8569325" cy="2006600"/>
          </a:xfrm>
          <a:prstGeom prst="rect">
            <a:avLst/>
          </a:prstGeom>
          <a:solidFill>
            <a:schemeClr val="accent1"/>
          </a:solidFill>
          <a:ln w="381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92550"/>
                                        </p:tgtEl>
                                        <p:attrNameLst>
                                          <p:attrName>style.visibility</p:attrName>
                                        </p:attrNameLst>
                                      </p:cBhvr>
                                      <p:to>
                                        <p:strVal val="visible"/>
                                      </p:to>
                                    </p:set>
                                    <p:animEffect transition="in" filter="checkerboard(across)">
                                      <p:cBhvr>
                                        <p:cTn id="7" dur="500"/>
                                        <p:tgtEl>
                                          <p:spTgt spid="492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682B6A92-5601-4744-B6FA-B5371D57B06F}" type="slidenum">
              <a:rPr lang="en-US" altLang="zh-CN"/>
            </a:fld>
            <a:endParaRPr lang="en-US" altLang="zh-CN"/>
          </a:p>
        </p:txBody>
      </p:sp>
      <p:pic>
        <p:nvPicPr>
          <p:cNvPr id="4935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20713"/>
            <a:ext cx="9144000" cy="540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fld id="{C8174EBC-6D15-4B09-9390-CF6E8E57F7D5}" type="slidenum">
              <a:rPr lang="en-US" altLang="zh-CN"/>
            </a:fld>
            <a:endParaRPr lang="en-US" altLang="zh-CN"/>
          </a:p>
        </p:txBody>
      </p:sp>
      <p:sp>
        <p:nvSpPr>
          <p:cNvPr id="494594" name="Rectangle 2"/>
          <p:cNvSpPr>
            <a:spLocks noChangeArrowheads="1"/>
          </p:cNvSpPr>
          <p:nvPr/>
        </p:nvSpPr>
        <p:spPr bwMode="auto">
          <a:xfrm>
            <a:off x="611188" y="188913"/>
            <a:ext cx="5634037"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en-US" altLang="zh-CN" sz="3100" b="1">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rPr>
              <a:t>3.</a:t>
            </a:r>
            <a:r>
              <a:rPr lang="en-US" altLang="zh-CN" sz="3100" b="1">
                <a:solidFill>
                  <a:schemeClr val="tx2"/>
                </a:solidFill>
                <a:effectLst>
                  <a:outerShdw blurRad="38100" dist="38100" dir="2700000" algn="tl">
                    <a:srgbClr val="C0C0C0"/>
                  </a:outerShdw>
                </a:effectLst>
                <a:latin typeface="Verdana" panose="020B0604030504040204" pitchFamily="34" charset="0"/>
                <a:ea typeface="黑体" panose="02010609060101010101" pitchFamily="49" charset="-122"/>
              </a:rPr>
              <a:t> </a:t>
            </a:r>
            <a:r>
              <a:rPr lang="zh-CN" altLang="en-US" sz="3100" b="1">
                <a:solidFill>
                  <a:schemeClr val="tx2"/>
                </a:solidFill>
                <a:effectLst>
                  <a:outerShdw blurRad="38100" dist="38100" dir="2700000" algn="tl">
                    <a:srgbClr val="C0C0C0"/>
                  </a:outerShdw>
                </a:effectLst>
                <a:latin typeface="Verdana" panose="020B0604030504040204" pitchFamily="34" charset="0"/>
                <a:ea typeface="黑体" panose="02010609060101010101" pitchFamily="49" charset="-122"/>
              </a:rPr>
              <a:t>计算最优值</a:t>
            </a:r>
            <a:endParaRPr lang="ja-JP" altLang="en-US" sz="3100" b="1">
              <a:solidFill>
                <a:schemeClr val="tx2"/>
              </a:solidFill>
              <a:effectLst>
                <a:outerShdw blurRad="38100" dist="38100" dir="2700000" algn="tl">
                  <a:srgbClr val="C0C0C0"/>
                </a:outerShdw>
              </a:effectLst>
              <a:latin typeface="Verdana" panose="020B0604030504040204" pitchFamily="34" charset="0"/>
              <a:ea typeface="黑体" panose="02010609060101010101" pitchFamily="49" charset="-122"/>
            </a:endParaRPr>
          </a:p>
        </p:txBody>
      </p:sp>
      <p:sp>
        <p:nvSpPr>
          <p:cNvPr id="494595" name="Rectangle 3"/>
          <p:cNvSpPr>
            <a:spLocks noChangeArrowheads="1"/>
          </p:cNvSpPr>
          <p:nvPr/>
        </p:nvSpPr>
        <p:spPr bwMode="auto">
          <a:xfrm>
            <a:off x="539750" y="852488"/>
            <a:ext cx="7524750" cy="534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ct val="120000"/>
              </a:lnSpc>
            </a:pPr>
            <a:r>
              <a:rPr kumimoji="1" lang="en-US" altLang="zh-CN" sz="2400" b="1"/>
              <a:t>void MatrixChain(int *p</a:t>
            </a:r>
            <a:r>
              <a:rPr kumimoji="1" lang="zh-CN" altLang="en-US" sz="2400" b="1"/>
              <a:t>，</a:t>
            </a:r>
            <a:r>
              <a:rPr kumimoji="1" lang="en-US" altLang="zh-CN" sz="2400" b="1"/>
              <a:t>int n</a:t>
            </a:r>
            <a:r>
              <a:rPr kumimoji="1" lang="zh-CN" altLang="en-US" sz="2400" b="1"/>
              <a:t>，</a:t>
            </a:r>
            <a:r>
              <a:rPr kumimoji="1" lang="en-US" altLang="zh-CN" sz="2400" b="1"/>
              <a:t>int **m</a:t>
            </a:r>
            <a:r>
              <a:rPr kumimoji="1" lang="zh-CN" altLang="en-US" sz="2400" b="1"/>
              <a:t>，</a:t>
            </a:r>
            <a:r>
              <a:rPr kumimoji="1" lang="en-US" altLang="zh-CN" sz="2400" b="1"/>
              <a:t>int **s) {</a:t>
            </a:r>
            <a:endParaRPr kumimoji="1" lang="en-US" altLang="zh-CN" sz="2400" b="1"/>
          </a:p>
          <a:p>
            <a:pPr>
              <a:lnSpc>
                <a:spcPct val="120000"/>
              </a:lnSpc>
            </a:pPr>
            <a:r>
              <a:rPr kumimoji="1" lang="en-US" altLang="zh-CN" sz="2400" b="1"/>
              <a:t>	for (int r = 2; r &lt;= n; r++)</a:t>
            </a:r>
            <a:endParaRPr kumimoji="1" lang="en-US" altLang="zh-CN" sz="2400" b="1"/>
          </a:p>
          <a:p>
            <a:pPr>
              <a:lnSpc>
                <a:spcPct val="120000"/>
              </a:lnSpc>
            </a:pPr>
            <a:r>
              <a:rPr kumimoji="1" lang="en-US" altLang="zh-CN" sz="2400" b="1"/>
              <a:t>           for (int i = 1; i &lt;= n-r+1; i++) {</a:t>
            </a:r>
            <a:endParaRPr kumimoji="1" lang="en-US" altLang="zh-CN" sz="2400" b="1"/>
          </a:p>
          <a:p>
            <a:pPr>
              <a:lnSpc>
                <a:spcPct val="120000"/>
              </a:lnSpc>
            </a:pPr>
            <a:r>
              <a:rPr kumimoji="1" lang="en-US" altLang="zh-CN" sz="2400" b="1"/>
              <a:t>              int j=i+r-1;</a:t>
            </a:r>
            <a:endParaRPr kumimoji="1" lang="en-US" altLang="zh-CN" sz="2400" b="1"/>
          </a:p>
          <a:p>
            <a:pPr>
              <a:lnSpc>
                <a:spcPct val="120000"/>
              </a:lnSpc>
            </a:pPr>
            <a:r>
              <a:rPr kumimoji="1" lang="en-US" altLang="zh-CN" sz="2400" b="1"/>
              <a:t>              m[i][j] = m[i+1][j]+ p[i-1]*p[i]*p[j];</a:t>
            </a:r>
            <a:endParaRPr kumimoji="1" lang="en-US" altLang="zh-CN" sz="2400" b="1"/>
          </a:p>
          <a:p>
            <a:pPr>
              <a:lnSpc>
                <a:spcPct val="120000"/>
              </a:lnSpc>
            </a:pPr>
            <a:r>
              <a:rPr kumimoji="1" lang="en-US" altLang="zh-CN" sz="2400" b="1"/>
              <a:t>              s[i][j] = i;</a:t>
            </a:r>
            <a:endParaRPr kumimoji="1" lang="en-US" altLang="zh-CN" sz="2400" b="1"/>
          </a:p>
          <a:p>
            <a:pPr>
              <a:lnSpc>
                <a:spcPct val="120000"/>
              </a:lnSpc>
            </a:pPr>
            <a:r>
              <a:rPr kumimoji="1" lang="en-US" altLang="zh-CN" sz="2400" b="1"/>
              <a:t>              for (int k = i+1; k &lt; j; k++) {</a:t>
            </a:r>
            <a:endParaRPr kumimoji="1" lang="en-US" altLang="zh-CN" sz="2400" b="1"/>
          </a:p>
          <a:p>
            <a:pPr>
              <a:lnSpc>
                <a:spcPct val="120000"/>
              </a:lnSpc>
            </a:pPr>
            <a:r>
              <a:rPr kumimoji="1" lang="en-US" altLang="zh-CN" sz="2400" b="1"/>
              <a:t>                 int t = m[i][k] + m[k+1][j] + p[i-1]*p[k]*p[j];</a:t>
            </a:r>
            <a:endParaRPr kumimoji="1" lang="en-US" altLang="zh-CN" sz="2400" b="1"/>
          </a:p>
          <a:p>
            <a:pPr>
              <a:lnSpc>
                <a:spcPct val="120000"/>
              </a:lnSpc>
            </a:pPr>
            <a:r>
              <a:rPr kumimoji="1" lang="en-US" altLang="zh-CN" sz="2400" b="1"/>
              <a:t>                 if (t &lt; m[i][j]) { m[i][j] = t; s[i][j] = k;}</a:t>
            </a:r>
            <a:endParaRPr kumimoji="1" lang="en-US" altLang="zh-CN" sz="2400" b="1"/>
          </a:p>
          <a:p>
            <a:pPr>
              <a:lnSpc>
                <a:spcPct val="120000"/>
              </a:lnSpc>
            </a:pPr>
            <a:r>
              <a:rPr kumimoji="1" lang="en-US" altLang="zh-CN" sz="2400" b="1"/>
              <a:t>              }</a:t>
            </a:r>
            <a:endParaRPr kumimoji="1" lang="en-US" altLang="zh-CN" sz="2400" b="1"/>
          </a:p>
          <a:p>
            <a:pPr>
              <a:lnSpc>
                <a:spcPct val="120000"/>
              </a:lnSpc>
            </a:pPr>
            <a:r>
              <a:rPr kumimoji="1" lang="en-US" altLang="zh-CN" sz="2400" b="1"/>
              <a:t>          }</a:t>
            </a:r>
            <a:endParaRPr kumimoji="1" lang="en-US" altLang="zh-CN" sz="2400" b="1"/>
          </a:p>
          <a:p>
            <a:pPr>
              <a:lnSpc>
                <a:spcPct val="120000"/>
              </a:lnSpc>
            </a:pPr>
            <a:r>
              <a:rPr kumimoji="1" lang="en-US" altLang="zh-CN" sz="2400" b="1"/>
              <a:t>}</a:t>
            </a:r>
            <a:endParaRPr kumimoji="1" lang="en-US" altLang="zh-CN" sz="2400" b="1"/>
          </a:p>
        </p:txBody>
      </p:sp>
      <p:sp>
        <p:nvSpPr>
          <p:cNvPr id="494596" name="Rectangle 4"/>
          <p:cNvSpPr>
            <a:spLocks noChangeArrowheads="1"/>
          </p:cNvSpPr>
          <p:nvPr/>
        </p:nvSpPr>
        <p:spPr bwMode="auto">
          <a:xfrm>
            <a:off x="0" y="30718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494597" name="Text Box 5"/>
          <p:cNvSpPr txBox="1">
            <a:spLocks noChangeArrowheads="1"/>
          </p:cNvSpPr>
          <p:nvPr/>
        </p:nvSpPr>
        <p:spPr bwMode="auto">
          <a:xfrm>
            <a:off x="4067175" y="1341438"/>
            <a:ext cx="3889375" cy="2106612"/>
          </a:xfrm>
          <a:prstGeom prst="rect">
            <a:avLst/>
          </a:prstGeom>
          <a:solidFill>
            <a:schemeClr val="bg1"/>
          </a:solidFill>
          <a:ln w="6350">
            <a:solidFill>
              <a:srgbClr val="0080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ct val="150000"/>
              </a:lnSpc>
            </a:pPr>
            <a:r>
              <a:rPr lang="zh-CN" altLang="en-US" sz="2400" b="1">
                <a:solidFill>
                  <a:srgbClr val="800000"/>
                </a:solidFill>
              </a:rPr>
              <a:t>      *</a:t>
            </a:r>
            <a:r>
              <a:rPr lang="en-US" altLang="zh-CN" sz="2400" b="1">
                <a:solidFill>
                  <a:srgbClr val="800000"/>
                </a:solidFill>
              </a:rPr>
              <a:t>p    </a:t>
            </a:r>
            <a:r>
              <a:rPr lang="zh-CN" altLang="en-US" sz="2400" b="1">
                <a:solidFill>
                  <a:srgbClr val="000066"/>
                </a:solidFill>
              </a:rPr>
              <a:t>存放</a:t>
            </a:r>
            <a:r>
              <a:rPr lang="en-US" altLang="zh-CN" sz="2400" b="1">
                <a:solidFill>
                  <a:srgbClr val="000066"/>
                </a:solidFill>
              </a:rPr>
              <a:t>Ai</a:t>
            </a:r>
            <a:r>
              <a:rPr lang="zh-CN" altLang="en-US" sz="2400" b="1">
                <a:solidFill>
                  <a:srgbClr val="000066"/>
                </a:solidFill>
              </a:rPr>
              <a:t>的维数</a:t>
            </a:r>
            <a:endParaRPr lang="zh-CN" altLang="en-US" sz="2400" b="1">
              <a:solidFill>
                <a:srgbClr val="000066"/>
              </a:solidFill>
            </a:endParaRPr>
          </a:p>
          <a:p>
            <a:pPr>
              <a:lnSpc>
                <a:spcPct val="150000"/>
              </a:lnSpc>
            </a:pPr>
            <a:r>
              <a:rPr lang="zh-CN" altLang="en-US" sz="2400" b="1">
                <a:solidFill>
                  <a:srgbClr val="800000"/>
                </a:solidFill>
              </a:rPr>
              <a:t>      **</a:t>
            </a:r>
            <a:r>
              <a:rPr lang="en-US" altLang="zh-CN" sz="2400" b="1">
                <a:solidFill>
                  <a:srgbClr val="800000"/>
                </a:solidFill>
              </a:rPr>
              <a:t>m  </a:t>
            </a:r>
            <a:r>
              <a:rPr lang="zh-CN" altLang="en-US" sz="2400" b="1">
                <a:solidFill>
                  <a:srgbClr val="000066"/>
                </a:solidFill>
              </a:rPr>
              <a:t>存放最优值</a:t>
            </a:r>
            <a:endParaRPr lang="zh-CN" altLang="en-US" sz="2400" b="1">
              <a:solidFill>
                <a:srgbClr val="800000"/>
              </a:solidFill>
            </a:endParaRPr>
          </a:p>
          <a:p>
            <a:pPr>
              <a:lnSpc>
                <a:spcPct val="150000"/>
              </a:lnSpc>
            </a:pPr>
            <a:r>
              <a:rPr lang="zh-CN" altLang="en-US" sz="2400" b="1">
                <a:solidFill>
                  <a:srgbClr val="800000"/>
                </a:solidFill>
              </a:rPr>
              <a:t>      **</a:t>
            </a:r>
            <a:r>
              <a:rPr lang="en-US" altLang="zh-CN" sz="2400" b="1">
                <a:solidFill>
                  <a:srgbClr val="800000"/>
                </a:solidFill>
              </a:rPr>
              <a:t>s   </a:t>
            </a:r>
            <a:r>
              <a:rPr lang="zh-CN" altLang="en-US" sz="2400" b="1">
                <a:solidFill>
                  <a:srgbClr val="000066"/>
                </a:solidFill>
              </a:rPr>
              <a:t>存放断开位置</a:t>
            </a:r>
            <a:endParaRPr lang="zh-CN" altLang="en-US" sz="2400" b="1">
              <a:solidFill>
                <a:srgbClr val="000066"/>
              </a:solidFill>
            </a:endParaRPr>
          </a:p>
          <a:p>
            <a:endParaRPr lang="zh-CN" altLang="en-US" sz="2400" b="1">
              <a:solidFill>
                <a:srgbClr val="00006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9459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3"/>
          <p:cNvSpPr>
            <a:spLocks noGrp="1"/>
          </p:cNvSpPr>
          <p:nvPr>
            <p:ph type="sldNum" sz="quarter" idx="12"/>
          </p:nvPr>
        </p:nvSpPr>
        <p:spPr/>
        <p:txBody>
          <a:bodyPr/>
          <a:lstStyle/>
          <a:p>
            <a:fld id="{0FB21EAB-FDBA-4A8B-A958-EF68B465D30D}" type="slidenum">
              <a:rPr lang="en-US" altLang="zh-CN"/>
            </a:fld>
            <a:endParaRPr lang="en-US" altLang="zh-CN"/>
          </a:p>
        </p:txBody>
      </p:sp>
      <p:sp>
        <p:nvSpPr>
          <p:cNvPr id="495618" name="Rectangle 2"/>
          <p:cNvSpPr>
            <a:spLocks noChangeArrowheads="1"/>
          </p:cNvSpPr>
          <p:nvPr/>
        </p:nvSpPr>
        <p:spPr bwMode="auto">
          <a:xfrm>
            <a:off x="1331913" y="188913"/>
            <a:ext cx="5634037"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en-US" altLang="zh-CN" sz="3100" b="1">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rPr>
              <a:t>3.</a:t>
            </a:r>
            <a:r>
              <a:rPr lang="en-US" altLang="zh-CN" sz="3100" b="1">
                <a:solidFill>
                  <a:schemeClr val="tx2"/>
                </a:solidFill>
                <a:effectLst>
                  <a:outerShdw blurRad="38100" dist="38100" dir="2700000" algn="tl">
                    <a:srgbClr val="C0C0C0"/>
                  </a:outerShdw>
                </a:effectLst>
                <a:latin typeface="Verdana" panose="020B0604030504040204" pitchFamily="34" charset="0"/>
                <a:ea typeface="黑体" panose="02010609060101010101" pitchFamily="49" charset="-122"/>
              </a:rPr>
              <a:t> </a:t>
            </a:r>
            <a:r>
              <a:rPr lang="zh-CN" altLang="en-US" sz="3100" b="1">
                <a:solidFill>
                  <a:schemeClr val="tx2"/>
                </a:solidFill>
                <a:effectLst>
                  <a:outerShdw blurRad="38100" dist="38100" dir="2700000" algn="tl">
                    <a:srgbClr val="C0C0C0"/>
                  </a:outerShdw>
                </a:effectLst>
                <a:latin typeface="Verdana" panose="020B0604030504040204" pitchFamily="34" charset="0"/>
                <a:ea typeface="黑体" panose="02010609060101010101" pitchFamily="49" charset="-122"/>
              </a:rPr>
              <a:t>计算最优值</a:t>
            </a:r>
            <a:endParaRPr lang="ja-JP" altLang="en-US" sz="3100" b="1">
              <a:solidFill>
                <a:schemeClr val="tx2"/>
              </a:solidFill>
              <a:effectLst>
                <a:outerShdw blurRad="38100" dist="38100" dir="2700000" algn="tl">
                  <a:srgbClr val="C0C0C0"/>
                </a:outerShdw>
              </a:effectLst>
              <a:latin typeface="Verdana" panose="020B0604030504040204" pitchFamily="34" charset="0"/>
              <a:ea typeface="黑体" panose="02010609060101010101" pitchFamily="49" charset="-122"/>
            </a:endParaRPr>
          </a:p>
        </p:txBody>
      </p:sp>
      <p:graphicFrame>
        <p:nvGraphicFramePr>
          <p:cNvPr id="495619" name="Group 3"/>
          <p:cNvGraphicFramePr>
            <a:graphicFrameLocks noGrp="1"/>
          </p:cNvGraphicFramePr>
          <p:nvPr/>
        </p:nvGraphicFramePr>
        <p:xfrm>
          <a:off x="1258888" y="1628775"/>
          <a:ext cx="6842125" cy="950850"/>
        </p:xfrm>
        <a:graphic>
          <a:graphicData uri="http://schemas.openxmlformats.org/drawingml/2006/table">
            <a:tbl>
              <a:tblPr/>
              <a:tblGrid>
                <a:gridCol w="1157287"/>
                <a:gridCol w="1155700"/>
                <a:gridCol w="979488"/>
                <a:gridCol w="981075"/>
                <a:gridCol w="1155700"/>
                <a:gridCol w="1412875"/>
              </a:tblGrid>
              <a:tr h="3111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A1</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A2</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A3</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A4</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A5</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A6</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24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30</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35</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35</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15</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15</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Symbol" panose="05050102010706020507" pitchFamily="18" charset="2"/>
                        </a:rPr>
                        <a:t></a:t>
                      </a: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25</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95642" name="Object 26"/>
          <p:cNvGraphicFramePr>
            <a:graphicFrameLocks noChangeAspect="1"/>
          </p:cNvGraphicFramePr>
          <p:nvPr/>
        </p:nvGraphicFramePr>
        <p:xfrm>
          <a:off x="898525" y="2789238"/>
          <a:ext cx="7489825" cy="1144587"/>
        </p:xfrm>
        <a:graphic>
          <a:graphicData uri="http://schemas.openxmlformats.org/presentationml/2006/ole">
            <mc:AlternateContent xmlns:mc="http://schemas.openxmlformats.org/markup-compatibility/2006">
              <mc:Choice xmlns:v="urn:schemas-microsoft-com:vml" Requires="v">
                <p:oleObj spid="_x0000_s495648" name="公式" r:id="rId1" imgW="4762500" imgH="711200" progId="Equation.3">
                  <p:embed/>
                </p:oleObj>
              </mc:Choice>
              <mc:Fallback>
                <p:oleObj name="公式" r:id="rId1" imgW="4762500" imgH="711200" progId="Equation.3">
                  <p:embed/>
                  <p:pic>
                    <p:nvPicPr>
                      <p:cNvPr id="0" name="Object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525" y="2789238"/>
                        <a:ext cx="7489825" cy="1144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5643" name="Text Box 27"/>
          <p:cNvSpPr txBox="1">
            <a:spLocks noChangeArrowheads="1"/>
          </p:cNvSpPr>
          <p:nvPr/>
        </p:nvSpPr>
        <p:spPr bwMode="auto">
          <a:xfrm>
            <a:off x="1187450" y="1052513"/>
            <a:ext cx="698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b="1">
                <a:solidFill>
                  <a:srgbClr val="008000"/>
                </a:solidFill>
                <a:latin typeface="Times New Roman" panose="02020603050405020304" pitchFamily="18" charset="0"/>
              </a:rPr>
              <a:t>例</a:t>
            </a:r>
            <a:r>
              <a:rPr lang="zh-CN" altLang="en-US" sz="2400" b="1">
                <a:latin typeface="Times New Roman" panose="02020603050405020304" pitchFamily="18" charset="0"/>
              </a:rPr>
              <a:t>  计算矩阵连乘积</a:t>
            </a:r>
            <a:r>
              <a:rPr lang="en-US" altLang="zh-CN" sz="2400" b="1">
                <a:latin typeface="Times New Roman" panose="02020603050405020304" pitchFamily="18" charset="0"/>
              </a:rPr>
              <a:t>A</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A</a:t>
            </a:r>
            <a:r>
              <a:rPr lang="en-US" altLang="zh-CN" sz="2400" b="1" baseline="-25000">
                <a:latin typeface="Times New Roman" panose="02020603050405020304" pitchFamily="18" charset="0"/>
              </a:rPr>
              <a:t>2</a:t>
            </a:r>
            <a:r>
              <a:rPr lang="en-US" altLang="zh-CN" sz="2400" b="1">
                <a:latin typeface="Times New Roman" panose="02020603050405020304" pitchFamily="18" charset="0"/>
              </a:rPr>
              <a:t>A</a:t>
            </a:r>
            <a:r>
              <a:rPr lang="en-US" altLang="zh-CN" sz="2400" b="1" baseline="-25000">
                <a:latin typeface="Times New Roman" panose="02020603050405020304" pitchFamily="18" charset="0"/>
              </a:rPr>
              <a:t>3</a:t>
            </a:r>
            <a:r>
              <a:rPr lang="en-US" altLang="zh-CN" sz="2400" b="1">
                <a:latin typeface="Times New Roman" panose="02020603050405020304" pitchFamily="18" charset="0"/>
              </a:rPr>
              <a:t>A</a:t>
            </a:r>
            <a:r>
              <a:rPr lang="en-US" altLang="zh-CN" sz="2400" b="1" baseline="-25000">
                <a:latin typeface="Times New Roman" panose="02020603050405020304" pitchFamily="18" charset="0"/>
              </a:rPr>
              <a:t>4</a:t>
            </a:r>
            <a:r>
              <a:rPr lang="en-US" altLang="zh-CN" sz="2400" b="1">
                <a:latin typeface="Times New Roman" panose="02020603050405020304" pitchFamily="18" charset="0"/>
              </a:rPr>
              <a:t>A</a:t>
            </a:r>
            <a:r>
              <a:rPr lang="en-US" altLang="zh-CN" sz="2400" b="1" baseline="-25000">
                <a:latin typeface="Times New Roman" panose="02020603050405020304" pitchFamily="18" charset="0"/>
              </a:rPr>
              <a:t>5</a:t>
            </a:r>
            <a:r>
              <a:rPr lang="en-US" altLang="zh-CN" sz="2400" b="1">
                <a:latin typeface="Times New Roman" panose="02020603050405020304" pitchFamily="18" charset="0"/>
              </a:rPr>
              <a:t>A</a:t>
            </a:r>
            <a:r>
              <a:rPr lang="en-US" altLang="zh-CN" sz="2400" b="1" baseline="-25000">
                <a:latin typeface="Times New Roman" panose="02020603050405020304" pitchFamily="18" charset="0"/>
              </a:rPr>
              <a:t>6</a:t>
            </a:r>
            <a:endParaRPr lang="en-US" altLang="zh-CN" sz="2400" b="1" baseline="-25000">
              <a:latin typeface="Times New Roman" panose="02020603050405020304" pitchFamily="18" charset="0"/>
            </a:endParaRPr>
          </a:p>
        </p:txBody>
      </p:sp>
      <p:pic>
        <p:nvPicPr>
          <p:cNvPr id="495644" name="Picture 28" descr="t31"/>
          <p:cNvPicPr>
            <a:picLocks noChangeAspect="1" noChangeArrowheads="1"/>
          </p:cNvPicPr>
          <p:nvPr/>
        </p:nvPicPr>
        <p:blipFill>
          <a:blip r:embed="rId3">
            <a:extLst>
              <a:ext uri="{28A0092B-C50C-407E-A947-70E740481C1C}">
                <a14:useLocalDpi xmlns:a14="http://schemas.microsoft.com/office/drawing/2010/main" val="0"/>
              </a:ext>
            </a:extLst>
          </a:blip>
          <a:srcRect l="26311"/>
          <a:stretch>
            <a:fillRect/>
          </a:stretch>
        </p:blipFill>
        <p:spPr bwMode="auto">
          <a:xfrm>
            <a:off x="900113" y="3856038"/>
            <a:ext cx="7488237" cy="230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42ED0EB8-A3E3-4F16-BC33-B043AC41BA1A}" type="slidenum">
              <a:rPr lang="en-US" altLang="zh-CN"/>
            </a:fld>
            <a:endParaRPr lang="en-US" altLang="zh-CN"/>
          </a:p>
        </p:txBody>
      </p:sp>
      <p:sp>
        <p:nvSpPr>
          <p:cNvPr id="496642" name="Rectangle 2"/>
          <p:cNvSpPr>
            <a:spLocks noChangeArrowheads="1"/>
          </p:cNvSpPr>
          <p:nvPr/>
        </p:nvSpPr>
        <p:spPr bwMode="auto">
          <a:xfrm>
            <a:off x="1331913" y="260350"/>
            <a:ext cx="5634037"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en-US" altLang="zh-CN" sz="3100" b="1">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rPr>
              <a:t>3.</a:t>
            </a:r>
            <a:r>
              <a:rPr lang="en-US" altLang="zh-CN" sz="3100" b="1">
                <a:solidFill>
                  <a:schemeClr val="tx2"/>
                </a:solidFill>
                <a:effectLst>
                  <a:outerShdw blurRad="38100" dist="38100" dir="2700000" algn="tl">
                    <a:srgbClr val="C0C0C0"/>
                  </a:outerShdw>
                </a:effectLst>
                <a:latin typeface="Verdana" panose="020B0604030504040204" pitchFamily="34" charset="0"/>
                <a:ea typeface="黑体" panose="02010609060101010101" pitchFamily="49" charset="-122"/>
              </a:rPr>
              <a:t> </a:t>
            </a:r>
            <a:r>
              <a:rPr lang="zh-CN" altLang="en-US" sz="3100" b="1">
                <a:solidFill>
                  <a:schemeClr val="tx2"/>
                </a:solidFill>
                <a:effectLst>
                  <a:outerShdw blurRad="38100" dist="38100" dir="2700000" algn="tl">
                    <a:srgbClr val="C0C0C0"/>
                  </a:outerShdw>
                </a:effectLst>
                <a:latin typeface="Verdana" panose="020B0604030504040204" pitchFamily="34" charset="0"/>
                <a:ea typeface="黑体" panose="02010609060101010101" pitchFamily="49" charset="-122"/>
              </a:rPr>
              <a:t>计算最优值</a:t>
            </a:r>
            <a:endParaRPr lang="ja-JP" altLang="en-US" sz="3100" b="1">
              <a:solidFill>
                <a:schemeClr val="tx2"/>
              </a:solidFill>
              <a:effectLst>
                <a:outerShdw blurRad="38100" dist="38100" dir="2700000" algn="tl">
                  <a:srgbClr val="C0C0C0"/>
                </a:outerShdw>
              </a:effectLst>
              <a:latin typeface="Verdana" panose="020B0604030504040204" pitchFamily="34" charset="0"/>
              <a:ea typeface="黑体" panose="02010609060101010101" pitchFamily="49" charset="-122"/>
            </a:endParaRPr>
          </a:p>
        </p:txBody>
      </p:sp>
      <p:sp>
        <p:nvSpPr>
          <p:cNvPr id="496643" name="Rectangle 3"/>
          <p:cNvSpPr>
            <a:spLocks noChangeArrowheads="1"/>
          </p:cNvSpPr>
          <p:nvPr/>
        </p:nvSpPr>
        <p:spPr bwMode="auto">
          <a:xfrm>
            <a:off x="0" y="30718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496644" name="Text Box 4"/>
          <p:cNvSpPr txBox="1">
            <a:spLocks noChangeArrowheads="1"/>
          </p:cNvSpPr>
          <p:nvPr/>
        </p:nvSpPr>
        <p:spPr bwMode="auto">
          <a:xfrm>
            <a:off x="1116013" y="1412875"/>
            <a:ext cx="7092950" cy="3990975"/>
          </a:xfrm>
          <a:prstGeom prst="rect">
            <a:avLst/>
          </a:prstGeom>
          <a:solidFill>
            <a:srgbClr val="FFFF99"/>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ct val="150000"/>
              </a:lnSpc>
            </a:pPr>
            <a:r>
              <a:rPr lang="zh-CN" altLang="en-US" sz="2800" b="1">
                <a:latin typeface="Times New Roman" panose="02020603050405020304" pitchFamily="18" charset="0"/>
                <a:ea typeface="黑体" panose="02010609060101010101" pitchFamily="49" charset="-122"/>
              </a:rPr>
              <a:t>算法</a:t>
            </a:r>
            <a:r>
              <a:rPr lang="en-US" altLang="zh-CN" sz="2800" b="1">
                <a:latin typeface="Times New Roman" panose="02020603050405020304" pitchFamily="18" charset="0"/>
                <a:ea typeface="新宋体" panose="02010609030101010101" charset="-122"/>
              </a:rPr>
              <a:t>matrixChain</a:t>
            </a:r>
            <a:r>
              <a:rPr lang="zh-CN" altLang="en-US" sz="2800" b="1">
                <a:latin typeface="Times New Roman" panose="02020603050405020304" pitchFamily="18" charset="0"/>
                <a:ea typeface="黑体" panose="02010609060101010101" pitchFamily="49" charset="-122"/>
              </a:rPr>
              <a:t>复杂度分析：</a:t>
            </a:r>
            <a:endParaRPr lang="zh-CN" altLang="en-US" sz="2800" b="1">
              <a:latin typeface="Times New Roman" panose="02020603050405020304" pitchFamily="18" charset="0"/>
              <a:ea typeface="黑体" panose="02010609060101010101" pitchFamily="49" charset="-122"/>
            </a:endParaRPr>
          </a:p>
          <a:p>
            <a:pPr>
              <a:lnSpc>
                <a:spcPct val="150000"/>
              </a:lnSpc>
            </a:pPr>
            <a:r>
              <a:rPr lang="zh-CN" altLang="en-US" sz="2800" b="1">
                <a:latin typeface="Times New Roman" panose="02020603050405020304" pitchFamily="18" charset="0"/>
                <a:ea typeface="新宋体" panose="02010609030101010101" charset="-122"/>
              </a:rPr>
              <a:t>算法的主要计算量取决于算法中对</a:t>
            </a:r>
            <a:r>
              <a:rPr lang="en-US" altLang="zh-CN" sz="2800" b="1">
                <a:latin typeface="Times New Roman" panose="02020603050405020304" pitchFamily="18" charset="0"/>
                <a:ea typeface="新宋体" panose="02010609030101010101" charset="-122"/>
              </a:rPr>
              <a:t>r</a:t>
            </a:r>
            <a:r>
              <a:rPr lang="zh-CN" altLang="en-US" sz="2800" b="1">
                <a:latin typeface="Times New Roman" panose="02020603050405020304" pitchFamily="18" charset="0"/>
                <a:ea typeface="新宋体" panose="02010609030101010101" charset="-122"/>
              </a:rPr>
              <a:t>，</a:t>
            </a:r>
            <a:r>
              <a:rPr lang="en-US" altLang="zh-CN" sz="2800" b="1">
                <a:latin typeface="Times New Roman" panose="02020603050405020304" pitchFamily="18" charset="0"/>
                <a:ea typeface="新宋体" panose="02010609030101010101" charset="-122"/>
              </a:rPr>
              <a:t>i</a:t>
            </a:r>
            <a:r>
              <a:rPr lang="zh-CN" altLang="en-US" sz="2800" b="1">
                <a:latin typeface="Times New Roman" panose="02020603050405020304" pitchFamily="18" charset="0"/>
                <a:ea typeface="新宋体" panose="02010609030101010101" charset="-122"/>
              </a:rPr>
              <a:t>和</a:t>
            </a:r>
            <a:r>
              <a:rPr lang="en-US" altLang="zh-CN" sz="2800" b="1">
                <a:latin typeface="Times New Roman" panose="02020603050405020304" pitchFamily="18" charset="0"/>
                <a:ea typeface="新宋体" panose="02010609030101010101" charset="-122"/>
              </a:rPr>
              <a:t>k</a:t>
            </a:r>
            <a:r>
              <a:rPr lang="zh-CN" altLang="en-US" sz="2800" b="1">
                <a:latin typeface="Times New Roman" panose="02020603050405020304" pitchFamily="18" charset="0"/>
                <a:ea typeface="新宋体" panose="02010609030101010101" charset="-122"/>
              </a:rPr>
              <a:t>的</a:t>
            </a:r>
            <a:r>
              <a:rPr lang="en-US" altLang="zh-CN" sz="2800" b="1">
                <a:latin typeface="Times New Roman" panose="02020603050405020304" pitchFamily="18" charset="0"/>
                <a:ea typeface="新宋体" panose="02010609030101010101" charset="-122"/>
              </a:rPr>
              <a:t>3</a:t>
            </a:r>
            <a:r>
              <a:rPr lang="zh-CN" altLang="en-US" sz="2800" b="1">
                <a:latin typeface="Times New Roman" panose="02020603050405020304" pitchFamily="18" charset="0"/>
                <a:ea typeface="新宋体" panose="02010609030101010101" charset="-122"/>
              </a:rPr>
              <a:t>重循环。循环体内的计算量为</a:t>
            </a:r>
            <a:r>
              <a:rPr lang="en-US" altLang="zh-CN" sz="2800" b="1">
                <a:latin typeface="Times New Roman" panose="02020603050405020304" pitchFamily="18" charset="0"/>
                <a:ea typeface="新宋体" panose="02010609030101010101" charset="-122"/>
              </a:rPr>
              <a:t>O(1)</a:t>
            </a:r>
            <a:r>
              <a:rPr lang="zh-CN" altLang="en-US" sz="2800" b="1">
                <a:latin typeface="Times New Roman" panose="02020603050405020304" pitchFamily="18" charset="0"/>
                <a:ea typeface="新宋体" panose="02010609030101010101" charset="-122"/>
              </a:rPr>
              <a:t>，而</a:t>
            </a:r>
            <a:r>
              <a:rPr lang="en-US" altLang="zh-CN" sz="2800" b="1">
                <a:latin typeface="Times New Roman" panose="02020603050405020304" pitchFamily="18" charset="0"/>
                <a:ea typeface="新宋体" panose="02010609030101010101" charset="-122"/>
              </a:rPr>
              <a:t>3</a:t>
            </a:r>
            <a:r>
              <a:rPr lang="zh-CN" altLang="en-US" sz="2800" b="1">
                <a:latin typeface="Times New Roman" panose="02020603050405020304" pitchFamily="18" charset="0"/>
                <a:ea typeface="新宋体" panose="02010609030101010101" charset="-122"/>
              </a:rPr>
              <a:t>重循环的总次数为</a:t>
            </a:r>
            <a:r>
              <a:rPr lang="en-US" altLang="zh-CN" sz="2800" b="1">
                <a:latin typeface="Times New Roman" panose="02020603050405020304" pitchFamily="18" charset="0"/>
                <a:ea typeface="新宋体" panose="02010609030101010101" charset="-122"/>
              </a:rPr>
              <a:t>O(n</a:t>
            </a:r>
            <a:r>
              <a:rPr lang="en-US" altLang="zh-CN" sz="2800" b="1" baseline="30000">
                <a:latin typeface="Times New Roman" panose="02020603050405020304" pitchFamily="18" charset="0"/>
                <a:ea typeface="新宋体" panose="02010609030101010101" charset="-122"/>
              </a:rPr>
              <a:t>3</a:t>
            </a:r>
            <a:r>
              <a:rPr lang="en-US" altLang="zh-CN" sz="2800" b="1">
                <a:latin typeface="Times New Roman" panose="02020603050405020304" pitchFamily="18" charset="0"/>
                <a:ea typeface="新宋体" panose="02010609030101010101" charset="-122"/>
              </a:rPr>
              <a:t>)</a:t>
            </a:r>
            <a:r>
              <a:rPr lang="zh-CN" altLang="en-US" sz="2800" b="1">
                <a:latin typeface="Times New Roman" panose="02020603050405020304" pitchFamily="18" charset="0"/>
                <a:ea typeface="新宋体" panose="02010609030101010101" charset="-122"/>
              </a:rPr>
              <a:t>。</a:t>
            </a:r>
            <a:endParaRPr lang="zh-CN" altLang="en-US" sz="2800" b="1">
              <a:latin typeface="Times New Roman" panose="02020603050405020304" pitchFamily="18" charset="0"/>
              <a:ea typeface="新宋体" panose="02010609030101010101" charset="-122"/>
            </a:endParaRPr>
          </a:p>
          <a:p>
            <a:pPr>
              <a:lnSpc>
                <a:spcPct val="150000"/>
              </a:lnSpc>
            </a:pPr>
            <a:r>
              <a:rPr lang="zh-CN" altLang="en-US" sz="2800" b="1">
                <a:latin typeface="Times New Roman" panose="02020603050405020304" pitchFamily="18" charset="0"/>
                <a:ea typeface="新宋体" panose="02010609030101010101" charset="-122"/>
              </a:rPr>
              <a:t>因此，</a:t>
            </a:r>
            <a:r>
              <a:rPr lang="zh-CN" altLang="en-US" sz="2800" b="1">
                <a:solidFill>
                  <a:srgbClr val="3333FF"/>
                </a:solidFill>
                <a:latin typeface="Times New Roman" panose="02020603050405020304" pitchFamily="18" charset="0"/>
                <a:ea typeface="新宋体" panose="02010609030101010101" charset="-122"/>
              </a:rPr>
              <a:t>算法的计算时间上界为</a:t>
            </a:r>
            <a:r>
              <a:rPr lang="en-US" altLang="zh-CN" sz="2800" b="1">
                <a:solidFill>
                  <a:srgbClr val="3333FF"/>
                </a:solidFill>
                <a:latin typeface="Times New Roman" panose="02020603050405020304" pitchFamily="18" charset="0"/>
                <a:ea typeface="新宋体" panose="02010609030101010101" charset="-122"/>
              </a:rPr>
              <a:t>O(n</a:t>
            </a:r>
            <a:r>
              <a:rPr lang="en-US" altLang="zh-CN" sz="2800" b="1" baseline="30000">
                <a:solidFill>
                  <a:srgbClr val="3333FF"/>
                </a:solidFill>
                <a:latin typeface="Times New Roman" panose="02020603050405020304" pitchFamily="18" charset="0"/>
                <a:ea typeface="新宋体" panose="02010609030101010101" charset="-122"/>
              </a:rPr>
              <a:t>3</a:t>
            </a:r>
            <a:r>
              <a:rPr lang="en-US" altLang="zh-CN" sz="2800" b="1">
                <a:solidFill>
                  <a:srgbClr val="3333FF"/>
                </a:solidFill>
                <a:latin typeface="Times New Roman" panose="02020603050405020304" pitchFamily="18" charset="0"/>
                <a:ea typeface="新宋体" panose="02010609030101010101" charset="-122"/>
              </a:rPr>
              <a:t>)</a:t>
            </a:r>
            <a:r>
              <a:rPr lang="zh-CN" altLang="en-US" sz="2800" b="1">
                <a:latin typeface="Times New Roman" panose="02020603050405020304" pitchFamily="18" charset="0"/>
                <a:ea typeface="新宋体" panose="02010609030101010101" charset="-122"/>
              </a:rPr>
              <a:t>。</a:t>
            </a:r>
            <a:endParaRPr lang="zh-CN" altLang="en-US" sz="2800" b="1">
              <a:latin typeface="Times New Roman" panose="02020603050405020304" pitchFamily="18" charset="0"/>
              <a:ea typeface="新宋体" panose="02010609030101010101" charset="-122"/>
            </a:endParaRPr>
          </a:p>
          <a:p>
            <a:pPr>
              <a:lnSpc>
                <a:spcPct val="150000"/>
              </a:lnSpc>
            </a:pPr>
            <a:r>
              <a:rPr lang="zh-CN" altLang="en-US" sz="2800" b="1">
                <a:latin typeface="Times New Roman" panose="02020603050405020304" pitchFamily="18" charset="0"/>
                <a:ea typeface="新宋体" panose="02010609030101010101" charset="-122"/>
              </a:rPr>
              <a:t>算法所占用的空间为</a:t>
            </a:r>
            <a:r>
              <a:rPr lang="en-US" altLang="zh-CN" sz="2800" b="1">
                <a:latin typeface="Times New Roman" panose="02020603050405020304" pitchFamily="18" charset="0"/>
                <a:ea typeface="新宋体" panose="02010609030101010101" charset="-122"/>
              </a:rPr>
              <a:t>O(n</a:t>
            </a:r>
            <a:r>
              <a:rPr lang="en-US" altLang="zh-CN" sz="2800" b="1" baseline="30000">
                <a:latin typeface="Times New Roman" panose="02020603050405020304" pitchFamily="18" charset="0"/>
                <a:ea typeface="新宋体" panose="02010609030101010101" charset="-122"/>
              </a:rPr>
              <a:t>2</a:t>
            </a:r>
            <a:r>
              <a:rPr lang="en-US" altLang="zh-CN" sz="2800" b="1">
                <a:latin typeface="Times New Roman" panose="02020603050405020304" pitchFamily="18" charset="0"/>
                <a:ea typeface="新宋体" panose="02010609030101010101" charset="-122"/>
              </a:rPr>
              <a:t>)</a:t>
            </a:r>
            <a:r>
              <a:rPr lang="zh-CN" altLang="en-US" sz="2800" b="1">
                <a:latin typeface="Times New Roman" panose="02020603050405020304" pitchFamily="18" charset="0"/>
                <a:ea typeface="新宋体" panose="02010609030101010101" charset="-122"/>
              </a:rPr>
              <a:t>。</a:t>
            </a:r>
            <a:endParaRPr lang="zh-CN" altLang="en-US" sz="2800" b="1">
              <a:latin typeface="Times New Roman" panose="02020603050405020304" pitchFamily="18" charset="0"/>
              <a:ea typeface="新宋体" panose="02010609030101010101"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D8FBDCC2-D295-482F-B80E-8CAB7287DAE5}" type="slidenum">
              <a:rPr lang="en-US" altLang="zh-CN"/>
            </a:fld>
            <a:endParaRPr lang="en-US" altLang="zh-CN"/>
          </a:p>
        </p:txBody>
      </p:sp>
      <p:sp>
        <p:nvSpPr>
          <p:cNvPr id="497666" name="Rectangle 2"/>
          <p:cNvSpPr>
            <a:spLocks noChangeArrowheads="1"/>
          </p:cNvSpPr>
          <p:nvPr/>
        </p:nvSpPr>
        <p:spPr bwMode="auto">
          <a:xfrm>
            <a:off x="1331913" y="188913"/>
            <a:ext cx="5634037"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en-US" altLang="zh-CN" sz="3100" b="1">
                <a:solidFill>
                  <a:schemeClr val="tx2"/>
                </a:solidFill>
                <a:effectLst>
                  <a:outerShdw blurRad="38100" dist="38100" dir="2700000" algn="tl">
                    <a:srgbClr val="C0C0C0"/>
                  </a:outerShdw>
                </a:effectLst>
                <a:ea typeface="黑体" panose="02010609060101010101" pitchFamily="49" charset="-122"/>
              </a:rPr>
              <a:t>4. </a:t>
            </a:r>
            <a:r>
              <a:rPr lang="zh-CN" altLang="en-US" sz="3100" b="1">
                <a:solidFill>
                  <a:schemeClr val="tx2"/>
                </a:solidFill>
                <a:effectLst>
                  <a:outerShdw blurRad="38100" dist="38100" dir="2700000" algn="tl">
                    <a:srgbClr val="C0C0C0"/>
                  </a:outerShdw>
                </a:effectLst>
                <a:ea typeface="黑体" panose="02010609060101010101" pitchFamily="49" charset="-122"/>
              </a:rPr>
              <a:t>构造最优解</a:t>
            </a:r>
            <a:endParaRPr lang="ja-JP" altLang="en-US" sz="3100" b="1">
              <a:solidFill>
                <a:schemeClr val="tx2"/>
              </a:solidFill>
              <a:effectLst>
                <a:outerShdw blurRad="38100" dist="38100" dir="2700000" algn="tl">
                  <a:srgbClr val="C0C0C0"/>
                </a:outerShdw>
              </a:effectLst>
              <a:ea typeface="黑体" panose="02010609060101010101" pitchFamily="49" charset="-122"/>
            </a:endParaRPr>
          </a:p>
        </p:txBody>
      </p:sp>
      <p:sp>
        <p:nvSpPr>
          <p:cNvPr id="497667" name="Rectangle 3"/>
          <p:cNvSpPr>
            <a:spLocks noChangeArrowheads="1"/>
          </p:cNvSpPr>
          <p:nvPr/>
        </p:nvSpPr>
        <p:spPr bwMode="auto">
          <a:xfrm>
            <a:off x="0" y="30718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
        <p:nvSpPr>
          <p:cNvPr id="497668" name="Text Box 4"/>
          <p:cNvSpPr txBox="1">
            <a:spLocks noChangeArrowheads="1"/>
          </p:cNvSpPr>
          <p:nvPr/>
        </p:nvSpPr>
        <p:spPr bwMode="auto">
          <a:xfrm>
            <a:off x="971550" y="1052513"/>
            <a:ext cx="7561263" cy="489267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50800">
                <a:solidFill>
                  <a:srgbClr val="FF6600"/>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ct val="125000"/>
              </a:lnSpc>
            </a:pPr>
            <a:r>
              <a:rPr lang="zh-CN" altLang="en-US" sz="2800" b="1">
                <a:latin typeface="Times New Roman" panose="02020603050405020304" pitchFamily="18" charset="0"/>
                <a:ea typeface="新宋体" panose="02010609030101010101" charset="-122"/>
              </a:rPr>
              <a:t>按算法计算出的断点矩阵</a:t>
            </a:r>
            <a:r>
              <a:rPr lang="en-US" altLang="zh-CN" sz="2800" b="1">
                <a:latin typeface="Times New Roman" panose="02020603050405020304" pitchFamily="18" charset="0"/>
                <a:ea typeface="新宋体" panose="02010609030101010101" charset="-122"/>
              </a:rPr>
              <a:t>s</a:t>
            </a:r>
            <a:r>
              <a:rPr lang="zh-CN" altLang="en-US" sz="2800" b="1">
                <a:latin typeface="Times New Roman" panose="02020603050405020304" pitchFamily="18" charset="0"/>
                <a:ea typeface="新宋体" panose="02010609030101010101" charset="-122"/>
              </a:rPr>
              <a:t>指示的加括号方式输出计算</a:t>
            </a:r>
            <a:r>
              <a:rPr lang="en-US" altLang="zh-CN" sz="2800" b="1">
                <a:latin typeface="Times New Roman" panose="02020603050405020304" pitchFamily="18" charset="0"/>
                <a:ea typeface="新宋体" panose="02010609030101010101" charset="-122"/>
              </a:rPr>
              <a:t>A[i:j]</a:t>
            </a:r>
            <a:r>
              <a:rPr lang="zh-CN" altLang="en-US" sz="2800" b="1">
                <a:latin typeface="Times New Roman" panose="02020603050405020304" pitchFamily="18" charset="0"/>
                <a:ea typeface="新宋体" panose="02010609030101010101" charset="-122"/>
              </a:rPr>
              <a:t>的最优先次序。</a:t>
            </a:r>
            <a:endParaRPr lang="zh-CN" altLang="en-US" sz="2800" b="1">
              <a:latin typeface="Times New Roman" panose="02020603050405020304" pitchFamily="18" charset="0"/>
              <a:ea typeface="新宋体" panose="02010609030101010101" charset="-122"/>
            </a:endParaRPr>
          </a:p>
          <a:p>
            <a:pPr>
              <a:lnSpc>
                <a:spcPct val="125000"/>
              </a:lnSpc>
            </a:pPr>
            <a:r>
              <a:rPr lang="en-US" altLang="zh-CN" sz="2800" b="1">
                <a:latin typeface="Times New Roman" panose="02020603050405020304" pitchFamily="18" charset="0"/>
                <a:ea typeface="新宋体" panose="02010609030101010101" charset="-122"/>
              </a:rPr>
              <a:t>void Traceback(int i, int j, int **s) {</a:t>
            </a:r>
            <a:endParaRPr lang="en-US" altLang="zh-CN" sz="2800" b="1">
              <a:latin typeface="Times New Roman" panose="02020603050405020304" pitchFamily="18" charset="0"/>
              <a:ea typeface="新宋体" panose="02010609030101010101" charset="-122"/>
            </a:endParaRPr>
          </a:p>
          <a:p>
            <a:pPr>
              <a:lnSpc>
                <a:spcPct val="125000"/>
              </a:lnSpc>
            </a:pPr>
            <a:r>
              <a:rPr lang="en-US" altLang="zh-CN" sz="2800" b="1">
                <a:latin typeface="Times New Roman" panose="02020603050405020304" pitchFamily="18" charset="0"/>
                <a:ea typeface="新宋体" panose="02010609030101010101" charset="-122"/>
              </a:rPr>
              <a:t>	if (i==j) return;</a:t>
            </a:r>
            <a:endParaRPr lang="en-US" altLang="zh-CN" sz="2800" b="1">
              <a:latin typeface="Times New Roman" panose="02020603050405020304" pitchFamily="18" charset="0"/>
              <a:ea typeface="新宋体" panose="02010609030101010101" charset="-122"/>
            </a:endParaRPr>
          </a:p>
          <a:p>
            <a:pPr>
              <a:lnSpc>
                <a:spcPct val="125000"/>
              </a:lnSpc>
            </a:pPr>
            <a:r>
              <a:rPr lang="en-US" altLang="zh-CN" sz="2800" b="1">
                <a:latin typeface="Times New Roman" panose="02020603050405020304" pitchFamily="18" charset="0"/>
                <a:ea typeface="新宋体" panose="02010609030101010101" charset="-122"/>
              </a:rPr>
              <a:t>	Traceback(i, s[i][j], s);</a:t>
            </a:r>
            <a:endParaRPr lang="en-US" altLang="zh-CN" sz="2800" b="1">
              <a:latin typeface="Times New Roman" panose="02020603050405020304" pitchFamily="18" charset="0"/>
              <a:ea typeface="新宋体" panose="02010609030101010101" charset="-122"/>
            </a:endParaRPr>
          </a:p>
          <a:p>
            <a:pPr>
              <a:lnSpc>
                <a:spcPct val="125000"/>
              </a:lnSpc>
            </a:pPr>
            <a:r>
              <a:rPr lang="en-US" altLang="zh-CN" sz="2800" b="1">
                <a:latin typeface="Times New Roman" panose="02020603050405020304" pitchFamily="18" charset="0"/>
                <a:ea typeface="新宋体" panose="02010609030101010101" charset="-122"/>
              </a:rPr>
              <a:t>	Traceback(s[i][j]+1, j, s);</a:t>
            </a:r>
            <a:endParaRPr lang="en-US" altLang="zh-CN" sz="2800" b="1">
              <a:latin typeface="Times New Roman" panose="02020603050405020304" pitchFamily="18" charset="0"/>
              <a:ea typeface="新宋体" panose="02010609030101010101" charset="-122"/>
            </a:endParaRPr>
          </a:p>
          <a:p>
            <a:pPr>
              <a:lnSpc>
                <a:spcPct val="125000"/>
              </a:lnSpc>
            </a:pPr>
            <a:r>
              <a:rPr lang="en-US" altLang="zh-CN" sz="2800" b="1">
                <a:latin typeface="Times New Roman" panose="02020603050405020304" pitchFamily="18" charset="0"/>
                <a:ea typeface="新宋体" panose="02010609030101010101" charset="-122"/>
              </a:rPr>
              <a:t>	cout&lt;&lt;“Multiplay A”&lt;&lt;i&lt;&lt;“,”&lt;&lt;s[i][j];</a:t>
            </a:r>
            <a:endParaRPr lang="en-US" altLang="zh-CN" sz="2800" b="1">
              <a:latin typeface="Times New Roman" panose="02020603050405020304" pitchFamily="18" charset="0"/>
              <a:ea typeface="新宋体" panose="02010609030101010101" charset="-122"/>
            </a:endParaRPr>
          </a:p>
          <a:p>
            <a:pPr>
              <a:lnSpc>
                <a:spcPct val="125000"/>
              </a:lnSpc>
            </a:pPr>
            <a:r>
              <a:rPr lang="en-US" altLang="zh-CN" sz="2800" b="1">
                <a:latin typeface="Times New Roman" panose="02020603050405020304" pitchFamily="18" charset="0"/>
                <a:ea typeface="新宋体" panose="02010609030101010101" charset="-122"/>
              </a:rPr>
              <a:t>	cout&lt;&lt;“and A”&lt;&lt;s[i][j]+1&lt;&lt;“,”&lt;&lt;j&lt;&lt;endl;</a:t>
            </a:r>
            <a:endParaRPr lang="en-US" altLang="zh-CN" sz="2800" b="1">
              <a:latin typeface="Times New Roman" panose="02020603050405020304" pitchFamily="18" charset="0"/>
              <a:ea typeface="新宋体" panose="02010609030101010101" charset="-122"/>
            </a:endParaRPr>
          </a:p>
          <a:p>
            <a:pPr>
              <a:lnSpc>
                <a:spcPct val="125000"/>
              </a:lnSpc>
            </a:pPr>
            <a:r>
              <a:rPr lang="en-US" altLang="zh-CN" sz="2800" b="1">
                <a:latin typeface="Times New Roman" panose="02020603050405020304" pitchFamily="18" charset="0"/>
                <a:ea typeface="新宋体" panose="02010609030101010101" charset="-122"/>
              </a:rPr>
              <a:t>}</a:t>
            </a:r>
            <a:endParaRPr lang="en-US" altLang="zh-CN" sz="2800" b="1">
              <a:latin typeface="Times New Roman" panose="02020603050405020304" pitchFamily="18" charset="0"/>
              <a:ea typeface="新宋体" panose="02010609030101010101"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34B9552D-ED1A-464E-9427-63EDC016B549}" type="slidenum">
              <a:rPr lang="en-US" altLang="zh-CN"/>
            </a:fld>
            <a:endParaRPr lang="en-US" altLang="zh-CN"/>
          </a:p>
        </p:txBody>
      </p:sp>
      <p:sp>
        <p:nvSpPr>
          <p:cNvPr id="498690" name="Rectangle 2"/>
          <p:cNvSpPr>
            <a:spLocks noChangeArrowheads="1"/>
          </p:cNvSpPr>
          <p:nvPr/>
        </p:nvSpPr>
        <p:spPr bwMode="auto">
          <a:xfrm>
            <a:off x="1258888" y="188913"/>
            <a:ext cx="6408737"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zh-CN" altLang="en-US" sz="3500" b="1">
                <a:solidFill>
                  <a:schemeClr val="tx2"/>
                </a:solidFill>
                <a:effectLst>
                  <a:outerShdw blurRad="38100" dist="38100" dir="2700000" algn="tl">
                    <a:srgbClr val="C0C0C0"/>
                  </a:outerShdw>
                </a:effectLst>
                <a:ea typeface="黑体" panose="02010609060101010101" pitchFamily="49" charset="-122"/>
              </a:rPr>
              <a:t>动态规划算法的基本要素</a:t>
            </a:r>
            <a:endParaRPr lang="ja-JP" altLang="en-US" sz="3500" b="1">
              <a:solidFill>
                <a:schemeClr val="tx2"/>
              </a:solidFill>
              <a:effectLst>
                <a:outerShdw blurRad="38100" dist="38100" dir="2700000" algn="tl">
                  <a:srgbClr val="C0C0C0"/>
                </a:outerShdw>
              </a:effectLst>
              <a:ea typeface="黑体" panose="02010609060101010101" pitchFamily="49" charset="-122"/>
            </a:endParaRPr>
          </a:p>
        </p:txBody>
      </p:sp>
      <p:sp>
        <p:nvSpPr>
          <p:cNvPr id="498691" name="Text Box 3"/>
          <p:cNvSpPr txBox="1">
            <a:spLocks noChangeArrowheads="1"/>
          </p:cNvSpPr>
          <p:nvPr/>
        </p:nvSpPr>
        <p:spPr bwMode="auto">
          <a:xfrm>
            <a:off x="855663" y="931863"/>
            <a:ext cx="2667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pPr algn="ctr"/>
            <a:r>
              <a:rPr lang="en-US" altLang="zh-CN" sz="3200">
                <a:effectLst>
                  <a:outerShdw blurRad="38100" dist="38100" dir="2700000" algn="tl">
                    <a:srgbClr val="C0C0C0"/>
                  </a:outerShdw>
                </a:effectLst>
                <a:ea typeface="黑体" panose="02010609060101010101" pitchFamily="49" charset="-122"/>
              </a:rPr>
              <a:t>1. </a:t>
            </a:r>
            <a:r>
              <a:rPr lang="zh-CN" altLang="en-US" sz="3200">
                <a:effectLst>
                  <a:outerShdw blurRad="38100" dist="38100" dir="2700000" algn="tl">
                    <a:srgbClr val="C0C0C0"/>
                  </a:outerShdw>
                </a:effectLst>
                <a:ea typeface="黑体" panose="02010609060101010101" pitchFamily="49" charset="-122"/>
              </a:rPr>
              <a:t>最优子结构</a:t>
            </a:r>
            <a:endParaRPr lang="zh-CN" altLang="en-US" sz="3200">
              <a:effectLst>
                <a:outerShdw blurRad="38100" dist="38100" dir="2700000" algn="tl">
                  <a:srgbClr val="C0C0C0"/>
                </a:outerShdw>
              </a:effectLst>
              <a:ea typeface="黑体" panose="02010609060101010101" pitchFamily="49" charset="-122"/>
            </a:endParaRPr>
          </a:p>
        </p:txBody>
      </p:sp>
      <p:sp>
        <p:nvSpPr>
          <p:cNvPr id="498692" name="Rectangle 4"/>
          <p:cNvSpPr>
            <a:spLocks noGrp="1" noChangeArrowheads="1"/>
          </p:cNvSpPr>
          <p:nvPr>
            <p:ph type="body" idx="1"/>
          </p:nvPr>
        </p:nvSpPr>
        <p:spPr>
          <a:xfrm>
            <a:off x="457200" y="1557338"/>
            <a:ext cx="8229600" cy="4967287"/>
          </a:xfrm>
          <a:solidFill>
            <a:srgbClr val="FFFF66"/>
          </a:solidFill>
        </p:spPr>
        <p:txBody>
          <a:bodyPr/>
          <a:lstStyle/>
          <a:p>
            <a:r>
              <a:rPr kumimoji="1" lang="zh-CN" altLang="en-US" sz="2800" b="1">
                <a:ea typeface="新宋体" panose="02010609030101010101" charset="-122"/>
              </a:rPr>
              <a:t>如果问题的最优解是由其子问题的最优解来构造的，则称该问题具有最优子结构性质。</a:t>
            </a:r>
            <a:endParaRPr kumimoji="1" lang="zh-CN" altLang="en-US" sz="2800" b="1">
              <a:ea typeface="新宋体" panose="02010609030101010101" charset="-122"/>
            </a:endParaRPr>
          </a:p>
          <a:p>
            <a:r>
              <a:rPr kumimoji="1" lang="zh-CN" altLang="en-US" sz="2800" b="1">
                <a:ea typeface="新宋体" panose="02010609030101010101" charset="-122"/>
              </a:rPr>
              <a:t>在分析问题的最优子结构性质时，通常是先假设由问题的最优解导出子问题的解不是最优的，然后再设法说明，在这个假设下可构造出比原问题最优解更好的解，从而导致矛盾。</a:t>
            </a:r>
            <a:endParaRPr kumimoji="1" lang="zh-CN" altLang="en-US" sz="2800" b="1">
              <a:ea typeface="新宋体" panose="02010609030101010101" charset="-122"/>
            </a:endParaRPr>
          </a:p>
          <a:p>
            <a:r>
              <a:rPr kumimoji="1" lang="zh-CN" altLang="en-US" sz="2800" b="1">
                <a:ea typeface="新宋体" panose="02010609030101010101" charset="-122"/>
              </a:rPr>
              <a:t>利用问题的最优子结构性质，以自底向上的方式递归地从子问题的最优解逐步构造出整个问题的最优解。</a:t>
            </a:r>
            <a:endParaRPr kumimoji="1" lang="zh-CN" altLang="en-US" sz="2800" b="1">
              <a:ea typeface="新宋体" panose="02010609030101010101" charset="-122"/>
            </a:endParaRPr>
          </a:p>
          <a:p>
            <a:r>
              <a:rPr kumimoji="1" lang="zh-CN" altLang="en-US" sz="2800" b="1">
                <a:ea typeface="新宋体" panose="02010609030101010101" charset="-122"/>
              </a:rPr>
              <a:t>  最优子结构是使用动态规划算法求解的前提</a:t>
            </a:r>
            <a:r>
              <a:rPr lang="zh-CN" altLang="en-US">
                <a:latin typeface="新宋体" panose="02010609030101010101" charset="-122"/>
                <a:ea typeface="新宋体" panose="02010609030101010101" charset="-122"/>
              </a:rPr>
              <a:t>。</a:t>
            </a:r>
            <a:endParaRPr lang="zh-CN" altLang="en-US">
              <a:latin typeface="新宋体" panose="02010609030101010101" charset="-122"/>
              <a:ea typeface="新宋体" panose="02010609030101010101" charset="-122"/>
            </a:endParaRPr>
          </a:p>
        </p:txBody>
      </p:sp>
      <p:pic>
        <p:nvPicPr>
          <p:cNvPr id="49869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6165850"/>
            <a:ext cx="7369175"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8692">
                                            <p:bg/>
                                          </p:spTgt>
                                        </p:tgtEl>
                                        <p:attrNameLst>
                                          <p:attrName>style.visibility</p:attrName>
                                        </p:attrNameLst>
                                      </p:cBhvr>
                                      <p:to>
                                        <p:strVal val="visible"/>
                                      </p:to>
                                    </p:set>
                                    <p:animEffect transition="in" filter="blinds(horizontal)">
                                      <p:cBhvr>
                                        <p:cTn id="7" dur="500"/>
                                        <p:tgtEl>
                                          <p:spTgt spid="498692">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98692">
                                            <p:txEl>
                                              <p:pRg st="0" end="0"/>
                                            </p:txEl>
                                          </p:spTgt>
                                        </p:tgtEl>
                                        <p:attrNameLst>
                                          <p:attrName>style.visibility</p:attrName>
                                        </p:attrNameLst>
                                      </p:cBhvr>
                                      <p:to>
                                        <p:strVal val="visible"/>
                                      </p:to>
                                    </p:set>
                                    <p:animEffect transition="in" filter="blinds(horizontal)">
                                      <p:cBhvr>
                                        <p:cTn id="10" dur="500"/>
                                        <p:tgtEl>
                                          <p:spTgt spid="49869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98692">
                                            <p:txEl>
                                              <p:pRg st="1" end="1"/>
                                            </p:txEl>
                                          </p:spTgt>
                                        </p:tgtEl>
                                        <p:attrNameLst>
                                          <p:attrName>style.visibility</p:attrName>
                                        </p:attrNameLst>
                                      </p:cBhvr>
                                      <p:to>
                                        <p:strVal val="visible"/>
                                      </p:to>
                                    </p:set>
                                    <p:animEffect transition="in" filter="blinds(horizontal)">
                                      <p:cBhvr>
                                        <p:cTn id="15" dur="500"/>
                                        <p:tgtEl>
                                          <p:spTgt spid="49869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98692">
                                            <p:txEl>
                                              <p:pRg st="2" end="2"/>
                                            </p:txEl>
                                          </p:spTgt>
                                        </p:tgtEl>
                                        <p:attrNameLst>
                                          <p:attrName>style.visibility</p:attrName>
                                        </p:attrNameLst>
                                      </p:cBhvr>
                                      <p:to>
                                        <p:strVal val="visible"/>
                                      </p:to>
                                    </p:set>
                                    <p:animEffect transition="in" filter="blinds(horizontal)">
                                      <p:cBhvr>
                                        <p:cTn id="20" dur="500"/>
                                        <p:tgtEl>
                                          <p:spTgt spid="49869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98692">
                                            <p:txEl>
                                              <p:pRg st="3" end="3"/>
                                            </p:txEl>
                                          </p:spTgt>
                                        </p:tgtEl>
                                        <p:attrNameLst>
                                          <p:attrName>style.visibility</p:attrName>
                                        </p:attrNameLst>
                                      </p:cBhvr>
                                      <p:to>
                                        <p:strVal val="visible"/>
                                      </p:to>
                                    </p:set>
                                    <p:animEffect transition="in" filter="blinds(horizontal)">
                                      <p:cBhvr>
                                        <p:cTn id="25" dur="500"/>
                                        <p:tgtEl>
                                          <p:spTgt spid="498692">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nodeType="clickEffect">
                                  <p:stCondLst>
                                    <p:cond delay="0"/>
                                  </p:stCondLst>
                                  <p:childTnLst>
                                    <p:set>
                                      <p:cBhvr>
                                        <p:cTn id="29" dur="1" fill="hold">
                                          <p:stCondLst>
                                            <p:cond delay="0"/>
                                          </p:stCondLst>
                                        </p:cTn>
                                        <p:tgtEl>
                                          <p:spTgt spid="498693"/>
                                        </p:tgtEl>
                                        <p:attrNameLst>
                                          <p:attrName>style.visibility</p:attrName>
                                        </p:attrNameLst>
                                      </p:cBhvr>
                                      <p:to>
                                        <p:strVal val="visible"/>
                                      </p:to>
                                    </p:set>
                                    <p:animEffect transition="in" filter="checkerboard(across)">
                                      <p:cBhvr>
                                        <p:cTn id="30" dur="500"/>
                                        <p:tgtEl>
                                          <p:spTgt spid="498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2" grpId="0" animBg="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fld id="{0CD00AD5-8CB3-4688-B6CC-F1CB714E80D1}" type="slidenum">
              <a:rPr lang="en-US" altLang="zh-CN"/>
            </a:fld>
            <a:endParaRPr lang="en-US" altLang="zh-CN"/>
          </a:p>
        </p:txBody>
      </p:sp>
      <p:sp>
        <p:nvSpPr>
          <p:cNvPr id="499714" name="Rectangle 2"/>
          <p:cNvSpPr>
            <a:spLocks noChangeArrowheads="1"/>
          </p:cNvSpPr>
          <p:nvPr/>
        </p:nvSpPr>
        <p:spPr bwMode="auto">
          <a:xfrm>
            <a:off x="1258888" y="188913"/>
            <a:ext cx="6408737"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zh-CN" altLang="en-US" sz="3500" b="1">
                <a:solidFill>
                  <a:schemeClr val="tx2"/>
                </a:solidFill>
                <a:effectLst>
                  <a:outerShdw blurRad="38100" dist="38100" dir="2700000" algn="tl">
                    <a:srgbClr val="C0C0C0"/>
                  </a:outerShdw>
                </a:effectLst>
                <a:ea typeface="黑体" panose="02010609060101010101" pitchFamily="49" charset="-122"/>
              </a:rPr>
              <a:t>动态规划算法的基本要素</a:t>
            </a:r>
            <a:endParaRPr lang="ja-JP" altLang="en-US" sz="3500" b="1">
              <a:solidFill>
                <a:schemeClr val="tx2"/>
              </a:solidFill>
              <a:effectLst>
                <a:outerShdw blurRad="38100" dist="38100" dir="2700000" algn="tl">
                  <a:srgbClr val="C0C0C0"/>
                </a:outerShdw>
              </a:effectLst>
              <a:ea typeface="黑体" panose="02010609060101010101" pitchFamily="49" charset="-122"/>
            </a:endParaRPr>
          </a:p>
        </p:txBody>
      </p:sp>
      <p:sp>
        <p:nvSpPr>
          <p:cNvPr id="499715" name="Text Box 3"/>
          <p:cNvSpPr txBox="1">
            <a:spLocks noChangeArrowheads="1"/>
          </p:cNvSpPr>
          <p:nvPr/>
        </p:nvSpPr>
        <p:spPr bwMode="auto">
          <a:xfrm>
            <a:off x="825500" y="931863"/>
            <a:ext cx="2667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pPr algn="ctr"/>
            <a:r>
              <a:rPr lang="en-US" altLang="zh-CN" sz="3200">
                <a:effectLst>
                  <a:outerShdw blurRad="38100" dist="38100" dir="2700000" algn="tl">
                    <a:srgbClr val="C0C0C0"/>
                  </a:outerShdw>
                </a:effectLst>
                <a:ea typeface="黑体" panose="02010609060101010101" pitchFamily="49" charset="-122"/>
              </a:rPr>
              <a:t>2. </a:t>
            </a:r>
            <a:r>
              <a:rPr lang="zh-CN" altLang="en-US" sz="3200">
                <a:effectLst>
                  <a:outerShdw blurRad="38100" dist="38100" dir="2700000" algn="tl">
                    <a:srgbClr val="C0C0C0"/>
                  </a:outerShdw>
                </a:effectLst>
                <a:ea typeface="黑体" panose="02010609060101010101" pitchFamily="49" charset="-122"/>
              </a:rPr>
              <a:t>重叠子问题</a:t>
            </a:r>
            <a:endParaRPr lang="zh-CN" altLang="en-US" sz="3200">
              <a:effectLst>
                <a:outerShdw blurRad="38100" dist="38100" dir="2700000" algn="tl">
                  <a:srgbClr val="C0C0C0"/>
                </a:outerShdw>
              </a:effectLst>
              <a:ea typeface="黑体" panose="02010609060101010101" pitchFamily="49" charset="-122"/>
            </a:endParaRPr>
          </a:p>
        </p:txBody>
      </p:sp>
      <p:sp>
        <p:nvSpPr>
          <p:cNvPr id="499716" name="Text Box 4"/>
          <p:cNvSpPr txBox="1">
            <a:spLocks noChangeArrowheads="1"/>
          </p:cNvSpPr>
          <p:nvPr/>
        </p:nvSpPr>
        <p:spPr bwMode="auto">
          <a:xfrm>
            <a:off x="828675" y="1557338"/>
            <a:ext cx="7559675" cy="4391025"/>
          </a:xfrm>
          <a:prstGeom prst="rect">
            <a:avLst/>
          </a:prstGeom>
          <a:solidFill>
            <a:srgbClr val="FFFF99"/>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ct val="125000"/>
              </a:lnSpc>
              <a:spcBef>
                <a:spcPct val="25000"/>
              </a:spcBef>
              <a:buClr>
                <a:schemeClr val="accent2"/>
              </a:buClr>
              <a:buFont typeface="Arial" panose="020B0604020202020204" pitchFamily="34" charset="0"/>
              <a:buChar char="•"/>
            </a:pPr>
            <a:r>
              <a:rPr lang="zh-CN" altLang="en-US" sz="2400" b="1">
                <a:ea typeface="新宋体" panose="02010609030101010101" charset="-122"/>
              </a:rPr>
              <a:t>  递归算法求解问题时，每次产生的子问题并不总是新问题，有些子问题被反复计算多次。</a:t>
            </a:r>
            <a:r>
              <a:rPr kumimoji="1" lang="zh-CN" altLang="en-US" sz="2400" b="1">
                <a:ea typeface="新宋体" panose="02010609030101010101" charset="-122"/>
              </a:rPr>
              <a:t>这种性质称为</a:t>
            </a:r>
            <a:r>
              <a:rPr lang="zh-CN" altLang="en-US" sz="2400" b="1">
                <a:solidFill>
                  <a:srgbClr val="CC0000"/>
                </a:solidFill>
                <a:latin typeface="黑体" panose="02010609060101010101" pitchFamily="49" charset="-122"/>
                <a:ea typeface="黑体" panose="02010609060101010101" pitchFamily="49" charset="-122"/>
              </a:rPr>
              <a:t>子问题的重叠性质</a:t>
            </a:r>
            <a:r>
              <a:rPr kumimoji="1" lang="zh-CN" altLang="en-US" sz="2400" b="1">
                <a:solidFill>
                  <a:srgbClr val="CC0000"/>
                </a:solidFill>
                <a:ea typeface="新宋体" panose="02010609030101010101" charset="-122"/>
              </a:rPr>
              <a:t>。</a:t>
            </a:r>
            <a:endParaRPr kumimoji="1" lang="zh-CN" altLang="en-US" sz="2400" b="1">
              <a:solidFill>
                <a:srgbClr val="CC0000"/>
              </a:solidFill>
              <a:ea typeface="新宋体" panose="02010609030101010101" charset="-122"/>
            </a:endParaRPr>
          </a:p>
          <a:p>
            <a:pPr>
              <a:lnSpc>
                <a:spcPct val="125000"/>
              </a:lnSpc>
              <a:spcBef>
                <a:spcPct val="25000"/>
              </a:spcBef>
              <a:buClr>
                <a:schemeClr val="accent2"/>
              </a:buClr>
              <a:buFont typeface="Arial" panose="020B0604020202020204" pitchFamily="34" charset="0"/>
              <a:buChar char="•"/>
            </a:pPr>
            <a:r>
              <a:rPr kumimoji="1" lang="zh-CN" altLang="en-US" sz="2400" b="1">
                <a:ea typeface="新宋体" panose="02010609030101010101" charset="-122"/>
              </a:rPr>
              <a:t>  动态规划算法，对每一个子问题只计算一次，而后将其解保存在一个表格中，当再次需要解此子问题时，只是简单地用常数时间查看一下结果。</a:t>
            </a:r>
            <a:endParaRPr kumimoji="1" lang="zh-CN" altLang="en-US" sz="2400" b="1">
              <a:ea typeface="新宋体" panose="02010609030101010101" charset="-122"/>
            </a:endParaRPr>
          </a:p>
          <a:p>
            <a:pPr>
              <a:lnSpc>
                <a:spcPct val="125000"/>
              </a:lnSpc>
              <a:spcBef>
                <a:spcPct val="25000"/>
              </a:spcBef>
              <a:buClr>
                <a:schemeClr val="accent2"/>
              </a:buClr>
              <a:buFont typeface="Arial" panose="020B0604020202020204" pitchFamily="34" charset="0"/>
              <a:buChar char="•"/>
            </a:pPr>
            <a:r>
              <a:rPr kumimoji="1" lang="zh-CN" altLang="en-US" sz="2400" b="1">
                <a:ea typeface="新宋体" panose="02010609030101010101" charset="-122"/>
              </a:rPr>
              <a:t>  通常不同的子问题个数随问题的大小呈多项式增长。因此用动态规划算法只需要多项式时间，从而获得较高的解题效率。</a:t>
            </a:r>
            <a:endParaRPr kumimoji="1" lang="zh-CN" altLang="en-US" sz="2400" b="1">
              <a:ea typeface="新宋体" panose="02010609030101010101" charset="-122"/>
            </a:endParaRPr>
          </a:p>
        </p:txBody>
      </p:sp>
      <p:pic>
        <p:nvPicPr>
          <p:cNvPr id="49971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2997200"/>
            <a:ext cx="7561262" cy="29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9717"/>
                                        </p:tgtEl>
                                        <p:attrNameLst>
                                          <p:attrName>style.visibility</p:attrName>
                                        </p:attrNameLst>
                                      </p:cBhvr>
                                      <p:to>
                                        <p:strVal val="visible"/>
                                      </p:to>
                                    </p:set>
                                    <p:animEffect transition="in" filter="blinds(horizontal)">
                                      <p:cBhvr>
                                        <p:cTn id="7" dur="500"/>
                                        <p:tgtEl>
                                          <p:spTgt spid="499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fld id="{DE60C1A1-3635-4434-81B4-1F1888681EDF}" type="slidenum">
              <a:rPr lang="en-US" altLang="zh-CN"/>
            </a:fld>
            <a:endParaRPr lang="en-US" altLang="zh-CN"/>
          </a:p>
        </p:txBody>
      </p:sp>
      <p:sp>
        <p:nvSpPr>
          <p:cNvPr id="500738" name="Rectangle 2"/>
          <p:cNvSpPr>
            <a:spLocks noChangeArrowheads="1"/>
          </p:cNvSpPr>
          <p:nvPr/>
        </p:nvSpPr>
        <p:spPr bwMode="auto">
          <a:xfrm>
            <a:off x="1258888" y="188913"/>
            <a:ext cx="6408737"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zh-CN" altLang="en-US" sz="3500" b="1">
                <a:solidFill>
                  <a:schemeClr val="tx2"/>
                </a:solidFill>
                <a:effectLst>
                  <a:outerShdw blurRad="38100" dist="38100" dir="2700000" algn="tl">
                    <a:srgbClr val="C0C0C0"/>
                  </a:outerShdw>
                </a:effectLst>
                <a:ea typeface="黑体" panose="02010609060101010101" pitchFamily="49" charset="-122"/>
              </a:rPr>
              <a:t>动态规划算法的基本要素</a:t>
            </a:r>
            <a:endParaRPr lang="ja-JP" altLang="en-US" sz="3500" b="1">
              <a:solidFill>
                <a:schemeClr val="tx2"/>
              </a:solidFill>
              <a:effectLst>
                <a:outerShdw blurRad="38100" dist="38100" dir="2700000" algn="tl">
                  <a:srgbClr val="C0C0C0"/>
                </a:outerShdw>
              </a:effectLst>
              <a:ea typeface="黑体" panose="02010609060101010101" pitchFamily="49" charset="-122"/>
            </a:endParaRPr>
          </a:p>
        </p:txBody>
      </p:sp>
      <p:sp>
        <p:nvSpPr>
          <p:cNvPr id="500739" name="Text Box 3"/>
          <p:cNvSpPr txBox="1">
            <a:spLocks noChangeArrowheads="1"/>
          </p:cNvSpPr>
          <p:nvPr/>
        </p:nvSpPr>
        <p:spPr bwMode="auto">
          <a:xfrm>
            <a:off x="971550" y="908050"/>
            <a:ext cx="3168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3200">
                <a:effectLst>
                  <a:outerShdw blurRad="38100" dist="38100" dir="2700000" algn="tl">
                    <a:srgbClr val="C0C0C0"/>
                  </a:outerShdw>
                </a:effectLst>
                <a:ea typeface="黑体" panose="02010609060101010101" pitchFamily="49" charset="-122"/>
              </a:rPr>
              <a:t>3. </a:t>
            </a:r>
            <a:r>
              <a:rPr lang="zh-CN" altLang="en-US" sz="3200">
                <a:effectLst>
                  <a:outerShdw blurRad="38100" dist="38100" dir="2700000" algn="tl">
                    <a:srgbClr val="C0C0C0"/>
                  </a:outerShdw>
                </a:effectLst>
                <a:ea typeface="黑体" panose="02010609060101010101" pitchFamily="49" charset="-122"/>
              </a:rPr>
              <a:t>备忘录方法</a:t>
            </a:r>
            <a:endParaRPr lang="zh-CN" altLang="en-US" sz="3200">
              <a:effectLst>
                <a:outerShdw blurRad="38100" dist="38100" dir="2700000" algn="tl">
                  <a:srgbClr val="C0C0C0"/>
                </a:outerShdw>
              </a:effectLst>
              <a:ea typeface="黑体" panose="02010609060101010101" pitchFamily="49" charset="-122"/>
            </a:endParaRPr>
          </a:p>
        </p:txBody>
      </p:sp>
      <p:sp>
        <p:nvSpPr>
          <p:cNvPr id="500740" name="Text Box 4"/>
          <p:cNvSpPr txBox="1">
            <a:spLocks noChangeArrowheads="1"/>
          </p:cNvSpPr>
          <p:nvPr/>
        </p:nvSpPr>
        <p:spPr bwMode="auto">
          <a:xfrm>
            <a:off x="755650" y="1557338"/>
            <a:ext cx="7632700" cy="4108450"/>
          </a:xfrm>
          <a:prstGeom prst="rect">
            <a:avLst/>
          </a:prstGeom>
          <a:solidFill>
            <a:srgbClr val="FFFF99"/>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buClr>
                <a:schemeClr val="accent2"/>
              </a:buClr>
              <a:buFont typeface="Arial" panose="020B0604020202020204" pitchFamily="34" charset="0"/>
              <a:buChar char="•"/>
            </a:pPr>
            <a:r>
              <a:rPr kumimoji="1" lang="zh-CN" altLang="en-US" sz="2400" b="1">
                <a:ea typeface="新宋体" panose="02010609030101010101" charset="-122"/>
              </a:rPr>
              <a:t>  备忘录方法的控制结构与直接递归方法的控制结构相同，区别在于备忘录方法为每个解过的子问题建立了备忘录以备需要时查看，避免了相同子问题的重复求解。</a:t>
            </a:r>
            <a:endParaRPr kumimoji="1" lang="zh-CN" altLang="en-US" sz="2400" b="1">
              <a:ea typeface="新宋体" panose="02010609030101010101" charset="-122"/>
            </a:endParaRPr>
          </a:p>
          <a:p>
            <a:pPr>
              <a:buClr>
                <a:schemeClr val="accent2"/>
              </a:buClr>
              <a:buFont typeface="Arial" panose="020B0604020202020204" pitchFamily="34" charset="0"/>
              <a:buChar char="•"/>
            </a:pPr>
            <a:r>
              <a:rPr kumimoji="1" lang="zh-CN" altLang="en-US" sz="2400" b="1">
                <a:ea typeface="新宋体" panose="02010609030101010101" charset="-122"/>
              </a:rPr>
              <a:t>  一般的讲，当一个问题的所有子问题都至少要解一次时，用动态规划算法比用备忘录方法好。此时，动态规划算法没有任何多余的计算。同时，对于许多问题，常可利用其规则的表格存取方式，减少动态规划算法的时间和空间需求。</a:t>
            </a:r>
            <a:endParaRPr kumimoji="1" lang="zh-CN" altLang="en-US" sz="2400" b="1">
              <a:ea typeface="新宋体" panose="02010609030101010101" charset="-122"/>
            </a:endParaRPr>
          </a:p>
          <a:p>
            <a:pPr>
              <a:buClr>
                <a:schemeClr val="accent2"/>
              </a:buClr>
              <a:buFont typeface="Arial" panose="020B0604020202020204" pitchFamily="34" charset="0"/>
              <a:buChar char="•"/>
            </a:pPr>
            <a:r>
              <a:rPr kumimoji="1" lang="zh-CN" altLang="en-US" sz="2400" b="1">
                <a:ea typeface="新宋体" panose="02010609030101010101" charset="-122"/>
              </a:rPr>
              <a:t>当子问题空间中的部分子问题可以不必求解时，用备忘录的方法则较有利，因为从其控制结构可以看出，改方法只解那些确实需要求解的子问题。</a:t>
            </a:r>
            <a:endParaRPr kumimoji="1" lang="zh-CN" altLang="en-US" sz="2400" b="1">
              <a:ea typeface="新宋体" panose="02010609030101010101" charset="-122"/>
            </a:endParaRPr>
          </a:p>
        </p:txBody>
      </p:sp>
      <p:sp>
        <p:nvSpPr>
          <p:cNvPr id="500741" name="Rectangle 5"/>
          <p:cNvSpPr>
            <a:spLocks noChangeArrowheads="1"/>
          </p:cNvSpPr>
          <p:nvPr/>
        </p:nvSpPr>
        <p:spPr bwMode="auto">
          <a:xfrm>
            <a:off x="684213" y="2751138"/>
            <a:ext cx="7870825" cy="3387725"/>
          </a:xfrm>
          <a:prstGeom prst="rect">
            <a:avLst/>
          </a:prstGeom>
          <a:solidFill>
            <a:srgbClr val="FFCC00"/>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r>
              <a:rPr kumimoji="1" lang="en-US" altLang="zh-CN" b="1"/>
              <a:t>int LookupChain(int i</a:t>
            </a:r>
            <a:r>
              <a:rPr kumimoji="1" lang="zh-CN" altLang="en-US" b="1"/>
              <a:t>，</a:t>
            </a:r>
            <a:r>
              <a:rPr kumimoji="1" lang="en-US" altLang="zh-CN" b="1"/>
              <a:t>int j) {</a:t>
            </a:r>
            <a:endParaRPr kumimoji="1" lang="en-US" altLang="zh-CN" b="1"/>
          </a:p>
          <a:p>
            <a:r>
              <a:rPr kumimoji="1" lang="en-US" altLang="zh-CN" b="1"/>
              <a:t>       if (m[i][j] &gt; 0) return m[i][j];</a:t>
            </a:r>
            <a:endParaRPr kumimoji="1" lang="en-US" altLang="zh-CN" b="1"/>
          </a:p>
          <a:p>
            <a:r>
              <a:rPr kumimoji="1" lang="en-US" altLang="zh-CN" b="1"/>
              <a:t>       if (i == j) return 0;</a:t>
            </a:r>
            <a:endParaRPr kumimoji="1" lang="en-US" altLang="zh-CN" b="1"/>
          </a:p>
          <a:p>
            <a:r>
              <a:rPr kumimoji="1" lang="en-US" altLang="zh-CN" b="1"/>
              <a:t>       int u = LookupChain(i</a:t>
            </a:r>
            <a:r>
              <a:rPr kumimoji="1" lang="zh-CN" altLang="en-US" b="1"/>
              <a:t>，</a:t>
            </a:r>
            <a:r>
              <a:rPr kumimoji="1" lang="en-US" altLang="zh-CN" b="1"/>
              <a:t>i) + LookupChain(i+1</a:t>
            </a:r>
            <a:r>
              <a:rPr kumimoji="1" lang="zh-CN" altLang="en-US" b="1"/>
              <a:t>，</a:t>
            </a:r>
            <a:r>
              <a:rPr kumimoji="1" lang="en-US" altLang="zh-CN" b="1"/>
              <a:t>j) + p[i-1]*p[i]*p[j];</a:t>
            </a:r>
            <a:endParaRPr kumimoji="1" lang="en-US" altLang="zh-CN" b="1"/>
          </a:p>
          <a:p>
            <a:r>
              <a:rPr kumimoji="1" lang="en-US" altLang="zh-CN" b="1"/>
              <a:t>       s[i][j] = i;</a:t>
            </a:r>
            <a:endParaRPr kumimoji="1" lang="en-US" altLang="zh-CN" b="1"/>
          </a:p>
          <a:p>
            <a:r>
              <a:rPr kumimoji="1" lang="en-US" altLang="zh-CN" b="1"/>
              <a:t>       for (int k = i+1; k &lt; j; k++) {</a:t>
            </a:r>
            <a:endParaRPr kumimoji="1" lang="en-US" altLang="zh-CN" b="1"/>
          </a:p>
          <a:p>
            <a:r>
              <a:rPr kumimoji="1" lang="en-US" altLang="zh-CN" b="1"/>
              <a:t>         int t = LookupChain(i</a:t>
            </a:r>
            <a:r>
              <a:rPr kumimoji="1" lang="zh-CN" altLang="en-US" b="1"/>
              <a:t>，</a:t>
            </a:r>
            <a:r>
              <a:rPr kumimoji="1" lang="en-US" altLang="zh-CN" b="1"/>
              <a:t>k) + LookupChain(k+1</a:t>
            </a:r>
            <a:r>
              <a:rPr kumimoji="1" lang="zh-CN" altLang="en-US" b="1"/>
              <a:t>，</a:t>
            </a:r>
            <a:r>
              <a:rPr kumimoji="1" lang="en-US" altLang="zh-CN" b="1"/>
              <a:t>j) + p[i-1]*p[k]*p[j];</a:t>
            </a:r>
            <a:endParaRPr kumimoji="1" lang="en-US" altLang="zh-CN" b="1"/>
          </a:p>
          <a:p>
            <a:r>
              <a:rPr kumimoji="1" lang="en-US" altLang="zh-CN" b="1"/>
              <a:t>         if (t &lt; u) { u = t; s[i][j] = k;}</a:t>
            </a:r>
            <a:endParaRPr kumimoji="1" lang="en-US" altLang="zh-CN" b="1"/>
          </a:p>
          <a:p>
            <a:r>
              <a:rPr kumimoji="1" lang="en-US" altLang="zh-CN" b="1"/>
              <a:t>         }</a:t>
            </a:r>
            <a:endParaRPr kumimoji="1" lang="en-US" altLang="zh-CN" b="1"/>
          </a:p>
          <a:p>
            <a:r>
              <a:rPr kumimoji="1" lang="en-US" altLang="zh-CN" b="1"/>
              <a:t>       m[i][j] = u;</a:t>
            </a:r>
            <a:endParaRPr kumimoji="1" lang="en-US" altLang="zh-CN" b="1"/>
          </a:p>
          <a:p>
            <a:r>
              <a:rPr kumimoji="1" lang="en-US" altLang="zh-CN" b="1"/>
              <a:t>       return u;</a:t>
            </a:r>
            <a:endParaRPr kumimoji="1" lang="en-US" altLang="zh-CN" b="1"/>
          </a:p>
          <a:p>
            <a:r>
              <a:rPr kumimoji="1" lang="en-US" altLang="zh-CN" b="1"/>
              <a:t>}</a:t>
            </a:r>
            <a:endParaRPr kumimoji="1" lang="en-US" altLang="zh-CN"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0740">
                                            <p:txEl>
                                              <p:pRg st="0" end="0"/>
                                            </p:txEl>
                                          </p:spTgt>
                                        </p:tgtEl>
                                        <p:attrNameLst>
                                          <p:attrName>style.visibility</p:attrName>
                                        </p:attrNameLst>
                                      </p:cBhvr>
                                      <p:to>
                                        <p:strVal val="visible"/>
                                      </p:to>
                                    </p:set>
                                    <p:anim calcmode="lin" valueType="num">
                                      <p:cBhvr additive="base">
                                        <p:cTn id="7" dur="500" fill="hold"/>
                                        <p:tgtEl>
                                          <p:spTgt spid="5007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07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500741"/>
                                        </p:tgtEl>
                                        <p:attrNameLst>
                                          <p:attrName>style.visibility</p:attrName>
                                        </p:attrNameLst>
                                      </p:cBhvr>
                                      <p:to>
                                        <p:strVal val="visible"/>
                                      </p:to>
                                    </p:set>
                                    <p:animEffect transition="in" filter="box(in)">
                                      <p:cBhvr>
                                        <p:cTn id="13" dur="500"/>
                                        <p:tgtEl>
                                          <p:spTgt spid="50074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xit" presetSubtype="10" fill="hold" grpId="1" nodeType="clickEffect">
                                  <p:stCondLst>
                                    <p:cond delay="0"/>
                                  </p:stCondLst>
                                  <p:childTnLst>
                                    <p:animEffect transition="out" filter="blinds(horizontal)">
                                      <p:cBhvr>
                                        <p:cTn id="17" dur="500"/>
                                        <p:tgtEl>
                                          <p:spTgt spid="500741"/>
                                        </p:tgtEl>
                                      </p:cBhvr>
                                    </p:animEffect>
                                    <p:set>
                                      <p:cBhvr>
                                        <p:cTn id="18" dur="1" fill="hold">
                                          <p:stCondLst>
                                            <p:cond delay="499"/>
                                          </p:stCondLst>
                                        </p:cTn>
                                        <p:tgtEl>
                                          <p:spTgt spid="500741"/>
                                        </p:tgtEl>
                                        <p:attrNameLst>
                                          <p:attrName>style.visibility</p:attrName>
                                        </p:attrNameLst>
                                      </p:cBhvr>
                                      <p:to>
                                        <p:strVal val="hidden"/>
                                      </p:to>
                                    </p:set>
                                  </p:childTnLst>
                                </p:cTn>
                              </p:par>
                              <p:par>
                                <p:cTn id="19" presetID="2" presetClass="entr" presetSubtype="4" fill="hold" nodeType="withEffect">
                                  <p:stCondLst>
                                    <p:cond delay="0"/>
                                  </p:stCondLst>
                                  <p:childTnLst>
                                    <p:set>
                                      <p:cBhvr>
                                        <p:cTn id="20" dur="1" fill="hold">
                                          <p:stCondLst>
                                            <p:cond delay="0"/>
                                          </p:stCondLst>
                                        </p:cTn>
                                        <p:tgtEl>
                                          <p:spTgt spid="500740">
                                            <p:txEl>
                                              <p:pRg st="1" end="1"/>
                                            </p:txEl>
                                          </p:spTgt>
                                        </p:tgtEl>
                                        <p:attrNameLst>
                                          <p:attrName>style.visibility</p:attrName>
                                        </p:attrNameLst>
                                      </p:cBhvr>
                                      <p:to>
                                        <p:strVal val="visible"/>
                                      </p:to>
                                    </p:set>
                                    <p:anim calcmode="lin" valueType="num">
                                      <p:cBhvr additive="base">
                                        <p:cTn id="21" dur="500" fill="hold"/>
                                        <p:tgtEl>
                                          <p:spTgt spid="50074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00740">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00740">
                                            <p:txEl>
                                              <p:pRg st="2" end="2"/>
                                            </p:txEl>
                                          </p:spTgt>
                                        </p:tgtEl>
                                        <p:attrNameLst>
                                          <p:attrName>style.visibility</p:attrName>
                                        </p:attrNameLst>
                                      </p:cBhvr>
                                      <p:to>
                                        <p:strVal val="visible"/>
                                      </p:to>
                                    </p:set>
                                    <p:anim calcmode="lin" valueType="num">
                                      <p:cBhvr additive="base">
                                        <p:cTn id="25" dur="500" fill="hold"/>
                                        <p:tgtEl>
                                          <p:spTgt spid="500740">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0074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41" grpId="0" animBg="1"/>
      <p:bldP spid="500741"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51F177B2-1FF2-4512-A0CF-5F8D5EECBC96}" type="slidenum">
              <a:rPr lang="en-US" altLang="zh-CN"/>
            </a:fld>
            <a:endParaRPr lang="en-US" altLang="zh-CN"/>
          </a:p>
        </p:txBody>
      </p:sp>
      <p:sp>
        <p:nvSpPr>
          <p:cNvPr id="501762" name="Rectangle 2"/>
          <p:cNvSpPr>
            <a:spLocks noGrp="1" noChangeArrowheads="1"/>
          </p:cNvSpPr>
          <p:nvPr>
            <p:ph type="body" idx="1"/>
          </p:nvPr>
        </p:nvSpPr>
        <p:spPr/>
        <p:txBody>
          <a:bodyPr/>
          <a:lstStyle/>
          <a:p>
            <a:endParaRPr lang="zh-CN" altLang="en-US"/>
          </a:p>
        </p:txBody>
      </p:sp>
      <p:pic>
        <p:nvPicPr>
          <p:cNvPr id="50176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950" y="779463"/>
            <a:ext cx="8820150" cy="552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FE9395C7-C15E-44FA-912C-2FA5784933DB}" type="slidenum">
              <a:rPr lang="en-US" altLang="zh-CN"/>
            </a:fld>
            <a:endParaRPr lang="en-US" altLang="zh-CN"/>
          </a:p>
        </p:txBody>
      </p:sp>
      <p:pic>
        <p:nvPicPr>
          <p:cNvPr id="5027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908050"/>
            <a:ext cx="8675688" cy="504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2787" name="Rectangle 3"/>
          <p:cNvSpPr>
            <a:spLocks noChangeArrowheads="1"/>
          </p:cNvSpPr>
          <p:nvPr/>
        </p:nvSpPr>
        <p:spPr bwMode="auto">
          <a:xfrm>
            <a:off x="395288" y="3284538"/>
            <a:ext cx="8569325" cy="29527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502787"/>
                                        </p:tgtEl>
                                        <p:attrNameLst>
                                          <p:attrName>ppt_x</p:attrName>
                                        </p:attrNameLst>
                                      </p:cBhvr>
                                      <p:tavLst>
                                        <p:tav tm="0">
                                          <p:val>
                                            <p:strVal val="ppt_x"/>
                                          </p:val>
                                        </p:tav>
                                        <p:tav tm="100000">
                                          <p:val>
                                            <p:strVal val="ppt_x"/>
                                          </p:val>
                                        </p:tav>
                                      </p:tavLst>
                                    </p:anim>
                                    <p:anim calcmode="lin" valueType="num">
                                      <p:cBhvr additive="base">
                                        <p:cTn id="7" dur="500"/>
                                        <p:tgtEl>
                                          <p:spTgt spid="502787"/>
                                        </p:tgtEl>
                                        <p:attrNameLst>
                                          <p:attrName>ppt_y</p:attrName>
                                        </p:attrNameLst>
                                      </p:cBhvr>
                                      <p:tavLst>
                                        <p:tav tm="0">
                                          <p:val>
                                            <p:strVal val="ppt_y"/>
                                          </p:val>
                                        </p:tav>
                                        <p:tav tm="100000">
                                          <p:val>
                                            <p:strVal val="1+ppt_h/2"/>
                                          </p:val>
                                        </p:tav>
                                      </p:tavLst>
                                    </p:anim>
                                    <p:set>
                                      <p:cBhvr>
                                        <p:cTn id="8" dur="1" fill="hold">
                                          <p:stCondLst>
                                            <p:cond delay="499"/>
                                          </p:stCondLst>
                                        </p:cTn>
                                        <p:tgtEl>
                                          <p:spTgt spid="50278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F5514550-7F3F-4E04-9363-7F042B5BB7B7}" type="slidenum">
              <a:rPr lang="en-US" altLang="zh-CN"/>
            </a:fld>
            <a:endParaRPr lang="en-US" altLang="zh-CN"/>
          </a:p>
        </p:txBody>
      </p:sp>
      <p:pic>
        <p:nvPicPr>
          <p:cNvPr id="5038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36588"/>
            <a:ext cx="9144000" cy="487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468313" y="2205038"/>
            <a:ext cx="7543800" cy="1295400"/>
          </a:xfrm>
        </p:spPr>
        <p:txBody>
          <a:bodyPr/>
          <a:lstStyle/>
          <a:p>
            <a:pPr eaLnBrk="1" hangingPunct="1">
              <a:defRPr/>
            </a:pPr>
            <a:r>
              <a:rPr lang="zh-CN" altLang="en-US" sz="5900" smtClean="0">
                <a:effectLst>
                  <a:outerShdw blurRad="38100" dist="38100" dir="2700000" algn="tl">
                    <a:srgbClr val="C0C0C0"/>
                  </a:outerShdw>
                </a:effectLst>
                <a:ea typeface="黑体" panose="02010609060101010101" pitchFamily="49" charset="-122"/>
              </a:rPr>
              <a:t>多段图规划</a:t>
            </a:r>
            <a:endParaRPr lang="zh-CN" altLang="en-US" sz="5900" smtClean="0">
              <a:effectLst>
                <a:outerShdw blurRad="38100" dist="38100" dir="2700000" algn="tl">
                  <a:srgbClr val="C0C0C0"/>
                </a:outerShdw>
              </a:effectLst>
              <a:ea typeface="黑体" panose="02010609060101010101" pitchFamily="49"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57200" y="44450"/>
            <a:ext cx="7543800" cy="758825"/>
          </a:xfrm>
        </p:spPr>
        <p:txBody>
          <a:bodyPr/>
          <a:lstStyle/>
          <a:p>
            <a:pPr eaLnBrk="1" hangingPunct="1">
              <a:defRPr/>
            </a:pPr>
            <a:r>
              <a:rPr lang="zh-CN" altLang="en-US" smtClean="0">
                <a:effectLst>
                  <a:outerShdw blurRad="38100" dist="38100" dir="2700000" algn="tl">
                    <a:srgbClr val="C0C0C0"/>
                  </a:outerShdw>
                </a:effectLst>
                <a:ea typeface="黑体" panose="02010609060101010101" pitchFamily="49" charset="-122"/>
              </a:rPr>
              <a:t>多段图规划</a:t>
            </a:r>
            <a:endParaRPr lang="zh-CN" altLang="en-US" smtClean="0">
              <a:effectLst>
                <a:outerShdw blurRad="38100" dist="38100" dir="2700000" algn="tl">
                  <a:srgbClr val="C0C0C0"/>
                </a:outerShdw>
              </a:effectLst>
              <a:ea typeface="黑体" panose="02010609060101010101" pitchFamily="49" charset="-122"/>
            </a:endParaRPr>
          </a:p>
        </p:txBody>
      </p:sp>
      <p:pic>
        <p:nvPicPr>
          <p:cNvPr id="1126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765175"/>
            <a:ext cx="8569325" cy="607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457200" y="122238"/>
            <a:ext cx="7543800" cy="858837"/>
          </a:xfrm>
        </p:spPr>
        <p:txBody>
          <a:bodyPr/>
          <a:lstStyle/>
          <a:p>
            <a:pPr eaLnBrk="1" hangingPunct="1">
              <a:defRPr/>
            </a:pPr>
            <a:r>
              <a:rPr lang="zh-CN" altLang="en-US" smtClean="0">
                <a:effectLst>
                  <a:outerShdw blurRad="38100" dist="38100" dir="2700000" algn="tl">
                    <a:srgbClr val="C0C0C0"/>
                  </a:outerShdw>
                </a:effectLst>
                <a:ea typeface="黑体" panose="02010609060101010101" pitchFamily="49" charset="-122"/>
              </a:rPr>
              <a:t>多段图规划</a:t>
            </a:r>
            <a:endParaRPr lang="zh-CN" altLang="en-US" smtClean="0">
              <a:effectLst>
                <a:outerShdw blurRad="38100" dist="38100" dir="2700000" algn="tl">
                  <a:srgbClr val="C0C0C0"/>
                </a:outerShdw>
              </a:effectLst>
              <a:ea typeface="黑体" panose="02010609060101010101" pitchFamily="49" charset="-122"/>
            </a:endParaRPr>
          </a:p>
        </p:txBody>
      </p:sp>
      <p:pic>
        <p:nvPicPr>
          <p:cNvPr id="1229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388" y="1144588"/>
            <a:ext cx="8964612" cy="480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457200" y="-26988"/>
            <a:ext cx="7543800" cy="858838"/>
          </a:xfrm>
        </p:spPr>
        <p:txBody>
          <a:bodyPr/>
          <a:lstStyle/>
          <a:p>
            <a:pPr eaLnBrk="1" hangingPunct="1">
              <a:defRPr/>
            </a:pPr>
            <a:r>
              <a:rPr lang="zh-CN" altLang="en-US" smtClean="0">
                <a:effectLst>
                  <a:outerShdw blurRad="38100" dist="38100" dir="2700000" algn="tl">
                    <a:srgbClr val="C0C0C0"/>
                  </a:outerShdw>
                </a:effectLst>
                <a:ea typeface="黑体" panose="02010609060101010101" pitchFamily="49" charset="-122"/>
              </a:rPr>
              <a:t>多段图规划</a:t>
            </a:r>
            <a:endParaRPr lang="zh-CN" altLang="en-US" smtClean="0">
              <a:effectLst>
                <a:outerShdw blurRad="38100" dist="38100" dir="2700000" algn="tl">
                  <a:srgbClr val="C0C0C0"/>
                </a:outerShdw>
              </a:effectLst>
              <a:ea typeface="黑体" panose="02010609060101010101" pitchFamily="49" charset="-122"/>
            </a:endParaRPr>
          </a:p>
        </p:txBody>
      </p:sp>
      <p:pic>
        <p:nvPicPr>
          <p:cNvPr id="1331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890588"/>
            <a:ext cx="9144000" cy="596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388" y="779463"/>
            <a:ext cx="8820150" cy="607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Rectangle 3"/>
          <p:cNvSpPr>
            <a:spLocks noGrp="1" noChangeArrowheads="1"/>
          </p:cNvSpPr>
          <p:nvPr>
            <p:ph type="title"/>
          </p:nvPr>
        </p:nvSpPr>
        <p:spPr>
          <a:xfrm>
            <a:off x="457200" y="188913"/>
            <a:ext cx="7543800" cy="569912"/>
          </a:xfrm>
        </p:spPr>
        <p:txBody>
          <a:bodyPr/>
          <a:lstStyle/>
          <a:p>
            <a:pPr eaLnBrk="1" hangingPunct="1">
              <a:defRPr/>
            </a:pPr>
            <a:r>
              <a:rPr lang="zh-CN" altLang="en-US" smtClean="0">
                <a:effectLst>
                  <a:outerShdw blurRad="38100" dist="38100" dir="2700000" algn="tl">
                    <a:srgbClr val="C0C0C0"/>
                  </a:outerShdw>
                </a:effectLst>
                <a:ea typeface="黑体" panose="02010609060101010101" pitchFamily="49" charset="-122"/>
              </a:rPr>
              <a:t>多段图规划</a:t>
            </a:r>
            <a:endParaRPr lang="zh-CN" altLang="en-US" smtClean="0">
              <a:effectLst>
                <a:outerShdw blurRad="38100" dist="38100" dir="2700000" algn="tl">
                  <a:srgbClr val="C0C0C0"/>
                </a:outerShdw>
              </a:effectLst>
              <a:ea typeface="黑体" panose="02010609060101010101" pitchFamily="49"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zh-CN" altLang="en-US" smtClean="0"/>
              <a:t>本周任务</a:t>
            </a:r>
            <a:endParaRPr lang="zh-CN" altLang="en-US" smtClean="0"/>
          </a:p>
        </p:txBody>
      </p:sp>
      <p:sp>
        <p:nvSpPr>
          <p:cNvPr id="63491" name="Rectangle 3"/>
          <p:cNvSpPr>
            <a:spLocks noGrp="1" noChangeArrowheads="1"/>
          </p:cNvSpPr>
          <p:nvPr>
            <p:ph type="body" idx="1"/>
          </p:nvPr>
        </p:nvSpPr>
        <p:spPr/>
        <p:txBody>
          <a:bodyPr/>
          <a:lstStyle/>
          <a:p>
            <a:pPr eaLnBrk="1" hangingPunct="1"/>
            <a:r>
              <a:rPr lang="en-US" altLang="zh-CN" smtClean="0"/>
              <a:t>3-4</a:t>
            </a:r>
            <a:endParaRPr lang="en-US" altLang="zh-CN" smtClean="0"/>
          </a:p>
          <a:p>
            <a:pPr eaLnBrk="1" hangingPunct="1"/>
            <a:r>
              <a:rPr lang="en-US" altLang="zh-CN" smtClean="0"/>
              <a:t>3-8</a:t>
            </a:r>
            <a:endParaRPr lang="en-US" altLang="zh-CN" smtClean="0"/>
          </a:p>
          <a:p>
            <a:pPr eaLnBrk="1" hangingPunct="1"/>
            <a:r>
              <a:rPr lang="zh-CN" altLang="en-US" smtClean="0"/>
              <a:t>设计一个分治算法，判定两个二叉树</a:t>
            </a:r>
            <a:r>
              <a:rPr lang="en-US" altLang="zh-CN" smtClean="0"/>
              <a:t>T1</a:t>
            </a:r>
            <a:r>
              <a:rPr lang="zh-CN" altLang="en-US" smtClean="0"/>
              <a:t>和</a:t>
            </a:r>
            <a:r>
              <a:rPr lang="en-US" altLang="zh-CN" smtClean="0"/>
              <a:t>T2</a:t>
            </a:r>
            <a:r>
              <a:rPr lang="zh-CN" altLang="en-US" smtClean="0"/>
              <a:t>是否相同。</a:t>
            </a:r>
            <a:endParaRPr lang="zh-CN" altLang="en-US" smtClean="0"/>
          </a:p>
          <a:p>
            <a:pPr eaLnBrk="1" hangingPunct="1"/>
            <a:r>
              <a:rPr lang="zh-CN" altLang="en-US" smtClean="0"/>
              <a:t>附加题</a:t>
            </a:r>
            <a:endParaRPr lang="zh-CN" altLang="en-US" smtClean="0"/>
          </a:p>
          <a:p>
            <a:pPr eaLnBrk="1" hangingPunct="1"/>
            <a:r>
              <a:rPr lang="en-US" altLang="zh-CN" smtClean="0"/>
              <a:t>3-10</a:t>
            </a:r>
            <a:endParaRPr lang="en-US" altLang="zh-CN" smtClean="0"/>
          </a:p>
          <a:p>
            <a:pPr eaLnBrk="1" hangingPunct="1"/>
            <a:r>
              <a:rPr lang="en-US" altLang="zh-CN" smtClean="0"/>
              <a:t>3-17</a:t>
            </a:r>
            <a:endParaRPr lang="en-US" altLang="zh-CN"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6350" cap="flat" cmpd="sng" algn="ctr">
          <a:solidFill>
            <a:schemeClr val="tx1"/>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6350" cap="flat" cmpd="sng" algn="ctr">
          <a:solidFill>
            <a:schemeClr val="tx1"/>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7931</Words>
  <Application>WPS 演示</Application>
  <PresentationFormat>全屏显示(4:3)</PresentationFormat>
  <Paragraphs>2350</Paragraphs>
  <Slides>61</Slides>
  <Notes>1</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2</vt:i4>
      </vt:variant>
      <vt:variant>
        <vt:lpstr>幻灯片标题</vt:lpstr>
      </vt:variant>
      <vt:variant>
        <vt:i4>61</vt:i4>
      </vt:variant>
    </vt:vector>
  </HeadingPairs>
  <TitlesOfParts>
    <vt:vector size="87" baseType="lpstr">
      <vt:lpstr>Arial</vt:lpstr>
      <vt:lpstr>宋体</vt:lpstr>
      <vt:lpstr>Wingdings</vt:lpstr>
      <vt:lpstr>Times New Roman</vt:lpstr>
      <vt:lpstr>Comic Sans MS</vt:lpstr>
      <vt:lpstr>Symbol</vt:lpstr>
      <vt:lpstr>PMingLiU</vt:lpstr>
      <vt:lpstr>Adobe 明體 Std L</vt:lpstr>
      <vt:lpstr>Courier New</vt:lpstr>
      <vt:lpstr>微软雅黑</vt:lpstr>
      <vt:lpstr>Arial Unicode MS</vt:lpstr>
      <vt:lpstr>黑体</vt:lpstr>
      <vt:lpstr>Times</vt:lpstr>
      <vt:lpstr>楷体_GB2312</vt:lpstr>
      <vt:lpstr>新宋体</vt:lpstr>
      <vt:lpstr>Arial Rounded MT Bold</vt:lpstr>
      <vt:lpstr>Verdana</vt:lpstr>
      <vt:lpstr>MS PGothic</vt:lpstr>
      <vt:lpstr>PMingLiU</vt:lpstr>
      <vt:lpstr>Symbol</vt:lpstr>
      <vt:lpstr>Wingdings</vt:lpstr>
      <vt:lpstr>楷体_GB2312</vt:lpstr>
      <vt:lpstr>SWAstro</vt:lpstr>
      <vt:lpstr>Network</vt:lpstr>
      <vt:lpstr>Equation.3</vt:lpstr>
      <vt:lpstr>Equation.3</vt:lpstr>
      <vt:lpstr>第3章  动态规划</vt:lpstr>
      <vt:lpstr>PowerPoint 演示文稿</vt:lpstr>
      <vt:lpstr>PowerPoint 演示文稿</vt:lpstr>
      <vt:lpstr>自然界中的斐波那契</vt:lpstr>
      <vt:lpstr>PowerPoint 演示文稿</vt:lpstr>
      <vt:lpstr>The execution of F(7)</vt:lpstr>
      <vt:lpstr>The execution of F(7)</vt:lpstr>
      <vt:lpstr>The execution of F(7)</vt:lpstr>
      <vt:lpstr>Idea for improvement</vt:lpstr>
      <vt:lpstr>The execution of F(7)</vt:lpstr>
      <vt:lpstr>PowerPoint 演示文稿</vt:lpstr>
      <vt:lpstr>The execution of F(7)</vt:lpstr>
      <vt:lpstr>The execution of F(7)</vt:lpstr>
      <vt:lpstr>The execution of F(7)</vt:lpstr>
      <vt:lpstr>The execution of F(7)</vt:lpstr>
      <vt:lpstr>The execution of F(7)</vt:lpstr>
      <vt:lpstr>The execution of F(7)</vt:lpstr>
      <vt:lpstr>The execution of F(7)</vt:lpstr>
      <vt:lpstr>The execution of F(7)</vt:lpstr>
      <vt:lpstr>The execution of F(7)</vt:lpstr>
      <vt:lpstr>The execution of F(7)</vt:lpstr>
      <vt:lpstr>The execution of F(7)</vt:lpstr>
      <vt:lpstr>Can we do even better?</vt:lpstr>
      <vt:lpstr>Can we do even better?</vt:lpstr>
      <vt:lpstr>分治递归 vs 动态规划</vt:lpstr>
      <vt:lpstr>Summary of the methodology</vt:lpstr>
      <vt:lpstr>PowerPoint 演示文稿</vt:lpstr>
      <vt:lpstr>PowerPoint 演示文稿</vt:lpstr>
      <vt:lpstr>PowerPoint 演示文稿</vt:lpstr>
      <vt:lpstr>PowerPoint 演示文稿</vt:lpstr>
      <vt:lpstr>PowerPoint 演示文稿</vt:lpstr>
      <vt:lpstr>回顾分治法</vt:lpstr>
      <vt:lpstr>动态规划基本步骤</vt:lpstr>
      <vt:lpstr>动态规划基本步骤</vt:lpstr>
      <vt:lpstr>PowerPoint 演示文稿</vt:lpstr>
      <vt:lpstr>矩阵连乘问题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多段图规划</vt:lpstr>
      <vt:lpstr>多段图规划</vt:lpstr>
      <vt:lpstr>多段图规划</vt:lpstr>
      <vt:lpstr>多段图规划</vt:lpstr>
      <vt:lpstr>多段图规划</vt:lpstr>
      <vt:lpstr>本周任务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动态规划</dc:title>
  <dc:creator>wang</dc:creator>
  <cp:lastModifiedBy>Administrator</cp:lastModifiedBy>
  <cp:revision>166</cp:revision>
  <cp:lastPrinted>2113-01-01T00:00:00Z</cp:lastPrinted>
  <dcterms:created xsi:type="dcterms:W3CDTF">2003-05-27T06:14:00Z</dcterms:created>
  <dcterms:modified xsi:type="dcterms:W3CDTF">2019-10-23T14:11:25Z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