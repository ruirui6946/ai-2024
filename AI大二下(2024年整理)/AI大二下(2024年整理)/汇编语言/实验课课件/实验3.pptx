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76" r:id="rId3"/>
    <p:sldId id="300" r:id="rId4"/>
    <p:sldId id="325" r:id="rId5"/>
    <p:sldId id="326" r:id="rId6"/>
    <p:sldId id="328" r:id="rId7"/>
    <p:sldId id="327" r:id="rId8"/>
    <p:sldId id="329" r:id="rId9"/>
    <p:sldId id="295" r:id="rId10"/>
    <p:sldId id="331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111" d="100"/>
          <a:sy n="111" d="100"/>
        </p:scale>
        <p:origin x="76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6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实验三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4721354" cy="136191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400" dirty="0" smtClean="0"/>
              <a:t>汇编语言</a:t>
            </a:r>
            <a:r>
              <a:rPr lang="zh-CN" altLang="en-US" sz="2400" dirty="0"/>
              <a:t>的编写、</a:t>
            </a:r>
            <a:r>
              <a:rPr lang="zh-CN" altLang="en-US" sz="2400" dirty="0" smtClean="0"/>
              <a:t>调试与运行</a:t>
            </a:r>
            <a:endParaRPr lang="zh-CN" altLang="zh-CN" sz="2400" dirty="0"/>
          </a:p>
          <a:p>
            <a:pPr algn="dist">
              <a:defRPr/>
            </a:pPr>
            <a:endParaRPr lang="en-US" altLang="zh-CN" sz="2400" dirty="0"/>
          </a:p>
          <a:p>
            <a:pPr algn="ctr">
              <a:defRPr/>
            </a:pPr>
            <a:r>
              <a:rPr lang="zh-CN" altLang="en-US" dirty="0">
                <a:sym typeface="+mn-lt"/>
              </a:rPr>
              <a:t>林颖</a:t>
            </a:r>
            <a:endParaRPr lang="en-US" altLang="zh-CN" dirty="0">
              <a:sym typeface="+mn-lt"/>
            </a:endParaRPr>
          </a:p>
          <a:p>
            <a:pPr algn="ctr">
              <a:defRPr/>
            </a:pPr>
            <a:r>
              <a:rPr lang="en-US" altLang="zh-CN" dirty="0">
                <a:sym typeface="+mn-lt"/>
              </a:rPr>
              <a:t>linying@xmu.edu.cn</a:t>
            </a:r>
            <a:endParaRPr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3177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实验目的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9031054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熟悉汇编程序的组成结构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lvl="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掌握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汇编语言的编写、调试、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运行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的整个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过程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38200" y="1595438"/>
            <a:ext cx="10248900" cy="4351338"/>
          </a:xfrm>
        </p:spPr>
        <p:txBody>
          <a:bodyPr/>
          <a:lstStyle/>
          <a:p>
            <a:r>
              <a:rPr lang="zh-CN" altLang="en-US" dirty="0" smtClean="0"/>
              <a:t>编写汇编程序的常用流程 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en-US" altLang="zh-CN" dirty="0"/>
              <a:t>.</a:t>
            </a:r>
            <a:r>
              <a:rPr lang="en-US" altLang="zh-CN" dirty="0" smtClean="0"/>
              <a:t> </a:t>
            </a:r>
            <a:r>
              <a:rPr lang="zh-CN" altLang="zh-CN" dirty="0" smtClean="0"/>
              <a:t>利用</a:t>
            </a:r>
            <a:r>
              <a:rPr lang="zh-CN" altLang="zh-CN" dirty="0"/>
              <a:t>文本编辑器（</a:t>
            </a:r>
            <a:r>
              <a:rPr lang="en-US" altLang="zh-CN" dirty="0"/>
              <a:t>sublime Text,</a:t>
            </a:r>
            <a:r>
              <a:rPr lang="zh-CN" altLang="zh-CN" dirty="0"/>
              <a:t>　</a:t>
            </a:r>
            <a:r>
              <a:rPr lang="en-US" altLang="zh-CN" dirty="0"/>
              <a:t>notepad++, </a:t>
            </a:r>
            <a:r>
              <a:rPr lang="en-US" altLang="zh-CN" dirty="0" err="1"/>
              <a:t>UtraEdit</a:t>
            </a:r>
            <a:r>
              <a:rPr lang="en-US" altLang="zh-CN" dirty="0"/>
              <a:t>, </a:t>
            </a:r>
            <a:r>
              <a:rPr lang="en-US" altLang="zh-CN" dirty="0" err="1" smtClean="0"/>
              <a:t>vscode</a:t>
            </a:r>
            <a:r>
              <a:rPr lang="en-US" altLang="zh-CN" dirty="0" smtClean="0"/>
              <a:t>…</a:t>
            </a:r>
            <a:r>
              <a:rPr lang="zh-CN" altLang="zh-CN" dirty="0" smtClean="0"/>
              <a:t>）</a:t>
            </a:r>
            <a:r>
              <a:rPr lang="zh-CN" altLang="zh-CN" dirty="0"/>
              <a:t>编写汇编程序，并将其保存为</a:t>
            </a:r>
            <a:r>
              <a:rPr lang="en-US" altLang="zh-CN" dirty="0"/>
              <a:t>.</a:t>
            </a:r>
            <a:r>
              <a:rPr lang="en-US" altLang="zh-CN" dirty="0" err="1"/>
              <a:t>asm</a:t>
            </a:r>
            <a:r>
              <a:rPr lang="en-US" altLang="zh-CN" dirty="0"/>
              <a:t> </a:t>
            </a:r>
            <a:r>
              <a:rPr lang="zh-CN" altLang="zh-CN" dirty="0"/>
              <a:t>文件（方便起见，将文件保存到</a:t>
            </a:r>
            <a:r>
              <a:rPr lang="en-US" altLang="zh-CN" dirty="0" err="1"/>
              <a:t>masm</a:t>
            </a:r>
            <a:r>
              <a:rPr lang="zh-CN" altLang="zh-CN" dirty="0"/>
              <a:t>目录下</a:t>
            </a:r>
            <a:r>
              <a:rPr lang="zh-CN" altLang="zh-CN" dirty="0" smtClean="0"/>
              <a:t>）</a:t>
            </a:r>
            <a:endParaRPr lang="en-US" altLang="zh-CN" dirty="0" smtClean="0"/>
          </a:p>
        </p:txBody>
      </p:sp>
      <p:sp>
        <p:nvSpPr>
          <p:cNvPr id="11" name="矩形 10"/>
          <p:cNvSpPr/>
          <p:nvPr/>
        </p:nvSpPr>
        <p:spPr>
          <a:xfrm>
            <a:off x="1085849" y="3309441"/>
            <a:ext cx="74723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240" algn="just">
              <a:spcAft>
                <a:spcPts val="0"/>
              </a:spcAft>
            </a:pPr>
            <a:r>
              <a:rPr lang="zh-CN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一个汇编程序是由多个段组成的，这些段被用来存放代码、数据或当作栈空间来使用。一个有意义的汇编程序中至少要有一个段，这个段用来存放代码。</a:t>
            </a:r>
          </a:p>
        </p:txBody>
      </p:sp>
    </p:spTree>
    <p:extLst>
      <p:ext uri="{BB962C8B-B14F-4D97-AF65-F5344CB8AC3E}">
        <p14:creationId xmlns:p14="http://schemas.microsoft.com/office/powerpoint/2010/main" val="124289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38200" y="1341123"/>
            <a:ext cx="10248900" cy="4351338"/>
          </a:xfrm>
        </p:spPr>
        <p:txBody>
          <a:bodyPr/>
          <a:lstStyle/>
          <a:p>
            <a:r>
              <a:rPr lang="en-US" altLang="zh-CN" dirty="0" smtClean="0"/>
              <a:t>ex1.asm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75565" y="2620166"/>
            <a:ext cx="1400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定义了一个名叫</a:t>
            </a:r>
            <a:r>
              <a:rPr lang="en-US" altLang="zh-CN" dirty="0" smtClean="0"/>
              <a:t>code </a:t>
            </a:r>
            <a:r>
              <a:rPr lang="zh-CN" altLang="en-US" dirty="0" smtClean="0"/>
              <a:t>的段，并指定其为代码段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5542440" y="1409526"/>
            <a:ext cx="6096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segment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ends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是一对成对使用的</a:t>
            </a:r>
            <a:r>
              <a:rPr lang="zh-CN" altLang="zh-CN" sz="20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伪指令</a:t>
            </a:r>
            <a:endParaRPr lang="en-US" altLang="zh-CN" sz="20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sz="20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一个段，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segment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说明一个段开始，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ends 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说明一个段</a:t>
            </a:r>
            <a:r>
              <a:rPr lang="zh-CN" altLang="zh-CN" sz="20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结束</a:t>
            </a:r>
            <a:endParaRPr lang="en-US" altLang="zh-CN" sz="20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57" y="1965634"/>
            <a:ext cx="3008216" cy="4892366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2877376" y="3171825"/>
            <a:ext cx="969040" cy="231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465972" y="2974109"/>
            <a:ext cx="62489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240"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assume</a:t>
            </a:r>
            <a:r>
              <a:rPr lang="zh-CN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含义为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。它假设某一段寄存器和程序中的某一个用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segment … ends 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定义的段相关联。通过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assume</a:t>
            </a:r>
            <a:r>
              <a:rPr lang="zh-CN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说明这种关联，在需要的情况下 ，编译程序可以将段寄存器和某一个具体的段相联系</a:t>
            </a:r>
            <a:r>
              <a:rPr lang="zh-CN" altLang="zh-CN" sz="20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9240" algn="just">
              <a:spcAft>
                <a:spcPts val="0"/>
              </a:spcAft>
            </a:pP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9240" algn="just">
              <a:spcAft>
                <a:spcPts val="0"/>
              </a:spcAft>
            </a:pPr>
            <a:endParaRPr lang="en-US" altLang="zh-CN" sz="20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9240" algn="just">
              <a:spcAft>
                <a:spcPts val="0"/>
              </a:spcAft>
            </a:pP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42440" y="4535514"/>
            <a:ext cx="6096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    end</a:t>
            </a:r>
            <a:r>
              <a:rPr lang="en-US" altLang="zh-CN" dirty="0" smtClean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是一个汇编程序的结束标记，编译器在编译汇编程序的过程中，如果碰到了伪指令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 end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，就结束对源程序的编译。如果程序写完了，要在结尾处加上伪指令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end </a:t>
            </a:r>
            <a:r>
              <a:rPr lang="zh-CN" altLang="zh-CN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kern="100" dirty="0" smtClean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end </a:t>
            </a:r>
            <a:r>
              <a:rPr lang="zh-CN" altLang="en-US" dirty="0">
                <a:ea typeface="等线" panose="02010600030101010101" pitchFamily="2" charset="-122"/>
                <a:cs typeface="Times New Roman" panose="02020603050405020304" pitchFamily="18" charset="0"/>
              </a:rPr>
              <a:t>伪指令后面可以有一个“标号”性质的参数，用于指定程序开始执行入口。汇编程序将据此设置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ea typeface="等线" panose="02010600030101010101" pitchFamily="2" charset="-122"/>
                <a:cs typeface="Times New Roman" panose="02020603050405020304" pitchFamily="18" charset="0"/>
              </a:rPr>
              <a:t>值。</a:t>
            </a:r>
          </a:p>
        </p:txBody>
      </p:sp>
      <p:sp>
        <p:nvSpPr>
          <p:cNvPr id="14" name="矩形 13"/>
          <p:cNvSpPr/>
          <p:nvPr/>
        </p:nvSpPr>
        <p:spPr>
          <a:xfrm>
            <a:off x="5400120" y="321363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Helvetica Neue"/>
              </a:rPr>
              <a:t>伪指令</a:t>
            </a:r>
            <a:r>
              <a:rPr lang="zh-CN" altLang="en-US" dirty="0" smtClean="0">
                <a:solidFill>
                  <a:srgbClr val="333333"/>
                </a:solidFill>
                <a:latin typeface="Helvetica Neue"/>
              </a:rPr>
              <a:t>是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用于对汇编过程进行控制的指令，该类指令并不是可执行指令，没有机器代码，只用于汇编过程中为汇编程序提供汇编信息</a:t>
            </a:r>
            <a:r>
              <a:rPr lang="zh-CN" altLang="en-US" dirty="0" smtClean="0">
                <a:solidFill>
                  <a:srgbClr val="333333"/>
                </a:solidFill>
                <a:latin typeface="Helvetica Neue"/>
              </a:rPr>
              <a:t>。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（</a:t>
            </a:r>
            <a:r>
              <a:rPr lang="en-US" altLang="zh-CN" dirty="0" smtClean="0">
                <a:solidFill>
                  <a:srgbClr val="0070C0"/>
                </a:solidFill>
                <a:latin typeface="Helvetica Neue"/>
              </a:rPr>
              <a:t>segment  assume   ends  end</a:t>
            </a:r>
            <a:r>
              <a:rPr lang="zh-CN" altLang="en-US" dirty="0" smtClean="0">
                <a:solidFill>
                  <a:srgbClr val="333333"/>
                </a:solidFill>
                <a:latin typeface="Helvetica Neue"/>
              </a:rPr>
              <a:t>）</a:t>
            </a:r>
            <a:endParaRPr lang="zh-CN" altLang="en-US" dirty="0"/>
          </a:p>
        </p:txBody>
      </p:sp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3458845" y="2752090"/>
            <a:ext cx="5274310" cy="13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261101" y="2070604"/>
            <a:ext cx="5274310" cy="1353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15" y="1197883"/>
            <a:ext cx="3008216" cy="489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38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38200" y="1595438"/>
            <a:ext cx="10248900" cy="4351338"/>
          </a:xfrm>
        </p:spPr>
        <p:txBody>
          <a:bodyPr/>
          <a:lstStyle/>
          <a:p>
            <a:r>
              <a:rPr lang="zh-CN" altLang="en-US" dirty="0" smtClean="0"/>
              <a:t>编写汇编程序的常用流程 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编写源码 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asm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编译，产生目标文件</a:t>
            </a:r>
            <a:endParaRPr lang="en-US" altLang="zh-CN" dirty="0" smtClean="0"/>
          </a:p>
        </p:txBody>
      </p:sp>
      <p:sp>
        <p:nvSpPr>
          <p:cNvPr id="3" name="矩形 2"/>
          <p:cNvSpPr/>
          <p:nvPr/>
        </p:nvSpPr>
        <p:spPr>
          <a:xfrm>
            <a:off x="1607389" y="31724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en-US" altLang="zh-CN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dosbox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并</a:t>
            </a:r>
            <a:r>
              <a:rPr lang="zh-CN" altLang="zh-CN" b="1" kern="100" dirty="0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启动</a:t>
            </a:r>
            <a:r>
              <a:rPr lang="en-US" altLang="zh-CN" b="1" kern="100" dirty="0" err="1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DOSBox</a:t>
            </a:r>
            <a:r>
              <a:rPr lang="zh-CN" altLang="zh-CN" b="1" kern="100" dirty="0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并正确</a:t>
            </a:r>
            <a:r>
              <a:rPr lang="en-US" altLang="zh-CN" b="1" kern="100" dirty="0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mount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r>
              <a:rPr lang="en-US" altLang="zh-CN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编译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84891" y="3807334"/>
            <a:ext cx="760198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en-US" altLang="zh-CN" sz="24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masm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filename.asm   </a:t>
            </a:r>
            <a:r>
              <a:rPr lang="zh-CN" altLang="en-US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编译当前目录下的汇编程序</a:t>
            </a:r>
            <a:endParaRPr lang="en-US" altLang="zh-CN" sz="24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r>
              <a:rPr lang="en-US" altLang="zh-CN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1200150" y="4453665"/>
            <a:ext cx="6000749" cy="220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6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38200" y="1595438"/>
            <a:ext cx="10248900" cy="4351338"/>
          </a:xfrm>
        </p:spPr>
        <p:txBody>
          <a:bodyPr/>
          <a:lstStyle/>
          <a:p>
            <a:r>
              <a:rPr lang="zh-CN" altLang="en-US" dirty="0" smtClean="0"/>
              <a:t>编写汇编程序的常用流程 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编写源码 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asm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编译，产生目标文件</a:t>
            </a:r>
            <a:endParaRPr lang="en-US" altLang="zh-CN" dirty="0" smtClean="0"/>
          </a:p>
        </p:txBody>
      </p:sp>
      <p:sp>
        <p:nvSpPr>
          <p:cNvPr id="3" name="矩形 2"/>
          <p:cNvSpPr/>
          <p:nvPr/>
        </p:nvSpPr>
        <p:spPr>
          <a:xfrm>
            <a:off x="1607389" y="317240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en-US" altLang="zh-CN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dosbox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并</a:t>
            </a:r>
            <a:r>
              <a:rPr lang="zh-CN" altLang="zh-CN" sz="2400" b="1" kern="100" dirty="0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启动</a:t>
            </a:r>
            <a:r>
              <a:rPr lang="en-US" altLang="zh-CN" sz="2400" b="1" kern="100" dirty="0" err="1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DOSBox</a:t>
            </a:r>
            <a:r>
              <a:rPr lang="zh-CN" altLang="zh-CN" sz="2400" b="1" kern="100" dirty="0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并正确</a:t>
            </a:r>
            <a:r>
              <a:rPr lang="en-US" altLang="zh-CN" sz="2400" b="1" kern="100" dirty="0">
                <a:solidFill>
                  <a:srgbClr val="333333"/>
                </a:solidFill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mount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r>
              <a:rPr lang="en-US" altLang="zh-CN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编译</a:t>
            </a:r>
            <a:r>
              <a:rPr lang="zh-CN" altLang="en-US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，产生目标文件</a:t>
            </a:r>
            <a:endParaRPr lang="en-US" altLang="zh-CN" sz="24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r>
              <a:rPr lang="en-US" altLang="zh-CN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en-US" sz="2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链接，产生可执行文件</a:t>
            </a:r>
            <a:endParaRPr lang="en-US" altLang="zh-CN" sz="24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endParaRPr lang="en-US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endParaRPr lang="en-US" altLang="zh-CN" sz="24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执行，查看结果</a:t>
            </a:r>
            <a:endParaRPr lang="en-US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5)  debug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对生成的可执行文件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进行调试</a:t>
            </a:r>
          </a:p>
          <a:p>
            <a:pPr lvl="0" algn="just">
              <a:spcAft>
                <a:spcPts val="0"/>
              </a:spcAft>
            </a:pP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3502" y="4387770"/>
            <a:ext cx="31486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266700" algn="just">
              <a:spcAft>
                <a:spcPts val="0"/>
              </a:spcAft>
            </a:pP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link 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filename.obj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7186583" y="4143429"/>
            <a:ext cx="5026864" cy="228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4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34" y="306767"/>
            <a:ext cx="5422091" cy="5299656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6000750" y="1104899"/>
            <a:ext cx="5686425" cy="298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5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93505" y="1643063"/>
            <a:ext cx="102695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 smtClean="0"/>
              <a:t>阅读第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页</a:t>
            </a:r>
            <a:r>
              <a:rPr lang="en-US" altLang="zh-CN" sz="2800" dirty="0" err="1" smtClean="0"/>
              <a:t>ppt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第一个汇编程序 </a:t>
            </a:r>
            <a:r>
              <a:rPr lang="en-US" altLang="zh-CN" sz="2800" dirty="0" smtClean="0"/>
              <a:t>ex1.asm </a:t>
            </a:r>
            <a:r>
              <a:rPr lang="zh-CN" altLang="en-US" sz="2800" dirty="0" smtClean="0"/>
              <a:t>并编写编译执行成功后，要求改写，使其输出字符</a:t>
            </a:r>
            <a:r>
              <a:rPr lang="en-US" altLang="zh-CN" sz="2800" dirty="0" smtClean="0"/>
              <a:t>ABC</a:t>
            </a:r>
            <a:r>
              <a:rPr lang="zh-CN" altLang="en-US" sz="2800" dirty="0" smtClean="0"/>
              <a:t>，如右图所示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endParaRPr lang="en-US" altLang="zh-CN" sz="28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687" y="2640360"/>
            <a:ext cx="2288948" cy="119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4619" y="1199003"/>
            <a:ext cx="53047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2. </a:t>
            </a:r>
            <a:r>
              <a:rPr lang="zh-CN" altLang="en-US" sz="2400" dirty="0" smtClean="0"/>
              <a:t>阅读并执行下方程序，并回答如下问题：</a:t>
            </a:r>
            <a:endParaRPr lang="en-US" altLang="zh-CN" sz="2400" dirty="0" smtClean="0"/>
          </a:p>
          <a:p>
            <a:r>
              <a:rPr lang="en-US" altLang="zh-CN" sz="2400" dirty="0" smtClean="0"/>
              <a:t>1</a:t>
            </a:r>
            <a:r>
              <a:rPr lang="zh-CN" altLang="en-US" sz="2400" dirty="0" smtClean="0"/>
              <a:t>） 该程序定义了几个段？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） </a:t>
            </a:r>
            <a:r>
              <a:rPr lang="en-US" altLang="zh-CN" sz="2400" dirty="0" smtClean="0"/>
              <a:t>assume </a:t>
            </a:r>
            <a:r>
              <a:rPr lang="zh-CN" altLang="en-US" sz="2400" dirty="0" smtClean="0"/>
              <a:t>伪指令有何作用，代码第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行有何作用？</a:t>
            </a:r>
            <a:endParaRPr lang="en-US" altLang="zh-CN" sz="2400" dirty="0" smtClean="0"/>
          </a:p>
          <a:p>
            <a:r>
              <a:rPr lang="en-US" altLang="zh-CN" sz="2400" dirty="0" smtClean="0"/>
              <a:t>3</a:t>
            </a:r>
            <a:r>
              <a:rPr lang="zh-CN" altLang="en-US" sz="2400" dirty="0" smtClean="0"/>
              <a:t>） 第</a:t>
            </a:r>
            <a:r>
              <a:rPr lang="en-US" altLang="zh-CN" sz="2400" dirty="0" smtClean="0"/>
              <a:t>18</a:t>
            </a:r>
            <a:r>
              <a:rPr lang="zh-CN" altLang="en-US" sz="2400" dirty="0" smtClean="0"/>
              <a:t>行 </a:t>
            </a:r>
            <a:r>
              <a:rPr lang="en-US" altLang="zh-CN" sz="2400" dirty="0" smtClean="0"/>
              <a:t>end  begin  </a:t>
            </a:r>
            <a:r>
              <a:rPr lang="zh-CN" altLang="en-US" sz="2400" dirty="0" smtClean="0"/>
              <a:t>是什么意思？</a:t>
            </a:r>
            <a:endParaRPr lang="en-US" altLang="zh-CN" sz="2400" dirty="0" smtClean="0"/>
          </a:p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） 利用</a:t>
            </a:r>
            <a:r>
              <a:rPr lang="en-US" altLang="zh-CN" sz="2400" dirty="0" smtClean="0"/>
              <a:t>debug</a:t>
            </a:r>
            <a:r>
              <a:rPr lang="zh-CN" altLang="en-US" sz="2400" dirty="0" smtClean="0"/>
              <a:t>工具，查看数据段内容</a:t>
            </a:r>
            <a:endParaRPr lang="en-US" altLang="zh-CN" sz="2400" dirty="0" smtClean="0"/>
          </a:p>
          <a:p>
            <a:r>
              <a:rPr lang="en-US" altLang="zh-CN" sz="2400" dirty="0" smtClean="0"/>
              <a:t>5</a:t>
            </a:r>
            <a:r>
              <a:rPr lang="zh-CN" altLang="en-US" sz="2400" dirty="0" smtClean="0"/>
              <a:t>） 第二行 </a:t>
            </a:r>
            <a:r>
              <a:rPr lang="en-US" altLang="zh-CN" sz="2400" dirty="0" smtClean="0"/>
              <a:t>0DH, 0AH, 24H </a:t>
            </a:r>
            <a:r>
              <a:rPr lang="zh-CN" altLang="en-US" sz="2400" dirty="0" smtClean="0"/>
              <a:t>分别为什么字符的</a:t>
            </a:r>
            <a:r>
              <a:rPr lang="en-US" altLang="zh-CN" sz="2400" dirty="0" err="1" smtClean="0"/>
              <a:t>ascii</a:t>
            </a:r>
            <a:r>
              <a:rPr lang="zh-CN" altLang="en-US" sz="2400" dirty="0" smtClean="0"/>
              <a:t>码，有何作用？</a:t>
            </a:r>
            <a:endParaRPr lang="en-US" altLang="zh-CN" sz="2400" dirty="0" smtClean="0"/>
          </a:p>
          <a:p>
            <a:r>
              <a:rPr lang="en-US" altLang="zh-CN" sz="2400" dirty="0" smtClean="0"/>
              <a:t>6</a:t>
            </a:r>
            <a:r>
              <a:rPr lang="zh-CN" altLang="en-US" sz="2400" dirty="0" smtClean="0"/>
              <a:t>） 改写，在</a:t>
            </a:r>
            <a:r>
              <a:rPr lang="en-US" altLang="zh-CN" sz="2400" dirty="0" smtClean="0"/>
              <a:t>hello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world </a:t>
            </a:r>
            <a:r>
              <a:rPr lang="zh-CN" altLang="en-US" sz="2400" dirty="0" smtClean="0"/>
              <a:t>后要再要输出一行自我介绍 该如何做到？请改成程序并运行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 smtClean="0"/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6029326" y="821631"/>
            <a:ext cx="6066336" cy="359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8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562</Words>
  <Application>Microsoft Office PowerPoint</Application>
  <PresentationFormat>宽屏</PresentationFormat>
  <Paragraphs>60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Helvetica Neue</vt:lpstr>
      <vt:lpstr>等线</vt:lpstr>
      <vt:lpstr>方正粗谭黑简体</vt:lpstr>
      <vt:lpstr>宋体</vt:lpstr>
      <vt:lpstr>微软雅黑</vt:lpstr>
      <vt:lpstr>Arial</vt:lpstr>
      <vt:lpstr>Calibri</vt:lpstr>
      <vt:lpstr>Times New Roman</vt:lpstr>
      <vt:lpstr>第一PPT，www.1ppt.com</vt:lpstr>
      <vt:lpstr>PowerPoint 演示文稿</vt:lpstr>
      <vt:lpstr>PowerPoint 演示文稿</vt:lpstr>
      <vt:lpstr>实验方法及原理</vt:lpstr>
      <vt:lpstr>实验方法及原理</vt:lpstr>
      <vt:lpstr>PowerPoint 演示文稿</vt:lpstr>
      <vt:lpstr>实验方法及原理</vt:lpstr>
      <vt:lpstr>实验方法及原理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148</cp:revision>
  <dcterms:created xsi:type="dcterms:W3CDTF">2019-06-11T09:29:47Z</dcterms:created>
  <dcterms:modified xsi:type="dcterms:W3CDTF">2023-03-13T03:26:45Z</dcterms:modified>
</cp:coreProperties>
</file>