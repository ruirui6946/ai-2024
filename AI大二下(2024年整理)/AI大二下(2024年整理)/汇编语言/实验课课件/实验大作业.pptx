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76" r:id="rId3"/>
    <p:sldId id="313" r:id="rId4"/>
    <p:sldId id="317" r:id="rId5"/>
    <p:sldId id="319" r:id="rId6"/>
    <p:sldId id="324" r:id="rId7"/>
    <p:sldId id="323" r:id="rId8"/>
    <p:sldId id="325" r:id="rId9"/>
    <p:sldId id="326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82" d="100"/>
          <a:sy n="82" d="100"/>
        </p:scale>
        <p:origin x="85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23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23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23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23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23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23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2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pPr/>
              <a:t>2023/5/29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探究性实验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实验大作业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实验大作业目的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30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对学生汇编语言程序实验课编程能力整体考查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考查学生团队合作编程的效率和团队学习能力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具有一定的挑战性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实验大作业要求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40187" y="830312"/>
            <a:ext cx="10668288" cy="52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编写一个病毒传染程序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virus.exe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，运行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virus.exe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能将病毒传染给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DOS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当前文件夹所有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文件，已感染病毒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文件不重复传染。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编写一个杀病毒程序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kill.exe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，运行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kill.exe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能将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DOS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当前文件夹所有感染病毒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文件杀毒，未感染不杀。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编写一个防病毒程序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defend.exe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，运行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defend.exe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后再运行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virus.exe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或感染病毒的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文件，报警并自动杀毒。无毒文件正常运行。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100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大作业评分办法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856357"/>
            <a:ext cx="10668288" cy="600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Tx/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实验分组完成，一组一般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人最多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人，选一组长，学习委员负责分组名单发给老师，没小组的期末大作业没分数。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组长：期末（待定）上传本组（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）实验报告 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）程序源码 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）组员（包括自己）完成的工作说明及评分（百分制）。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老师每组抽查一名组员对大作业实验内容进行讲解（期末课堂）。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老师会根据实验报告，抽查结果给出每组平均分，再根据组长评分，给出每个组员得分，大作业占本学期实验成绩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35%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100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4" y="276066"/>
            <a:ext cx="99021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一、正常不带毒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文件：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用大文件如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debug.exe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加分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1046" y="930547"/>
            <a:ext cx="644842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0212" y="4495335"/>
            <a:ext cx="2372422" cy="821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159727" y="5441797"/>
            <a:ext cx="1103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多准备几个文件，观察在文件夹下</a:t>
            </a:r>
            <a:r>
              <a:rPr lang="en-US" altLang="zh-CN" dirty="0"/>
              <a:t>debug</a:t>
            </a:r>
            <a:r>
              <a:rPr lang="zh-CN" altLang="en-US" dirty="0"/>
              <a:t>情况：</a:t>
            </a:r>
            <a:r>
              <a:rPr lang="en-US" altLang="zh-CN" dirty="0"/>
              <a:t>1</a:t>
            </a:r>
            <a:r>
              <a:rPr lang="zh-CN" altLang="en-US" dirty="0"/>
              <a:t>、被感染，</a:t>
            </a:r>
            <a:r>
              <a:rPr lang="en-US" altLang="zh-CN" dirty="0"/>
              <a:t>2</a:t>
            </a:r>
            <a:r>
              <a:rPr lang="zh-CN" altLang="en-US" dirty="0"/>
              <a:t>、感染其他文件，</a:t>
            </a:r>
            <a:r>
              <a:rPr lang="en-US" altLang="zh-CN" dirty="0"/>
              <a:t>3</a:t>
            </a:r>
            <a:r>
              <a:rPr lang="zh-CN" altLang="en-US" dirty="0"/>
              <a:t>、杀毒后</a:t>
            </a:r>
          </a:p>
        </p:txBody>
      </p:sp>
    </p:spTree>
    <p:extLst>
      <p:ext uri="{BB962C8B-B14F-4D97-AF65-F5344CB8AC3E}">
        <p14:creationId xmlns:p14="http://schemas.microsoft.com/office/powerpoint/2010/main" val="280100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717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二、带毒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文件：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8585" y="1113612"/>
            <a:ext cx="2217931" cy="1152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159727" y="2442119"/>
            <a:ext cx="105267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、运行提示：</a:t>
            </a:r>
            <a:r>
              <a:rPr lang="en-US" altLang="zh-CN" sz="2400" dirty="0"/>
              <a:t>I’m a virus</a:t>
            </a:r>
            <a:r>
              <a:rPr lang="zh-CN" altLang="en-US" sz="2400" dirty="0"/>
              <a:t>，然后运作正常程序内容。</a:t>
            </a:r>
            <a:endParaRPr lang="en-US" altLang="zh-CN" sz="2400" dirty="0"/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、能将病毒传染给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DOS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当前文件夹所有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文件，已感染病毒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文件不重复传染。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</a:t>
            </a:r>
            <a:r>
              <a:rPr lang="en-US" altLang="zh-CN" sz="2400" dirty="0"/>
              <a:t>debug</a:t>
            </a:r>
            <a:r>
              <a:rPr lang="zh-CN" altLang="en-US" sz="2400" dirty="0"/>
              <a:t>观察带毒文件</a:t>
            </a:r>
          </a:p>
        </p:txBody>
      </p:sp>
    </p:spTree>
    <p:extLst>
      <p:ext uri="{BB962C8B-B14F-4D97-AF65-F5344CB8AC3E}">
        <p14:creationId xmlns:p14="http://schemas.microsoft.com/office/powerpoint/2010/main" val="280100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4310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三、杀毒文件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kill.exe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820" y="1182032"/>
            <a:ext cx="10247971" cy="1605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运行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kill.exe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能将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DOS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当前文件夹所有感染病毒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文件杀毒，未感染不杀。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、运行提示：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DOS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当前文件夹</a:t>
            </a:r>
            <a:r>
              <a:rPr lang="zh-CN" altLang="en-US" sz="2400" dirty="0"/>
              <a:t>哪些</a:t>
            </a:r>
            <a:r>
              <a:rPr lang="en-US" altLang="zh-CN" sz="2400" dirty="0"/>
              <a:t>exe</a:t>
            </a:r>
            <a:r>
              <a:rPr lang="zh-CN" altLang="en-US" sz="2400" dirty="0"/>
              <a:t>文件被病毒感染，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提示</a:t>
            </a:r>
            <a:r>
              <a:rPr lang="zh-CN" altLang="en-US" sz="2400" dirty="0"/>
              <a:t>杀毒完毕。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</a:t>
            </a:r>
            <a:r>
              <a:rPr lang="en-US" altLang="zh-CN" sz="2400" dirty="0"/>
              <a:t>debug</a:t>
            </a:r>
            <a:r>
              <a:rPr lang="zh-CN" altLang="en-US" sz="2400" dirty="0"/>
              <a:t>观察带毒文件和已杀过毒的文件前后变化。</a:t>
            </a:r>
          </a:p>
        </p:txBody>
      </p:sp>
    </p:spTree>
    <p:extLst>
      <p:ext uri="{BB962C8B-B14F-4D97-AF65-F5344CB8AC3E}">
        <p14:creationId xmlns:p14="http://schemas.microsoft.com/office/powerpoint/2010/main" val="280100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5607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四、防病毒文件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defend.exe 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820" y="1182032"/>
            <a:ext cx="102479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运行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defend.exe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后，再运行感染病毒的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文件，报警并自动杀毒。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、运行提示：正在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运行感染病毒的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</a:t>
            </a:r>
            <a:r>
              <a:rPr lang="zh-CN" altLang="en-US" sz="2400" dirty="0"/>
              <a:t>，不让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感染病毒的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运行。并自动杀毒，提示</a:t>
            </a:r>
            <a:r>
              <a:rPr lang="zh-CN" altLang="en-US" sz="2400" dirty="0"/>
              <a:t>杀毒完毕。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、未染病毒文件正常运行。</a:t>
            </a:r>
            <a:endParaRPr lang="en-US" altLang="zh-CN" sz="2400" dirty="0"/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、</a:t>
            </a:r>
            <a:r>
              <a:rPr lang="en-US" altLang="zh-CN" sz="2400" dirty="0"/>
              <a:t>debug</a:t>
            </a:r>
            <a:r>
              <a:rPr lang="zh-CN" altLang="en-US" sz="2400" dirty="0"/>
              <a:t>观察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感染病毒和</a:t>
            </a:r>
            <a:r>
              <a:rPr lang="zh-CN" altLang="en-US" sz="2400" dirty="0"/>
              <a:t>已杀过毒的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EXE</a:t>
            </a:r>
            <a:r>
              <a:rPr lang="zh-CN" altLang="en-US" sz="2400" dirty="0"/>
              <a:t>文件。</a:t>
            </a:r>
          </a:p>
        </p:txBody>
      </p:sp>
    </p:spTree>
    <p:extLst>
      <p:ext uri="{BB962C8B-B14F-4D97-AF65-F5344CB8AC3E}">
        <p14:creationId xmlns:p14="http://schemas.microsoft.com/office/powerpoint/2010/main" val="280100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五、参考资料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820" y="1182032"/>
            <a:ext cx="10593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zh-CN" altLang="en-US" sz="2400" dirty="0">
                <a:solidFill>
                  <a:srgbClr val="FF0000"/>
                </a:solidFill>
              </a:rPr>
              <a:t>用汇编写的病毒代码 </a:t>
            </a:r>
            <a:r>
              <a:rPr lang="en-US" altLang="zh-CN" sz="2400" dirty="0">
                <a:solidFill>
                  <a:srgbClr val="FF0000"/>
                </a:solidFill>
              </a:rPr>
              <a:t>https://blog.csdn.net/longxin5/article/details/83635844</a:t>
            </a:r>
            <a:endParaRPr lang="zh-CN" altLang="en-US" sz="2400" dirty="0">
              <a:solidFill>
                <a:srgbClr val="FF0000"/>
              </a:solidFill>
            </a:endParaRPr>
          </a:p>
          <a:p>
            <a:endParaRPr lang="en-US" altLang="zh-CN" sz="2400" dirty="0"/>
          </a:p>
          <a:p>
            <a:r>
              <a:rPr lang="zh-CN" altLang="en-US" sz="2400" dirty="0"/>
              <a:t>自己可以百度更多的资料进行学习</a:t>
            </a:r>
          </a:p>
        </p:txBody>
      </p:sp>
    </p:spTree>
    <p:extLst>
      <p:ext uri="{BB962C8B-B14F-4D97-AF65-F5344CB8AC3E}">
        <p14:creationId xmlns:p14="http://schemas.microsoft.com/office/powerpoint/2010/main" val="280100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13526</TotalTime>
  <Words>573</Words>
  <Application>Microsoft Office PowerPoint</Application>
  <PresentationFormat>宽屏</PresentationFormat>
  <Paragraphs>43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承乾 马</cp:lastModifiedBy>
  <cp:revision>207</cp:revision>
  <dcterms:created xsi:type="dcterms:W3CDTF">2019-06-11T09:29:47Z</dcterms:created>
  <dcterms:modified xsi:type="dcterms:W3CDTF">2023-05-29T07:09:47Z</dcterms:modified>
</cp:coreProperties>
</file>