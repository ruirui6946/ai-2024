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76" r:id="rId3"/>
    <p:sldId id="300" r:id="rId4"/>
    <p:sldId id="322" r:id="rId5"/>
    <p:sldId id="323" r:id="rId6"/>
    <p:sldId id="321" r:id="rId7"/>
    <p:sldId id="295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111" d="100"/>
          <a:sy n="111" d="100"/>
        </p:scale>
        <p:origin x="76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6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实验二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5999198" y="4101335"/>
            <a:ext cx="4721354" cy="154657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dirty="0" smtClean="0"/>
              <a:t>继续熟悉</a:t>
            </a:r>
            <a:r>
              <a:rPr lang="en-US" altLang="zh-CN" sz="2400" dirty="0" smtClean="0"/>
              <a:t>Debug</a:t>
            </a:r>
            <a:r>
              <a:rPr lang="zh-CN" altLang="en-US" sz="2400" dirty="0" smtClean="0"/>
              <a:t>命令</a:t>
            </a:r>
            <a:endParaRPr lang="en-US" altLang="zh-CN" sz="2400" dirty="0"/>
          </a:p>
          <a:p>
            <a:pPr algn="dist">
              <a:defRPr/>
            </a:pPr>
            <a:endParaRPr lang="en-US" altLang="zh-CN" sz="2400" dirty="0"/>
          </a:p>
          <a:p>
            <a:pPr algn="ctr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林颖</a:t>
            </a:r>
            <a:endParaRPr lang="en-US" altLang="zh-CN" sz="2400" spc="225" dirty="0">
              <a:solidFill>
                <a:srgbClr val="292929"/>
              </a:solidFill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linying@xmu.edu.cn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317764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实验目的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9031054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巩固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debug</a:t>
            </a:r>
            <a:r>
              <a:rPr lang="zh-CN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命令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来进行寄存器、内存中内容的查看和修改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使用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来进行程序的调试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实验方法及原理</a:t>
            </a:r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865853" cy="399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92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smtClean="0"/>
              <a:t>8086</a:t>
            </a:r>
            <a:r>
              <a:rPr lang="zh-CN" altLang="en-US" dirty="0" smtClean="0"/>
              <a:t>内存和内存地址的解释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834188" cy="4351338"/>
          </a:xfrm>
        </p:spPr>
        <p:txBody>
          <a:bodyPr/>
          <a:lstStyle/>
          <a:p>
            <a:r>
              <a:rPr lang="en-US" altLang="zh-CN" dirty="0" smtClean="0"/>
              <a:t>8086</a:t>
            </a:r>
            <a:r>
              <a:rPr lang="zh-CN" altLang="en-US" dirty="0" smtClean="0"/>
              <a:t>的一个内存单元为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位，即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个字节</a:t>
            </a:r>
            <a:endParaRPr lang="en-US" altLang="zh-CN" dirty="0" smtClean="0"/>
          </a:p>
          <a:p>
            <a:r>
              <a:rPr lang="en-US" altLang="zh-CN" dirty="0" smtClean="0"/>
              <a:t>8086CPU</a:t>
            </a:r>
            <a:r>
              <a:rPr lang="zh-CN" altLang="en-US" dirty="0"/>
              <a:t>共有</a:t>
            </a:r>
            <a:r>
              <a:rPr lang="en-US" altLang="zh-CN" dirty="0">
                <a:solidFill>
                  <a:srgbClr val="FF0000"/>
                </a:solidFill>
              </a:rPr>
              <a:t>20</a:t>
            </a:r>
            <a:r>
              <a:rPr lang="zh-CN" altLang="en-US" dirty="0"/>
              <a:t>根地址</a:t>
            </a:r>
            <a:r>
              <a:rPr lang="zh-CN" altLang="en-US" dirty="0" smtClean="0"/>
              <a:t>线，能表示的地址范围 ：</a:t>
            </a:r>
            <a:r>
              <a:rPr lang="en-US" altLang="zh-CN" dirty="0" smtClean="0"/>
              <a:t>00000~FFFFF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/>
              <a:t>可以定位</a:t>
            </a:r>
            <a:r>
              <a:rPr lang="en-US" altLang="zh-CN" dirty="0"/>
              <a:t>2^20</a:t>
            </a:r>
            <a:r>
              <a:rPr lang="zh-CN" altLang="en-US" dirty="0"/>
              <a:t>个不同的内存</a:t>
            </a:r>
            <a:r>
              <a:rPr lang="zh-CN" altLang="en-US" dirty="0" smtClean="0"/>
              <a:t>单元，即寻址范围 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20</a:t>
            </a:r>
            <a:r>
              <a:rPr lang="en-US" altLang="zh-CN" dirty="0" smtClean="0"/>
              <a:t>B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1MB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存储器中每一个单元的地址表示方法：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物理地址：提供</a:t>
            </a:r>
            <a:r>
              <a:rPr lang="en-US" altLang="zh-CN" dirty="0" smtClean="0"/>
              <a:t>20</a:t>
            </a:r>
            <a:r>
              <a:rPr lang="zh-CN" altLang="en-US" dirty="0" smtClean="0"/>
              <a:t>位地址信息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906068" y="1825625"/>
            <a:ext cx="4009390" cy="436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5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smtClean="0"/>
              <a:t>8086</a:t>
            </a:r>
            <a:r>
              <a:rPr lang="zh-CN" altLang="en-US" dirty="0" smtClean="0"/>
              <a:t>内存和内存地址的解释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834188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存储器中每一个单元的地址表示方法：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物理地址</a:t>
            </a:r>
            <a:r>
              <a:rPr lang="zh-CN" altLang="en-US" dirty="0" smtClean="0"/>
              <a:t>：提供</a:t>
            </a:r>
            <a:r>
              <a:rPr lang="en-US" altLang="zh-CN" dirty="0" smtClean="0"/>
              <a:t>20</a:t>
            </a:r>
            <a:r>
              <a:rPr lang="zh-CN" altLang="en-US" dirty="0" smtClean="0"/>
              <a:t>位地址信息</a:t>
            </a:r>
            <a:endParaRPr lang="en-US" altLang="zh-CN" dirty="0"/>
          </a:p>
          <a:p>
            <a:pPr lvl="1"/>
            <a:r>
              <a:rPr lang="en-US" altLang="zh-CN" dirty="0" smtClean="0"/>
              <a:t>8086</a:t>
            </a:r>
            <a:r>
              <a:rPr lang="zh-CN" altLang="en-US" dirty="0" smtClean="0"/>
              <a:t>数据总线：</a:t>
            </a:r>
            <a:r>
              <a:rPr lang="en-US" altLang="zh-CN" dirty="0" smtClean="0"/>
              <a:t>16</a:t>
            </a:r>
            <a:r>
              <a:rPr lang="zh-CN" altLang="en-US" dirty="0" smtClean="0"/>
              <a:t>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如何表示</a:t>
            </a:r>
            <a:r>
              <a:rPr lang="en-US" altLang="zh-CN" dirty="0" smtClean="0"/>
              <a:t>20</a:t>
            </a:r>
            <a:r>
              <a:rPr lang="zh-CN" altLang="en-US" dirty="0" smtClean="0"/>
              <a:t>位的地址信息？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分段表示</a:t>
            </a:r>
            <a:endParaRPr lang="en-US" altLang="zh-CN" dirty="0" smtClean="0"/>
          </a:p>
          <a:p>
            <a:pPr lvl="2"/>
            <a:r>
              <a:rPr lang="zh-CN" altLang="zh-CN" kern="100" dirty="0" smtClean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zh-CN" altLang="zh-CN" kern="100" dirty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两个</a:t>
            </a:r>
            <a:r>
              <a:rPr lang="en-US" altLang="zh-CN" kern="100" dirty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kern="100" dirty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位地址合成的方法来形成一个</a:t>
            </a:r>
            <a:r>
              <a:rPr lang="en-US" altLang="zh-CN" kern="100" dirty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kern="100" dirty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位的物理</a:t>
            </a:r>
            <a:r>
              <a:rPr lang="zh-CN" altLang="zh-CN" kern="100" dirty="0" smtClean="0">
                <a:solidFill>
                  <a:srgbClr val="4D4D4D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地址</a:t>
            </a:r>
            <a:endParaRPr lang="en-US" altLang="zh-CN" dirty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逻辑地址</a:t>
            </a:r>
            <a:r>
              <a:rPr lang="zh-CN" altLang="en-US" dirty="0" smtClean="0"/>
              <a:t>：</a:t>
            </a:r>
            <a:r>
              <a:rPr lang="zh-CN" altLang="en-US" dirty="0"/>
              <a:t>“</a:t>
            </a:r>
            <a:r>
              <a:rPr lang="zh-CN" altLang="en-US" dirty="0" smtClean="0"/>
              <a:t>段地址</a:t>
            </a:r>
            <a:r>
              <a:rPr lang="zh-CN" altLang="en-US" dirty="0"/>
              <a:t>：段内偏移</a:t>
            </a:r>
            <a:r>
              <a:rPr lang="zh-CN" altLang="en-US" dirty="0" smtClean="0"/>
              <a:t>地址”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段地址</a:t>
            </a:r>
            <a:r>
              <a:rPr lang="en-US" altLang="zh-CN" dirty="0" smtClean="0"/>
              <a:t>*16+</a:t>
            </a:r>
            <a:r>
              <a:rPr lang="zh-CN" altLang="en-US" dirty="0" smtClean="0"/>
              <a:t>段内偏移</a:t>
            </a:r>
            <a:r>
              <a:rPr lang="en-US" altLang="zh-CN" dirty="0" smtClean="0"/>
              <a:t>==》</a:t>
            </a:r>
            <a:r>
              <a:rPr lang="zh-CN" altLang="en-US" dirty="0" smtClean="0"/>
              <a:t>物理地址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smtClean="0"/>
              <a:t>1000H:0000H</a:t>
            </a:r>
          </a:p>
          <a:p>
            <a:pPr marL="457200" lvl="1" indent="0">
              <a:buNone/>
            </a:pPr>
            <a:r>
              <a:rPr lang="en-US" altLang="zh-CN" dirty="0" smtClean="0"/>
              <a:t>0FFFH:0010H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 smtClean="0"/>
              <a:t> </a:t>
            </a: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906068" y="1825625"/>
            <a:ext cx="4009390" cy="43618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763125" y="1179294"/>
            <a:ext cx="2566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dirty="0"/>
              <a:t>1000H:0000H</a:t>
            </a:r>
          </a:p>
          <a:p>
            <a:pPr lvl="1"/>
            <a:r>
              <a:rPr lang="en-US" altLang="zh-CN" dirty="0"/>
              <a:t>0FFFH:0010H</a:t>
            </a:r>
            <a:endParaRPr lang="en-US" altLang="zh-CN" dirty="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9244013" y="1434991"/>
            <a:ext cx="943133" cy="1222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9493171" y="1825625"/>
            <a:ext cx="1567736" cy="83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73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01" y="623947"/>
            <a:ext cx="7638870" cy="20049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1" y="3000425"/>
            <a:ext cx="10446602" cy="185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latin typeface="+mj-lt"/>
                <a:ea typeface="+mj-ea"/>
                <a:cs typeface="+mj-cs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5260358" y="985615"/>
            <a:ext cx="6319223" cy="50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     </a:t>
            </a:r>
            <a:r>
              <a:rPr lang="zh-CN" altLang="en-US" dirty="0" smtClean="0"/>
              <a:t>上图是一段指令代码 ，机器码和汇编指令是一一对应的，要求用两种方法将改程序片段写入内存中并</a:t>
            </a:r>
            <a:r>
              <a:rPr lang="zh-CN" altLang="zh-CN" dirty="0"/>
              <a:t>逐条执行，观察每条指令执行后</a:t>
            </a:r>
            <a:r>
              <a:rPr lang="en-US" altLang="zh-CN" dirty="0"/>
              <a:t>CPU</a:t>
            </a:r>
            <a:r>
              <a:rPr lang="zh-CN" altLang="zh-CN" dirty="0"/>
              <a:t>中相关寄存器中内容的</a:t>
            </a:r>
            <a:r>
              <a:rPr lang="zh-CN" altLang="zh-CN" dirty="0" smtClean="0"/>
              <a:t>变化</a:t>
            </a:r>
            <a:r>
              <a:rPr lang="zh-CN" altLang="en-US" dirty="0" smtClean="0"/>
              <a:t>并记录下来写在实验报告中，具体如下：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       1. </a:t>
            </a:r>
            <a:r>
              <a:rPr lang="zh-CN" altLang="en-US" dirty="0" smtClean="0"/>
              <a:t>用</a:t>
            </a:r>
            <a:r>
              <a:rPr lang="en-US" altLang="zh-CN" dirty="0" smtClean="0"/>
              <a:t>A</a:t>
            </a:r>
            <a:r>
              <a:rPr lang="zh-CN" altLang="en-US" dirty="0" smtClean="0"/>
              <a:t>命令将汇编指令写在</a:t>
            </a:r>
            <a:r>
              <a:rPr lang="en-US" altLang="zh-CN" dirty="0" smtClean="0"/>
              <a:t>CS</a:t>
            </a:r>
            <a:r>
              <a:rPr lang="zh-CN" altLang="en-US" dirty="0" smtClean="0"/>
              <a:t>：</a:t>
            </a:r>
            <a:r>
              <a:rPr lang="en-US" altLang="zh-CN" dirty="0" smtClean="0"/>
              <a:t>IP </a:t>
            </a:r>
            <a:r>
              <a:rPr lang="zh-CN" altLang="en-US" dirty="0" smtClean="0"/>
              <a:t>所指向的内存地址单元中</a:t>
            </a:r>
            <a:endParaRPr lang="en-US" altLang="zh-CN" dirty="0" smtClean="0"/>
          </a:p>
          <a:p>
            <a:r>
              <a:rPr lang="en-US" altLang="zh-CN" dirty="0" smtClean="0"/>
              <a:t>        2. </a:t>
            </a:r>
            <a:r>
              <a:rPr lang="zh-CN" altLang="en-US" dirty="0" smtClean="0"/>
              <a:t>用</a:t>
            </a:r>
            <a:r>
              <a:rPr lang="en-US" altLang="zh-CN" dirty="0" smtClean="0"/>
              <a:t>t</a:t>
            </a:r>
            <a:r>
              <a:rPr lang="zh-CN" altLang="en-US" dirty="0" smtClean="0"/>
              <a:t>命令逐条执行，记录结果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       3.</a:t>
            </a:r>
            <a:r>
              <a:rPr lang="en-US" altLang="zh-CN" dirty="0"/>
              <a:t> </a:t>
            </a:r>
            <a:r>
              <a:rPr lang="zh-CN" altLang="en-US" dirty="0" smtClean="0"/>
              <a:t>用</a:t>
            </a:r>
            <a:r>
              <a:rPr lang="en-US" altLang="zh-CN" dirty="0" smtClean="0"/>
              <a:t>e</a:t>
            </a:r>
            <a:r>
              <a:rPr lang="zh-CN" altLang="en-US" dirty="0" smtClean="0"/>
              <a:t>命令将机器码写入</a:t>
            </a:r>
            <a:r>
              <a:rPr lang="en-US" altLang="zh-CN" dirty="0" smtClean="0"/>
              <a:t>CS</a:t>
            </a:r>
            <a:r>
              <a:rPr lang="zh-CN" altLang="en-US" dirty="0"/>
              <a:t>：</a:t>
            </a:r>
            <a:r>
              <a:rPr lang="en-US" altLang="zh-CN" dirty="0"/>
              <a:t>IP </a:t>
            </a:r>
            <a:r>
              <a:rPr lang="zh-CN" altLang="en-US" dirty="0"/>
              <a:t>所指向的内存地址单元中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en-US" altLang="zh-CN" dirty="0" smtClean="0"/>
              <a:t>4. </a:t>
            </a:r>
            <a:r>
              <a:rPr lang="zh-CN" altLang="en-US" dirty="0"/>
              <a:t>用</a:t>
            </a:r>
            <a:r>
              <a:rPr lang="en-US" altLang="zh-CN" dirty="0"/>
              <a:t>t</a:t>
            </a:r>
            <a:r>
              <a:rPr lang="zh-CN" altLang="en-US" dirty="0"/>
              <a:t>命令逐条执行，记录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尝试理解</a:t>
            </a:r>
            <a:r>
              <a:rPr lang="en-US" altLang="zh-CN" dirty="0" err="1" smtClean="0"/>
              <a:t>mov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</a:t>
            </a:r>
            <a:r>
              <a:rPr lang="en-US" altLang="zh-CN" dirty="0" smtClean="0"/>
              <a:t>add</a:t>
            </a:r>
            <a:r>
              <a:rPr lang="zh-CN" altLang="en-US" dirty="0" smtClean="0"/>
              <a:t>汇编指令，</a:t>
            </a:r>
            <a:r>
              <a:rPr lang="en-US" altLang="zh-CN" dirty="0" smtClean="0"/>
              <a:t>AX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BX</a:t>
            </a:r>
            <a:r>
              <a:rPr lang="zh-CN" altLang="en-US" dirty="0" smtClean="0"/>
              <a:t>寄存器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endParaRPr lang="zh-CN" altLang="zh-CN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CN" sz="2400" dirty="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993505" y="985615"/>
            <a:ext cx="4068445" cy="397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256</Words>
  <Application>Microsoft Office PowerPoint</Application>
  <PresentationFormat>宽屏</PresentationFormat>
  <Paragraphs>44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方正粗谭黑简体</vt:lpstr>
      <vt:lpstr>宋体</vt:lpstr>
      <vt:lpstr>微软雅黑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实验方法及原理</vt:lpstr>
      <vt:lpstr>关于8086内存和内存地址的解释</vt:lpstr>
      <vt:lpstr>关于8086内存和内存地址的解释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132</cp:revision>
  <dcterms:created xsi:type="dcterms:W3CDTF">2019-06-11T09:29:47Z</dcterms:created>
  <dcterms:modified xsi:type="dcterms:W3CDTF">2023-03-06T03:58:36Z</dcterms:modified>
</cp:coreProperties>
</file>