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5"/>
  </p:notesMasterIdLst>
  <p:sldIdLst>
    <p:sldId id="259" r:id="rId2"/>
    <p:sldId id="300" r:id="rId3"/>
    <p:sldId id="301" r:id="rId4"/>
  </p:sldIdLst>
  <p:sldSz cx="12192000" cy="6858000"/>
  <p:notesSz cx="6858000" cy="9144000"/>
  <p:custDataLst>
    <p:tags r:id="rId6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guo feng" initials="gf" lastIdx="1" clrIdx="0">
    <p:extLst>
      <p:ext uri="{19B8F6BF-5375-455C-9EA6-DF929625EA0E}">
        <p15:presenceInfo xmlns:p15="http://schemas.microsoft.com/office/powerpoint/2012/main" userId="9ea4ce8b2d07d5d6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62626"/>
    <a:srgbClr val="FFD966"/>
    <a:srgbClr val="7F7F7F"/>
    <a:srgbClr val="F8CE7C"/>
    <a:srgbClr val="D0B0A9"/>
    <a:srgbClr val="4C302A"/>
    <a:srgbClr val="B7A784"/>
    <a:srgbClr val="D2836E"/>
    <a:srgbClr val="B59666"/>
    <a:srgbClr val="4B385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1912" autoAdjust="0"/>
    <p:restoredTop sz="96318" autoAdjust="0"/>
  </p:normalViewPr>
  <p:slideViewPr>
    <p:cSldViewPr snapToGrid="0">
      <p:cViewPr varScale="1">
        <p:scale>
          <a:sx n="90" d="100"/>
          <a:sy n="90" d="100"/>
        </p:scale>
        <p:origin x="102" y="73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39" d="100"/>
        <a:sy n="139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commentAuthors" Target="commentAuthor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gs" Target="tags/tag1.xml"/><Relationship Id="rId11" Type="http://schemas.openxmlformats.org/officeDocument/2006/relationships/tableStyles" Target="tableStyles.xml"/><Relationship Id="rId5" Type="http://schemas.openxmlformats.org/officeDocument/2006/relationships/notesMaster" Target="notesMasters/notesMaster1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4DFC243-3E68-4BFF-A505-ADDF9D7195A4}" type="datetimeFigureOut">
              <a:rPr lang="zh-CN" altLang="en-US" smtClean="0"/>
              <a:t>2023/4/24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567D84A-3049-44F6-8517-64F0971FDD2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1077355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567D84A-3049-44F6-8517-64F0971FDD2A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0954567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567D84A-3049-44F6-8517-64F0971FDD2A}" type="slidenum">
              <a:rPr lang="zh-CN" altLang="en-US" smtClean="0"/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6109276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567D84A-3049-44F6-8517-64F0971FDD2A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6188601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D5A646B-F117-4928-A8A2-1716300C34F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D5781FEE-C1F4-469A-9E36-8F4601D2ECE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C8552C6-A02E-47D7-A268-DC48634E35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FFDAE1-EB67-42CF-B593-56AA292DA8C8}" type="datetimeFigureOut">
              <a:rPr lang="zh-CN" altLang="en-US" smtClean="0"/>
              <a:t>2023/4/24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FA628B0-905E-46AF-9C51-C2B5AF8925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C1B8A775-5E37-4409-A4E7-F0814E9F7A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1E6056-67A1-460C-8D55-8E079809267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2359353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B29B327-6DC4-489C-A130-8CF667D3CD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86EB504-E0E5-46C5-B6D0-95B1660E27D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030CF13-8903-4992-88F7-C55D7F4E7C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FFDAE1-EB67-42CF-B593-56AA292DA8C8}" type="datetimeFigureOut">
              <a:rPr lang="zh-CN" altLang="en-US" smtClean="0"/>
              <a:t>2023/4/24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C41C592-991D-4A88-81B0-FA07E26D1C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16A61AE-DFB6-4E40-B78C-76E64498C6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1E6056-67A1-460C-8D55-8E079809267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9282445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1CEF327-DE46-4FD7-851C-CAD5A20AC8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90308B61-6FAC-4108-97CC-3ACD182B931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E0CB1DC-8355-42C5-AF00-8E36F02E52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FFDAE1-EB67-42CF-B593-56AA292DA8C8}" type="datetimeFigureOut">
              <a:rPr lang="zh-CN" altLang="en-US" smtClean="0"/>
              <a:t>2023/4/24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DA65AD0-D1B3-49A8-9F94-E603B5BA18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F33DBE1-743B-438D-92D3-E40E206ACF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1E6056-67A1-460C-8D55-8E079809267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1713044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/>
          <p:cNvSpPr/>
          <p:nvPr userDrawn="1"/>
        </p:nvSpPr>
        <p:spPr>
          <a:xfrm>
            <a:off x="8495710" y="3569750"/>
            <a:ext cx="775136" cy="2308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PPT</a:t>
            </a:r>
            <a:r>
              <a:rPr lang="zh-CN" altLang="en-US" sz="100" dirty="0">
                <a:solidFill>
                  <a:prstClr val="white"/>
                </a:solidFill>
                <a:latin typeface="Calibri"/>
                <a:ea typeface="宋体"/>
              </a:rPr>
              <a:t>模板下载：</a:t>
            </a:r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www.1ppt.com/moban/          </a:t>
            </a:r>
            <a:r>
              <a:rPr lang="zh-CN" altLang="en-US" sz="100" dirty="0">
                <a:solidFill>
                  <a:prstClr val="white"/>
                </a:solidFill>
                <a:latin typeface="Calibri"/>
                <a:ea typeface="宋体"/>
              </a:rPr>
              <a:t>行业</a:t>
            </a:r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PPT</a:t>
            </a:r>
            <a:r>
              <a:rPr lang="zh-CN" altLang="en-US" sz="100" dirty="0">
                <a:solidFill>
                  <a:prstClr val="white"/>
                </a:solidFill>
                <a:latin typeface="Calibri"/>
                <a:ea typeface="宋体"/>
              </a:rPr>
              <a:t>模板：</a:t>
            </a:r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www.1ppt.com/hangye/ </a:t>
            </a:r>
          </a:p>
          <a:p>
            <a:r>
              <a:rPr lang="zh-CN" altLang="en-US" sz="100" dirty="0">
                <a:solidFill>
                  <a:prstClr val="white"/>
                </a:solidFill>
                <a:latin typeface="Calibri"/>
                <a:ea typeface="宋体"/>
              </a:rPr>
              <a:t>节日</a:t>
            </a:r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PPT</a:t>
            </a:r>
            <a:r>
              <a:rPr lang="zh-CN" altLang="en-US" sz="100" dirty="0">
                <a:solidFill>
                  <a:prstClr val="white"/>
                </a:solidFill>
                <a:latin typeface="Calibri"/>
                <a:ea typeface="宋体"/>
              </a:rPr>
              <a:t>模板：</a:t>
            </a:r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www.1ppt.com/jieri/          PPT</a:t>
            </a:r>
            <a:r>
              <a:rPr lang="zh-CN" altLang="en-US" sz="100" dirty="0">
                <a:solidFill>
                  <a:prstClr val="white"/>
                </a:solidFill>
                <a:latin typeface="Calibri"/>
                <a:ea typeface="宋体"/>
              </a:rPr>
              <a:t>素材：</a:t>
            </a:r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www.1ppt.com/sucai/</a:t>
            </a:r>
          </a:p>
          <a:p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PPT</a:t>
            </a:r>
            <a:r>
              <a:rPr lang="zh-CN" altLang="en-US" sz="100" dirty="0">
                <a:solidFill>
                  <a:prstClr val="white"/>
                </a:solidFill>
                <a:latin typeface="Calibri"/>
                <a:ea typeface="宋体"/>
              </a:rPr>
              <a:t>背景图片：</a:t>
            </a:r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www.1ppt.com/beijing/        PPT</a:t>
            </a:r>
            <a:r>
              <a:rPr lang="zh-CN" altLang="en-US" sz="100" dirty="0">
                <a:solidFill>
                  <a:prstClr val="white"/>
                </a:solidFill>
                <a:latin typeface="Calibri"/>
                <a:ea typeface="宋体"/>
              </a:rPr>
              <a:t>图表：</a:t>
            </a:r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www.1ppt.com/tubiao/      </a:t>
            </a:r>
          </a:p>
          <a:p>
            <a:r>
              <a:rPr lang="zh-CN" altLang="en-US" sz="100" dirty="0">
                <a:solidFill>
                  <a:prstClr val="white"/>
                </a:solidFill>
                <a:latin typeface="Calibri"/>
                <a:ea typeface="宋体"/>
              </a:rPr>
              <a:t>精美</a:t>
            </a:r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PPT</a:t>
            </a:r>
            <a:r>
              <a:rPr lang="zh-CN" altLang="en-US" sz="100" dirty="0">
                <a:solidFill>
                  <a:prstClr val="white"/>
                </a:solidFill>
                <a:latin typeface="Calibri"/>
                <a:ea typeface="宋体"/>
              </a:rPr>
              <a:t>下载：</a:t>
            </a:r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www.1ppt.com/xiazai/         PPT</a:t>
            </a:r>
            <a:r>
              <a:rPr lang="zh-CN" altLang="en-US" sz="100" dirty="0">
                <a:solidFill>
                  <a:prstClr val="white"/>
                </a:solidFill>
                <a:latin typeface="Calibri"/>
                <a:ea typeface="宋体"/>
              </a:rPr>
              <a:t>教程： </a:t>
            </a:r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www.1ppt.com/powerpoint/      </a:t>
            </a:r>
          </a:p>
          <a:p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PPT</a:t>
            </a:r>
            <a:r>
              <a:rPr lang="zh-CN" altLang="en-US" sz="100" dirty="0">
                <a:solidFill>
                  <a:prstClr val="white"/>
                </a:solidFill>
                <a:latin typeface="Calibri"/>
                <a:ea typeface="宋体"/>
              </a:rPr>
              <a:t>课件：</a:t>
            </a:r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www.1ppt.com/kejian/             </a:t>
            </a:r>
            <a:r>
              <a:rPr lang="zh-CN" altLang="en-US" sz="100" dirty="0">
                <a:solidFill>
                  <a:prstClr val="white"/>
                </a:solidFill>
                <a:latin typeface="Calibri"/>
                <a:ea typeface="宋体"/>
              </a:rPr>
              <a:t>字体下载：</a:t>
            </a:r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www.1ppt.com/ziti/</a:t>
            </a:r>
          </a:p>
          <a:p>
            <a:r>
              <a:rPr lang="zh-CN" altLang="en-US" sz="100" dirty="0">
                <a:solidFill>
                  <a:prstClr val="white"/>
                </a:solidFill>
                <a:latin typeface="Calibri"/>
                <a:ea typeface="宋体"/>
              </a:rPr>
              <a:t>工作总结</a:t>
            </a:r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PPT</a:t>
            </a:r>
            <a:r>
              <a:rPr lang="zh-CN" altLang="en-US" sz="100" dirty="0">
                <a:solidFill>
                  <a:prstClr val="white"/>
                </a:solidFill>
                <a:latin typeface="Calibri"/>
                <a:ea typeface="宋体"/>
              </a:rPr>
              <a:t>：</a:t>
            </a:r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www.1ppt.com/xiazai/zongjie/ </a:t>
            </a:r>
            <a:r>
              <a:rPr lang="zh-CN" altLang="en-US" sz="100" dirty="0">
                <a:solidFill>
                  <a:prstClr val="white"/>
                </a:solidFill>
                <a:latin typeface="Calibri"/>
                <a:ea typeface="宋体"/>
              </a:rPr>
              <a:t>工作计划：</a:t>
            </a:r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www.1ppt.com/xiazai/jihua/</a:t>
            </a:r>
          </a:p>
          <a:p>
            <a:r>
              <a:rPr lang="zh-CN" altLang="en-US" sz="100" dirty="0">
                <a:solidFill>
                  <a:prstClr val="white"/>
                </a:solidFill>
                <a:latin typeface="Calibri"/>
                <a:ea typeface="宋体"/>
              </a:rPr>
              <a:t>商务</a:t>
            </a:r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PPT</a:t>
            </a:r>
            <a:r>
              <a:rPr lang="zh-CN" altLang="en-US" sz="100" dirty="0">
                <a:solidFill>
                  <a:prstClr val="white"/>
                </a:solidFill>
                <a:latin typeface="Calibri"/>
                <a:ea typeface="宋体"/>
              </a:rPr>
              <a:t>模板：</a:t>
            </a:r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www.1ppt.com/moban/shangwu/  </a:t>
            </a:r>
            <a:r>
              <a:rPr lang="zh-CN" altLang="en-US" sz="100" dirty="0">
                <a:solidFill>
                  <a:prstClr val="white"/>
                </a:solidFill>
                <a:latin typeface="Calibri"/>
                <a:ea typeface="宋体"/>
              </a:rPr>
              <a:t>个人简历</a:t>
            </a:r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PPT</a:t>
            </a:r>
            <a:r>
              <a:rPr lang="zh-CN" altLang="en-US" sz="100" dirty="0">
                <a:solidFill>
                  <a:prstClr val="white"/>
                </a:solidFill>
                <a:latin typeface="Calibri"/>
                <a:ea typeface="宋体"/>
              </a:rPr>
              <a:t>：</a:t>
            </a:r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www.1ppt.com/xiazai/jianli/  </a:t>
            </a:r>
          </a:p>
          <a:p>
            <a:r>
              <a:rPr lang="zh-CN" altLang="en-US" sz="100" dirty="0">
                <a:solidFill>
                  <a:prstClr val="white"/>
                </a:solidFill>
                <a:latin typeface="Calibri"/>
                <a:ea typeface="宋体"/>
              </a:rPr>
              <a:t>毕业答辩</a:t>
            </a:r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PPT</a:t>
            </a:r>
            <a:r>
              <a:rPr lang="zh-CN" altLang="en-US" sz="100" dirty="0">
                <a:solidFill>
                  <a:prstClr val="white"/>
                </a:solidFill>
                <a:latin typeface="Calibri"/>
                <a:ea typeface="宋体"/>
              </a:rPr>
              <a:t>：</a:t>
            </a:r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www.1ppt.com/xiazai/dabian/  </a:t>
            </a:r>
            <a:r>
              <a:rPr lang="zh-CN" altLang="en-US" sz="100" dirty="0">
                <a:solidFill>
                  <a:prstClr val="white"/>
                </a:solidFill>
                <a:latin typeface="Calibri"/>
                <a:ea typeface="宋体"/>
              </a:rPr>
              <a:t>工作汇报</a:t>
            </a:r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PPT</a:t>
            </a:r>
            <a:r>
              <a:rPr lang="zh-CN" altLang="en-US" sz="100" dirty="0">
                <a:solidFill>
                  <a:prstClr val="white"/>
                </a:solidFill>
                <a:latin typeface="Calibri"/>
                <a:ea typeface="宋体"/>
              </a:rPr>
              <a:t>：</a:t>
            </a:r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www.1ppt.com/xiazai/huibao/    </a:t>
            </a:r>
          </a:p>
          <a:p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 </a:t>
            </a:r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26DA7060-857A-4930-832C-C09BFD4FCF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F7FF8F7-2B15-4A01-A575-53845FA96B4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B9701E7A-8C68-4E20-A803-855BD0F40B8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4C615B9C-5EC5-4D9B-B5D9-BB2972780C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FFDAE1-EB67-42CF-B593-56AA292DA8C8}" type="datetimeFigureOut">
              <a:rPr lang="zh-CN" altLang="en-US" smtClean="0"/>
              <a:t>2023/4/24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E22F8F48-9F51-4F97-9DA9-9E015ACE48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1BA7C295-EAAA-41B7-986C-D8AFF63FDD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1E6056-67A1-460C-8D55-8E079809267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0777890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10F4CDC-4DFE-4DB1-972E-CE28FCB9A1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2E09ECFB-135A-4BF2-82FE-C099094248A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C4914377-BA6A-4199-BDEB-7EFD3B82FC7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4CA16539-559F-474B-992A-1331A0355B6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29C14912-C4A7-47EF-A8EC-B0F50FA6545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571CC34F-E9B9-4EFD-A3C4-0BA19D4EA5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FFDAE1-EB67-42CF-B593-56AA292DA8C8}" type="datetimeFigureOut">
              <a:rPr lang="zh-CN" altLang="en-US" smtClean="0"/>
              <a:t>2023/4/24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A0306A62-EAF9-495D-B60F-8B898B61FE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5351980E-AD6D-4890-B2E1-61420E5AAA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1E6056-67A1-460C-8D55-8E079809267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8240729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2366452-93AB-427B-9625-F906CB897E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19FD17F3-7053-4148-800C-FB4B3C05E0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FFDAE1-EB67-42CF-B593-56AA292DA8C8}" type="datetimeFigureOut">
              <a:rPr lang="zh-CN" altLang="en-US" smtClean="0"/>
              <a:t>2023/4/24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66709179-9F05-4ED9-898C-DD1E14C4EE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89DE3C05-79FC-42A5-B9A2-AC8CCD3D26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1E6056-67A1-460C-8D55-8E079809267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4659072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03BF4A8C-F0F4-41A6-BF41-876FEF21AB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FFDAE1-EB67-42CF-B593-56AA292DA8C8}" type="datetimeFigureOut">
              <a:rPr lang="zh-CN" altLang="en-US" smtClean="0"/>
              <a:t>2023/4/24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5F4BE2DC-A408-49B2-A4F8-EE9769AFFE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03A16DA8-302B-4AE1-AF88-B9CFFEEEBA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1E6056-67A1-460C-8D55-8E079809267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7390025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8940FE9-4853-4B02-9ACB-5CAF188470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58361D0-290C-442A-8B44-B0642C42D6F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DAEF0013-B4AF-4C3C-AB98-C192E7C3911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0A2650F-35B1-4222-8E3D-55C4DBD2B6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FFDAE1-EB67-42CF-B593-56AA292DA8C8}" type="datetimeFigureOut">
              <a:rPr lang="zh-CN" altLang="en-US" smtClean="0"/>
              <a:t>2023/4/24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D6E7498D-7297-4B92-A228-86A6C90602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62A8D0AA-D078-408B-B714-3CE8EF0C9B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1E6056-67A1-460C-8D55-8E079809267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5046750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27FEBB0-8B3B-410D-A075-42A14BE621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8B37B9B3-435A-479F-8455-3BFE235CA01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2EB4E751-9289-4C4E-9418-EE2ED45DDF6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937B3CBA-A6F8-46D2-B8FE-0FCC383C94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FFDAE1-EB67-42CF-B593-56AA292DA8C8}" type="datetimeFigureOut">
              <a:rPr lang="zh-CN" altLang="en-US" smtClean="0"/>
              <a:t>2023/4/24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7364EF54-A7CA-4392-9234-4DDE22D719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43F75E53-F65D-44C7-939C-A76A1D47C7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1E6056-67A1-460C-8D55-8E079809267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9711935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7816F80-4702-44BD-867F-324A473EAB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62F0CDC5-CE5D-4691-97FD-895FAEEA2B4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ECE9BBA-8B26-464A-893C-B296D43FA6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FFDAE1-EB67-42CF-B593-56AA292DA8C8}" type="datetimeFigureOut">
              <a:rPr lang="zh-CN" altLang="en-US" smtClean="0"/>
              <a:t>2023/4/24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4601B33-B587-4FB0-85AB-DDC1F4A34B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610712C-C969-4C2A-8ABC-CCD2466F86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1E6056-67A1-460C-8D55-8E079809267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6033416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65EEDC4F-CF6F-4F5A-B7D5-5DDA55C2955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1E88988E-73BA-47A0-9593-2824B50A451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2CE60E4-1A17-46B8-BD11-6895D1EA99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FFDAE1-EB67-42CF-B593-56AA292DA8C8}" type="datetimeFigureOut">
              <a:rPr lang="zh-CN" altLang="en-US" smtClean="0"/>
              <a:t>2023/4/24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69CB261-00A7-4DFD-8566-0F34AD0B2F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51146E0-61EB-40A0-AEB0-9AAA4858CF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1E6056-67A1-460C-8D55-8E079809267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8340380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 cstate="screen">
            <a:alphaModFix amt="65000"/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CF24FEF5-80E6-49C9-85D6-2BC4782981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2EAF9174-E843-4ABD-B37E-7C4FA3D2128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7DB30D1-E683-4A0D-B10E-812E5E4C654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7FFDAE1-EB67-42CF-B593-56AA292DA8C8}" type="datetimeFigureOut">
              <a:rPr lang="zh-CN" altLang="en-US" smtClean="0"/>
              <a:t>2023/4/24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E056DC2-E1F5-4995-85FF-140FC7BF948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ED04F22-1EEB-4F3C-8EF1-26E3E5B27B0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A1E6056-67A1-460C-8D55-8E079809267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0024355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矩形 15">
            <a:extLst>
              <a:ext uri="{FF2B5EF4-FFF2-40B4-BE49-F238E27FC236}">
                <a16:creationId xmlns:a16="http://schemas.microsoft.com/office/drawing/2014/main" id="{A00EFA96-0182-425D-BCA4-E63B2E97FADD}"/>
              </a:ext>
            </a:extLst>
          </p:cNvPr>
          <p:cNvSpPr/>
          <p:nvPr/>
        </p:nvSpPr>
        <p:spPr>
          <a:xfrm flipH="1">
            <a:off x="11469292" y="6256421"/>
            <a:ext cx="97066" cy="601579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6" name="椭圆 5">
            <a:extLst>
              <a:ext uri="{FF2B5EF4-FFF2-40B4-BE49-F238E27FC236}">
                <a16:creationId xmlns:a16="http://schemas.microsoft.com/office/drawing/2014/main" id="{E1B4E00B-A59F-40B7-AE12-5CA474CE7727}"/>
              </a:ext>
            </a:extLst>
          </p:cNvPr>
          <p:cNvSpPr/>
          <p:nvPr/>
        </p:nvSpPr>
        <p:spPr>
          <a:xfrm>
            <a:off x="3006189" y="2318083"/>
            <a:ext cx="2221834" cy="2221834"/>
          </a:xfrm>
          <a:prstGeom prst="ellipse">
            <a:avLst/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7" name="椭圆 6">
            <a:extLst>
              <a:ext uri="{FF2B5EF4-FFF2-40B4-BE49-F238E27FC236}">
                <a16:creationId xmlns:a16="http://schemas.microsoft.com/office/drawing/2014/main" id="{76422D18-37EE-4390-A0D0-947CB31C5CD6}"/>
              </a:ext>
            </a:extLst>
          </p:cNvPr>
          <p:cNvSpPr/>
          <p:nvPr/>
        </p:nvSpPr>
        <p:spPr>
          <a:xfrm>
            <a:off x="9228795" y="3200400"/>
            <a:ext cx="558015" cy="558015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8" name="椭圆 7">
            <a:extLst>
              <a:ext uri="{FF2B5EF4-FFF2-40B4-BE49-F238E27FC236}">
                <a16:creationId xmlns:a16="http://schemas.microsoft.com/office/drawing/2014/main" id="{595759E0-70EB-4F31-9979-C48DF9140050}"/>
              </a:ext>
            </a:extLst>
          </p:cNvPr>
          <p:cNvSpPr/>
          <p:nvPr/>
        </p:nvSpPr>
        <p:spPr>
          <a:xfrm>
            <a:off x="2744906" y="1382479"/>
            <a:ext cx="4093043" cy="4093043"/>
          </a:xfrm>
          <a:prstGeom prst="ellipse">
            <a:avLst/>
          </a:prstGeom>
          <a:noFill/>
          <a:ln w="57150"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89E665AE-D1F7-4530-A01D-8118F2016433}"/>
              </a:ext>
            </a:extLst>
          </p:cNvPr>
          <p:cNvSpPr/>
          <p:nvPr/>
        </p:nvSpPr>
        <p:spPr>
          <a:xfrm>
            <a:off x="3269655" y="2823063"/>
            <a:ext cx="6166377" cy="1300356"/>
          </a:xfrm>
          <a:prstGeom prst="rect">
            <a:avLst/>
          </a:prstGeom>
        </p:spPr>
        <p:txBody>
          <a:bodyPr wrap="square" lIns="68580" tIns="34290" rIns="68580" bIns="34290">
            <a:spAutoFit/>
          </a:bodyPr>
          <a:lstStyle/>
          <a:p>
            <a:pPr>
              <a:defRPr/>
            </a:pPr>
            <a:r>
              <a:rPr lang="zh-CN" altLang="en-US" sz="8000" dirty="0" smtClean="0"/>
              <a:t>实验九</a:t>
            </a:r>
            <a:endParaRPr sz="7500" spc="300" dirty="0">
              <a:solidFill>
                <a:srgbClr val="292929"/>
              </a:solidFill>
              <a:latin typeface="方正粗谭黑简体" panose="02000000000000000000" pitchFamily="2" charset="-122"/>
              <a:ea typeface="方正粗谭黑简体" panose="02000000000000000000" pitchFamily="2" charset="-122"/>
              <a:cs typeface="+mn-ea"/>
              <a:sym typeface="+mn-lt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828238AC-3B1F-4281-98A3-D0FE900CC5AA}"/>
              </a:ext>
            </a:extLst>
          </p:cNvPr>
          <p:cNvSpPr/>
          <p:nvPr/>
        </p:nvSpPr>
        <p:spPr>
          <a:xfrm>
            <a:off x="6659592" y="4101335"/>
            <a:ext cx="4060960" cy="438582"/>
          </a:xfrm>
          <a:prstGeom prst="rect">
            <a:avLst/>
          </a:prstGeom>
        </p:spPr>
        <p:txBody>
          <a:bodyPr wrap="square" lIns="68580" tIns="34290" rIns="68580" bIns="34290">
            <a:spAutoFit/>
          </a:bodyPr>
          <a:lstStyle/>
          <a:p>
            <a:pPr algn="dist">
              <a:defRPr/>
            </a:pPr>
            <a:r>
              <a:rPr lang="zh-CN" altLang="en-US" sz="2400" spc="225" smtClean="0">
                <a:solidFill>
                  <a:srgbClr val="292929"/>
                </a:solidFill>
                <a:cs typeface="+mn-ea"/>
                <a:sym typeface="+mn-lt"/>
              </a:rPr>
              <a:t>字符串</a:t>
            </a:r>
            <a:r>
              <a:rPr lang="zh-CN" altLang="en-US" sz="2400" spc="225" smtClean="0">
                <a:solidFill>
                  <a:srgbClr val="292929"/>
                </a:solidFill>
                <a:cs typeface="+mn-ea"/>
                <a:sym typeface="+mn-lt"/>
              </a:rPr>
              <a:t>处理</a:t>
            </a:r>
            <a:endParaRPr lang="en-US" altLang="zh-CN" sz="2400" spc="225" dirty="0" smtClean="0">
              <a:solidFill>
                <a:srgbClr val="292929"/>
              </a:solidFill>
              <a:cs typeface="+mn-ea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4947242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1000"/>
                            </p:stCondLst>
                            <p:childTnLst>
                              <p:par>
                                <p:cTn id="1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1500"/>
                            </p:stCondLst>
                            <p:childTnLst>
                              <p:par>
                                <p:cTn id="2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6" grpId="0" animBg="1"/>
      <p:bldP spid="7" grpId="0" animBg="1"/>
      <p:bldP spid="8" grpId="0" animBg="1"/>
      <p:bldP spid="11" grpId="0"/>
      <p:bldP spid="13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椭圆 3">
            <a:extLst>
              <a:ext uri="{FF2B5EF4-FFF2-40B4-BE49-F238E27FC236}">
                <a16:creationId xmlns:a16="http://schemas.microsoft.com/office/drawing/2014/main" id="{816B405C-B524-437D-A020-C9F0875C6D2C}"/>
              </a:ext>
            </a:extLst>
          </p:cNvPr>
          <p:cNvSpPr/>
          <p:nvPr/>
        </p:nvSpPr>
        <p:spPr>
          <a:xfrm>
            <a:off x="465221" y="417094"/>
            <a:ext cx="386117" cy="386117"/>
          </a:xfrm>
          <a:prstGeom prst="ellipse">
            <a:avLst/>
          </a:prstGeom>
          <a:solidFill>
            <a:srgbClr val="29292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cs typeface="+mn-ea"/>
              <a:sym typeface="+mn-lt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27FD09E1-2F64-4D27-BE2A-B97B619CFA7C}"/>
              </a:ext>
            </a:extLst>
          </p:cNvPr>
          <p:cNvSpPr txBox="1"/>
          <p:nvPr/>
        </p:nvSpPr>
        <p:spPr>
          <a:xfrm>
            <a:off x="993505" y="276066"/>
            <a:ext cx="228139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200" dirty="0" smtClean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实验八评讲</a:t>
            </a:r>
            <a:endParaRPr lang="zh-CN" altLang="en-US" sz="3200" dirty="0">
              <a:solidFill>
                <a:schemeClr val="tx1">
                  <a:lumMod val="75000"/>
                  <a:lumOff val="25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371600" y="1562986"/>
            <a:ext cx="6058069" cy="203132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 smtClean="0"/>
              <a:t>输出直接覆盖掉原有的输入数据</a:t>
            </a:r>
            <a:r>
              <a:rPr lang="en-US" altLang="zh-CN" dirty="0" smtClean="0"/>
              <a:t>,</a:t>
            </a:r>
          </a:p>
          <a:p>
            <a:r>
              <a:rPr lang="zh-CN" altLang="en-US" dirty="0" smtClean="0"/>
              <a:t>错误原因： 没有换行</a:t>
            </a:r>
            <a:endParaRPr lang="en-US" altLang="zh-CN" dirty="0" smtClean="0"/>
          </a:p>
          <a:p>
            <a:r>
              <a:rPr lang="zh-CN" altLang="en-US" dirty="0" smtClean="0"/>
              <a:t>解决方法： 在输出转换后的字符串时先输出换行符  </a:t>
            </a:r>
            <a:r>
              <a:rPr lang="en-US" altLang="zh-CN" dirty="0" smtClean="0"/>
              <a:t>“0AH”</a:t>
            </a:r>
          </a:p>
          <a:p>
            <a:endParaRPr lang="en-US" altLang="zh-CN" dirty="0"/>
          </a:p>
          <a:p>
            <a:endParaRPr lang="en-US" altLang="zh-CN" dirty="0" smtClean="0"/>
          </a:p>
          <a:p>
            <a:endParaRPr lang="en-US" altLang="zh-CN" dirty="0"/>
          </a:p>
          <a:p>
            <a:endParaRPr lang="en-US" altLang="zh-CN" dirty="0"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62751" y="2642950"/>
            <a:ext cx="2695575" cy="26098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585412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dissolve/>
      </p:transition>
    </mc:Choice>
    <mc:Fallback xmlns="">
      <p:transition spd="slow">
        <p:dissolve/>
      </p:transition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椭圆 3">
            <a:extLst>
              <a:ext uri="{FF2B5EF4-FFF2-40B4-BE49-F238E27FC236}">
                <a16:creationId xmlns:a16="http://schemas.microsoft.com/office/drawing/2014/main" id="{816B405C-B524-437D-A020-C9F0875C6D2C}"/>
              </a:ext>
            </a:extLst>
          </p:cNvPr>
          <p:cNvSpPr/>
          <p:nvPr/>
        </p:nvSpPr>
        <p:spPr>
          <a:xfrm>
            <a:off x="465221" y="417094"/>
            <a:ext cx="386117" cy="386117"/>
          </a:xfrm>
          <a:prstGeom prst="ellipse">
            <a:avLst/>
          </a:prstGeom>
          <a:solidFill>
            <a:srgbClr val="29292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cs typeface="+mn-ea"/>
              <a:sym typeface="+mn-lt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27FD09E1-2F64-4D27-BE2A-B97B619CFA7C}"/>
              </a:ext>
            </a:extLst>
          </p:cNvPr>
          <p:cNvSpPr txBox="1"/>
          <p:nvPr/>
        </p:nvSpPr>
        <p:spPr>
          <a:xfrm>
            <a:off x="993505" y="276066"/>
            <a:ext cx="182614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2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实验内容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84BD821F-347E-466B-A78A-EEBD4AFE8EE9}"/>
              </a:ext>
            </a:extLst>
          </p:cNvPr>
          <p:cNvSpPr txBox="1"/>
          <p:nvPr/>
        </p:nvSpPr>
        <p:spPr>
          <a:xfrm>
            <a:off x="851338" y="986715"/>
            <a:ext cx="10471086" cy="489364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E84C53"/>
                </a:solidFill>
              </a14:hiddenFill>
            </a:ext>
          </a:extLst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400" dirty="0"/>
              <a:t>1</a:t>
            </a:r>
            <a:r>
              <a:rPr lang="zh-CN" altLang="en-US" sz="2400" dirty="0"/>
              <a:t> </a:t>
            </a:r>
            <a:r>
              <a:rPr lang="en-US" altLang="zh-CN" sz="2400" dirty="0"/>
              <a:t>.</a:t>
            </a:r>
            <a:r>
              <a:rPr lang="zh-CN" altLang="en-US" sz="2400" dirty="0"/>
              <a:t>编写汇编程序，从键盘输入一个字符串，并将其倒序输出到屏幕中</a:t>
            </a:r>
            <a:endParaRPr lang="en-US" altLang="zh-CN" sz="2400" dirty="0"/>
          </a:p>
          <a:p>
            <a:pPr>
              <a:lnSpc>
                <a:spcPct val="150000"/>
              </a:lnSpc>
            </a:pPr>
            <a:r>
              <a:rPr lang="zh-CN" altLang="en-US" sz="2400" dirty="0"/>
              <a:t>例如：</a:t>
            </a:r>
            <a:endParaRPr lang="en-US" altLang="zh-CN" sz="2400" dirty="0"/>
          </a:p>
          <a:p>
            <a:pPr>
              <a:lnSpc>
                <a:spcPct val="150000"/>
              </a:lnSpc>
            </a:pPr>
            <a:r>
              <a:rPr lang="zh-CN" altLang="en-US" sz="2400" dirty="0"/>
              <a:t>输入  </a:t>
            </a:r>
            <a:r>
              <a:rPr lang="en-US" altLang="zh-CN" sz="2400" dirty="0"/>
              <a:t>abcd345</a:t>
            </a:r>
          </a:p>
          <a:p>
            <a:pPr>
              <a:lnSpc>
                <a:spcPct val="150000"/>
              </a:lnSpc>
            </a:pPr>
            <a:r>
              <a:rPr lang="zh-CN" altLang="en-US" sz="2400" dirty="0"/>
              <a:t>输出 </a:t>
            </a:r>
            <a:r>
              <a:rPr lang="en-US" altLang="zh-CN" sz="2400" dirty="0"/>
              <a:t>543cba</a:t>
            </a:r>
          </a:p>
          <a:p>
            <a:pPr>
              <a:lnSpc>
                <a:spcPct val="150000"/>
              </a:lnSpc>
            </a:pPr>
            <a:endParaRPr lang="en-US" altLang="zh-CN" sz="2400" dirty="0" smtClean="0"/>
          </a:p>
          <a:p>
            <a:r>
              <a:rPr lang="en-US" altLang="zh-CN" sz="2400" dirty="0" smtClean="0">
                <a:sym typeface="+mn-lt"/>
              </a:rPr>
              <a:t>2.</a:t>
            </a:r>
            <a:r>
              <a:rPr lang="zh-CN" altLang="en-US" sz="2400" dirty="0" smtClean="0">
                <a:sym typeface="+mn-lt"/>
              </a:rPr>
              <a:t>编写一个程序，判别键盘上输入的字符；若是</a:t>
            </a:r>
            <a:r>
              <a:rPr lang="en-US" altLang="zh-CN" sz="2400" dirty="0" smtClean="0">
                <a:sym typeface="+mn-lt"/>
              </a:rPr>
              <a:t>1~9 </a:t>
            </a:r>
            <a:r>
              <a:rPr lang="zh-CN" altLang="en-US" sz="2400" smtClean="0">
                <a:sym typeface="+mn-lt"/>
              </a:rPr>
              <a:t>数字字符</a:t>
            </a:r>
            <a:r>
              <a:rPr lang="zh-CN" altLang="en-US" sz="2400" dirty="0" smtClean="0">
                <a:sym typeface="+mn-lt"/>
              </a:rPr>
              <a:t>，则显示之；若为</a:t>
            </a:r>
            <a:r>
              <a:rPr lang="en-US" altLang="zh-CN" sz="2400" dirty="0" smtClean="0">
                <a:sym typeface="+mn-lt"/>
              </a:rPr>
              <a:t>A~Z</a:t>
            </a:r>
            <a:r>
              <a:rPr lang="zh-CN" altLang="en-US" sz="2400" dirty="0" smtClean="0">
                <a:sym typeface="+mn-lt"/>
              </a:rPr>
              <a:t>字符，显示“</a:t>
            </a:r>
            <a:r>
              <a:rPr lang="en-US" altLang="zh-CN" sz="2400" dirty="0" smtClean="0">
                <a:sym typeface="+mn-lt"/>
              </a:rPr>
              <a:t>c</a:t>
            </a:r>
            <a:r>
              <a:rPr lang="zh-CN" altLang="en-US" sz="2400" dirty="0" smtClean="0">
                <a:sym typeface="+mn-lt"/>
              </a:rPr>
              <a:t>”，若为</a:t>
            </a:r>
            <a:r>
              <a:rPr lang="en-US" altLang="zh-CN" sz="2400" dirty="0" smtClean="0">
                <a:sym typeface="+mn-lt"/>
              </a:rPr>
              <a:t>a-z </a:t>
            </a:r>
            <a:r>
              <a:rPr lang="zh-CN" altLang="en-US" sz="2400" dirty="0" smtClean="0">
                <a:sym typeface="+mn-lt"/>
              </a:rPr>
              <a:t>字符，显示“</a:t>
            </a:r>
            <a:r>
              <a:rPr lang="en-US" altLang="zh-CN" sz="2400" dirty="0" smtClean="0">
                <a:sym typeface="+mn-lt"/>
              </a:rPr>
              <a:t>C</a:t>
            </a:r>
            <a:r>
              <a:rPr lang="zh-CN" altLang="en-US" sz="2400" dirty="0" smtClean="0">
                <a:sym typeface="+mn-lt"/>
              </a:rPr>
              <a:t>”，若是回车字符（</a:t>
            </a:r>
            <a:r>
              <a:rPr lang="en-US" altLang="zh-CN" sz="2400" dirty="0" smtClean="0">
                <a:sym typeface="+mn-lt"/>
              </a:rPr>
              <a:t>0DH</a:t>
            </a:r>
            <a:r>
              <a:rPr lang="zh-CN" altLang="en-US" sz="2400" dirty="0" smtClean="0">
                <a:sym typeface="+mn-lt"/>
              </a:rPr>
              <a:t>），则结束程序，若为其他按字符则显示“</a:t>
            </a:r>
            <a:r>
              <a:rPr lang="en-US" altLang="zh-CN" sz="2400" dirty="0" smtClean="0">
                <a:sym typeface="+mn-lt"/>
              </a:rPr>
              <a:t>R</a:t>
            </a:r>
            <a:r>
              <a:rPr lang="zh-CN" altLang="en-US" sz="2400" dirty="0" smtClean="0">
                <a:sym typeface="+mn-lt"/>
              </a:rPr>
              <a:t>”</a:t>
            </a:r>
            <a:endParaRPr lang="en-US" altLang="zh-CN" sz="2400" dirty="0" smtClean="0">
              <a:sym typeface="+mn-lt"/>
            </a:endParaRPr>
          </a:p>
          <a:p>
            <a:r>
              <a:rPr lang="en-US" altLang="zh-CN" sz="2400" dirty="0" smtClean="0">
                <a:sym typeface="+mn-lt"/>
              </a:rPr>
              <a:t>     </a:t>
            </a:r>
            <a:r>
              <a:rPr lang="zh-CN" altLang="en-US" sz="2400" dirty="0" smtClean="0">
                <a:sym typeface="+mn-lt"/>
              </a:rPr>
              <a:t>键盘输入字符：利用</a:t>
            </a:r>
            <a:r>
              <a:rPr lang="en-US" altLang="zh-CN" sz="2400" dirty="0" smtClean="0">
                <a:sym typeface="+mn-lt"/>
              </a:rPr>
              <a:t>DOS</a:t>
            </a:r>
            <a:r>
              <a:rPr lang="zh-CN" altLang="en-US" sz="2400" dirty="0" smtClean="0">
                <a:sym typeface="+mn-lt"/>
              </a:rPr>
              <a:t>功能调用的</a:t>
            </a:r>
            <a:r>
              <a:rPr lang="en-US" altLang="zh-CN" sz="2400" dirty="0" smtClean="0">
                <a:sym typeface="+mn-lt"/>
              </a:rPr>
              <a:t>07</a:t>
            </a:r>
            <a:r>
              <a:rPr lang="zh-CN" altLang="en-US" sz="2400" dirty="0" smtClean="0">
                <a:sym typeface="+mn-lt"/>
              </a:rPr>
              <a:t>号功能</a:t>
            </a:r>
            <a:endParaRPr lang="en-US" altLang="zh-CN" sz="2400" dirty="0" smtClean="0">
              <a:sym typeface="+mn-lt"/>
            </a:endParaRPr>
          </a:p>
          <a:p>
            <a:pPr>
              <a:lnSpc>
                <a:spcPct val="150000"/>
              </a:lnSpc>
            </a:pPr>
            <a:endParaRPr lang="en-US" altLang="zh-CN" sz="2400" dirty="0"/>
          </a:p>
        </p:txBody>
      </p:sp>
    </p:spTree>
    <p:extLst>
      <p:ext uri="{BB962C8B-B14F-4D97-AF65-F5344CB8AC3E}">
        <p14:creationId xmlns:p14="http://schemas.microsoft.com/office/powerpoint/2010/main" val="10917593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dissolve/>
      </p:transition>
    </mc:Choice>
    <mc:Fallback xmlns="">
      <p:transition spd="slow">
        <p:dissolv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8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bldLvl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PRING_PRESENTATION_TITLE" val="述职"/>
</p:tagLst>
</file>

<file path=ppt/theme/theme1.xml><?xml version="1.0" encoding="utf-8"?>
<a:theme xmlns:a="http://schemas.openxmlformats.org/drawingml/2006/main" name="第一PPT，www.1ppt.com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mdh3yr22">
      <a:majorFont>
        <a:latin typeface="Arial" panose="020F0302020204030204"/>
        <a:ea typeface="微软雅黑"/>
        <a:cs typeface=""/>
      </a:majorFont>
      <a:minorFont>
        <a:latin typeface="Arial" panose="020F0502020204030204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2073</TotalTime>
  <Words>144</Words>
  <Application>Microsoft Office PowerPoint</Application>
  <PresentationFormat>宽屏</PresentationFormat>
  <Paragraphs>19</Paragraphs>
  <Slides>3</Slides>
  <Notes>3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</vt:i4>
      </vt:variant>
    </vt:vector>
  </HeadingPairs>
  <TitlesOfParts>
    <vt:vector size="10" baseType="lpstr">
      <vt:lpstr>等线</vt:lpstr>
      <vt:lpstr>方正粗谭黑简体</vt:lpstr>
      <vt:lpstr>宋体</vt:lpstr>
      <vt:lpstr>微软雅黑</vt:lpstr>
      <vt:lpstr>Arial</vt:lpstr>
      <vt:lpstr>Calibri</vt:lpstr>
      <vt:lpstr>第一PPT，www.1ppt.com</vt:lpstr>
      <vt:lpstr>PowerPoint 演示文稿</vt:lpstr>
      <vt:lpstr>PowerPoint 演示文稿</vt:lpstr>
      <vt:lpstr>PowerPoint 演示文稿</vt:lpstr>
    </vt:vector>
  </TitlesOfParts>
  <Company>第一PPT，www.1ppt.com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简洁述职报告</dc:title>
  <dc:creator>第一PPT</dc:creator>
  <cp:keywords>www.1ppt.com</cp:keywords>
  <dc:description>www.1ppt.com</dc:description>
  <cp:lastModifiedBy>linying</cp:lastModifiedBy>
  <cp:revision>137</cp:revision>
  <dcterms:created xsi:type="dcterms:W3CDTF">2019-06-11T09:29:47Z</dcterms:created>
  <dcterms:modified xsi:type="dcterms:W3CDTF">2023-04-24T04:40:11Z</dcterms:modified>
</cp:coreProperties>
</file>