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9" r:id="rId2"/>
    <p:sldId id="328" r:id="rId3"/>
    <p:sldId id="329" r:id="rId4"/>
  </p:sldIdLst>
  <p:sldSz cx="12192000" cy="6858000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feng" initials="gf" lastIdx="1" clrIdx="0">
    <p:extLst>
      <p:ext uri="{19B8F6BF-5375-455C-9EA6-DF929625EA0E}">
        <p15:presenceInfo xmlns:p15="http://schemas.microsoft.com/office/powerpoint/2012/main" userId="9ea4ce8b2d07d5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6318" autoAdjust="0"/>
  </p:normalViewPr>
  <p:slideViewPr>
    <p:cSldViewPr snapToGrid="0">
      <p:cViewPr varScale="1">
        <p:scale>
          <a:sx n="111" d="100"/>
          <a:sy n="111" d="100"/>
        </p:scale>
        <p:origin x="76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2023/5/15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584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2023/5/15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/>
              <a:t>实验十一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6659591" y="4101335"/>
            <a:ext cx="4500777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spc="225" dirty="0">
                <a:solidFill>
                  <a:srgbClr val="292929"/>
                </a:solidFill>
                <a:cs typeface="+mn-ea"/>
                <a:sym typeface="+mn-lt"/>
              </a:rPr>
              <a:t>综合程序设计实验</a:t>
            </a:r>
            <a:endParaRPr sz="2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目的要求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1209453"/>
            <a:ext cx="10668288" cy="2932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熟悉汇编语言程序设计结构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熟悉汇编语言程序子程序设计方法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了解汇编语言程序设计参数传递方法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47211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171C872-71AE-4131-A916-A45D31FB9AEE}"/>
              </a:ext>
            </a:extLst>
          </p:cNvPr>
          <p:cNvSpPr txBox="1"/>
          <p:nvPr/>
        </p:nvSpPr>
        <p:spPr>
          <a:xfrm>
            <a:off x="644601" y="1158916"/>
            <a:ext cx="1003654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/>
            </a:r>
            <a:b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</a:b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从终端输入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10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个十进制数成绩，并从大小排序后输出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提示：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数据段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800" dirty="0">
                <a:solidFill>
                  <a:schemeClr val="accent6"/>
                </a:solidFill>
                <a:cs typeface="+mn-ea"/>
                <a:sym typeface="+mn-lt"/>
              </a:rPr>
              <a:t>    </a:t>
            </a:r>
          </a:p>
          <a:p>
            <a:r>
              <a:rPr lang="en-US" altLang="zh-CN" i="0" dirty="0">
                <a:solidFill>
                  <a:schemeClr val="accent6"/>
                </a:solidFill>
                <a:effectLst/>
                <a:latin typeface="Source Code Pro" panose="020B0604020202020204" pitchFamily="49" charset="0"/>
                <a:cs typeface="+mn-ea"/>
                <a:sym typeface="+mn-lt"/>
              </a:rPr>
              <a:t>  </a:t>
            </a:r>
            <a:r>
              <a:rPr lang="en-US" altLang="zh-CN" i="0" dirty="0">
                <a:solidFill>
                  <a:schemeClr val="accent6"/>
                </a:solidFill>
                <a:effectLst/>
                <a:latin typeface="Source Code Pro" panose="020B0604020202020204" pitchFamily="49" charset="0"/>
              </a:rPr>
              <a:t>NUMBERS DB 10 DUP(?) ;</a:t>
            </a:r>
            <a:endParaRPr lang="en-US" altLang="zh-CN" sz="1800" dirty="0">
              <a:solidFill>
                <a:schemeClr val="accent6"/>
              </a:solidFill>
              <a:cs typeface="+mn-ea"/>
              <a:sym typeface="+mn-lt"/>
            </a:endParaRPr>
          </a:p>
          <a:p>
            <a:endParaRPr lang="en-US" altLang="zh-CN" sz="1800" dirty="0">
              <a:cs typeface="+mn-ea"/>
              <a:sym typeface="+mn-lt"/>
            </a:endParaRPr>
          </a:p>
          <a:p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1.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编写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INPUT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子程序写法输入第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个十进制数并存入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NUMBERS[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]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内存单元中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(0&lt;=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&lt;=9)</a:t>
            </a:r>
          </a:p>
          <a:p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2. 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编写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SORT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子程序，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对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NUMBERS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所指向的连续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10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个存储单元进行冒泡排序（简单排序）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3.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编写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OUTPUT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子程序将数值以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10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进制方式输出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4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对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NUMBERS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所指向的连续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10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个存储单元数据分别调用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OUTPUT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子程序，输出</a:t>
            </a:r>
            <a:r>
              <a:rPr lang="zh-CN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数值</a:t>
            </a:r>
            <a:endParaRPr lang="en-US" altLang="zh-CN" sz="18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5.</a:t>
            </a:r>
            <a:r>
              <a:rPr lang="zh-CN" altLang="en-US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撰写实验报告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1062516" y="6040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04805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2318</TotalTime>
  <Words>27</Words>
  <Application>Microsoft Office PowerPoint</Application>
  <PresentationFormat>宽屏</PresentationFormat>
  <Paragraphs>22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Source Code Pro</vt:lpstr>
      <vt:lpstr>等线</vt:lpstr>
      <vt:lpstr>方正粗谭黑简体</vt:lpstr>
      <vt:lpstr>宋体</vt:lpstr>
      <vt:lpstr>微软雅黑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linying</cp:lastModifiedBy>
  <cp:revision>158</cp:revision>
  <dcterms:created xsi:type="dcterms:W3CDTF">2019-06-11T09:29:47Z</dcterms:created>
  <dcterms:modified xsi:type="dcterms:W3CDTF">2023-05-15T05:08:22Z</dcterms:modified>
</cp:coreProperties>
</file>