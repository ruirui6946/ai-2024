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9" r:id="rId2"/>
    <p:sldId id="300" r:id="rId3"/>
    <p:sldId id="301" r:id="rId4"/>
    <p:sldId id="302" r:id="rId5"/>
    <p:sldId id="303" r:id="rId6"/>
    <p:sldId id="304" r:id="rId7"/>
    <p:sldId id="305" r:id="rId8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o feng" initials="gf" lastIdx="1" clrIdx="0">
    <p:extLst>
      <p:ext uri="{19B8F6BF-5375-455C-9EA6-DF929625EA0E}">
        <p15:presenceInfo xmlns:p15="http://schemas.microsoft.com/office/powerpoint/2012/main" userId="9ea4ce8b2d07d5d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FFD966"/>
    <a:srgbClr val="7F7F7F"/>
    <a:srgbClr val="F8CE7C"/>
    <a:srgbClr val="D0B0A9"/>
    <a:srgbClr val="4C302A"/>
    <a:srgbClr val="B7A784"/>
    <a:srgbClr val="D2836E"/>
    <a:srgbClr val="B59666"/>
    <a:srgbClr val="4B3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96318" autoAdjust="0"/>
  </p:normalViewPr>
  <p:slideViewPr>
    <p:cSldViewPr snapToGrid="0">
      <p:cViewPr varScale="1">
        <p:scale>
          <a:sx n="90" d="100"/>
          <a:sy n="90" d="100"/>
        </p:scale>
        <p:origin x="102" y="7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FC243-3E68-4BFF-A505-ADDF9D7195A4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7D84A-3049-44F6-8517-64F0971FDD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77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545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67D84A-3049-44F6-8517-64F0971FDD2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092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A646B-F117-4928-A8A2-1716300C34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781FEE-C1F4-469A-9E36-8F4601D2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8552C6-A02E-47D7-A268-DC48634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A628B0-905E-46AF-9C51-C2B5AF89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B8A775-5E37-4409-A4E7-F0814E9F7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593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B327-6DC4-489C-A130-8CF667D3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6EB504-E0E5-46C5-B6D0-95B1660E2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0CF13-8903-4992-88F7-C55D7F4E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41C592-991D-4A88-81B0-FA07E26D1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6A61AE-DFB6-4E40-B78C-76E64498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82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EF327-DE46-4FD7-851C-CAD5A20AC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308B61-6FAC-4108-97CC-3ACD182B9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0CB1DC-8355-42C5-AF00-8E36F02E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A65AD0-D1B3-49A8-9F94-E603B5BA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3DBE1-743B-438D-92D3-E40E206AC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13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8495710" y="3569750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A7060-857A-4930-832C-C09BFD4F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7FF8F7-2B15-4A01-A575-53845FA96B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701E7A-8C68-4E20-A803-855BD0F40B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615B9C-5EC5-4D9B-B5D9-BB297278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2F8F48-9F51-4F97-9DA9-9E015ACE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A7C295-EAAA-41B7-986C-D8AFF63FD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778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0F4CDC-4DFE-4DB1-972E-CE28FCB9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09ECFB-135A-4BF2-82FE-C099094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4914377-BA6A-4199-BDEB-7EFD3B82F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16539-559F-474B-992A-1331A0355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C14912-C4A7-47EF-A8EC-B0F50FA65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1CC34F-E9B9-4EFD-A3C4-0BA19D4EA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306A62-EAF9-495D-B60F-8B898B61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51980E-AD6D-4890-B2E1-61420E5AA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407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366452-93AB-427B-9625-F906CB897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FD17F3-7053-4148-800C-FB4B3C05E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709179-9F05-4ED9-898C-DD1E14C4E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DE3C05-79FC-42A5-B9A2-AC8CCD3D2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9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3BF4A8C-F0F4-41A6-BF41-876FEF21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4BE2DC-A408-49B2-A4F8-EE9769AF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A16DA8-302B-4AE1-AF88-B9CFFEEE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900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40FE9-4853-4B02-9ACB-5CAF18847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8361D0-290C-442A-8B44-B0642C42D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0013-B4AF-4C3C-AB98-C192E7C39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A2650F-35B1-4222-8E3D-55C4DBD2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E7498D-7297-4B92-A228-86A6C9060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A8D0AA-D078-408B-B714-3CE8EF0C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46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FEBB0-8B3B-410D-A075-42A14BE6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B37B9B3-435A-479F-8455-3BFE235CA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B4E751-9289-4C4E-9418-EE2ED45DD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7B3CBA-A6F8-46D2-B8FE-0FCC383C9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64EF54-A7CA-4392-9234-4DDE22D7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3F75E53-F65D-44C7-939C-A76A1D47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119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16F80-4702-44BD-867F-324A473E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F0CDC5-CE5D-4691-97FD-895FAEEA2B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CE9BBA-8B26-464A-893C-B296D43F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601B33-B587-4FB0-85AB-DDC1F4A3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10712C-C969-4C2A-8ABC-CCD2466F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33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EEDC4F-CF6F-4F5A-B7D5-5DDA55C29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E88988E-73BA-47A0-9593-2824B50A4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E60E4-1A17-46B8-BD11-6895D1E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FDAE1-EB67-42CF-B593-56AA292DA8C8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9CB261-00A7-4DFD-8566-0F34AD0B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1146E0-61EB-40A0-AEB0-9AAA4858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4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alphaModFix amt="65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24FEF5-80E6-49C9-85D6-2BC478298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AF9174-E843-4ABD-B37E-7C4FA3D21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DB30D1-E683-4A0D-B10E-812E5E4C65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FFDAE1-EB67-42CF-B593-56AA292DA8C8}" type="datetimeFigureOut">
              <a:rPr lang="zh-CN" altLang="en-US" smtClean="0"/>
              <a:t>2023/4/17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056DC2-E1F5-4995-85FF-140FC7BF9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D04F22-1EEB-4F3C-8EF1-26E3E5B27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E6056-67A1-460C-8D55-8E07980926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4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0EFA96-0182-425D-BCA4-E63B2E97FADD}"/>
              </a:ext>
            </a:extLst>
          </p:cNvPr>
          <p:cNvSpPr/>
          <p:nvPr/>
        </p:nvSpPr>
        <p:spPr>
          <a:xfrm flipH="1">
            <a:off x="11469292" y="6256421"/>
            <a:ext cx="97066" cy="6015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1B4E00B-A59F-40B7-AE12-5CA474CE7727}"/>
              </a:ext>
            </a:extLst>
          </p:cNvPr>
          <p:cNvSpPr/>
          <p:nvPr/>
        </p:nvSpPr>
        <p:spPr>
          <a:xfrm>
            <a:off x="3006189" y="2318083"/>
            <a:ext cx="2221834" cy="222183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6422D18-37EE-4390-A0D0-947CB31C5CD6}"/>
              </a:ext>
            </a:extLst>
          </p:cNvPr>
          <p:cNvSpPr/>
          <p:nvPr/>
        </p:nvSpPr>
        <p:spPr>
          <a:xfrm>
            <a:off x="9228795" y="3200400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5759E0-70EB-4F31-9979-C48DF9140050}"/>
              </a:ext>
            </a:extLst>
          </p:cNvPr>
          <p:cNvSpPr/>
          <p:nvPr/>
        </p:nvSpPr>
        <p:spPr>
          <a:xfrm>
            <a:off x="2744906" y="1382479"/>
            <a:ext cx="4093043" cy="409304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E665AE-D1F7-4530-A01D-8118F2016433}"/>
              </a:ext>
            </a:extLst>
          </p:cNvPr>
          <p:cNvSpPr/>
          <p:nvPr/>
        </p:nvSpPr>
        <p:spPr>
          <a:xfrm>
            <a:off x="3269655" y="2823063"/>
            <a:ext cx="6166377" cy="1300356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defRPr/>
            </a:pPr>
            <a:r>
              <a:rPr lang="zh-CN" altLang="en-US" sz="8000" dirty="0" smtClean="0"/>
              <a:t>实验八</a:t>
            </a:r>
            <a:endParaRPr sz="7500" spc="300" dirty="0">
              <a:solidFill>
                <a:srgbClr val="292929"/>
              </a:solidFill>
              <a:latin typeface="方正粗谭黑简体" panose="02000000000000000000" pitchFamily="2" charset="-122"/>
              <a:ea typeface="方正粗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8238AC-3B1F-4281-98A3-D0FE900CC5AA}"/>
              </a:ext>
            </a:extLst>
          </p:cNvPr>
          <p:cNvSpPr/>
          <p:nvPr/>
        </p:nvSpPr>
        <p:spPr>
          <a:xfrm>
            <a:off x="6659592" y="4101335"/>
            <a:ext cx="4060960" cy="438582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>
              <a:defRPr/>
            </a:pPr>
            <a:r>
              <a:rPr lang="zh-CN" altLang="en-US" sz="2400" spc="225" dirty="0" smtClean="0">
                <a:solidFill>
                  <a:srgbClr val="292929"/>
                </a:solidFill>
                <a:cs typeface="+mn-ea"/>
                <a:sym typeface="+mn-lt"/>
              </a:rPr>
              <a:t>字符串处理指令</a:t>
            </a:r>
            <a:endParaRPr lang="en-US" altLang="zh-CN" sz="2400" spc="225" dirty="0" smtClean="0">
              <a:solidFill>
                <a:srgbClr val="292929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2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6" grpId="0" animBg="1"/>
      <p:bldP spid="7" grpId="0" animBg="1"/>
      <p:bldP spid="8" grpId="0" animBg="1"/>
      <p:bldP spid="11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816B405C-B524-437D-A020-C9F0875C6D2C}"/>
              </a:ext>
            </a:extLst>
          </p:cNvPr>
          <p:cNvSpPr/>
          <p:nvPr/>
        </p:nvSpPr>
        <p:spPr>
          <a:xfrm>
            <a:off x="465221" y="417094"/>
            <a:ext cx="386117" cy="386117"/>
          </a:xfrm>
          <a:prstGeom prst="ellipse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实验六评讲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851338" y="860841"/>
            <a:ext cx="9031054" cy="1754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Tx/>
              <a:buAutoNum type="arabicPeriod"/>
            </a:pPr>
            <a:r>
              <a:rPr lang="zh-CN" altLang="en-US" sz="2400" dirty="0" smtClean="0"/>
              <a:t>阅读</a:t>
            </a:r>
            <a:r>
              <a:rPr lang="en-US" altLang="zh-CN" sz="2400" dirty="0" smtClean="0"/>
              <a:t>monthtab.asm </a:t>
            </a:r>
            <a:r>
              <a:rPr lang="zh-CN" altLang="en-US" sz="2400" dirty="0" smtClean="0"/>
              <a:t>程序，要求写出该程序功能，并在实验报告中画出其程序流程图</a:t>
            </a:r>
            <a:endParaRPr lang="en-US" altLang="zh-CN" sz="2400" dirty="0" smtClean="0"/>
          </a:p>
          <a:p>
            <a:pPr>
              <a:lnSpc>
                <a:spcPct val="150000"/>
              </a:lnSpc>
            </a:pP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1958541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data:image/png;base64,iVBORw0KGgoAAAANSUhEUgAAA+AAAAV7CAYAAACmVsXHAAAAAXNSR0IArs4c6QAAIABJREFUeF7s1zENAAAIBDHwbxoV3FQMfNKw3I4jQIAAAQIECBAgQIAAAQIE3gX2fcEAAQIECBAgQIAAAQIECBAgMALcE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C4DmcAAAAgAElEQVQ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G1u8O8AACAASURBV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Dg2q9jEgAAAIZh/l3XRa8oGIQ9JU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XFGORgAACkVJREFU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EgpwMFfB0LAms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data:image/png;base64,iVBORw0KGgoAAAANSUhEUgAAA+AAAAV7CAYAAACmVsXHAAAAAXNSR0IArs4c6QAAIABJREFUeF7s1zENAAAIBDHwbxoV3FQMfNKw3I4jQIAAAQIECBAgQIAAAQIE3gX2fcEAAQIECBAgQIAAAQIECBAgMALcE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C4DmcAAAAgAElEQVQ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G1u8O8AACAASURBV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CAAAECBAgIcD9AgAABAgQIECBAgAABAgQCAQEeIJsgQIAAAQIECBAgQIAAAQIC3A8QIECAAAECBAgQIECAAIFAQIAHyCYIECBAgAABAgQIECBAgIAA9wMECBAgQIAAAQIECBAgQCAQEOABsgkCBAgQIECAAAECBAgQICDA/QABAgQIECBAgAABAgQIEAgEBHiAbIIAAQIECBAgQIAAAQIECAhwP0CAAAECBAgQIECAAAECBAIBAR4gmyBAgAABAgQIECBAgAABAgLcDxAgQIAAAQIECBAgQIAAgUBAgAfIJggQIECAAAECBAgQIECAgAD3AwQIECBAgAABAgQIECBAIBAQ4AGyCQIECBAgQIAAAQIECBAgIMD9AAECBAgQIECAAAECBAgQCAQEeIBsggABAgQIECBAgAABAgQICHA/QIAAAQIECBAgQIAAAQIEAgEBHiCbIECAAAECBAgQIECAAAECAtwPECBAgAABAgQIECBAgACBQECAB8gmCBAgQIAAAQIECBAgQICAAPcDBAgQIECAAAECBAgQIEAgEBDgAbIJAgQIECBAgAABAgQIECAgwP0AAQIECBAgQIAAAQIECBAIBAR4gGyCAAECBAgQIEDg2q9jEgAAAIZh/l3XRa8oGIQ9JU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XFGORgAACkVJREFU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FAgA/IJggQIECAAAECBAgQIECAgAD3AQIECBAgQIAAAQIECBAgMAgI8AHZBAECBAgQIECAAAECBAgQEOA+QIAAAQIECBAgQIAAAQIEBgEBPiCbIECAAAECBAgQIECAAAECAtwHCBAgQIAAAQIECBAgQIDAICDAB2QTBAgQIECAAAECBAgQIEBAgPsAAQIECBAgQIAAAQIECBAYBAT4gGyCAAECBAgQIECAAAECBAgIcB8gQIAAAQIECBAgQIAAAQKDgAAfkE0QIECAAAECBAgQIECAAAEB7gMECBAgQIAAAQIECBAgQGAQEOADsgkCBAgQIECAAAECBAgQICDAfYAAAQIECBAgQIAAAQIECAwCAnxANkGAAAECBAgQIECAAAECBAS4DxAgQIAAAQIECBAgQIAAgUEgpwMFfB0LAmsAAAAASUVORK5CYII="/>
          <p:cNvSpPr>
            <a:spLocks noChangeAspect="1" noChangeArrowheads="1"/>
          </p:cNvSpPr>
          <p:nvPr/>
        </p:nvSpPr>
        <p:spPr bwMode="auto">
          <a:xfrm>
            <a:off x="307974" y="7937"/>
            <a:ext cx="7113551" cy="1597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5" y="160338"/>
            <a:ext cx="5523234" cy="665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699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95422" y="552853"/>
            <a:ext cx="103940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字符串输入通过调用</a:t>
            </a:r>
            <a:r>
              <a:rPr lang="en-US" altLang="zh-CN" dirty="0"/>
              <a:t>DOS</a:t>
            </a:r>
            <a:r>
              <a:rPr lang="zh-CN" altLang="en-US" dirty="0"/>
              <a:t>功能的</a:t>
            </a:r>
            <a:r>
              <a:rPr lang="en-US" altLang="zh-CN" dirty="0"/>
              <a:t>0AH</a:t>
            </a:r>
            <a:r>
              <a:rPr lang="zh-CN" altLang="en-US" dirty="0"/>
              <a:t>号功能实现，需要用户指定一个输入缓冲区存放输入的字符串。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422" y="951263"/>
            <a:ext cx="9477375" cy="32766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5422" y="91188"/>
            <a:ext cx="5220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/>
              <a:t>int</a:t>
            </a:r>
            <a:r>
              <a:rPr lang="en-US" altLang="zh-CN" dirty="0" smtClean="0"/>
              <a:t> 21H    0A</a:t>
            </a:r>
            <a:r>
              <a:rPr lang="zh-CN" altLang="en-US" dirty="0" smtClean="0"/>
              <a:t>号功能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22" y="4305657"/>
            <a:ext cx="3609975" cy="14097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22" y="5829300"/>
            <a:ext cx="2019300" cy="102870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4893498" y="441252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 smtClean="0"/>
              <a:t>BUFF  </a:t>
            </a:r>
            <a:r>
              <a:rPr lang="en-US" altLang="zh-CN" dirty="0"/>
              <a:t>DB  101,0,101 DUP(0</a:t>
            </a:r>
            <a:r>
              <a:rPr lang="en-US" altLang="zh-CN" dirty="0" smtClean="0"/>
              <a:t>)</a:t>
            </a:r>
            <a:endParaRPr lang="en-US" altLang="zh-CN" dirty="0"/>
          </a:p>
        </p:txBody>
      </p:sp>
      <p:sp>
        <p:nvSpPr>
          <p:cNvPr id="14" name="矩形 13"/>
          <p:cNvSpPr/>
          <p:nvPr/>
        </p:nvSpPr>
        <p:spPr>
          <a:xfrm>
            <a:off x="4893498" y="5115111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 LEA </a:t>
            </a:r>
            <a:r>
              <a:rPr lang="en-US" altLang="zh-CN" dirty="0" smtClean="0"/>
              <a:t>DX,BUFF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en-US" altLang="zh-CN" dirty="0" smtClean="0"/>
              <a:t>MOV </a:t>
            </a:r>
            <a:r>
              <a:rPr lang="en-US" altLang="zh-CN" dirty="0"/>
              <a:t>AH,0AH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INT </a:t>
            </a:r>
            <a:r>
              <a:rPr lang="en-US" altLang="zh-CN" dirty="0"/>
              <a:t>21H 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4893498" y="6187025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执行后，接收的字符串在那里？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5461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7FD09E1-2F64-4D27-BE2A-B97B619CFA7C}"/>
              </a:ext>
            </a:extLst>
          </p:cNvPr>
          <p:cNvSpPr txBox="1"/>
          <p:nvPr/>
        </p:nvSpPr>
        <p:spPr>
          <a:xfrm>
            <a:off x="993505" y="27606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知识点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6363EFF-03BF-4FF2-BD00-75C605CA1585}"/>
              </a:ext>
            </a:extLst>
          </p:cNvPr>
          <p:cNvSpPr/>
          <p:nvPr/>
        </p:nvSpPr>
        <p:spPr>
          <a:xfrm>
            <a:off x="364406" y="302826"/>
            <a:ext cx="558015" cy="55801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BD821F-347E-466B-A78A-EEBD4AFE8EE9}"/>
              </a:ext>
            </a:extLst>
          </p:cNvPr>
          <p:cNvSpPr txBox="1"/>
          <p:nvPr/>
        </p:nvSpPr>
        <p:spPr>
          <a:xfrm>
            <a:off x="364406" y="717666"/>
            <a:ext cx="11393474" cy="6555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E84C53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字符串处理指令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/>
            </a:r>
            <a:b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</a:b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） </a:t>
            </a:r>
            <a:r>
              <a:rPr lang="en-US" altLang="zh-CN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lodsb,lodsw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, 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把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DS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SI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指向的存储单元中的数据装入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AL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或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AX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，然后根据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DF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标志增减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SI</a:t>
            </a:r>
          </a:p>
          <a:p>
            <a:pPr marL="457200" indent="-457200">
              <a:lnSpc>
                <a:spcPct val="150000"/>
              </a:lnSpc>
              <a:buAutoNum type="arabicParenR" startAt="2"/>
            </a:pPr>
            <a:r>
              <a:rPr lang="en-US" altLang="zh-CN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stodsb,stodsw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, 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把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AL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或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AX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中的数据装入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DI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指向的存储单元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中，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然后根据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DF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标志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增减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I</a:t>
            </a:r>
          </a:p>
          <a:p>
            <a:pPr marL="457200" indent="-457200">
              <a:lnSpc>
                <a:spcPct val="150000"/>
              </a:lnSpc>
              <a:buAutoNum type="arabicParenR" startAt="2"/>
            </a:pP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MOVSB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MOVSW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: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把指针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DS:SI 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所指向的字节、字传送给指针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ES:DI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所指向的内存单元，并根据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DF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的值对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DI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和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SI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分别作相应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增减</a:t>
            </a:r>
            <a:endParaRPr lang="en-US" altLang="zh-CN" sz="20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457200" indent="-457200">
              <a:lnSpc>
                <a:spcPct val="150000"/>
              </a:lnSpc>
              <a:buFontTx/>
              <a:buAutoNum type="arabicParenR" startAt="2"/>
            </a:pPr>
            <a:r>
              <a:rPr lang="en-US" altLang="zh-CN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scasb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scasw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：把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AL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或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AX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中的数据与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ES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DI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指向的存储单元中的数据相减，影响标志位，然后根据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DF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标志增减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DI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和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SI</a:t>
            </a:r>
          </a:p>
          <a:p>
            <a:pPr marL="457200" indent="-457200">
              <a:lnSpc>
                <a:spcPct val="150000"/>
              </a:lnSpc>
              <a:buFontTx/>
              <a:buAutoNum type="arabicParenR" startAt="2"/>
            </a:pPr>
            <a:r>
              <a:rPr lang="en-US" altLang="zh-CN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cmpsb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</a:t>
            </a:r>
            <a:r>
              <a:rPr lang="en-US" altLang="zh-CN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cmpsw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：把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DS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EI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中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的数据与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ES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DI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指向的存储单元中的数据相减，影响标志位，然后根据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DF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标志增减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DI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和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SI</a:t>
            </a:r>
          </a:p>
          <a:p>
            <a:pPr marL="457200" indent="-457200">
              <a:lnSpc>
                <a:spcPct val="150000"/>
              </a:lnSpc>
              <a:buFontTx/>
              <a:buAutoNum type="arabicParenR" startAt="2"/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r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ep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：重复其后面的串操作。先判断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CX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是否威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，为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0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就结束，否则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CX</a:t>
            </a: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减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REP STOSB    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repnz</a:t>
            </a:r>
            <a:r>
              <a:rPr lang="en-US" altLang="zh-CN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</a:t>
            </a:r>
            <a:r>
              <a:rPr lang="en-US" altLang="zh-CN" sz="2000" dirty="0" err="1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scasb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   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6826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bldLvl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680484" y="280857"/>
            <a:ext cx="891782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将当前数据段中 偏移</a:t>
            </a:r>
            <a:r>
              <a:rPr lang="en-US" altLang="zh-CN" dirty="0" smtClean="0"/>
              <a:t>1000H</a:t>
            </a:r>
            <a:r>
              <a:rPr lang="zh-CN" altLang="en-US" dirty="0" smtClean="0"/>
              <a:t>开始的</a:t>
            </a:r>
            <a:r>
              <a:rPr lang="en-US" altLang="zh-CN" dirty="0" smtClean="0"/>
              <a:t>100</a:t>
            </a:r>
            <a:r>
              <a:rPr lang="zh-CN" altLang="en-US" dirty="0" smtClean="0"/>
              <a:t>个字节的数据传送到偏移为</a:t>
            </a:r>
            <a:r>
              <a:rPr lang="en-US" altLang="zh-CN" dirty="0" smtClean="0"/>
              <a:t>2000H</a:t>
            </a:r>
            <a:r>
              <a:rPr lang="zh-CN" altLang="en-US" dirty="0" smtClean="0"/>
              <a:t>开始的单元中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  </a:t>
            </a:r>
            <a:r>
              <a:rPr lang="zh-CN" altLang="en-US" dirty="0" smtClean="0"/>
              <a:t>必须保证</a:t>
            </a:r>
            <a:r>
              <a:rPr lang="en-US" altLang="zh-CN" dirty="0" smtClean="0"/>
              <a:t>DS</a:t>
            </a:r>
            <a:r>
              <a:rPr lang="zh-CN" altLang="en-US" dirty="0" smtClean="0"/>
              <a:t>和</a:t>
            </a:r>
            <a:r>
              <a:rPr lang="en-US" altLang="zh-CN" dirty="0" smtClean="0"/>
              <a:t>ES</a:t>
            </a:r>
            <a:r>
              <a:rPr lang="zh-CN" altLang="en-US" dirty="0" smtClean="0"/>
              <a:t>指向同一个数据段</a:t>
            </a:r>
            <a:endParaRPr lang="en-US" altLang="zh-CN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方法一：                         方法二：                         方法三：                           方法四：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30" y="1340155"/>
            <a:ext cx="5753100" cy="46672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530009" y="2488019"/>
            <a:ext cx="733647" cy="978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24" y="2703438"/>
            <a:ext cx="2047875" cy="27908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6943" y="2703438"/>
            <a:ext cx="1952381" cy="250476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5168" y="2703438"/>
            <a:ext cx="2114550" cy="21907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4570" y="2671540"/>
            <a:ext cx="2152650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758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从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键盘缓冲区中接受一个英文字符串（长度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&lt;50),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如“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AB123cdE*87fGabFZ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”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，要求将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其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大写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转小写，小写转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大写后存入以</a:t>
            </a:r>
            <a:r>
              <a:rPr lang="en-US" altLang="zh-CN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result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地址开始的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缓冲区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中，并输出。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58975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述职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h3yr22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2031</TotalTime>
  <Words>177</Words>
  <Application>Microsoft Office PowerPoint</Application>
  <PresentationFormat>宽屏</PresentationFormat>
  <Paragraphs>34</Paragraphs>
  <Slides>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等线</vt:lpstr>
      <vt:lpstr>方正粗谭黑简体</vt:lpstr>
      <vt:lpstr>宋体</vt:lpstr>
      <vt:lpstr>微软雅黑</vt:lpstr>
      <vt:lpstr>Arial</vt:lpstr>
      <vt:lpstr>Calibri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实验内容</vt:lpstr>
    </vt:vector>
  </TitlesOfParts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简洁述职报告</dc:title>
  <dc:creator>第一PPT</dc:creator>
  <cp:keywords>www.1ppt.com</cp:keywords>
  <dc:description>www.1ppt.com</dc:description>
  <cp:lastModifiedBy>linying</cp:lastModifiedBy>
  <cp:revision>133</cp:revision>
  <dcterms:created xsi:type="dcterms:W3CDTF">2019-06-11T09:29:47Z</dcterms:created>
  <dcterms:modified xsi:type="dcterms:W3CDTF">2023-04-17T03:23:50Z</dcterms:modified>
</cp:coreProperties>
</file>