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328" r:id="rId3"/>
    <p:sldId id="329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111" d="100"/>
          <a:sy n="111" d="100"/>
        </p:scale>
        <p:origin x="7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58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</a:t>
            </a:r>
            <a:r>
              <a:rPr lang="zh-CN" altLang="en-US" sz="8000" dirty="0" smtClean="0"/>
              <a:t>十二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熟悉中断操作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721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171C872-71AE-4131-A916-A45D31FB9AEE}"/>
              </a:ext>
            </a:extLst>
          </p:cNvPr>
          <p:cNvSpPr txBox="1"/>
          <p:nvPr/>
        </p:nvSpPr>
        <p:spPr>
          <a:xfrm>
            <a:off x="644601" y="1158916"/>
            <a:ext cx="10036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/>
            </a:r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1062516" y="6040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26875" y="1621766"/>
            <a:ext cx="75713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综合利用所学知识，利用汇编程序实现在屏幕中显示当前的系统时间：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可以显示当前时刻，也可以查找资料动态的显示系统时间，显示格式不限</a:t>
            </a:r>
            <a:endParaRPr lang="en-US" altLang="zh-CN" dirty="0" smtClean="0"/>
          </a:p>
          <a:p>
            <a:r>
              <a:rPr lang="zh-CN" altLang="en-US" dirty="0" smtClean="0"/>
              <a:t>为：</a:t>
            </a:r>
            <a:endParaRPr lang="en-US" altLang="zh-CN" dirty="0" smtClean="0"/>
          </a:p>
          <a:p>
            <a:r>
              <a:rPr lang="en-US" altLang="zh-CN" dirty="0" smtClean="0"/>
              <a:t>****</a:t>
            </a:r>
            <a:r>
              <a:rPr lang="zh-CN" altLang="en-US" dirty="0" smtClean="0"/>
              <a:t>年</a:t>
            </a:r>
            <a:r>
              <a:rPr lang="en-US" altLang="zh-CN" dirty="0" smtClean="0"/>
              <a:t>**</a:t>
            </a:r>
            <a:r>
              <a:rPr lang="zh-CN" altLang="en-US" dirty="0" smtClean="0"/>
              <a:t>月</a:t>
            </a:r>
            <a:r>
              <a:rPr lang="en-US" altLang="zh-CN" dirty="0" smtClean="0"/>
              <a:t>**</a:t>
            </a:r>
            <a:r>
              <a:rPr lang="zh-CN" altLang="en-US" dirty="0" smtClean="0"/>
              <a:t>日  </a:t>
            </a:r>
            <a:r>
              <a:rPr lang="en-US" altLang="zh-CN" dirty="0" err="1" smtClean="0"/>
              <a:t>hh</a:t>
            </a:r>
            <a:r>
              <a:rPr lang="zh-CN" altLang="en-US" dirty="0" smtClean="0"/>
              <a:t>：</a:t>
            </a:r>
            <a:r>
              <a:rPr lang="en-US" altLang="zh-CN" dirty="0" smtClean="0"/>
              <a:t>mm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ss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提示利用</a:t>
            </a:r>
            <a:r>
              <a:rPr lang="en-US" altLang="zh-CN" dirty="0" smtClean="0"/>
              <a:t>21h</a:t>
            </a:r>
            <a:r>
              <a:rPr lang="zh-CN" altLang="en-US" dirty="0" smtClean="0"/>
              <a:t>中断  </a:t>
            </a:r>
            <a:r>
              <a:rPr lang="en-US" altLang="zh-CN" dirty="0" smtClean="0"/>
              <a:t>2A</a:t>
            </a:r>
            <a:r>
              <a:rPr lang="zh-CN" altLang="en-US" smtClean="0"/>
              <a:t>、</a:t>
            </a:r>
            <a:r>
              <a:rPr lang="en-US" altLang="zh-CN" smtClean="0"/>
              <a:t>2C </a:t>
            </a:r>
            <a:r>
              <a:rPr lang="zh-CN" altLang="en-US" dirty="0" smtClean="0"/>
              <a:t>号功能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480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87</Words>
  <Application>Microsoft Office PowerPoint</Application>
  <PresentationFormat>宽屏</PresentationFormat>
  <Paragraphs>19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159</cp:revision>
  <dcterms:created xsi:type="dcterms:W3CDTF">2019-06-11T09:29:47Z</dcterms:created>
  <dcterms:modified xsi:type="dcterms:W3CDTF">2023-05-22T06:07:45Z</dcterms:modified>
</cp:coreProperties>
</file>