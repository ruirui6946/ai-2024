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11" r:id="rId3"/>
    <p:sldId id="313" r:id="rId4"/>
    <p:sldId id="312" r:id="rId5"/>
    <p:sldId id="276" r:id="rId6"/>
    <p:sldId id="309" r:id="rId7"/>
    <p:sldId id="310" r:id="rId8"/>
    <p:sldId id="300" r:id="rId9"/>
    <p:sldId id="314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35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01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实验七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跳转指令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43B4132-E720-4CB5-A746-6F2B5BB0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13" y="1146923"/>
            <a:ext cx="5000000" cy="53238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4B4F78-F8E3-4684-BC34-38E9A22924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34" t="10577"/>
          <a:stretch/>
        </p:blipFill>
        <p:spPr>
          <a:xfrm>
            <a:off x="885824" y="700088"/>
            <a:ext cx="4852069" cy="3321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454B42-CF05-4863-A4F9-E78DE23AA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195" y="986246"/>
            <a:ext cx="5039204" cy="532380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665A703-CB7A-4C33-9555-7352323DC04A}"/>
              </a:ext>
            </a:extLst>
          </p:cNvPr>
          <p:cNvSpPr/>
          <p:nvPr/>
        </p:nvSpPr>
        <p:spPr>
          <a:xfrm>
            <a:off x="6606489" y="1983545"/>
            <a:ext cx="4661733" cy="7315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5216" y="17678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实验六评讲</a:t>
            </a:r>
          </a:p>
        </p:txBody>
      </p:sp>
    </p:spTree>
    <p:extLst>
      <p:ext uri="{BB962C8B-B14F-4D97-AF65-F5344CB8AC3E}">
        <p14:creationId xmlns:p14="http://schemas.microsoft.com/office/powerpoint/2010/main" val="3741713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706" y="1378666"/>
            <a:ext cx="5657143" cy="48571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3072" y="198722"/>
            <a:ext cx="6096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编写一个汇编程序，要求从键盘中输入一个小写字母，将其转换为对应的大写字母后输出。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</a:t>
            </a:r>
            <a:r>
              <a:rPr lang="zh-CN" altLang="en-US" dirty="0"/>
              <a:t>例如输入： </a:t>
            </a:r>
            <a:r>
              <a:rPr lang="en-US" altLang="zh-CN" dirty="0"/>
              <a:t>a       </a:t>
            </a:r>
            <a:r>
              <a:rPr lang="zh-CN" altLang="en-US" dirty="0"/>
              <a:t>输出 </a:t>
            </a:r>
            <a:r>
              <a:rPr lang="en-US" altLang="zh-CN" dirty="0"/>
              <a:t>A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1923364"/>
            <a:ext cx="94002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大写转小写   </a:t>
            </a:r>
            <a:r>
              <a:rPr lang="en-US" altLang="zh-CN" sz="2400" dirty="0"/>
              <a:t>or  al, 20H       (00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00000)    +20H</a:t>
            </a:r>
          </a:p>
          <a:p>
            <a:r>
              <a:rPr lang="zh-CN" altLang="en-US" sz="2400" dirty="0"/>
              <a:t>小写转大写   </a:t>
            </a:r>
            <a:r>
              <a:rPr lang="en-US" altLang="zh-CN" sz="2400" dirty="0"/>
              <a:t>and  al, 0dfh    (11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en-US" altLang="zh-CN" sz="2400" dirty="0"/>
              <a:t>11111)      -20H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47" y="3209026"/>
            <a:ext cx="2647619" cy="2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8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416114" y="957179"/>
            <a:ext cx="9031054" cy="187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+mn-lt"/>
              </a:rPr>
              <a:t>不使用乘法</a:t>
            </a:r>
            <a:r>
              <a:rPr lang="zh-CN" altLang="en-US" sz="2400" dirty="0"/>
              <a:t>指令编写一个汇编程序用于计算：AX×21，假设乘积不超过</a:t>
            </a:r>
            <a:r>
              <a:rPr lang="en-US" altLang="zh-CN" sz="2400" dirty="0"/>
              <a:t>16</a:t>
            </a:r>
            <a:r>
              <a:rPr lang="zh-CN" altLang="en-US" sz="2400" dirty="0"/>
              <a:t>位。</a:t>
            </a:r>
            <a:r>
              <a:rPr lang="en-US" altLang="zh-CN" sz="2400" dirty="0">
                <a:sym typeface="+mn-lt"/>
              </a:rPr>
              <a:t>	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80" y="2222136"/>
            <a:ext cx="2714625" cy="3609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13091" y="1661602"/>
            <a:ext cx="2529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AX*16+AX*4+AX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9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熟悉各种跳转指令的使用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了解汇编语言程序条件分支和循环设计结构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797439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cs typeface="+mn-ea"/>
                <a:sym typeface="+mn-lt"/>
              </a:rPr>
              <a:t>无条件转移指令 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2" y="2018695"/>
            <a:ext cx="11198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cs typeface="+mn-ea"/>
                <a:sym typeface="+mn-lt"/>
              </a:rPr>
              <a:t>条件转移指令</a:t>
            </a:r>
            <a:endParaRPr lang="en-US" altLang="zh-CN" sz="2400" dirty="0">
              <a:solidFill>
                <a:srgbClr val="7030A0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5F680B-C7D9-46EA-9BA5-71F858145F4E}"/>
              </a:ext>
            </a:extLst>
          </p:cNvPr>
          <p:cNvSpPr txBox="1"/>
          <p:nvPr/>
        </p:nvSpPr>
        <p:spPr>
          <a:xfrm>
            <a:off x="993502" y="1266912"/>
            <a:ext cx="107793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cs typeface="+mn-ea"/>
              </a:rPr>
              <a:t>根据 </a:t>
            </a:r>
            <a:r>
              <a:rPr lang="en-US" altLang="zh-CN" sz="2400" dirty="0">
                <a:solidFill>
                  <a:srgbClr val="7030A0"/>
                </a:solidFill>
                <a:cs typeface="+mn-ea"/>
              </a:rPr>
              <a:t>CX</a:t>
            </a:r>
            <a:r>
              <a:rPr lang="zh-CN" altLang="en-US" sz="2400" dirty="0">
                <a:solidFill>
                  <a:srgbClr val="7030A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7030A0"/>
                </a:solidFill>
                <a:cs typeface="+mn-ea"/>
              </a:rPr>
              <a:t>ECX </a:t>
            </a:r>
            <a:r>
              <a:rPr lang="zh-CN" altLang="en-US" sz="2400" dirty="0">
                <a:solidFill>
                  <a:srgbClr val="7030A0"/>
                </a:solidFill>
                <a:cs typeface="+mn-ea"/>
              </a:rPr>
              <a:t>寄存器的值跳转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: JCXZ(CX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为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则跳转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JECXZ(ECX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为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则跳转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);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60" y="2857500"/>
            <a:ext cx="89439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4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）带符号数条件转移号指令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60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56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/>
              <a:t>阅读</a:t>
            </a:r>
            <a:r>
              <a:rPr lang="en-US" altLang="zh-CN" sz="2400" dirty="0"/>
              <a:t>monthtab.asm </a:t>
            </a:r>
            <a:r>
              <a:rPr lang="zh-CN" altLang="en-US" sz="2400" dirty="0"/>
              <a:t>程序，要求写出该程序功能，并在实验报告中画出其程序流程图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/>
              <a:t>编写一段程序，要求在长度为</a:t>
            </a:r>
            <a:r>
              <a:rPr lang="en-US" altLang="zh-CN" sz="2400" dirty="0"/>
              <a:t>20</a:t>
            </a:r>
            <a:r>
              <a:rPr lang="zh-CN" altLang="en-US" sz="2400" dirty="0"/>
              <a:t>的数组中，找出大于</a:t>
            </a:r>
            <a:r>
              <a:rPr lang="en-US" altLang="zh-CN" sz="2400" dirty="0"/>
              <a:t>42H</a:t>
            </a:r>
            <a:r>
              <a:rPr lang="zh-CN" altLang="en-US" sz="2400" dirty="0"/>
              <a:t>的无符号数的个数并存入字节单元</a:t>
            </a:r>
            <a:r>
              <a:rPr lang="en-US" altLang="zh-CN" sz="2400" dirty="0"/>
              <a:t>UP</a:t>
            </a:r>
            <a:r>
              <a:rPr lang="zh-CN" altLang="en-US" sz="2400" dirty="0"/>
              <a:t>中，找出小于</a:t>
            </a:r>
            <a:r>
              <a:rPr lang="en-US" altLang="zh-CN" sz="2400" dirty="0"/>
              <a:t>42H</a:t>
            </a:r>
            <a:r>
              <a:rPr lang="zh-CN" altLang="en-US" sz="2400" dirty="0"/>
              <a:t>的无符号数的个数存入字节单元</a:t>
            </a:r>
            <a:r>
              <a:rPr lang="en-US" altLang="zh-CN" sz="2400" dirty="0"/>
              <a:t>DOWN</a:t>
            </a:r>
            <a:r>
              <a:rPr lang="zh-CN" altLang="en-US" sz="2400" dirty="0"/>
              <a:t>中。并利用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21h dos</a:t>
            </a:r>
            <a:r>
              <a:rPr lang="zh-CN" altLang="en-US" sz="2400" dirty="0"/>
              <a:t>功能 输出 </a:t>
            </a:r>
            <a:r>
              <a:rPr lang="en-US" altLang="zh-CN" sz="2400" dirty="0"/>
              <a:t>UP </a:t>
            </a:r>
            <a:r>
              <a:rPr lang="zh-CN" altLang="en-US" sz="2400" dirty="0"/>
              <a:t>和</a:t>
            </a:r>
            <a:r>
              <a:rPr lang="en-US" altLang="zh-CN" sz="2400" dirty="0"/>
              <a:t>DOWN </a:t>
            </a:r>
            <a:r>
              <a:rPr lang="zh-CN" altLang="en-US" sz="2400" dirty="0"/>
              <a:t>的值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endParaRPr lang="en-US" altLang="zh-CN" sz="24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/>
              <a:t>给定一个年份，判断其是否是闰年，是闰年请输出“是”，否者输“否”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E386F-3195-7E47-1F22-A5853AF9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49F28A6-C9AD-7CB5-B2C2-29663B2FC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280" y="1825625"/>
            <a:ext cx="8053440" cy="4351338"/>
          </a:xfrm>
        </p:spPr>
      </p:pic>
    </p:spTree>
    <p:extLst>
      <p:ext uri="{BB962C8B-B14F-4D97-AF65-F5344CB8AC3E}">
        <p14:creationId xmlns:p14="http://schemas.microsoft.com/office/powerpoint/2010/main" val="538495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290</Words>
  <Application>Microsoft Office PowerPoint</Application>
  <PresentationFormat>宽屏</PresentationFormat>
  <Paragraphs>33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马 承乾</cp:lastModifiedBy>
  <cp:revision>125</cp:revision>
  <dcterms:created xsi:type="dcterms:W3CDTF">2019-06-11T09:29:47Z</dcterms:created>
  <dcterms:modified xsi:type="dcterms:W3CDTF">2023-04-10T09:31:40Z</dcterms:modified>
</cp:coreProperties>
</file>