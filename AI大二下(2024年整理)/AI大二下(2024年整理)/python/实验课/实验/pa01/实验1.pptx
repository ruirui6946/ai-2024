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FE00-F7D1-4868-BAF3-CB9E353C88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6427-DB31-4689-A4D6-FFE7487615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1	</a:t>
            </a:r>
            <a:r>
              <a:rPr lang="zh-CN" altLang="en-US" dirty="0" smtClean="0"/>
              <a:t>设计一个程序抽取百度百科人物知识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dirty="0" smtClean="0"/>
              <a:t>网址：https://baike.baidu.com/#home</a:t>
            </a:r>
            <a:endParaRPr lang="zh-CN" dirty="0" smtClean="0"/>
          </a:p>
          <a:p>
            <a:pPr marL="0" indent="0">
              <a:buNone/>
            </a:pPr>
            <a:r>
              <a:rPr lang="zh-CN" dirty="0" smtClean="0"/>
              <a:t>需要抽取下列信息：</a:t>
            </a:r>
            <a:endParaRPr lang="zh-CN" dirty="0" smtClean="0"/>
          </a:p>
          <a:p>
            <a:pPr marL="0" indent="0">
              <a:buNone/>
            </a:pPr>
            <a:r>
              <a:rPr lang="zh-CN" dirty="0"/>
              <a:t>简介、基本信息、关联人物、人物履历</a:t>
            </a:r>
            <a:endParaRPr 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7028" r="56217" b="5680"/>
          <a:stretch>
            <a:fillRect/>
          </a:stretch>
        </p:blipFill>
        <p:spPr>
          <a:xfrm>
            <a:off x="1216660" y="2018030"/>
            <a:ext cx="6656070" cy="39662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39010" y="4116070"/>
            <a:ext cx="4047490" cy="1296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dirty="0">
                <a:sym typeface="+mn-ea"/>
              </a:rPr>
              <a:t>简介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dirty="0">
                <a:sym typeface="+mn-ea"/>
              </a:rPr>
              <a:t>基本信息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623" t="20278" r="56120" b="5309"/>
          <a:stretch>
            <a:fillRect/>
          </a:stretch>
        </p:blipFill>
        <p:spPr>
          <a:xfrm>
            <a:off x="1113790" y="1825625"/>
            <a:ext cx="8037195" cy="4514850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268730" y="4945380"/>
            <a:ext cx="5424170" cy="999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dirty="0">
                <a:sym typeface="+mn-ea"/>
              </a:rPr>
              <a:t>关联人物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623" t="20278" r="56120" b="5309"/>
          <a:stretch>
            <a:fillRect/>
          </a:stretch>
        </p:blipFill>
        <p:spPr>
          <a:xfrm>
            <a:off x="1113790" y="1812925"/>
            <a:ext cx="8037195" cy="45148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00175" y="3876675"/>
            <a:ext cx="2463800" cy="8769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dirty="0">
                <a:sym typeface="+mn-ea"/>
              </a:rPr>
              <a:t>人物履历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72" t="19977" r="65785" b="5679"/>
          <a:stretch>
            <a:fillRect/>
          </a:stretch>
        </p:blipFill>
        <p:spPr>
          <a:xfrm>
            <a:off x="1504950" y="1435735"/>
            <a:ext cx="6919595" cy="494792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811020" y="1494790"/>
            <a:ext cx="6361430" cy="4888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6246,&quot;width&quot;:10482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PP_MARK_KEY" val="1600b1ae-8d7e-46b3-bd13-ba54a94099dc"/>
  <p:tag name="COMMONDATA" val="eyJoZGlkIjoiMGRlMzE1NmU5NGVjNjg2MzIyYjQyMTM1ZjkxNWYxO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演示</Application>
  <PresentationFormat>宽屏</PresentationFormat>
  <Paragraphs>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实验1	设计一个程序抽取百度百科人物知识</vt:lpstr>
      <vt:lpstr>要求</vt:lpstr>
      <vt:lpstr>简介</vt:lpstr>
      <vt:lpstr>基本信息</vt:lpstr>
      <vt:lpstr>关联人物</vt:lpstr>
      <vt:lpstr>人物履历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  设计一个凯撒密码（Caesar cipher）加密和解密程序</dc:title>
  <dc:creator>dong lin cao</dc:creator>
  <cp:lastModifiedBy>anoth</cp:lastModifiedBy>
  <cp:revision>17</cp:revision>
  <dcterms:created xsi:type="dcterms:W3CDTF">2020-12-31T06:32:00Z</dcterms:created>
  <dcterms:modified xsi:type="dcterms:W3CDTF">2023-03-22T12:40:36Z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309A4E642F5F4C2B96D4E465BE08660E</vt:lpwstr>
  </property>
  <property fmtid="{D5CDD505-2E9C-101B-9397-08002B2CF9AE}" pid="3" name="KSOProductBuildVer">
    <vt:lpwstr>2052-11.1.0.13703</vt:lpwstr>
  </property>
</Properties>
</file>