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463" autoAdjust="0"/>
  </p:normalViewPr>
  <p:slideViewPr>
    <p:cSldViewPr snapToGrid="0">
      <p:cViewPr varScale="1">
        <p:scale>
          <a:sx n="60" d="100"/>
          <a:sy n="60" d="100"/>
        </p:scale>
        <p:origin x="61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A3A86-D541-4F85-8995-0CBFFD0D991C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0B465-1F1B-4C42-AD81-BFA5217C9B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140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先转</a:t>
            </a:r>
            <a:r>
              <a:rPr lang="en-US" altLang="zh-CN" dirty="0"/>
              <a:t>X</a:t>
            </a:r>
            <a:r>
              <a:rPr lang="zh-CN" altLang="en-US" dirty="0"/>
              <a:t>，然后</a:t>
            </a:r>
            <a:r>
              <a:rPr lang="en-US" altLang="zh-CN" dirty="0"/>
              <a:t>Y</a:t>
            </a:r>
            <a:r>
              <a:rPr lang="zh-CN" altLang="en-US" dirty="0"/>
              <a:t>，最后</a:t>
            </a:r>
            <a:r>
              <a:rPr lang="en-US" altLang="zh-CN" dirty="0"/>
              <a:t>Z</a:t>
            </a:r>
            <a:r>
              <a:rPr lang="zh-CN" altLang="en-US" dirty="0"/>
              <a:t>，放在后面的先和</a:t>
            </a:r>
            <a:r>
              <a:rPr lang="en-US" altLang="zh-CN" dirty="0"/>
              <a:t>v</a:t>
            </a:r>
            <a:r>
              <a:rPr lang="zh-CN" altLang="en-US" dirty="0"/>
              <a:t>相乘，先转。</a:t>
            </a:r>
            <a:endParaRPr lang="en-US" altLang="zh-CN" dirty="0"/>
          </a:p>
          <a:p>
            <a:r>
              <a:rPr lang="zh-CN" altLang="en-US" dirty="0"/>
              <a:t>角度为正数时，默认逆时针转动。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0B465-1F1B-4C42-AD81-BFA5217C9B0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4066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旋转顺序很重要，不能更改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0B465-1F1B-4C42-AD81-BFA5217C9B0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878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当</a:t>
            </a:r>
            <a:r>
              <a:rPr lang="en-US" altLang="zh-CN" dirty="0"/>
              <a:t>beta</a:t>
            </a:r>
            <a:r>
              <a:rPr lang="zh-CN" altLang="en-US" dirty="0"/>
              <a:t>＝</a:t>
            </a:r>
            <a:r>
              <a:rPr lang="en-US" altLang="zh-CN" dirty="0"/>
              <a:t>90</a:t>
            </a:r>
            <a:r>
              <a:rPr lang="zh-CN" altLang="en-US" dirty="0"/>
              <a:t>，会出现多组解，我们这里取最简单的几组。</a:t>
            </a:r>
            <a:endParaRPr lang="en-US" altLang="zh-CN" dirty="0"/>
          </a:p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Atan2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和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atan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的区别：</a:t>
            </a:r>
            <a:endParaRPr lang="en-US" altLang="zh-CN" b="0" i="0" dirty="0">
              <a:solidFill>
                <a:srgbClr val="4D4D4D"/>
              </a:solidFill>
              <a:effectLst/>
              <a:latin typeface="-apple-system"/>
            </a:endParaRPr>
          </a:p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(1) atan2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接收两个输入参数；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atan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只接收一个输入参数</a:t>
            </a:r>
          </a:p>
          <a:p>
            <a:pPr algn="l"/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(2) atan2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对象限敏感，根据两个参数判断它是属于哪个象限并给出对应的角度值，值域范围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[-pi, pi]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；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atan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对象限不敏感，值域范围为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[-pi/2, pi/2]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0B465-1F1B-4C42-AD81-BFA5217C9B0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712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一点点转回去，先转最后的</a:t>
            </a:r>
            <a:r>
              <a:rPr lang="en-US" altLang="zh-CN" dirty="0" err="1"/>
              <a:t>gama</a:t>
            </a:r>
            <a:r>
              <a:rPr lang="zh-CN" altLang="en-US" dirty="0"/>
              <a:t>，所以先乘</a:t>
            </a:r>
            <a:r>
              <a:rPr lang="en-US" altLang="zh-CN" dirty="0" err="1"/>
              <a:t>gama</a:t>
            </a:r>
            <a:r>
              <a:rPr lang="zh-CN" altLang="en-US" dirty="0"/>
              <a:t>，然后转中间的</a:t>
            </a:r>
            <a:r>
              <a:rPr lang="en-US" altLang="zh-CN" dirty="0"/>
              <a:t>beta</a:t>
            </a:r>
            <a:r>
              <a:rPr lang="zh-CN" altLang="en-US" dirty="0"/>
              <a:t>，所以接着乘</a:t>
            </a:r>
            <a:r>
              <a:rPr lang="en-US" altLang="zh-CN" dirty="0"/>
              <a:t>beta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观察到，在</a:t>
            </a:r>
            <a:r>
              <a:rPr lang="en-US" altLang="zh-CN" dirty="0" err="1"/>
              <a:t>euler</a:t>
            </a:r>
            <a:r>
              <a:rPr lang="zh-CN" altLang="en-US" dirty="0"/>
              <a:t>上</a:t>
            </a:r>
            <a:r>
              <a:rPr lang="en-US" altLang="zh-CN" dirty="0"/>
              <a:t>Z-Y-X</a:t>
            </a:r>
            <a:r>
              <a:rPr lang="zh-CN" altLang="en-US" dirty="0"/>
              <a:t>得到的结果和</a:t>
            </a:r>
            <a:r>
              <a:rPr lang="en-US" altLang="zh-CN" dirty="0"/>
              <a:t>fixed</a:t>
            </a:r>
            <a:r>
              <a:rPr lang="zh-CN" altLang="en-US" dirty="0"/>
              <a:t>上</a:t>
            </a:r>
            <a:r>
              <a:rPr lang="en-US" altLang="zh-CN" dirty="0"/>
              <a:t>X-Y-Z</a:t>
            </a:r>
            <a:r>
              <a:rPr lang="zh-CN" altLang="en-US" dirty="0"/>
              <a:t>一致。这意味着最后停下的姿态也一样。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0B465-1F1B-4C42-AD81-BFA5217C9B0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606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旋转顺序很重要，不能更改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0B465-1F1B-4C42-AD81-BFA5217C9B0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075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Euler</a:t>
            </a:r>
            <a:r>
              <a:rPr lang="zh-CN" altLang="en-US" dirty="0"/>
              <a:t>的正转和</a:t>
            </a:r>
            <a:r>
              <a:rPr lang="en-US" altLang="zh-CN" dirty="0"/>
              <a:t>fixed</a:t>
            </a:r>
            <a:r>
              <a:rPr lang="zh-CN" altLang="en-US" dirty="0"/>
              <a:t>的反转会得到一样的结果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0B465-1F1B-4C42-AD81-BFA5217C9B0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431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第二种</a:t>
            </a:r>
            <a:r>
              <a:rPr lang="en-US" altLang="zh-CN" dirty="0" err="1"/>
              <a:t>euler</a:t>
            </a:r>
            <a:r>
              <a:rPr lang="en-US" altLang="zh-CN" dirty="0"/>
              <a:t> angle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0B465-1F1B-4C42-AD81-BFA5217C9B0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6771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反算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0B465-1F1B-4C42-AD81-BFA5217C9B0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130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拆解</a:t>
            </a:r>
            <a:r>
              <a:rPr lang="en-US" altLang="zh-CN" dirty="0" err="1"/>
              <a:t>euler</a:t>
            </a:r>
            <a:r>
              <a:rPr lang="en-US" altLang="zh-CN" dirty="0"/>
              <a:t> angle</a:t>
            </a:r>
            <a:r>
              <a:rPr lang="zh-CN" altLang="en-US" dirty="0"/>
              <a:t>，发现得到新的旋转方式，这种旋转方式依旧生效。</a:t>
            </a:r>
            <a:endParaRPr lang="en-US" altLang="zh-CN" dirty="0"/>
          </a:p>
          <a:p>
            <a:r>
              <a:rPr lang="zh-CN" altLang="en-US" dirty="0"/>
              <a:t>说明一个</a:t>
            </a:r>
            <a:r>
              <a:rPr lang="en-US" altLang="zh-CN" dirty="0"/>
              <a:t>R</a:t>
            </a:r>
            <a:r>
              <a:rPr lang="zh-CN" altLang="en-US"/>
              <a:t>可以由不同旋转方式得到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0B465-1F1B-4C42-AD81-BFA5217C9B0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959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91CB0-38CC-57E2-094A-7D812479B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9C96C0-9D40-3579-5524-4D7C81C9B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F0C579-135F-316A-D514-44535449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237DA-6951-41FF-ABF5-BF6956B5F0F2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85FC7B-4D0E-9F17-3FC5-80F3CD0A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02035F-D45C-66A1-0B98-42CAFC041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C2480-BA6C-4324-8A45-ADC96DCBC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000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2D3A26-FE8D-9F79-740A-657B1FDF1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F72605-3498-D3B1-010E-CB9CC4B59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DEB5D8-C95C-DE8C-CAFA-6553A12E5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237DA-6951-41FF-ABF5-BF6956B5F0F2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F8F0AD-D85B-6ECF-CE95-A7684AAA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B4A29A-E202-D532-291F-CEFD07231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C2480-BA6C-4324-8A45-ADC96DCBC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529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70B76-EFDA-B6EA-30CC-67CCDB2A7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415B32-A824-9EFD-F1A3-AC3ED3A05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ECA48D-2010-FBE5-8DFA-416D2FA53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237DA-6951-41FF-ABF5-BF6956B5F0F2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102C77-D8E0-0EB2-7797-E00D2C4B1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740B2E-A094-57D5-3AFB-63A7231E9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C2480-BA6C-4324-8A45-ADC96DCBC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0318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38F56-10B4-8F2E-12C9-9F82BA9C3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F4DAA4-E0CA-B282-9289-4C22998EC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0421F1E-CBBA-7AEE-80B5-CC85E7426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6521AF-6689-0AF3-AABC-56E97659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237DA-6951-41FF-ABF5-BF6956B5F0F2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C78E75-0D54-0380-3BAF-BC72BAF45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9D3D24-9AC2-F384-9A59-B047032B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C2480-BA6C-4324-8A45-ADC96DCBC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566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3A7BDC-C2C6-2514-FA1A-34FAE3B6A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9EA4D5-EE3F-499E-247A-1D5A8DF6B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50F3AA-0B4C-1CFD-6500-94E764C93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E5EB158-3722-B296-8459-A387BC48D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D65E3E8-81BB-0F46-E381-D1266FFD79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FF95F33-E866-8DBF-720A-8DCD0AFAF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237DA-6951-41FF-ABF5-BF6956B5F0F2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386D0C0-ECA5-8415-9156-8272E0AF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5959316-5583-828C-1E0C-332FE6E84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C2480-BA6C-4324-8A45-ADC96DCBC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42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F73FB7-55F8-B5BA-2720-336DE8DD8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0622EFD-B38D-0158-99BB-A029E0BAF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237DA-6951-41FF-ABF5-BF6956B5F0F2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92D613E-81C2-BE84-14CD-A3CA88E3C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3F0C23-61D2-8A4F-2E6F-FCE0C7CC1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C2480-BA6C-4324-8A45-ADC96DCBC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699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2B2D505-FCF0-819A-B0CE-55A52213F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237DA-6951-41FF-ABF5-BF6956B5F0F2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406C1F-76BC-43E0-5B33-327CAB418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2859F7-CABC-95B0-04D8-4C5E80412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C2480-BA6C-4324-8A45-ADC96DCBC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32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C47CDA-9002-BB9D-3789-16F54FE69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1EBABF-33BC-CCDE-4E27-1CB5995E9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A9A4F0-5B7B-40E8-962C-DD59B2437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0EFF11-D6F7-6138-272D-EC9F17F82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237DA-6951-41FF-ABF5-BF6956B5F0F2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96E413-EC2D-6D59-8797-53C55CF80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3FC540-E4ED-0BD8-0E4A-DE68B62E7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C2480-BA6C-4324-8A45-ADC96DCBC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280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0D7EF-F007-3A05-759B-8DB3915C1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3AC3434-268B-6DDB-8F2E-C445D49443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D91CCA-A551-222A-4774-15923EC33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0BACD6-846F-9847-FE23-AEA6FB586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237DA-6951-41FF-ABF5-BF6956B5F0F2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963F28-CAD0-AC5D-A3C6-53121251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8470A6-5425-653C-9A45-CDB1DFFE4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C2480-BA6C-4324-8A45-ADC96DCBC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428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21551-B225-8A10-BC25-DE392164D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093650E-406E-0253-8269-5840695EC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383E1D-0178-A322-F377-F40A7D608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237DA-6951-41FF-ABF5-BF6956B5F0F2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CF185A-872B-58AE-8FA4-2C765BE6F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213851-5DD5-C230-F8BE-CEAE54818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C2480-BA6C-4324-8A45-ADC96DCBC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403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4F64319-ABE2-893D-1277-C419483A2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883656-6F37-ADC6-B8DE-46C848A7D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7A8943-FC5F-C5EC-C4B1-03CDF870E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237DA-6951-41FF-ABF5-BF6956B5F0F2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46068B-8550-3E1E-379D-B54914895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0759C6-966F-C439-1923-355F8E35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0C2480-BA6C-4324-8A45-ADC96DCBC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43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41C4A7-10CC-2D5C-6D30-AB6B7321A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C0AB74-2468-BDEB-6C2E-E1D04557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B22D93-9870-AC33-B61E-42230E3CC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237DA-6951-41FF-ABF5-BF6956B5F0F2}" type="datetimeFigureOut">
              <a:rPr lang="zh-CN" altLang="en-US" smtClean="0"/>
              <a:t>2023/10/13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346B14-B803-315F-8520-A44071901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B5C4B8-0E04-A69F-B590-2CC93F5F07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C2480-BA6C-4324-8A45-ADC96DCBC6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1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372FA-544D-B0B2-574B-9B75F87B1F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2CAE8E-B843-1BD5-04E3-6844A12198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BA9BEC-8E8B-F95E-8FC3-C4569997D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309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3618E-55BD-8EB1-D8F7-C5309DF20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EE613F9-033E-E464-AE16-429C46E8A4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1913303" cy="6746240"/>
          </a:xfrm>
        </p:spPr>
      </p:pic>
    </p:spTree>
    <p:extLst>
      <p:ext uri="{BB962C8B-B14F-4D97-AF65-F5344CB8AC3E}">
        <p14:creationId xmlns:p14="http://schemas.microsoft.com/office/powerpoint/2010/main" val="3306056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D8D9A0-E9C6-0074-2CA3-8E208007A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023C51-4A0B-365E-9D94-79E70FB2B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154DD9-12DA-723A-81BA-ADA8BBF29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205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0A75FC-CD07-0A75-8D24-9FF72396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665A13-CAC2-1318-3F22-4B1DAFCD1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91D5CB-A789-3127-5563-0DA559F5C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858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0DE141-CEF8-8911-AFCD-731B75721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4E4630-024E-5ED9-FC26-D4613BFB6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BFC6F87-4490-7C8B-BA99-DDE6B9F80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66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2D8404-4EA3-E596-D5A8-0F1ECA511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D3F0CB-7077-B54C-B73D-4F2F05AE2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33AD02-0835-07FF-F4AB-2B3FA2AE1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086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D2564-F4C8-062A-3CBA-860CB9CD9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F72FA3-0AEF-23B2-C40B-A533B6A07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0BBF60-CFBE-2B3D-6B5D-8A4C16EA9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486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D2564-F4C8-062A-3CBA-860CB9CD9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F72FA3-0AEF-23B2-C40B-A533B6A07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4D3515-C806-4AFB-BB67-5A5714A13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19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D2564-F4C8-062A-3CBA-860CB9CD9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F72FA3-0AEF-23B2-C40B-A533B6A07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C5A9C90-4E44-165A-445E-0F2938F01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1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D2564-F4C8-062A-3CBA-860CB9CD9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F72FA3-0AEF-23B2-C40B-A533B6A07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795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D2564-F4C8-062A-3CBA-860CB9CD9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F72FA3-0AEF-23B2-C40B-A533B6A07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999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D2564-F4C8-062A-3CBA-860CB9CD9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F72FA3-0AEF-23B2-C40B-A533B6A07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462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246</Words>
  <Application>Microsoft Office PowerPoint</Application>
  <PresentationFormat>宽屏</PresentationFormat>
  <Paragraphs>24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-apple-system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承乾 马</dc:creator>
  <cp:lastModifiedBy>承乾 马</cp:lastModifiedBy>
  <cp:revision>11</cp:revision>
  <dcterms:created xsi:type="dcterms:W3CDTF">2023-10-13T00:23:33Z</dcterms:created>
  <dcterms:modified xsi:type="dcterms:W3CDTF">2023-10-13T01:14:08Z</dcterms:modified>
</cp:coreProperties>
</file>