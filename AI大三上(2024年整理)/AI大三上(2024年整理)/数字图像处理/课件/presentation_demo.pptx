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2" r:id="rId2"/>
    <p:sldId id="288" r:id="rId3"/>
    <p:sldId id="315" r:id="rId4"/>
    <p:sldId id="323" r:id="rId5"/>
    <p:sldId id="316" r:id="rId6"/>
    <p:sldId id="324" r:id="rId7"/>
    <p:sldId id="321" r:id="rId8"/>
    <p:sldId id="298" r:id="rId9"/>
    <p:sldId id="289" r:id="rId10"/>
    <p:sldId id="325" r:id="rId11"/>
    <p:sldId id="293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C96"/>
    <a:srgbClr val="2C7CB3"/>
    <a:srgbClr val="035C9C"/>
    <a:srgbClr val="7F7F7F"/>
    <a:srgbClr val="0363A5"/>
    <a:srgbClr val="047ED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99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91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6262-C5EE-49E8-82C9-5B482EFE4728}" type="datetimeFigureOut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321C3-B83B-4F67-8F2E-568770AE23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725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183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915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首先是关于我个人的基本情况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592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897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接下来是关于我的竞赛与项目经历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808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397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163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063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169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64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8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8032A-B20A-4D61-930B-4D827A8AE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4AC396-59C7-4E2F-A700-E53D3F8F2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6C9892-3A12-48D3-8E07-3783FE887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0F19-8CFC-41BA-AB99-D3970B82F7EB}" type="datetimeFigureOut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D006B2-C4AB-45A6-B40C-6A02FDF8A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4EDEEE-6D9E-441E-8A29-C8C6F769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425F-DEC4-4455-AD0B-2B1C49DF3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60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E5E06-2A11-41B6-8871-36FE65E0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4EA20C-945C-4B54-8FF4-05F0638B0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DDBE8B-C4A9-4E30-B103-F3D78E32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0F19-8CFC-41BA-AB99-D3970B82F7EB}" type="datetimeFigureOut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FA5AD8-9911-4B6F-8419-4F614CAA8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A2C6D1-7E00-4617-81F8-F4D840AE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425F-DEC4-4455-AD0B-2B1C49DF353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967392" y="6430009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102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8DCBB4-4435-4714-8BAA-4277D2227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CD4F7D-F1AD-40BC-AD5B-952FD6585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EB166F-7E37-43F9-95BD-F4C212350D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10F19-8CFC-41BA-AB99-D3970B82F7EB}" type="datetimeFigureOut">
              <a:rPr lang="zh-CN" altLang="en-US" smtClean="0"/>
              <a:t>2023/11/17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171A76-7BF3-4B07-B28B-AAD6B8BCB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1A0754-2778-481F-AC59-50C239AB3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7425F-DEC4-4455-AD0B-2B1C49DF3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1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6D155800-8F15-4C9A-B7F6-5BE96833130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96786" y="1526540"/>
            <a:ext cx="6154974" cy="3783998"/>
          </a:xfrm>
          <a:custGeom>
            <a:avLst/>
            <a:gdLst>
              <a:gd name="connsiteX0" fmla="*/ 321 w 3943295"/>
              <a:gd name="connsiteY0" fmla="*/ 0 h 2311888"/>
              <a:gd name="connsiteX1" fmla="*/ 3943295 w 3943295"/>
              <a:gd name="connsiteY1" fmla="*/ 0 h 2311888"/>
              <a:gd name="connsiteX2" fmla="*/ 3227035 w 3943295"/>
              <a:gd name="connsiteY2" fmla="*/ 2311888 h 2311888"/>
              <a:gd name="connsiteX3" fmla="*/ 321 w 3943295"/>
              <a:gd name="connsiteY3" fmla="*/ 2304796 h 2311888"/>
              <a:gd name="connsiteX4" fmla="*/ 321 w 3943295"/>
              <a:gd name="connsiteY4" fmla="*/ 0 h 2311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3295" h="2311888">
                <a:moveTo>
                  <a:pt x="321" y="0"/>
                </a:moveTo>
                <a:lnTo>
                  <a:pt x="3943295" y="0"/>
                </a:lnTo>
                <a:lnTo>
                  <a:pt x="3227035" y="2311888"/>
                </a:lnTo>
                <a:lnTo>
                  <a:pt x="321" y="2304796"/>
                </a:lnTo>
                <a:cubicBezTo>
                  <a:pt x="-2044" y="1538895"/>
                  <a:pt x="9777" y="765902"/>
                  <a:pt x="321" y="0"/>
                </a:cubicBezTo>
                <a:close/>
              </a:path>
            </a:pathLst>
          </a:custGeom>
        </p:spPr>
      </p:pic>
      <p:sp>
        <p:nvSpPr>
          <p:cNvPr id="6" name="任意多边形: 形状 5"/>
          <p:cNvSpPr/>
          <p:nvPr/>
        </p:nvSpPr>
        <p:spPr>
          <a:xfrm>
            <a:off x="3776515" y="2135186"/>
            <a:ext cx="8415485" cy="2587626"/>
          </a:xfrm>
          <a:custGeom>
            <a:avLst/>
            <a:gdLst>
              <a:gd name="connsiteX0" fmla="*/ 385762 w 4895850"/>
              <a:gd name="connsiteY0" fmla="*/ 0 h 1190625"/>
              <a:gd name="connsiteX1" fmla="*/ 0 w 4895850"/>
              <a:gd name="connsiteY1" fmla="*/ 1190625 h 1190625"/>
              <a:gd name="connsiteX2" fmla="*/ 4876800 w 4895850"/>
              <a:gd name="connsiteY2" fmla="*/ 1181100 h 1190625"/>
              <a:gd name="connsiteX3" fmla="*/ 4895850 w 4895850"/>
              <a:gd name="connsiteY3" fmla="*/ 14287 h 1190625"/>
              <a:gd name="connsiteX4" fmla="*/ 385762 w 4895850"/>
              <a:gd name="connsiteY4" fmla="*/ 0 h 1190625"/>
              <a:gd name="connsiteX0-1" fmla="*/ 385762 w 4891087"/>
              <a:gd name="connsiteY0-2" fmla="*/ 0 h 1190625"/>
              <a:gd name="connsiteX1-3" fmla="*/ 0 w 4891087"/>
              <a:gd name="connsiteY1-4" fmla="*/ 1190625 h 1190625"/>
              <a:gd name="connsiteX2-5" fmla="*/ 4876800 w 4891087"/>
              <a:gd name="connsiteY2-6" fmla="*/ 1181100 h 1190625"/>
              <a:gd name="connsiteX3-7" fmla="*/ 4891087 w 4891087"/>
              <a:gd name="connsiteY3-8" fmla="*/ 23812 h 1190625"/>
              <a:gd name="connsiteX4-9" fmla="*/ 385762 w 4891087"/>
              <a:gd name="connsiteY4-10" fmla="*/ 0 h 1190625"/>
              <a:gd name="connsiteX0-11" fmla="*/ 385762 w 4891087"/>
              <a:gd name="connsiteY0-12" fmla="*/ 0 h 1190625"/>
              <a:gd name="connsiteX1-13" fmla="*/ 0 w 4891087"/>
              <a:gd name="connsiteY1-14" fmla="*/ 1190625 h 1190625"/>
              <a:gd name="connsiteX2-15" fmla="*/ 4876800 w 4891087"/>
              <a:gd name="connsiteY2-16" fmla="*/ 1181100 h 1190625"/>
              <a:gd name="connsiteX3-17" fmla="*/ 4891087 w 4891087"/>
              <a:gd name="connsiteY3-18" fmla="*/ 0 h 1190625"/>
              <a:gd name="connsiteX4-19" fmla="*/ 385762 w 4891087"/>
              <a:gd name="connsiteY4-20" fmla="*/ 0 h 1190625"/>
              <a:gd name="connsiteX0-21" fmla="*/ 385762 w 4891087"/>
              <a:gd name="connsiteY0-22" fmla="*/ 0 h 1190625"/>
              <a:gd name="connsiteX1-23" fmla="*/ 0 w 4891087"/>
              <a:gd name="connsiteY1-24" fmla="*/ 1190625 h 1190625"/>
              <a:gd name="connsiteX2-25" fmla="*/ 4889717 w 4891087"/>
              <a:gd name="connsiteY2-26" fmla="*/ 1179440 h 1190625"/>
              <a:gd name="connsiteX3-27" fmla="*/ 4891087 w 4891087"/>
              <a:gd name="connsiteY3-28" fmla="*/ 0 h 1190625"/>
              <a:gd name="connsiteX4-29" fmla="*/ 385762 w 4891087"/>
              <a:gd name="connsiteY4-30" fmla="*/ 0 h 1190625"/>
              <a:gd name="connsiteX0-31" fmla="*/ 385762 w 4891087"/>
              <a:gd name="connsiteY0-32" fmla="*/ 0 h 1190625"/>
              <a:gd name="connsiteX1-33" fmla="*/ 0 w 4891087"/>
              <a:gd name="connsiteY1-34" fmla="*/ 1190625 h 1190625"/>
              <a:gd name="connsiteX2-35" fmla="*/ 4886026 w 4891087"/>
              <a:gd name="connsiteY2-36" fmla="*/ 1189400 h 1190625"/>
              <a:gd name="connsiteX3-37" fmla="*/ 4891087 w 4891087"/>
              <a:gd name="connsiteY3-38" fmla="*/ 0 h 1190625"/>
              <a:gd name="connsiteX4-39" fmla="*/ 385762 w 4891087"/>
              <a:gd name="connsiteY4-40" fmla="*/ 0 h 1190625"/>
              <a:gd name="connsiteX0-41" fmla="*/ 385762 w 4891087"/>
              <a:gd name="connsiteY0-42" fmla="*/ 0 h 1190625"/>
              <a:gd name="connsiteX1-43" fmla="*/ 0 w 4891087"/>
              <a:gd name="connsiteY1-44" fmla="*/ 1190625 h 1190625"/>
              <a:gd name="connsiteX2-45" fmla="*/ 4889717 w 4891087"/>
              <a:gd name="connsiteY2-46" fmla="*/ 1189400 h 1190625"/>
              <a:gd name="connsiteX3-47" fmla="*/ 4891087 w 4891087"/>
              <a:gd name="connsiteY3-48" fmla="*/ 0 h 1190625"/>
              <a:gd name="connsiteX4-49" fmla="*/ 385762 w 4891087"/>
              <a:gd name="connsiteY4-50" fmla="*/ 0 h 11906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91087" h="1190625">
                <a:moveTo>
                  <a:pt x="385762" y="0"/>
                </a:moveTo>
                <a:lnTo>
                  <a:pt x="0" y="1190625"/>
                </a:lnTo>
                <a:lnTo>
                  <a:pt x="4889717" y="1189400"/>
                </a:lnTo>
                <a:cubicBezTo>
                  <a:pt x="4890174" y="796253"/>
                  <a:pt x="4890630" y="393147"/>
                  <a:pt x="4891087" y="0"/>
                </a:cubicBezTo>
                <a:lnTo>
                  <a:pt x="385762" y="0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87545" y="2700655"/>
            <a:ext cx="7569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TITLE</a:t>
            </a:r>
            <a:endParaRPr lang="zh-CN" sz="4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H="1">
            <a:off x="9945303" y="298571"/>
            <a:ext cx="829994" cy="914400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9945303" y="942361"/>
            <a:ext cx="829994" cy="914400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2946521" y="5523823"/>
            <a:ext cx="829994" cy="914400"/>
          </a:xfrm>
          <a:prstGeom prst="line">
            <a:avLst/>
          </a:prstGeom>
          <a:ln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4832350" y="5024904"/>
            <a:ext cx="1263650" cy="1411210"/>
          </a:xfrm>
          <a:prstGeom prst="line">
            <a:avLst/>
          </a:prstGeom>
          <a:ln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8854987" y="755771"/>
            <a:ext cx="432914" cy="476939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>
            <a:off x="6687013" y="5186471"/>
            <a:ext cx="432914" cy="476939"/>
          </a:xfrm>
          <a:prstGeom prst="line">
            <a:avLst/>
          </a:prstGeom>
          <a:ln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16702C8B-7739-4008-B635-B737EDB87FE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8120" y="253260"/>
            <a:ext cx="2982071" cy="979450"/>
          </a:xfrm>
          <a:prstGeom prst="rect">
            <a:avLst/>
          </a:prstGeom>
        </p:spPr>
      </p:pic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8EC57C9-B028-46FD-AE01-878F5C265A48}"/>
              </a:ext>
            </a:extLst>
          </p:cNvPr>
          <p:cNvSpPr/>
          <p:nvPr/>
        </p:nvSpPr>
        <p:spPr>
          <a:xfrm>
            <a:off x="5378824" y="4290028"/>
            <a:ext cx="5683623" cy="335556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Group</a:t>
            </a: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Members</a:t>
            </a: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：</a:t>
            </a: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XXX</a:t>
            </a: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，</a:t>
            </a: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XXX</a:t>
            </a: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FE56CCE-80FE-3218-8E37-B38544755620}"/>
              </a:ext>
            </a:extLst>
          </p:cNvPr>
          <p:cNvSpPr/>
          <p:nvPr/>
        </p:nvSpPr>
        <p:spPr>
          <a:xfrm>
            <a:off x="5378823" y="3908965"/>
            <a:ext cx="5683623" cy="335556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Presenter</a:t>
            </a: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：</a:t>
            </a: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XXX</a:t>
            </a: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0782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A4550547-3386-40CD-A22F-D47DC1228F5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939745"/>
            <a:ext cx="5848350" cy="5191831"/>
          </a:xfrm>
          <a:custGeom>
            <a:avLst/>
            <a:gdLst>
              <a:gd name="connsiteX0" fmla="*/ 0 w 6787098"/>
              <a:gd name="connsiteY0" fmla="*/ 0 h 6025198"/>
              <a:gd name="connsiteX1" fmla="*/ 6787098 w 6787098"/>
              <a:gd name="connsiteY1" fmla="*/ 0 h 6025198"/>
              <a:gd name="connsiteX2" fmla="*/ 6787098 w 6787098"/>
              <a:gd name="connsiteY2" fmla="*/ 6025198 h 6025198"/>
              <a:gd name="connsiteX3" fmla="*/ 0 w 6787098"/>
              <a:gd name="connsiteY3" fmla="*/ 6025198 h 6025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7098" h="6025198">
                <a:moveTo>
                  <a:pt x="0" y="0"/>
                </a:moveTo>
                <a:lnTo>
                  <a:pt x="6787098" y="0"/>
                </a:lnTo>
                <a:lnTo>
                  <a:pt x="6787098" y="6025198"/>
                </a:lnTo>
                <a:lnTo>
                  <a:pt x="0" y="6025198"/>
                </a:lnTo>
                <a:close/>
              </a:path>
            </a:pathLst>
          </a:custGeom>
        </p:spPr>
      </p:pic>
      <p:sp>
        <p:nvSpPr>
          <p:cNvPr id="2" name="矩形 1"/>
          <p:cNvSpPr/>
          <p:nvPr/>
        </p:nvSpPr>
        <p:spPr>
          <a:xfrm>
            <a:off x="0" y="2252618"/>
            <a:ext cx="5849257" cy="2352765"/>
          </a:xfrm>
          <a:prstGeom prst="rect">
            <a:avLst/>
          </a:prstGeom>
          <a:solidFill>
            <a:srgbClr val="035C9C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_14"/>
          <p:cNvSpPr txBox="1">
            <a:spLocks noChangeArrowheads="1"/>
          </p:cNvSpPr>
          <p:nvPr/>
        </p:nvSpPr>
        <p:spPr bwMode="auto">
          <a:xfrm>
            <a:off x="6567722" y="1689353"/>
            <a:ext cx="1123680" cy="732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/>
            <a:r>
              <a:rPr lang="en-US" altLang="zh-CN" sz="2800" spc="300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01</a:t>
            </a:r>
          </a:p>
        </p:txBody>
      </p:sp>
      <p:sp>
        <p:nvSpPr>
          <p:cNvPr id="27" name="矩形 26"/>
          <p:cNvSpPr/>
          <p:nvPr/>
        </p:nvSpPr>
        <p:spPr bwMode="auto">
          <a:xfrm>
            <a:off x="7241956" y="1761742"/>
            <a:ext cx="3526227" cy="549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/>
            </a:pPr>
            <a:r>
              <a:rPr lang="en-US" altLang="zh-CN" sz="2400" dirty="0">
                <a:solidFill>
                  <a:srgbClr val="035C9C"/>
                </a:solidFill>
                <a:cs typeface="+mn-ea"/>
                <a:sym typeface="+mn-lt"/>
              </a:rPr>
              <a:t> BACKGROUND</a:t>
            </a:r>
            <a:endParaRPr lang="zh-CN" altLang="en-US" sz="2400" dirty="0">
              <a:solidFill>
                <a:srgbClr val="035C9C"/>
              </a:solidFill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 rot="16200000" flipH="1">
            <a:off x="8462265" y="628154"/>
            <a:ext cx="45719" cy="3476622"/>
          </a:xfrm>
          <a:prstGeom prst="rect">
            <a:avLst/>
          </a:pr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35C9C"/>
              </a:solidFill>
              <a:cs typeface="+mn-ea"/>
              <a:sym typeface="+mn-lt"/>
            </a:endParaRPr>
          </a:p>
        </p:txBody>
      </p:sp>
      <p:sp>
        <p:nvSpPr>
          <p:cNvPr id="24" name="_14"/>
          <p:cNvSpPr txBox="1">
            <a:spLocks noChangeArrowheads="1"/>
          </p:cNvSpPr>
          <p:nvPr/>
        </p:nvSpPr>
        <p:spPr bwMode="auto">
          <a:xfrm>
            <a:off x="6567722" y="2608329"/>
            <a:ext cx="1123680" cy="732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/>
            <a:r>
              <a:rPr lang="en-US" altLang="zh-CN" sz="2800" spc="300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02</a:t>
            </a:r>
          </a:p>
        </p:txBody>
      </p:sp>
      <p:sp>
        <p:nvSpPr>
          <p:cNvPr id="25" name="矩形 24"/>
          <p:cNvSpPr/>
          <p:nvPr/>
        </p:nvSpPr>
        <p:spPr bwMode="auto">
          <a:xfrm>
            <a:off x="7241956" y="2691913"/>
            <a:ext cx="3170754" cy="549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/>
            </a:pPr>
            <a:r>
              <a:rPr lang="en-US" altLang="zh-CN" sz="2400" dirty="0">
                <a:solidFill>
                  <a:srgbClr val="035C9C"/>
                </a:solidFill>
                <a:cs typeface="+mn-ea"/>
                <a:sym typeface="+mn-lt"/>
              </a:rPr>
              <a:t> METHODS</a:t>
            </a:r>
            <a:endParaRPr lang="zh-CN" altLang="en-US" sz="2400" dirty="0">
              <a:solidFill>
                <a:srgbClr val="035C9C"/>
              </a:solidFill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 rot="16200000" flipH="1">
            <a:off x="8462263" y="1534882"/>
            <a:ext cx="45719" cy="3476622"/>
          </a:xfrm>
          <a:prstGeom prst="rect">
            <a:avLst/>
          </a:pr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35C9C"/>
              </a:solidFill>
              <a:cs typeface="+mn-ea"/>
              <a:sym typeface="+mn-lt"/>
            </a:endParaRPr>
          </a:p>
        </p:txBody>
      </p:sp>
      <p:sp>
        <p:nvSpPr>
          <p:cNvPr id="22" name="_14"/>
          <p:cNvSpPr txBox="1">
            <a:spLocks noChangeArrowheads="1"/>
          </p:cNvSpPr>
          <p:nvPr/>
        </p:nvSpPr>
        <p:spPr bwMode="auto">
          <a:xfrm>
            <a:off x="6567722" y="3527305"/>
            <a:ext cx="1123680" cy="732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/>
            <a:r>
              <a:rPr lang="en-US" altLang="zh-CN" sz="2800" spc="300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03</a:t>
            </a:r>
          </a:p>
        </p:txBody>
      </p:sp>
      <p:sp>
        <p:nvSpPr>
          <p:cNvPr id="23" name="矩形 22"/>
          <p:cNvSpPr/>
          <p:nvPr/>
        </p:nvSpPr>
        <p:spPr bwMode="auto">
          <a:xfrm>
            <a:off x="7241956" y="3608719"/>
            <a:ext cx="3170754" cy="549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/>
            </a:pPr>
            <a:r>
              <a:rPr lang="en-US" altLang="zh-CN" sz="2400" dirty="0">
                <a:solidFill>
                  <a:srgbClr val="035C9C"/>
                </a:solidFill>
                <a:cs typeface="+mn-ea"/>
                <a:sym typeface="+mn-lt"/>
              </a:rPr>
              <a:t> RESULTS</a:t>
            </a:r>
            <a:endParaRPr lang="zh-CN" altLang="en-US" sz="2400" dirty="0">
              <a:solidFill>
                <a:srgbClr val="035C9C"/>
              </a:solidFill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 rot="16200000" flipH="1">
            <a:off x="8462264" y="2455786"/>
            <a:ext cx="45719" cy="3476622"/>
          </a:xfrm>
          <a:prstGeom prst="rect">
            <a:avLst/>
          </a:pr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35C9C"/>
              </a:solidFill>
              <a:cs typeface="+mn-ea"/>
              <a:sym typeface="+mn-lt"/>
            </a:endParaRPr>
          </a:p>
        </p:txBody>
      </p:sp>
      <p:sp>
        <p:nvSpPr>
          <p:cNvPr id="20" name="_14"/>
          <p:cNvSpPr txBox="1">
            <a:spLocks noChangeArrowheads="1"/>
          </p:cNvSpPr>
          <p:nvPr/>
        </p:nvSpPr>
        <p:spPr bwMode="auto">
          <a:xfrm>
            <a:off x="6567722" y="4446281"/>
            <a:ext cx="1123680" cy="732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/>
            <a:r>
              <a:rPr lang="en-US" altLang="zh-CN" sz="2800" spc="300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04</a:t>
            </a:r>
          </a:p>
        </p:txBody>
      </p:sp>
      <p:sp>
        <p:nvSpPr>
          <p:cNvPr id="21" name="矩形 20"/>
          <p:cNvSpPr/>
          <p:nvPr/>
        </p:nvSpPr>
        <p:spPr bwMode="auto">
          <a:xfrm>
            <a:off x="7241956" y="4533994"/>
            <a:ext cx="2981478" cy="5496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defRPr/>
            </a:pPr>
            <a:r>
              <a:rPr lang="en-US" altLang="zh-CN" sz="2400" dirty="0">
                <a:solidFill>
                  <a:srgbClr val="035C9C"/>
                </a:solidFill>
                <a:cs typeface="+mn-ea"/>
                <a:sym typeface="+mn-lt"/>
              </a:rPr>
              <a:t> CONCLUSION</a:t>
            </a:r>
            <a:endParaRPr lang="zh-CN" altLang="en-US" sz="2400" dirty="0">
              <a:solidFill>
                <a:srgbClr val="035C9C"/>
              </a:solidFill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 rot="16200000" flipH="1">
            <a:off x="8462264" y="3376523"/>
            <a:ext cx="45719" cy="3476622"/>
          </a:xfrm>
          <a:prstGeom prst="rect">
            <a:avLst/>
          </a:pr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35C9C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15745" y="3106420"/>
            <a:ext cx="3206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600" b="1">
                <a:solidFill>
                  <a:schemeClr val="bg1"/>
                </a:solidFill>
                <a:cs typeface="+mn-ea"/>
                <a:sym typeface="+mn-lt"/>
              </a:rPr>
              <a:t>CONTENTS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1515450" y="2855686"/>
            <a:ext cx="2818356" cy="0"/>
          </a:xfrm>
          <a:prstGeom prst="line">
            <a:avLst/>
          </a:prstGeom>
          <a:ln>
            <a:solidFill>
              <a:srgbClr val="F7F6F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515450" y="4002315"/>
            <a:ext cx="2818356" cy="0"/>
          </a:xfrm>
          <a:prstGeom prst="line">
            <a:avLst/>
          </a:prstGeom>
          <a:ln>
            <a:solidFill>
              <a:srgbClr val="F7F6F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D6A096F-2BB9-4A13-863C-976BE0415399}"/>
              </a:ext>
            </a:extLst>
          </p:cNvPr>
          <p:cNvCxnSpPr/>
          <p:nvPr/>
        </p:nvCxnSpPr>
        <p:spPr>
          <a:xfrm flipH="1">
            <a:off x="4174402" y="972619"/>
            <a:ext cx="829994" cy="91440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92DDEFE-BFCD-4A23-AB37-3854B047BB8C}"/>
              </a:ext>
            </a:extLst>
          </p:cNvPr>
          <p:cNvCxnSpPr/>
          <p:nvPr/>
        </p:nvCxnSpPr>
        <p:spPr>
          <a:xfrm flipH="1">
            <a:off x="4174402" y="1616409"/>
            <a:ext cx="829994" cy="91440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05ED0C5-57DA-4782-894C-9521BEE2624F}"/>
              </a:ext>
            </a:extLst>
          </p:cNvPr>
          <p:cNvCxnSpPr/>
          <p:nvPr/>
        </p:nvCxnSpPr>
        <p:spPr>
          <a:xfrm flipH="1">
            <a:off x="3084086" y="1429819"/>
            <a:ext cx="432914" cy="476939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AE9CC8E5-2BCA-45D6-BB4A-796AB2AD7745}"/>
              </a:ext>
            </a:extLst>
          </p:cNvPr>
          <p:cNvCxnSpPr/>
          <p:nvPr/>
        </p:nvCxnSpPr>
        <p:spPr>
          <a:xfrm flipH="1">
            <a:off x="1515450" y="4377914"/>
            <a:ext cx="829994" cy="91440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467A4103-D9FD-47CC-BC66-0E03836A4103}"/>
              </a:ext>
            </a:extLst>
          </p:cNvPr>
          <p:cNvCxnSpPr/>
          <p:nvPr/>
        </p:nvCxnSpPr>
        <p:spPr>
          <a:xfrm flipH="1">
            <a:off x="1515450" y="5021704"/>
            <a:ext cx="829994" cy="91440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1BE1D95-4254-4400-8967-5AE5B320D542}"/>
              </a:ext>
            </a:extLst>
          </p:cNvPr>
          <p:cNvCxnSpPr/>
          <p:nvPr/>
        </p:nvCxnSpPr>
        <p:spPr>
          <a:xfrm flipH="1">
            <a:off x="425134" y="4835114"/>
            <a:ext cx="432914" cy="476939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730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48">
            <a:extLst>
              <a:ext uri="{FF2B5EF4-FFF2-40B4-BE49-F238E27FC236}">
                <a16:creationId xmlns:a16="http://schemas.microsoft.com/office/drawing/2014/main" id="{E2B835E0-E6E0-4D92-9D68-145E24A1D25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341120"/>
            <a:ext cx="12192000" cy="4175760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22D3BAEC-7835-4269-9F55-C6C07B3B9FE8}"/>
              </a:ext>
            </a:extLst>
          </p:cNvPr>
          <p:cNvSpPr/>
          <p:nvPr/>
        </p:nvSpPr>
        <p:spPr>
          <a:xfrm>
            <a:off x="0" y="1341120"/>
            <a:ext cx="12192000" cy="4175760"/>
          </a:xfrm>
          <a:prstGeom prst="rect">
            <a:avLst/>
          </a:prstGeom>
          <a:solidFill>
            <a:srgbClr val="035C9C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9079138-4C57-41A4-BEC3-95CB01F799D0}"/>
              </a:ext>
            </a:extLst>
          </p:cNvPr>
          <p:cNvSpPr txBox="1"/>
          <p:nvPr/>
        </p:nvSpPr>
        <p:spPr>
          <a:xfrm>
            <a:off x="3501073" y="2900467"/>
            <a:ext cx="5189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BACKGROUND</a:t>
            </a:r>
            <a:endParaRPr lang="zh-CN" alt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C0B32743-6AFD-4480-9A6C-702CFFDF83E7}"/>
              </a:ext>
            </a:extLst>
          </p:cNvPr>
          <p:cNvGrpSpPr/>
          <p:nvPr/>
        </p:nvGrpSpPr>
        <p:grpSpPr>
          <a:xfrm>
            <a:off x="1165078" y="2855686"/>
            <a:ext cx="9861845" cy="1146629"/>
            <a:chOff x="940844" y="2909332"/>
            <a:chExt cx="3967568" cy="1146629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246DEBAB-892D-42D5-8D8F-36BB3AAFA2A6}"/>
                </a:ext>
              </a:extLst>
            </p:cNvPr>
            <p:cNvCxnSpPr/>
            <p:nvPr/>
          </p:nvCxnSpPr>
          <p:spPr>
            <a:xfrm>
              <a:off x="940844" y="2909332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E544791-7EB9-46E2-BAD1-694F3038BF05}"/>
                </a:ext>
              </a:extLst>
            </p:cNvPr>
            <p:cNvCxnSpPr/>
            <p:nvPr/>
          </p:nvCxnSpPr>
          <p:spPr>
            <a:xfrm>
              <a:off x="940844" y="4055961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CA0A7975-3320-4F1D-BE0C-64807D15035E}"/>
              </a:ext>
            </a:extLst>
          </p:cNvPr>
          <p:cNvCxnSpPr>
            <a:cxnSpLocks/>
          </p:cNvCxnSpPr>
          <p:nvPr/>
        </p:nvCxnSpPr>
        <p:spPr>
          <a:xfrm flipH="1">
            <a:off x="9828983" y="298571"/>
            <a:ext cx="946314" cy="1042549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5EA4B9A-B7B9-4BE3-AF84-7496E69A24FF}"/>
              </a:ext>
            </a:extLst>
          </p:cNvPr>
          <p:cNvCxnSpPr>
            <a:cxnSpLocks/>
          </p:cNvCxnSpPr>
          <p:nvPr/>
        </p:nvCxnSpPr>
        <p:spPr>
          <a:xfrm flipH="1">
            <a:off x="10413346" y="942361"/>
            <a:ext cx="361952" cy="398759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45294800-4924-4F02-84AF-750943E02D59}"/>
              </a:ext>
            </a:extLst>
          </p:cNvPr>
          <p:cNvCxnSpPr>
            <a:cxnSpLocks/>
          </p:cNvCxnSpPr>
          <p:nvPr/>
        </p:nvCxnSpPr>
        <p:spPr>
          <a:xfrm flipH="1">
            <a:off x="8756584" y="755771"/>
            <a:ext cx="531317" cy="585349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59BCC56E-DBBE-4DA1-8B35-96C468433080}"/>
              </a:ext>
            </a:extLst>
          </p:cNvPr>
          <p:cNvCxnSpPr>
            <a:cxnSpLocks/>
          </p:cNvCxnSpPr>
          <p:nvPr/>
        </p:nvCxnSpPr>
        <p:spPr>
          <a:xfrm flipH="1">
            <a:off x="8488485" y="1329084"/>
            <a:ext cx="268099" cy="29536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1921605D-05A9-439B-B853-04E58A66BF85}"/>
              </a:ext>
            </a:extLst>
          </p:cNvPr>
          <p:cNvCxnSpPr>
            <a:cxnSpLocks/>
          </p:cNvCxnSpPr>
          <p:nvPr/>
        </p:nvCxnSpPr>
        <p:spPr>
          <a:xfrm flipH="1">
            <a:off x="9575522" y="1318681"/>
            <a:ext cx="275102" cy="30307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830B94EE-DED6-485B-A3B5-4CCD29263ADF}"/>
              </a:ext>
            </a:extLst>
          </p:cNvPr>
          <p:cNvCxnSpPr>
            <a:cxnSpLocks/>
          </p:cNvCxnSpPr>
          <p:nvPr/>
        </p:nvCxnSpPr>
        <p:spPr>
          <a:xfrm flipH="1">
            <a:off x="10047301" y="1341120"/>
            <a:ext cx="361164" cy="397891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96492596-920A-48E9-84C1-D28359E5DBA6}"/>
              </a:ext>
            </a:extLst>
          </p:cNvPr>
          <p:cNvGrpSpPr/>
          <p:nvPr/>
        </p:nvGrpSpPr>
        <p:grpSpPr>
          <a:xfrm rot="10800000">
            <a:off x="446009" y="5123901"/>
            <a:ext cx="2286813" cy="1440440"/>
            <a:chOff x="226090" y="4873090"/>
            <a:chExt cx="2286813" cy="1440440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E3EF3955-7B5D-4384-A3DC-8225305891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6588" y="4873090"/>
              <a:ext cx="946314" cy="1042549"/>
            </a:xfrm>
            <a:prstGeom prst="line">
              <a:avLst/>
            </a:prstGeom>
            <a:ln w="15875">
              <a:solidFill>
                <a:srgbClr val="035C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494F376E-2E8E-4C2A-AB28-176D143F25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0951" y="5516880"/>
              <a:ext cx="361952" cy="398759"/>
            </a:xfrm>
            <a:prstGeom prst="line">
              <a:avLst/>
            </a:prstGeom>
            <a:ln w="15875">
              <a:solidFill>
                <a:srgbClr val="035C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6DA33DC5-8A9A-48B3-94BB-C62F008B52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189" y="5330290"/>
              <a:ext cx="531317" cy="585349"/>
            </a:xfrm>
            <a:prstGeom prst="line">
              <a:avLst/>
            </a:prstGeom>
            <a:ln w="15875">
              <a:solidFill>
                <a:srgbClr val="035C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4E5426E4-433E-4E8F-A967-571F45E0B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090" y="5903603"/>
              <a:ext cx="268099" cy="295362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6F340AD4-1A3C-4906-9BD3-F4DFAA8D6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3127" y="5893200"/>
              <a:ext cx="275102" cy="303077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7A00D2AA-40EA-4651-92EC-C79B30DD47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84906" y="5915639"/>
              <a:ext cx="361164" cy="397891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矩形 78">
            <a:extLst>
              <a:ext uri="{FF2B5EF4-FFF2-40B4-BE49-F238E27FC236}">
                <a16:creationId xmlns:a16="http://schemas.microsoft.com/office/drawing/2014/main" id="{E843B692-C87E-4B45-A432-BCCBB7FECC10}"/>
              </a:ext>
            </a:extLst>
          </p:cNvPr>
          <p:cNvSpPr/>
          <p:nvPr/>
        </p:nvSpPr>
        <p:spPr>
          <a:xfrm>
            <a:off x="4774420" y="2031148"/>
            <a:ext cx="26431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cs typeface="+mn-ea"/>
                <a:sym typeface="+mn-lt"/>
              </a:rPr>
              <a:t>PART·ONE</a:t>
            </a:r>
          </a:p>
        </p:txBody>
      </p:sp>
    </p:spTree>
    <p:extLst>
      <p:ext uri="{BB962C8B-B14F-4D97-AF65-F5344CB8AC3E}">
        <p14:creationId xmlns:p14="http://schemas.microsoft.com/office/powerpoint/2010/main" val="187711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40523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231314"/>
            <a:ext cx="282385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en-US" altLang="zh-CN" sz="24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BACKGROUND</a:t>
            </a:r>
            <a:endParaRPr lang="zh-CN" altLang="en-US" sz="2400" b="1" dirty="0">
              <a:solidFill>
                <a:srgbClr val="035C9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C63D68C-297A-4AEB-B2A3-56E4F74B6F4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01468" y="86806"/>
            <a:ext cx="1478713" cy="48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28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48">
            <a:extLst>
              <a:ext uri="{FF2B5EF4-FFF2-40B4-BE49-F238E27FC236}">
                <a16:creationId xmlns:a16="http://schemas.microsoft.com/office/drawing/2014/main" id="{E2B835E0-E6E0-4D92-9D68-145E24A1D25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341120"/>
            <a:ext cx="12192000" cy="4175760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22D3BAEC-7835-4269-9F55-C6C07B3B9FE8}"/>
              </a:ext>
            </a:extLst>
          </p:cNvPr>
          <p:cNvSpPr/>
          <p:nvPr/>
        </p:nvSpPr>
        <p:spPr>
          <a:xfrm>
            <a:off x="0" y="1341120"/>
            <a:ext cx="12192000" cy="4175760"/>
          </a:xfrm>
          <a:prstGeom prst="rect">
            <a:avLst/>
          </a:prstGeom>
          <a:solidFill>
            <a:srgbClr val="035C9C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9079138-4C57-41A4-BEC3-95CB01F799D0}"/>
              </a:ext>
            </a:extLst>
          </p:cNvPr>
          <p:cNvSpPr txBox="1"/>
          <p:nvPr/>
        </p:nvSpPr>
        <p:spPr>
          <a:xfrm>
            <a:off x="3501073" y="2900467"/>
            <a:ext cx="5189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METHODS</a:t>
            </a:r>
            <a:endParaRPr lang="zh-CN" alt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C0B32743-6AFD-4480-9A6C-702CFFDF83E7}"/>
              </a:ext>
            </a:extLst>
          </p:cNvPr>
          <p:cNvGrpSpPr/>
          <p:nvPr/>
        </p:nvGrpSpPr>
        <p:grpSpPr>
          <a:xfrm>
            <a:off x="1165078" y="2855686"/>
            <a:ext cx="9861845" cy="1146629"/>
            <a:chOff x="940844" y="2909332"/>
            <a:chExt cx="3967568" cy="1146629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246DEBAB-892D-42D5-8D8F-36BB3AAFA2A6}"/>
                </a:ext>
              </a:extLst>
            </p:cNvPr>
            <p:cNvCxnSpPr/>
            <p:nvPr/>
          </p:nvCxnSpPr>
          <p:spPr>
            <a:xfrm>
              <a:off x="940844" y="2909332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E544791-7EB9-46E2-BAD1-694F3038BF05}"/>
                </a:ext>
              </a:extLst>
            </p:cNvPr>
            <p:cNvCxnSpPr/>
            <p:nvPr/>
          </p:nvCxnSpPr>
          <p:spPr>
            <a:xfrm>
              <a:off x="940844" y="4055961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CA0A7975-3320-4F1D-BE0C-64807D15035E}"/>
              </a:ext>
            </a:extLst>
          </p:cNvPr>
          <p:cNvCxnSpPr>
            <a:cxnSpLocks/>
          </p:cNvCxnSpPr>
          <p:nvPr/>
        </p:nvCxnSpPr>
        <p:spPr>
          <a:xfrm flipH="1">
            <a:off x="9828983" y="298571"/>
            <a:ext cx="946314" cy="1042549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5EA4B9A-B7B9-4BE3-AF84-7496E69A24FF}"/>
              </a:ext>
            </a:extLst>
          </p:cNvPr>
          <p:cNvCxnSpPr>
            <a:cxnSpLocks/>
          </p:cNvCxnSpPr>
          <p:nvPr/>
        </p:nvCxnSpPr>
        <p:spPr>
          <a:xfrm flipH="1">
            <a:off x="10413346" y="942361"/>
            <a:ext cx="361952" cy="398759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45294800-4924-4F02-84AF-750943E02D59}"/>
              </a:ext>
            </a:extLst>
          </p:cNvPr>
          <p:cNvCxnSpPr>
            <a:cxnSpLocks/>
          </p:cNvCxnSpPr>
          <p:nvPr/>
        </p:nvCxnSpPr>
        <p:spPr>
          <a:xfrm flipH="1">
            <a:off x="8756584" y="755771"/>
            <a:ext cx="531317" cy="585349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59BCC56E-DBBE-4DA1-8B35-96C468433080}"/>
              </a:ext>
            </a:extLst>
          </p:cNvPr>
          <p:cNvCxnSpPr>
            <a:cxnSpLocks/>
          </p:cNvCxnSpPr>
          <p:nvPr/>
        </p:nvCxnSpPr>
        <p:spPr>
          <a:xfrm flipH="1">
            <a:off x="8488485" y="1329084"/>
            <a:ext cx="268099" cy="29536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1921605D-05A9-439B-B853-04E58A66BF85}"/>
              </a:ext>
            </a:extLst>
          </p:cNvPr>
          <p:cNvCxnSpPr>
            <a:cxnSpLocks/>
          </p:cNvCxnSpPr>
          <p:nvPr/>
        </p:nvCxnSpPr>
        <p:spPr>
          <a:xfrm flipH="1">
            <a:off x="9575522" y="1318681"/>
            <a:ext cx="275102" cy="30307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830B94EE-DED6-485B-A3B5-4CCD29263ADF}"/>
              </a:ext>
            </a:extLst>
          </p:cNvPr>
          <p:cNvCxnSpPr>
            <a:cxnSpLocks/>
          </p:cNvCxnSpPr>
          <p:nvPr/>
        </p:nvCxnSpPr>
        <p:spPr>
          <a:xfrm flipH="1">
            <a:off x="10047301" y="1341120"/>
            <a:ext cx="361164" cy="397891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96492596-920A-48E9-84C1-D28359E5DBA6}"/>
              </a:ext>
            </a:extLst>
          </p:cNvPr>
          <p:cNvGrpSpPr/>
          <p:nvPr/>
        </p:nvGrpSpPr>
        <p:grpSpPr>
          <a:xfrm rot="10800000">
            <a:off x="446009" y="5123901"/>
            <a:ext cx="2286813" cy="1440440"/>
            <a:chOff x="226090" y="4873090"/>
            <a:chExt cx="2286813" cy="1440440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E3EF3955-7B5D-4384-A3DC-8225305891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6588" y="4873090"/>
              <a:ext cx="946314" cy="1042549"/>
            </a:xfrm>
            <a:prstGeom prst="line">
              <a:avLst/>
            </a:prstGeom>
            <a:ln w="15875">
              <a:solidFill>
                <a:srgbClr val="035C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494F376E-2E8E-4C2A-AB28-176D143F25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0951" y="5516880"/>
              <a:ext cx="361952" cy="398759"/>
            </a:xfrm>
            <a:prstGeom prst="line">
              <a:avLst/>
            </a:prstGeom>
            <a:ln w="15875">
              <a:solidFill>
                <a:srgbClr val="035C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6DA33DC5-8A9A-48B3-94BB-C62F008B52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189" y="5330290"/>
              <a:ext cx="531317" cy="585349"/>
            </a:xfrm>
            <a:prstGeom prst="line">
              <a:avLst/>
            </a:prstGeom>
            <a:ln w="15875">
              <a:solidFill>
                <a:srgbClr val="035C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4E5426E4-433E-4E8F-A967-571F45E0B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090" y="5903603"/>
              <a:ext cx="268099" cy="295362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6F340AD4-1A3C-4906-9BD3-F4DFAA8D6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3127" y="5893200"/>
              <a:ext cx="275102" cy="303077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7A00D2AA-40EA-4651-92EC-C79B30DD47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84906" y="5915639"/>
              <a:ext cx="361164" cy="397891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矩形 78">
            <a:extLst>
              <a:ext uri="{FF2B5EF4-FFF2-40B4-BE49-F238E27FC236}">
                <a16:creationId xmlns:a16="http://schemas.microsoft.com/office/drawing/2014/main" id="{E843B692-C87E-4B45-A432-BCCBB7FECC10}"/>
              </a:ext>
            </a:extLst>
          </p:cNvPr>
          <p:cNvSpPr/>
          <p:nvPr/>
        </p:nvSpPr>
        <p:spPr>
          <a:xfrm>
            <a:off x="4704658" y="2031148"/>
            <a:ext cx="27826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cs typeface="+mn-ea"/>
                <a:sym typeface="+mn-lt"/>
              </a:rPr>
              <a:t>PART·TWO</a:t>
            </a:r>
          </a:p>
        </p:txBody>
      </p:sp>
    </p:spTree>
    <p:extLst>
      <p:ext uri="{BB962C8B-B14F-4D97-AF65-F5344CB8AC3E}">
        <p14:creationId xmlns:p14="http://schemas.microsoft.com/office/powerpoint/2010/main" val="2212256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40523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231314"/>
            <a:ext cx="282385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en-US" altLang="zh-CN" sz="24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METHODS</a:t>
            </a:r>
            <a:endParaRPr lang="zh-CN" altLang="en-US" sz="2400" b="1" dirty="0">
              <a:solidFill>
                <a:srgbClr val="035C9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C63D68C-297A-4AEB-B2A3-56E4F74B6F4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01468" y="86806"/>
            <a:ext cx="1478713" cy="48567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056CCC2-EF7B-BC97-57D4-BED7607FE6F0}"/>
              </a:ext>
            </a:extLst>
          </p:cNvPr>
          <p:cNvSpPr txBox="1"/>
          <p:nvPr/>
        </p:nvSpPr>
        <p:spPr>
          <a:xfrm>
            <a:off x="7467600" y="2690336"/>
            <a:ext cx="39210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XXXX</a:t>
            </a:r>
          </a:p>
          <a:p>
            <a:r>
              <a:rPr lang="en-US" altLang="zh-CN" dirty="0"/>
              <a:t>XXXXX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XXXXXXXXXXXXXX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9E60921-008B-EB7A-AEDF-0DCCD7F3E9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0" y="839549"/>
            <a:ext cx="6201640" cy="327705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34EF0F5-F22E-3A76-2F99-E6C2567DBD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335" y="4116606"/>
            <a:ext cx="6087601" cy="242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2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48">
            <a:extLst>
              <a:ext uri="{FF2B5EF4-FFF2-40B4-BE49-F238E27FC236}">
                <a16:creationId xmlns:a16="http://schemas.microsoft.com/office/drawing/2014/main" id="{E2B835E0-E6E0-4D92-9D68-145E24A1D25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341120"/>
            <a:ext cx="12192000" cy="4175760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22D3BAEC-7835-4269-9F55-C6C07B3B9FE8}"/>
              </a:ext>
            </a:extLst>
          </p:cNvPr>
          <p:cNvSpPr/>
          <p:nvPr/>
        </p:nvSpPr>
        <p:spPr>
          <a:xfrm>
            <a:off x="0" y="1341120"/>
            <a:ext cx="12192000" cy="4175760"/>
          </a:xfrm>
          <a:prstGeom prst="rect">
            <a:avLst/>
          </a:prstGeom>
          <a:solidFill>
            <a:srgbClr val="035C9C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9079138-4C57-41A4-BEC3-95CB01F799D0}"/>
              </a:ext>
            </a:extLst>
          </p:cNvPr>
          <p:cNvSpPr txBox="1"/>
          <p:nvPr/>
        </p:nvSpPr>
        <p:spPr>
          <a:xfrm>
            <a:off x="3501073" y="2900467"/>
            <a:ext cx="5189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RESULTS</a:t>
            </a:r>
            <a:endParaRPr lang="zh-CN" alt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C0B32743-6AFD-4480-9A6C-702CFFDF83E7}"/>
              </a:ext>
            </a:extLst>
          </p:cNvPr>
          <p:cNvGrpSpPr/>
          <p:nvPr/>
        </p:nvGrpSpPr>
        <p:grpSpPr>
          <a:xfrm>
            <a:off x="1165078" y="2855686"/>
            <a:ext cx="9861845" cy="1146629"/>
            <a:chOff x="940844" y="2909332"/>
            <a:chExt cx="3967568" cy="1146629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246DEBAB-892D-42D5-8D8F-36BB3AAFA2A6}"/>
                </a:ext>
              </a:extLst>
            </p:cNvPr>
            <p:cNvCxnSpPr/>
            <p:nvPr/>
          </p:nvCxnSpPr>
          <p:spPr>
            <a:xfrm>
              <a:off x="940844" y="2909332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E544791-7EB9-46E2-BAD1-694F3038BF05}"/>
                </a:ext>
              </a:extLst>
            </p:cNvPr>
            <p:cNvCxnSpPr/>
            <p:nvPr/>
          </p:nvCxnSpPr>
          <p:spPr>
            <a:xfrm>
              <a:off x="940844" y="4055961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CA0A7975-3320-4F1D-BE0C-64807D15035E}"/>
              </a:ext>
            </a:extLst>
          </p:cNvPr>
          <p:cNvCxnSpPr>
            <a:cxnSpLocks/>
          </p:cNvCxnSpPr>
          <p:nvPr/>
        </p:nvCxnSpPr>
        <p:spPr>
          <a:xfrm flipH="1">
            <a:off x="9828983" y="298571"/>
            <a:ext cx="946314" cy="1042549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5EA4B9A-B7B9-4BE3-AF84-7496E69A24FF}"/>
              </a:ext>
            </a:extLst>
          </p:cNvPr>
          <p:cNvCxnSpPr>
            <a:cxnSpLocks/>
          </p:cNvCxnSpPr>
          <p:nvPr/>
        </p:nvCxnSpPr>
        <p:spPr>
          <a:xfrm flipH="1">
            <a:off x="10413346" y="942361"/>
            <a:ext cx="361952" cy="398759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45294800-4924-4F02-84AF-750943E02D59}"/>
              </a:ext>
            </a:extLst>
          </p:cNvPr>
          <p:cNvCxnSpPr>
            <a:cxnSpLocks/>
          </p:cNvCxnSpPr>
          <p:nvPr/>
        </p:nvCxnSpPr>
        <p:spPr>
          <a:xfrm flipH="1">
            <a:off x="8756584" y="755771"/>
            <a:ext cx="531317" cy="585349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59BCC56E-DBBE-4DA1-8B35-96C468433080}"/>
              </a:ext>
            </a:extLst>
          </p:cNvPr>
          <p:cNvCxnSpPr>
            <a:cxnSpLocks/>
          </p:cNvCxnSpPr>
          <p:nvPr/>
        </p:nvCxnSpPr>
        <p:spPr>
          <a:xfrm flipH="1">
            <a:off x="8488485" y="1329084"/>
            <a:ext cx="268099" cy="29536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1921605D-05A9-439B-B853-04E58A66BF85}"/>
              </a:ext>
            </a:extLst>
          </p:cNvPr>
          <p:cNvCxnSpPr>
            <a:cxnSpLocks/>
          </p:cNvCxnSpPr>
          <p:nvPr/>
        </p:nvCxnSpPr>
        <p:spPr>
          <a:xfrm flipH="1">
            <a:off x="9575522" y="1318681"/>
            <a:ext cx="275102" cy="30307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830B94EE-DED6-485B-A3B5-4CCD29263ADF}"/>
              </a:ext>
            </a:extLst>
          </p:cNvPr>
          <p:cNvCxnSpPr>
            <a:cxnSpLocks/>
          </p:cNvCxnSpPr>
          <p:nvPr/>
        </p:nvCxnSpPr>
        <p:spPr>
          <a:xfrm flipH="1">
            <a:off x="10047301" y="1341120"/>
            <a:ext cx="361164" cy="397891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96492596-920A-48E9-84C1-D28359E5DBA6}"/>
              </a:ext>
            </a:extLst>
          </p:cNvPr>
          <p:cNvGrpSpPr/>
          <p:nvPr/>
        </p:nvGrpSpPr>
        <p:grpSpPr>
          <a:xfrm rot="10800000">
            <a:off x="446009" y="5123901"/>
            <a:ext cx="2286813" cy="1440440"/>
            <a:chOff x="226090" y="4873090"/>
            <a:chExt cx="2286813" cy="1440440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E3EF3955-7B5D-4384-A3DC-8225305891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6588" y="4873090"/>
              <a:ext cx="946314" cy="1042549"/>
            </a:xfrm>
            <a:prstGeom prst="line">
              <a:avLst/>
            </a:prstGeom>
            <a:ln w="15875">
              <a:solidFill>
                <a:srgbClr val="035C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494F376E-2E8E-4C2A-AB28-176D143F25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0951" y="5516880"/>
              <a:ext cx="361952" cy="398759"/>
            </a:xfrm>
            <a:prstGeom prst="line">
              <a:avLst/>
            </a:prstGeom>
            <a:ln w="15875">
              <a:solidFill>
                <a:srgbClr val="035C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6DA33DC5-8A9A-48B3-94BB-C62F008B52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189" y="5330290"/>
              <a:ext cx="531317" cy="585349"/>
            </a:xfrm>
            <a:prstGeom prst="line">
              <a:avLst/>
            </a:prstGeom>
            <a:ln w="15875">
              <a:solidFill>
                <a:srgbClr val="035C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4E5426E4-433E-4E8F-A967-571F45E0B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090" y="5903603"/>
              <a:ext cx="268099" cy="295362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6F340AD4-1A3C-4906-9BD3-F4DFAA8D6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3127" y="5893200"/>
              <a:ext cx="275102" cy="303077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7A00D2AA-40EA-4651-92EC-C79B30DD47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84906" y="5915639"/>
              <a:ext cx="361164" cy="397891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矩形 78">
            <a:extLst>
              <a:ext uri="{FF2B5EF4-FFF2-40B4-BE49-F238E27FC236}">
                <a16:creationId xmlns:a16="http://schemas.microsoft.com/office/drawing/2014/main" id="{E843B692-C87E-4B45-A432-BCCBB7FECC10}"/>
              </a:ext>
            </a:extLst>
          </p:cNvPr>
          <p:cNvSpPr/>
          <p:nvPr/>
        </p:nvSpPr>
        <p:spPr>
          <a:xfrm>
            <a:off x="4531566" y="2031148"/>
            <a:ext cx="31288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cs typeface="+mn-ea"/>
                <a:sym typeface="+mn-lt"/>
              </a:rPr>
              <a:t>PART·THREE</a:t>
            </a:r>
          </a:p>
        </p:txBody>
      </p:sp>
    </p:spTree>
    <p:extLst>
      <p:ext uri="{BB962C8B-B14F-4D97-AF65-F5344CB8AC3E}">
        <p14:creationId xmlns:p14="http://schemas.microsoft.com/office/powerpoint/2010/main" val="126180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40523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231314"/>
            <a:ext cx="282385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en-US" altLang="zh-CN" sz="24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RESULTS</a:t>
            </a:r>
            <a:endParaRPr lang="zh-CN" altLang="en-US" sz="2400" b="1" dirty="0">
              <a:solidFill>
                <a:srgbClr val="035C9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C63D68C-297A-4AEB-B2A3-56E4F74B6F4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01468" y="86806"/>
            <a:ext cx="1478713" cy="4856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FDED8F8-10B6-E637-9859-5EFBF3C8FD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215" y="1358793"/>
            <a:ext cx="7346517" cy="318631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14D4514-978D-5619-2784-B7F9A9B8E2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3817" y="1296040"/>
            <a:ext cx="3782102" cy="378210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657B38F-1AB4-A711-68F3-639C249B6947}"/>
              </a:ext>
            </a:extLst>
          </p:cNvPr>
          <p:cNvSpPr txBox="1"/>
          <p:nvPr/>
        </p:nvSpPr>
        <p:spPr>
          <a:xfrm>
            <a:off x="2832847" y="5880846"/>
            <a:ext cx="887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XXXXXXXXXXXXXXXXXXXXXXXXXX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780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48">
            <a:extLst>
              <a:ext uri="{FF2B5EF4-FFF2-40B4-BE49-F238E27FC236}">
                <a16:creationId xmlns:a16="http://schemas.microsoft.com/office/drawing/2014/main" id="{E2B835E0-E6E0-4D92-9D68-145E24A1D25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341120"/>
            <a:ext cx="12192000" cy="4175760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22D3BAEC-7835-4269-9F55-C6C07B3B9FE8}"/>
              </a:ext>
            </a:extLst>
          </p:cNvPr>
          <p:cNvSpPr/>
          <p:nvPr/>
        </p:nvSpPr>
        <p:spPr>
          <a:xfrm>
            <a:off x="0" y="1341120"/>
            <a:ext cx="12192000" cy="4175760"/>
          </a:xfrm>
          <a:prstGeom prst="rect">
            <a:avLst/>
          </a:prstGeom>
          <a:solidFill>
            <a:srgbClr val="035C9C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9079138-4C57-41A4-BEC3-95CB01F799D0}"/>
              </a:ext>
            </a:extLst>
          </p:cNvPr>
          <p:cNvSpPr txBox="1"/>
          <p:nvPr/>
        </p:nvSpPr>
        <p:spPr>
          <a:xfrm>
            <a:off x="3501073" y="2900467"/>
            <a:ext cx="5189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CONCLUSION</a:t>
            </a:r>
            <a:endParaRPr lang="zh-CN" altLang="en-US" sz="4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C0B32743-6AFD-4480-9A6C-702CFFDF83E7}"/>
              </a:ext>
            </a:extLst>
          </p:cNvPr>
          <p:cNvGrpSpPr/>
          <p:nvPr/>
        </p:nvGrpSpPr>
        <p:grpSpPr>
          <a:xfrm>
            <a:off x="1165078" y="2855686"/>
            <a:ext cx="9861845" cy="1146629"/>
            <a:chOff x="940844" y="2909332"/>
            <a:chExt cx="3967568" cy="1146629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246DEBAB-892D-42D5-8D8F-36BB3AAFA2A6}"/>
                </a:ext>
              </a:extLst>
            </p:cNvPr>
            <p:cNvCxnSpPr/>
            <p:nvPr/>
          </p:nvCxnSpPr>
          <p:spPr>
            <a:xfrm>
              <a:off x="940844" y="2909332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E544791-7EB9-46E2-BAD1-694F3038BF05}"/>
                </a:ext>
              </a:extLst>
            </p:cNvPr>
            <p:cNvCxnSpPr/>
            <p:nvPr/>
          </p:nvCxnSpPr>
          <p:spPr>
            <a:xfrm>
              <a:off x="940844" y="4055961"/>
              <a:ext cx="3967568" cy="0"/>
            </a:xfrm>
            <a:prstGeom prst="line">
              <a:avLst/>
            </a:prstGeom>
            <a:ln>
              <a:solidFill>
                <a:srgbClr val="F7F6F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CA0A7975-3320-4F1D-BE0C-64807D15035E}"/>
              </a:ext>
            </a:extLst>
          </p:cNvPr>
          <p:cNvCxnSpPr>
            <a:cxnSpLocks/>
          </p:cNvCxnSpPr>
          <p:nvPr/>
        </p:nvCxnSpPr>
        <p:spPr>
          <a:xfrm flipH="1">
            <a:off x="9828983" y="298571"/>
            <a:ext cx="946314" cy="1042549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5EA4B9A-B7B9-4BE3-AF84-7496E69A24FF}"/>
              </a:ext>
            </a:extLst>
          </p:cNvPr>
          <p:cNvCxnSpPr>
            <a:cxnSpLocks/>
          </p:cNvCxnSpPr>
          <p:nvPr/>
        </p:nvCxnSpPr>
        <p:spPr>
          <a:xfrm flipH="1">
            <a:off x="10413346" y="942361"/>
            <a:ext cx="361952" cy="398759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45294800-4924-4F02-84AF-750943E02D59}"/>
              </a:ext>
            </a:extLst>
          </p:cNvPr>
          <p:cNvCxnSpPr>
            <a:cxnSpLocks/>
          </p:cNvCxnSpPr>
          <p:nvPr/>
        </p:nvCxnSpPr>
        <p:spPr>
          <a:xfrm flipH="1">
            <a:off x="8756584" y="755771"/>
            <a:ext cx="531317" cy="585349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59BCC56E-DBBE-4DA1-8B35-96C468433080}"/>
              </a:ext>
            </a:extLst>
          </p:cNvPr>
          <p:cNvCxnSpPr>
            <a:cxnSpLocks/>
          </p:cNvCxnSpPr>
          <p:nvPr/>
        </p:nvCxnSpPr>
        <p:spPr>
          <a:xfrm flipH="1">
            <a:off x="8488485" y="1329084"/>
            <a:ext cx="268099" cy="29536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1921605D-05A9-439B-B853-04E58A66BF85}"/>
              </a:ext>
            </a:extLst>
          </p:cNvPr>
          <p:cNvCxnSpPr>
            <a:cxnSpLocks/>
          </p:cNvCxnSpPr>
          <p:nvPr/>
        </p:nvCxnSpPr>
        <p:spPr>
          <a:xfrm flipH="1">
            <a:off x="9575522" y="1318681"/>
            <a:ext cx="275102" cy="303077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830B94EE-DED6-485B-A3B5-4CCD29263ADF}"/>
              </a:ext>
            </a:extLst>
          </p:cNvPr>
          <p:cNvCxnSpPr>
            <a:cxnSpLocks/>
          </p:cNvCxnSpPr>
          <p:nvPr/>
        </p:nvCxnSpPr>
        <p:spPr>
          <a:xfrm flipH="1">
            <a:off x="10047301" y="1341120"/>
            <a:ext cx="361164" cy="397891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96492596-920A-48E9-84C1-D28359E5DBA6}"/>
              </a:ext>
            </a:extLst>
          </p:cNvPr>
          <p:cNvGrpSpPr/>
          <p:nvPr/>
        </p:nvGrpSpPr>
        <p:grpSpPr>
          <a:xfrm rot="10800000">
            <a:off x="446009" y="5123901"/>
            <a:ext cx="2286813" cy="1440440"/>
            <a:chOff x="226090" y="4873090"/>
            <a:chExt cx="2286813" cy="1440440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E3EF3955-7B5D-4384-A3DC-8225305891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6588" y="4873090"/>
              <a:ext cx="946314" cy="1042549"/>
            </a:xfrm>
            <a:prstGeom prst="line">
              <a:avLst/>
            </a:prstGeom>
            <a:ln w="15875">
              <a:solidFill>
                <a:srgbClr val="035C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494F376E-2E8E-4C2A-AB28-176D143F25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0951" y="5516880"/>
              <a:ext cx="361952" cy="398759"/>
            </a:xfrm>
            <a:prstGeom prst="line">
              <a:avLst/>
            </a:prstGeom>
            <a:ln w="15875">
              <a:solidFill>
                <a:srgbClr val="035C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6DA33DC5-8A9A-48B3-94BB-C62F008B52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189" y="5330290"/>
              <a:ext cx="531317" cy="585349"/>
            </a:xfrm>
            <a:prstGeom prst="line">
              <a:avLst/>
            </a:prstGeom>
            <a:ln w="15875">
              <a:solidFill>
                <a:srgbClr val="035C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4E5426E4-433E-4E8F-A967-571F45E0B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090" y="5903603"/>
              <a:ext cx="268099" cy="295362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6F340AD4-1A3C-4906-9BD3-F4DFAA8D64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3127" y="5893200"/>
              <a:ext cx="275102" cy="303077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7A00D2AA-40EA-4651-92EC-C79B30DD47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84906" y="5915639"/>
              <a:ext cx="361164" cy="397891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矩形 78">
            <a:extLst>
              <a:ext uri="{FF2B5EF4-FFF2-40B4-BE49-F238E27FC236}">
                <a16:creationId xmlns:a16="http://schemas.microsoft.com/office/drawing/2014/main" id="{E843B692-C87E-4B45-A432-BCCBB7FECC10}"/>
              </a:ext>
            </a:extLst>
          </p:cNvPr>
          <p:cNvSpPr/>
          <p:nvPr/>
        </p:nvSpPr>
        <p:spPr>
          <a:xfrm>
            <a:off x="4632556" y="2031148"/>
            <a:ext cx="29268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cs typeface="+mn-ea"/>
                <a:sym typeface="+mn-lt"/>
              </a:rPr>
              <a:t>PART·FOUR</a:t>
            </a:r>
          </a:p>
        </p:txBody>
      </p:sp>
    </p:spTree>
    <p:extLst>
      <p:ext uri="{BB962C8B-B14F-4D97-AF65-F5344CB8AC3E}">
        <p14:creationId xmlns:p14="http://schemas.microsoft.com/office/powerpoint/2010/main" val="144162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40523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231314"/>
            <a:ext cx="282385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en-US" altLang="zh-CN" sz="24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CONCLUSION</a:t>
            </a:r>
            <a:endParaRPr lang="zh-CN" altLang="en-US" sz="2400" b="1" dirty="0">
              <a:solidFill>
                <a:srgbClr val="035C9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C63D68C-297A-4AEB-B2A3-56E4F74B6F4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01468" y="86806"/>
            <a:ext cx="1478713" cy="48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90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6D155800-8F15-4C9A-B7F6-5BE96833130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96786" y="1526540"/>
            <a:ext cx="6154974" cy="3783998"/>
          </a:xfrm>
          <a:custGeom>
            <a:avLst/>
            <a:gdLst>
              <a:gd name="connsiteX0" fmla="*/ 321 w 3943295"/>
              <a:gd name="connsiteY0" fmla="*/ 0 h 2311888"/>
              <a:gd name="connsiteX1" fmla="*/ 3943295 w 3943295"/>
              <a:gd name="connsiteY1" fmla="*/ 0 h 2311888"/>
              <a:gd name="connsiteX2" fmla="*/ 3227035 w 3943295"/>
              <a:gd name="connsiteY2" fmla="*/ 2311888 h 2311888"/>
              <a:gd name="connsiteX3" fmla="*/ 321 w 3943295"/>
              <a:gd name="connsiteY3" fmla="*/ 2304796 h 2311888"/>
              <a:gd name="connsiteX4" fmla="*/ 321 w 3943295"/>
              <a:gd name="connsiteY4" fmla="*/ 0 h 2311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3295" h="2311888">
                <a:moveTo>
                  <a:pt x="321" y="0"/>
                </a:moveTo>
                <a:lnTo>
                  <a:pt x="3943295" y="0"/>
                </a:lnTo>
                <a:lnTo>
                  <a:pt x="3227035" y="2311888"/>
                </a:lnTo>
                <a:lnTo>
                  <a:pt x="321" y="2304796"/>
                </a:lnTo>
                <a:cubicBezTo>
                  <a:pt x="-2044" y="1538895"/>
                  <a:pt x="9777" y="765902"/>
                  <a:pt x="321" y="0"/>
                </a:cubicBezTo>
                <a:close/>
              </a:path>
            </a:pathLst>
          </a:custGeom>
        </p:spPr>
      </p:pic>
      <p:sp>
        <p:nvSpPr>
          <p:cNvPr id="6" name="任意多边形: 形状 5"/>
          <p:cNvSpPr/>
          <p:nvPr/>
        </p:nvSpPr>
        <p:spPr>
          <a:xfrm>
            <a:off x="3776515" y="2135186"/>
            <a:ext cx="8415485" cy="2587626"/>
          </a:xfrm>
          <a:custGeom>
            <a:avLst/>
            <a:gdLst>
              <a:gd name="connsiteX0" fmla="*/ 385762 w 4895850"/>
              <a:gd name="connsiteY0" fmla="*/ 0 h 1190625"/>
              <a:gd name="connsiteX1" fmla="*/ 0 w 4895850"/>
              <a:gd name="connsiteY1" fmla="*/ 1190625 h 1190625"/>
              <a:gd name="connsiteX2" fmla="*/ 4876800 w 4895850"/>
              <a:gd name="connsiteY2" fmla="*/ 1181100 h 1190625"/>
              <a:gd name="connsiteX3" fmla="*/ 4895850 w 4895850"/>
              <a:gd name="connsiteY3" fmla="*/ 14287 h 1190625"/>
              <a:gd name="connsiteX4" fmla="*/ 385762 w 4895850"/>
              <a:gd name="connsiteY4" fmla="*/ 0 h 1190625"/>
              <a:gd name="connsiteX0-1" fmla="*/ 385762 w 4891087"/>
              <a:gd name="connsiteY0-2" fmla="*/ 0 h 1190625"/>
              <a:gd name="connsiteX1-3" fmla="*/ 0 w 4891087"/>
              <a:gd name="connsiteY1-4" fmla="*/ 1190625 h 1190625"/>
              <a:gd name="connsiteX2-5" fmla="*/ 4876800 w 4891087"/>
              <a:gd name="connsiteY2-6" fmla="*/ 1181100 h 1190625"/>
              <a:gd name="connsiteX3-7" fmla="*/ 4891087 w 4891087"/>
              <a:gd name="connsiteY3-8" fmla="*/ 23812 h 1190625"/>
              <a:gd name="connsiteX4-9" fmla="*/ 385762 w 4891087"/>
              <a:gd name="connsiteY4-10" fmla="*/ 0 h 1190625"/>
              <a:gd name="connsiteX0-11" fmla="*/ 385762 w 4891087"/>
              <a:gd name="connsiteY0-12" fmla="*/ 0 h 1190625"/>
              <a:gd name="connsiteX1-13" fmla="*/ 0 w 4891087"/>
              <a:gd name="connsiteY1-14" fmla="*/ 1190625 h 1190625"/>
              <a:gd name="connsiteX2-15" fmla="*/ 4876800 w 4891087"/>
              <a:gd name="connsiteY2-16" fmla="*/ 1181100 h 1190625"/>
              <a:gd name="connsiteX3-17" fmla="*/ 4891087 w 4891087"/>
              <a:gd name="connsiteY3-18" fmla="*/ 0 h 1190625"/>
              <a:gd name="connsiteX4-19" fmla="*/ 385762 w 4891087"/>
              <a:gd name="connsiteY4-20" fmla="*/ 0 h 1190625"/>
              <a:gd name="connsiteX0-21" fmla="*/ 385762 w 4891087"/>
              <a:gd name="connsiteY0-22" fmla="*/ 0 h 1190625"/>
              <a:gd name="connsiteX1-23" fmla="*/ 0 w 4891087"/>
              <a:gd name="connsiteY1-24" fmla="*/ 1190625 h 1190625"/>
              <a:gd name="connsiteX2-25" fmla="*/ 4889717 w 4891087"/>
              <a:gd name="connsiteY2-26" fmla="*/ 1179440 h 1190625"/>
              <a:gd name="connsiteX3-27" fmla="*/ 4891087 w 4891087"/>
              <a:gd name="connsiteY3-28" fmla="*/ 0 h 1190625"/>
              <a:gd name="connsiteX4-29" fmla="*/ 385762 w 4891087"/>
              <a:gd name="connsiteY4-30" fmla="*/ 0 h 1190625"/>
              <a:gd name="connsiteX0-31" fmla="*/ 385762 w 4891087"/>
              <a:gd name="connsiteY0-32" fmla="*/ 0 h 1190625"/>
              <a:gd name="connsiteX1-33" fmla="*/ 0 w 4891087"/>
              <a:gd name="connsiteY1-34" fmla="*/ 1190625 h 1190625"/>
              <a:gd name="connsiteX2-35" fmla="*/ 4886026 w 4891087"/>
              <a:gd name="connsiteY2-36" fmla="*/ 1189400 h 1190625"/>
              <a:gd name="connsiteX3-37" fmla="*/ 4891087 w 4891087"/>
              <a:gd name="connsiteY3-38" fmla="*/ 0 h 1190625"/>
              <a:gd name="connsiteX4-39" fmla="*/ 385762 w 4891087"/>
              <a:gd name="connsiteY4-40" fmla="*/ 0 h 1190625"/>
              <a:gd name="connsiteX0-41" fmla="*/ 385762 w 4891087"/>
              <a:gd name="connsiteY0-42" fmla="*/ 0 h 1190625"/>
              <a:gd name="connsiteX1-43" fmla="*/ 0 w 4891087"/>
              <a:gd name="connsiteY1-44" fmla="*/ 1190625 h 1190625"/>
              <a:gd name="connsiteX2-45" fmla="*/ 4889717 w 4891087"/>
              <a:gd name="connsiteY2-46" fmla="*/ 1189400 h 1190625"/>
              <a:gd name="connsiteX3-47" fmla="*/ 4891087 w 4891087"/>
              <a:gd name="connsiteY3-48" fmla="*/ 0 h 1190625"/>
              <a:gd name="connsiteX4-49" fmla="*/ 385762 w 4891087"/>
              <a:gd name="connsiteY4-50" fmla="*/ 0 h 11906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891087" h="1190625">
                <a:moveTo>
                  <a:pt x="385762" y="0"/>
                </a:moveTo>
                <a:lnTo>
                  <a:pt x="0" y="1190625"/>
                </a:lnTo>
                <a:lnTo>
                  <a:pt x="4889717" y="1189400"/>
                </a:lnTo>
                <a:cubicBezTo>
                  <a:pt x="4890174" y="796253"/>
                  <a:pt x="4890630" y="393147"/>
                  <a:pt x="4891087" y="0"/>
                </a:cubicBezTo>
                <a:lnTo>
                  <a:pt x="385762" y="0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87545" y="2700655"/>
            <a:ext cx="7569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THANK YOU</a:t>
            </a:r>
          </a:p>
        </p:txBody>
      </p:sp>
      <p:cxnSp>
        <p:nvCxnSpPr>
          <p:cNvPr id="21" name="直接连接符 20"/>
          <p:cNvCxnSpPr/>
          <p:nvPr/>
        </p:nvCxnSpPr>
        <p:spPr>
          <a:xfrm flipH="1">
            <a:off x="9945303" y="298571"/>
            <a:ext cx="829994" cy="914400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9945303" y="942361"/>
            <a:ext cx="829994" cy="914400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2946521" y="5523823"/>
            <a:ext cx="829994" cy="914400"/>
          </a:xfrm>
          <a:prstGeom prst="line">
            <a:avLst/>
          </a:prstGeom>
          <a:ln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4832350" y="5024904"/>
            <a:ext cx="1263650" cy="1411210"/>
          </a:xfrm>
          <a:prstGeom prst="line">
            <a:avLst/>
          </a:prstGeom>
          <a:ln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8854987" y="755771"/>
            <a:ext cx="432914" cy="476939"/>
          </a:xfrm>
          <a:prstGeom prst="line">
            <a:avLst/>
          </a:prstGeom>
          <a:ln w="15875"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>
            <a:off x="6687013" y="5186471"/>
            <a:ext cx="432914" cy="476939"/>
          </a:xfrm>
          <a:prstGeom prst="line">
            <a:avLst/>
          </a:prstGeom>
          <a:ln>
            <a:solidFill>
              <a:srgbClr val="035C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16702C8B-7739-4008-B635-B737EDB87FE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8120" y="253260"/>
            <a:ext cx="2982071" cy="9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9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厦门大学论文答辩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qrpo5ba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77</Words>
  <Application>Microsoft Office PowerPoint</Application>
  <PresentationFormat>宽屏</PresentationFormat>
  <Paragraphs>45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Arial</vt:lpstr>
      <vt:lpstr>Calibri</vt:lpstr>
      <vt:lpstr>微软雅黑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黄伟杰</dc:creator>
  <cp:keywords/>
  <dc:description/>
  <cp:lastModifiedBy>伟杰 黄</cp:lastModifiedBy>
  <cp:revision>166</cp:revision>
  <dcterms:created xsi:type="dcterms:W3CDTF">2018-03-09T23:56:55Z</dcterms:created>
  <dcterms:modified xsi:type="dcterms:W3CDTF">2023-11-17T08:55:25Z</dcterms:modified>
</cp:coreProperties>
</file>