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3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2023/10/11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863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2023/10/11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125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2023/10/11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348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2023/10/11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580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2023/10/11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513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2023/10/11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35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2023/10/11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837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2023/10/11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525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2023/10/11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118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2023/10/11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38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67665-1374-4259-AAE4-B7EDCF563A89}" type="datetimeFigureOut">
              <a:rPr lang="zh-CN" altLang="en-US" smtClean="0"/>
              <a:t>2023/10/11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83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67665-1374-4259-AAE4-B7EDCF563A89}" type="datetimeFigureOut">
              <a:rPr lang="zh-CN" altLang="en-US" smtClean="0"/>
              <a:t>2023/10/11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B51E5-13B5-472F-AC18-727E033D4B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32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章作业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851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7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825624"/>
            <a:ext cx="11923889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139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0" name="图片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365124"/>
            <a:ext cx="10664051" cy="6218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4609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1" name="图片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1774791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1882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074" name="图片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6350"/>
            <a:ext cx="5270500" cy="364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图片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3675" y="0"/>
            <a:ext cx="5276850" cy="638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12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</Words>
  <Application>Microsoft Office PowerPoint</Application>
  <PresentationFormat>宽屏</PresentationFormat>
  <Paragraphs>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主题</vt:lpstr>
      <vt:lpstr>第4章作业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第2章作业</dc:title>
  <dc:creator>cao dong lin</dc:creator>
  <cp:lastModifiedBy>承乾 马</cp:lastModifiedBy>
  <cp:revision>8</cp:revision>
  <dcterms:created xsi:type="dcterms:W3CDTF">2018-09-25T05:40:40Z</dcterms:created>
  <dcterms:modified xsi:type="dcterms:W3CDTF">2023-10-11T10:39:24Z</dcterms:modified>
</cp:coreProperties>
</file>