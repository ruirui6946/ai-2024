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章作业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825625"/>
            <a:ext cx="11920818" cy="3072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8272"/>
            <a:ext cx="12192000" cy="143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5484"/>
            <a:ext cx="12192000" cy="8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第2章作业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2</cp:revision>
  <dcterms:created xsi:type="dcterms:W3CDTF">2018-09-25T05:40:40Z</dcterms:created>
  <dcterms:modified xsi:type="dcterms:W3CDTF">2018-09-25T05:47:55Z</dcterms:modified>
</cp:coreProperties>
</file>