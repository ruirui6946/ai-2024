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2018/10/22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/>
              <a:t>7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7690"/>
            <a:ext cx="12192000" cy="140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4064"/>
            <a:ext cx="12192000" cy="272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第7章作业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cao dong lin</cp:lastModifiedBy>
  <cp:revision>12</cp:revision>
  <dcterms:created xsi:type="dcterms:W3CDTF">2018-09-25T05:40:40Z</dcterms:created>
  <dcterms:modified xsi:type="dcterms:W3CDTF">2018-10-22T08:10:55Z</dcterms:modified>
</cp:coreProperties>
</file>