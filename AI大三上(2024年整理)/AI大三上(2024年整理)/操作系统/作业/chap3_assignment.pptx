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/>
              <a:t>3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316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176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第3章作业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5</cp:revision>
  <dcterms:created xsi:type="dcterms:W3CDTF">2018-09-25T05:40:40Z</dcterms:created>
  <dcterms:modified xsi:type="dcterms:W3CDTF">2018-10-08T07:10:32Z</dcterms:modified>
</cp:coreProperties>
</file>