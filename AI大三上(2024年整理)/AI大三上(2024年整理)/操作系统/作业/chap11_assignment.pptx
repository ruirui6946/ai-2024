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6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2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4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58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1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5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3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2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1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38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3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2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11</a:t>
            </a:r>
            <a:r>
              <a:rPr lang="zh-CN" altLang="en-US" dirty="0" smtClean="0"/>
              <a:t>章</a:t>
            </a:r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5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5018"/>
            <a:ext cx="12192000" cy="210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9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7165"/>
            <a:ext cx="12192000" cy="474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0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</Words>
  <Application>Microsoft Office PowerPoint</Application>
  <PresentationFormat>宽屏</PresentationFormat>
  <Paragraphs>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第11章作业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</dc:title>
  <dc:creator>cao dong lin</dc:creator>
  <cp:lastModifiedBy>cao dong lin</cp:lastModifiedBy>
  <cp:revision>15</cp:revision>
  <dcterms:created xsi:type="dcterms:W3CDTF">2018-09-25T05:40:40Z</dcterms:created>
  <dcterms:modified xsi:type="dcterms:W3CDTF">2018-10-22T08:28:10Z</dcterms:modified>
</cp:coreProperties>
</file>