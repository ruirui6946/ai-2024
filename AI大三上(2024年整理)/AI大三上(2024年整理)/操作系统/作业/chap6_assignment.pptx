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5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4863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8125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348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2580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513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4356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837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7525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4118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1385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9831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932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/>
              <a:t>6</a:t>
            </a:r>
            <a:r>
              <a:rPr lang="zh-CN" altLang="en-US" dirty="0" smtClean="0"/>
              <a:t>章</a:t>
            </a:r>
            <a:r>
              <a:rPr lang="zh-CN" altLang="en-US" dirty="0" smtClean="0"/>
              <a:t>作业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9851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55706"/>
            <a:ext cx="12192000" cy="272003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5738"/>
            <a:ext cx="12192000" cy="2374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397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1662"/>
            <a:ext cx="12192000" cy="479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609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16" y="0"/>
            <a:ext cx="1132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202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3</Words>
  <Application>Microsoft Office PowerPoint</Application>
  <PresentationFormat>宽屏</PresentationFormat>
  <Paragraphs>1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宋体</vt:lpstr>
      <vt:lpstr>Arial</vt:lpstr>
      <vt:lpstr>Calibri</vt:lpstr>
      <vt:lpstr>Calibri Light</vt:lpstr>
      <vt:lpstr>Office 主题</vt:lpstr>
      <vt:lpstr>第6章作业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第2章作业</dc:title>
  <dc:creator>cao dong lin</dc:creator>
  <cp:lastModifiedBy>cao dong lin</cp:lastModifiedBy>
  <cp:revision>11</cp:revision>
  <dcterms:created xsi:type="dcterms:W3CDTF">2018-09-25T05:40:40Z</dcterms:created>
  <dcterms:modified xsi:type="dcterms:W3CDTF">2018-10-22T08:03:25Z</dcterms:modified>
</cp:coreProperties>
</file>