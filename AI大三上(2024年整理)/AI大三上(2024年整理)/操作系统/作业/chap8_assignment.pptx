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56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7665-1374-4259-AAE4-B7EDCF563A89}" type="datetimeFigureOut">
              <a:rPr lang="zh-CN" altLang="en-US" smtClean="0"/>
              <a:t>2018/10/22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4863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7665-1374-4259-AAE4-B7EDCF563A89}" type="datetimeFigureOut">
              <a:rPr lang="zh-CN" altLang="en-US" smtClean="0"/>
              <a:t>2018/10/22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8125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7665-1374-4259-AAE4-B7EDCF563A89}" type="datetimeFigureOut">
              <a:rPr lang="zh-CN" altLang="en-US" smtClean="0"/>
              <a:t>2018/10/22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7348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7665-1374-4259-AAE4-B7EDCF563A89}" type="datetimeFigureOut">
              <a:rPr lang="zh-CN" altLang="en-US" smtClean="0"/>
              <a:t>2018/10/22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2580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7665-1374-4259-AAE4-B7EDCF563A89}" type="datetimeFigureOut">
              <a:rPr lang="zh-CN" altLang="en-US" smtClean="0"/>
              <a:t>2018/10/22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9513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7665-1374-4259-AAE4-B7EDCF563A89}" type="datetimeFigureOut">
              <a:rPr lang="zh-CN" altLang="en-US" smtClean="0"/>
              <a:t>2018/10/22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4356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7665-1374-4259-AAE4-B7EDCF563A89}" type="datetimeFigureOut">
              <a:rPr lang="zh-CN" altLang="en-US" smtClean="0"/>
              <a:t>2018/10/22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4837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7665-1374-4259-AAE4-B7EDCF563A89}" type="datetimeFigureOut">
              <a:rPr lang="zh-CN" altLang="en-US" smtClean="0"/>
              <a:t>2018/10/22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7525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7665-1374-4259-AAE4-B7EDCF563A89}" type="datetimeFigureOut">
              <a:rPr lang="zh-CN" altLang="en-US" smtClean="0"/>
              <a:t>2018/10/22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4118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7665-1374-4259-AAE4-B7EDCF563A89}" type="datetimeFigureOut">
              <a:rPr lang="zh-CN" altLang="en-US" smtClean="0"/>
              <a:t>2018/10/22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1385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7665-1374-4259-AAE4-B7EDCF563A89}" type="datetimeFigureOut">
              <a:rPr lang="zh-CN" altLang="en-US" smtClean="0"/>
              <a:t>2018/10/22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9831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A67665-1374-4259-AAE4-B7EDCF563A89}" type="datetimeFigureOut">
              <a:rPr lang="zh-CN" altLang="en-US" smtClean="0"/>
              <a:t>2018/10/22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9321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第</a:t>
            </a:r>
            <a:r>
              <a:rPr lang="en-US" altLang="zh-CN" dirty="0"/>
              <a:t>8</a:t>
            </a:r>
            <a:r>
              <a:rPr lang="zh-CN" altLang="en-US" dirty="0" smtClean="0"/>
              <a:t>章</a:t>
            </a:r>
            <a:r>
              <a:rPr lang="zh-CN" altLang="en-US" dirty="0" smtClean="0"/>
              <a:t>作业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9851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5625"/>
            <a:ext cx="12192000" cy="3495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3978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87133"/>
            <a:ext cx="12192000" cy="1083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6091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3</Words>
  <Application>Microsoft Office PowerPoint</Application>
  <PresentationFormat>宽屏</PresentationFormat>
  <Paragraphs>1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宋体</vt:lpstr>
      <vt:lpstr>Arial</vt:lpstr>
      <vt:lpstr>Calibri</vt:lpstr>
      <vt:lpstr>Calibri Light</vt:lpstr>
      <vt:lpstr>Office 主题</vt:lpstr>
      <vt:lpstr>第8章作业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第2章作业</dc:title>
  <dc:creator>cao dong lin</dc:creator>
  <cp:lastModifiedBy>cao dong lin</cp:lastModifiedBy>
  <cp:revision>13</cp:revision>
  <dcterms:created xsi:type="dcterms:W3CDTF">2018-09-25T05:40:40Z</dcterms:created>
  <dcterms:modified xsi:type="dcterms:W3CDTF">2018-10-22T08:17:16Z</dcterms:modified>
</cp:coreProperties>
</file>