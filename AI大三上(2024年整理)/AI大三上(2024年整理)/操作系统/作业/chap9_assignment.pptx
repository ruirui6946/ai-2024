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/>
              <a:t>9</a:t>
            </a:r>
            <a:r>
              <a:rPr lang="zh-CN" altLang="en-US" dirty="0" smtClean="0"/>
              <a:t>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698"/>
            <a:ext cx="12192000" cy="44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6690"/>
            <a:ext cx="12192000" cy="104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</Words>
  <Application>Microsoft Office PowerPoint</Application>
  <PresentationFormat>宽屏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第9章作业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cao dong lin</cp:lastModifiedBy>
  <cp:revision>14</cp:revision>
  <dcterms:created xsi:type="dcterms:W3CDTF">2018-09-25T05:40:40Z</dcterms:created>
  <dcterms:modified xsi:type="dcterms:W3CDTF">2018-10-22T08:20:45Z</dcterms:modified>
</cp:coreProperties>
</file>