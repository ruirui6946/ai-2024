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4606" cy="42832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9240"/>
            <a:ext cx="8164606" cy="275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6539"/>
            <a:ext cx="12192000" cy="512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57579" cy="55532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" y="5790091"/>
            <a:ext cx="7646374" cy="106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</Words>
  <Application>Microsoft Office PowerPoint</Application>
  <PresentationFormat>宽屏</PresentationFormat>
  <Paragraphs>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</vt:lpstr>
      <vt:lpstr>第5章作业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承乾 马</cp:lastModifiedBy>
  <cp:revision>9</cp:revision>
  <dcterms:created xsi:type="dcterms:W3CDTF">2018-09-25T05:40:40Z</dcterms:created>
  <dcterms:modified xsi:type="dcterms:W3CDTF">2023-10-19T07:17:55Z</dcterms:modified>
</cp:coreProperties>
</file>