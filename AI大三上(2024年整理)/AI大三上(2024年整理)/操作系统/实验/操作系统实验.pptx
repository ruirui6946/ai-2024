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1" r:id="rId7"/>
    <p:sldId id="260" r:id="rId8"/>
    <p:sldId id="264" r:id="rId9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44" autoAdjust="0"/>
  </p:normalViewPr>
  <p:slideViewPr>
    <p:cSldViewPr snapToGrid="0">
      <p:cViewPr varScale="1">
        <p:scale>
          <a:sx n="86" d="100"/>
          <a:sy n="86" d="100"/>
        </p:scale>
        <p:origin x="53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D92D-0AC7-4125-B464-6EE1D45546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4D9B1-4A41-458E-BED3-547E1CEFB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9D92D-0AC7-4125-B464-6EE1D45546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4D9B1-4A41-458E-BED3-547E1CEFB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操作系统实验说明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实验安排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周，实验</a:t>
            </a:r>
            <a:r>
              <a:rPr lang="en-US" altLang="zh-CN" dirty="0"/>
              <a:t>1 </a:t>
            </a:r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周检查）</a:t>
            </a:r>
            <a:endParaRPr lang="en-US" altLang="zh-CN" dirty="0"/>
          </a:p>
          <a:p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12</a:t>
            </a:r>
            <a:r>
              <a:rPr lang="zh-CN" altLang="en-US" dirty="0"/>
              <a:t>周，实验</a:t>
            </a:r>
            <a:r>
              <a:rPr lang="en-US" altLang="zh-CN" dirty="0"/>
              <a:t>2</a:t>
            </a:r>
            <a:r>
              <a:rPr lang="zh-CN" altLang="en-US" dirty="0"/>
              <a:t>（</a:t>
            </a:r>
            <a:r>
              <a:rPr lang="en-US" altLang="zh-CN" dirty="0"/>
              <a:t>12</a:t>
            </a:r>
            <a:r>
              <a:rPr lang="zh-CN" altLang="en-US" dirty="0"/>
              <a:t>周检查）</a:t>
            </a:r>
            <a:endParaRPr lang="en-US" altLang="zh-CN" dirty="0"/>
          </a:p>
          <a:p>
            <a:r>
              <a:rPr lang="en-US" altLang="zh-CN" dirty="0"/>
              <a:t>14</a:t>
            </a:r>
            <a:r>
              <a:rPr lang="zh-CN" altLang="en-US" dirty="0"/>
              <a:t>、</a:t>
            </a:r>
            <a:r>
              <a:rPr lang="en-US" altLang="zh-CN" dirty="0"/>
              <a:t>16</a:t>
            </a:r>
            <a:r>
              <a:rPr lang="zh-CN" altLang="en-US" dirty="0"/>
              <a:t>周，实验</a:t>
            </a:r>
            <a:r>
              <a:rPr lang="en-US" altLang="zh-CN" dirty="0"/>
              <a:t>3</a:t>
            </a:r>
            <a:r>
              <a:rPr lang="zh-CN" altLang="en-US" dirty="0"/>
              <a:t>（</a:t>
            </a:r>
            <a:r>
              <a:rPr lang="en-US" altLang="zh-CN" dirty="0"/>
              <a:t>16</a:t>
            </a:r>
            <a:r>
              <a:rPr lang="zh-CN" altLang="en-US" dirty="0"/>
              <a:t>周检查）</a:t>
            </a:r>
            <a:endParaRPr lang="en-US" altLang="zh-CN" dirty="0"/>
          </a:p>
          <a:p>
            <a:r>
              <a:rPr lang="zh-CN" altLang="en-US" dirty="0"/>
              <a:t>实验检查超过一次实验课扣</a:t>
            </a:r>
            <a:r>
              <a:rPr lang="en-US" altLang="zh-CN" dirty="0"/>
              <a:t>10</a:t>
            </a:r>
            <a:r>
              <a:rPr lang="zh-CN" altLang="en-US" dirty="0"/>
              <a:t>分，二次扣</a:t>
            </a:r>
            <a:r>
              <a:rPr lang="en-US" altLang="zh-CN" dirty="0"/>
              <a:t>20</a:t>
            </a:r>
            <a:r>
              <a:rPr lang="zh-CN" altLang="en-US" dirty="0"/>
              <a:t>分，三次扣</a:t>
            </a:r>
            <a:r>
              <a:rPr lang="en-US" altLang="zh-CN" dirty="0"/>
              <a:t>30</a:t>
            </a:r>
            <a:r>
              <a:rPr lang="zh-CN" altLang="en-US" dirty="0"/>
              <a:t>分，以此类推</a:t>
            </a:r>
            <a:endParaRPr lang="en-US" altLang="zh-CN" dirty="0"/>
          </a:p>
          <a:p>
            <a:r>
              <a:rPr lang="zh-CN" altLang="en-US" dirty="0"/>
              <a:t>逐个检查实验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zh-CN" b="1" dirty="0"/>
              <a:t>实验目的</a:t>
            </a:r>
            <a:endParaRPr lang="en-US" altLang="zh-CN" b="1" dirty="0"/>
          </a:p>
          <a:p>
            <a:r>
              <a:rPr lang="zh-CN" altLang="zh-CN" b="1" dirty="0"/>
              <a:t>实验要求</a:t>
            </a:r>
            <a:endParaRPr lang="en-US" altLang="zh-CN" b="1" dirty="0"/>
          </a:p>
          <a:p>
            <a:r>
              <a:rPr lang="zh-CN" altLang="zh-CN" b="1" dirty="0"/>
              <a:t>实验流程</a:t>
            </a:r>
            <a:endParaRPr lang="en-US" altLang="zh-CN" b="1" dirty="0"/>
          </a:p>
          <a:p>
            <a:pPr lvl="1"/>
            <a:r>
              <a:rPr lang="zh-CN" altLang="en-US" b="1" dirty="0"/>
              <a:t>介绍整个实验的操作过程，实验参数设置，实验验证的流程和测试数据</a:t>
            </a:r>
            <a:endParaRPr lang="en-US" altLang="zh-CN" b="1" dirty="0"/>
          </a:p>
          <a:p>
            <a:r>
              <a:rPr lang="zh-CN" altLang="zh-CN" b="1" dirty="0"/>
              <a:t>测试及分析</a:t>
            </a:r>
            <a:endParaRPr lang="en-US" altLang="zh-CN" b="1" dirty="0"/>
          </a:p>
          <a:p>
            <a:pPr lvl="1"/>
            <a:r>
              <a:rPr lang="zh-CN" altLang="en-US" b="1" dirty="0"/>
              <a:t>介绍测试结果（包括测试的结果曲线，数据表等），分析实验结果的正确性</a:t>
            </a:r>
            <a:endParaRPr lang="zh-CN" altLang="zh-CN" dirty="0"/>
          </a:p>
          <a:p>
            <a:r>
              <a:rPr lang="zh-CN" altLang="zh-CN" b="1" dirty="0"/>
              <a:t>实验总结</a:t>
            </a:r>
            <a:endParaRPr lang="en-US" altLang="zh-CN" b="1" dirty="0"/>
          </a:p>
          <a:p>
            <a:pPr lvl="1"/>
            <a:r>
              <a:rPr lang="zh-CN" altLang="en-US" b="1" dirty="0"/>
              <a:t>总结实验中出现的问题</a:t>
            </a:r>
            <a:endParaRPr lang="zh-CN" altLang="zh-CN" dirty="0"/>
          </a:p>
          <a:p>
            <a:r>
              <a:rPr lang="zh-CN" altLang="zh-CN" b="1" dirty="0"/>
              <a:t>实验心得</a:t>
            </a:r>
            <a:endParaRPr lang="en-US" altLang="zh-CN" b="1" dirty="0"/>
          </a:p>
          <a:p>
            <a:pPr lvl="1"/>
            <a:r>
              <a:rPr lang="zh-CN" altLang="en-US" b="1" dirty="0"/>
              <a:t>从实验中获得了哪些经验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实验内容（</a:t>
            </a:r>
            <a:r>
              <a:rPr lang="en-US" altLang="zh-CN" dirty="0"/>
              <a:t>nachos-labs.pdf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The Trouble with Concurrent Programming</a:t>
            </a:r>
          </a:p>
          <a:p>
            <a:pPr lvl="1"/>
            <a:r>
              <a:rPr lang="zh-CN" altLang="en-US" dirty="0"/>
              <a:t>包含</a:t>
            </a:r>
            <a:r>
              <a:rPr lang="en-US" altLang="zh-CN" dirty="0"/>
              <a:t>2</a:t>
            </a:r>
            <a:r>
              <a:rPr lang="zh-CN" altLang="en-US" dirty="0"/>
              <a:t>个小实验</a:t>
            </a:r>
            <a:endParaRPr lang="en-US" altLang="zh-CN" dirty="0"/>
          </a:p>
          <a:p>
            <a:r>
              <a:rPr lang="zh-CN" altLang="en-US" dirty="0"/>
              <a:t>实验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Threads and Synchronization</a:t>
            </a:r>
          </a:p>
          <a:p>
            <a:pPr lvl="1"/>
            <a:r>
              <a:rPr lang="zh-CN" altLang="en-US" dirty="0"/>
              <a:t>包含</a:t>
            </a:r>
            <a:r>
              <a:rPr lang="en-US" altLang="zh-CN" dirty="0"/>
              <a:t>3</a:t>
            </a:r>
            <a:r>
              <a:rPr lang="zh-CN" altLang="en-US" dirty="0"/>
              <a:t>个小实验</a:t>
            </a:r>
            <a:r>
              <a:rPr lang="en-US" altLang="zh-CN" dirty="0"/>
              <a:t>+1</a:t>
            </a:r>
            <a:r>
              <a:rPr lang="zh-CN" altLang="en-US" dirty="0"/>
              <a:t>个附加实验</a:t>
            </a:r>
            <a:endParaRPr lang="en-US" altLang="zh-CN" dirty="0"/>
          </a:p>
          <a:p>
            <a:r>
              <a:rPr lang="zh-CN" altLang="en-US" dirty="0"/>
              <a:t>实验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Programming with Threads</a:t>
            </a:r>
          </a:p>
          <a:p>
            <a:pPr lvl="1"/>
            <a:r>
              <a:rPr lang="zh-CN" altLang="en-US" dirty="0"/>
              <a:t>包含</a:t>
            </a:r>
            <a:r>
              <a:rPr lang="en-US" altLang="zh-CN" dirty="0"/>
              <a:t>4</a:t>
            </a:r>
            <a:r>
              <a:rPr lang="zh-CN" altLang="en-US" dirty="0"/>
              <a:t>个小实验</a:t>
            </a:r>
            <a:r>
              <a:rPr lang="en-US" altLang="zh-CN" dirty="0"/>
              <a:t>+1</a:t>
            </a:r>
            <a:r>
              <a:rPr lang="zh-CN" altLang="en-US" dirty="0"/>
              <a:t>个附加实验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实验环境介绍（</a:t>
            </a:r>
            <a:r>
              <a:rPr lang="en-US" altLang="zh-CN" dirty="0"/>
              <a:t>nachos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文件说明</a:t>
            </a:r>
            <a:endParaRPr lang="en-US" altLang="zh-CN" dirty="0"/>
          </a:p>
          <a:p>
            <a:pPr lvl="1"/>
            <a:r>
              <a:rPr lang="en-US" altLang="zh-CN" dirty="0"/>
              <a:t>code-linux.tar.gz </a:t>
            </a:r>
            <a:r>
              <a:rPr lang="zh-CN" altLang="en-US" dirty="0"/>
              <a:t>实验环境代码</a:t>
            </a:r>
            <a:endParaRPr lang="en-US" altLang="zh-CN" dirty="0"/>
          </a:p>
          <a:p>
            <a:pPr lvl="1"/>
            <a:r>
              <a:rPr lang="en-US" altLang="zh-CN" dirty="0"/>
              <a:t>2-3aux.tar </a:t>
            </a:r>
            <a:r>
              <a:rPr lang="zh-CN" altLang="en-US" dirty="0"/>
              <a:t>实验</a:t>
            </a:r>
            <a:r>
              <a:rPr lang="en-US" altLang="zh-CN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3</a:t>
            </a:r>
            <a:r>
              <a:rPr lang="zh-CN" altLang="en-US" dirty="0"/>
              <a:t>的补充文件</a:t>
            </a:r>
            <a:endParaRPr lang="en-US" altLang="zh-CN" dirty="0"/>
          </a:p>
          <a:p>
            <a:pPr lvl="1"/>
            <a:r>
              <a:rPr lang="en-US" altLang="zh-CN" dirty="0" err="1"/>
              <a:t>Makefile</a:t>
            </a:r>
            <a:r>
              <a:rPr lang="zh-CN" altLang="en-US" dirty="0"/>
              <a:t>和</a:t>
            </a:r>
            <a:r>
              <a:rPr lang="en-US" altLang="zh-CN" dirty="0" err="1"/>
              <a:t>Makefile.common</a:t>
            </a:r>
            <a:r>
              <a:rPr lang="en-US" altLang="zh-CN" dirty="0"/>
              <a:t> </a:t>
            </a:r>
            <a:r>
              <a:rPr lang="zh-CN" altLang="en-US" dirty="0"/>
              <a:t>在</a:t>
            </a:r>
            <a:r>
              <a:rPr lang="en-US" altLang="zh-CN" dirty="0"/>
              <a:t>64</a:t>
            </a:r>
            <a:r>
              <a:rPr lang="zh-CN" altLang="en-US" dirty="0"/>
              <a:t>位</a:t>
            </a:r>
            <a:r>
              <a:rPr lang="en-US" altLang="zh-CN" dirty="0" err="1"/>
              <a:t>linux</a:t>
            </a:r>
            <a:r>
              <a:rPr lang="zh-CN" altLang="en-US" dirty="0"/>
              <a:t>系统中将这两个文件替换</a:t>
            </a:r>
            <a:r>
              <a:rPr lang="en-US" altLang="zh-CN" dirty="0"/>
              <a:t>nachos-3.4\code</a:t>
            </a:r>
            <a:r>
              <a:rPr lang="zh-CN" altLang="en-US" dirty="0"/>
              <a:t>中的同名文件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实验环境介绍（</a:t>
            </a:r>
            <a:r>
              <a:rPr lang="en-US" altLang="zh-CN" dirty="0"/>
              <a:t>nachos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目录结构说明</a:t>
            </a:r>
            <a:endParaRPr lang="en-US" altLang="zh-CN" dirty="0"/>
          </a:p>
          <a:p>
            <a:pPr lvl="1"/>
            <a:r>
              <a:rPr lang="en-US" altLang="zh-CN" dirty="0"/>
              <a:t> |-</a:t>
            </a:r>
            <a:r>
              <a:rPr lang="en-US" altLang="zh-CN" dirty="0" err="1"/>
              <a:t>c++</a:t>
            </a:r>
            <a:r>
              <a:rPr lang="en-US" altLang="zh-CN" dirty="0"/>
              <a:t>example  C++</a:t>
            </a:r>
            <a:r>
              <a:rPr lang="zh-CN" altLang="en-US" dirty="0"/>
              <a:t>介绍和实例</a:t>
            </a:r>
            <a:endParaRPr lang="en-US" altLang="zh-CN" dirty="0"/>
          </a:p>
          <a:p>
            <a:pPr lvl="1"/>
            <a:r>
              <a:rPr lang="en-US" altLang="zh-CN" dirty="0"/>
              <a:t> |-code    </a:t>
            </a:r>
            <a:r>
              <a:rPr lang="zh-CN" altLang="en-US" dirty="0"/>
              <a:t>系统代码</a:t>
            </a:r>
            <a:endParaRPr lang="en-US" altLang="zh-CN" dirty="0"/>
          </a:p>
          <a:p>
            <a:pPr lvl="1"/>
            <a:r>
              <a:rPr lang="en-US" altLang="zh-CN" dirty="0"/>
              <a:t>   |---bin     </a:t>
            </a:r>
            <a:r>
              <a:rPr lang="zh-CN" altLang="en-US" dirty="0"/>
              <a:t>系统相关命令</a:t>
            </a:r>
            <a:endParaRPr lang="en-US" altLang="zh-CN" dirty="0"/>
          </a:p>
          <a:p>
            <a:pPr lvl="1"/>
            <a:r>
              <a:rPr lang="en-US" altLang="zh-CN" dirty="0"/>
              <a:t>   |---</a:t>
            </a:r>
            <a:r>
              <a:rPr lang="en-US" altLang="zh-CN" dirty="0" err="1"/>
              <a:t>filesys</a:t>
            </a:r>
            <a:r>
              <a:rPr lang="en-US" altLang="zh-CN" dirty="0"/>
              <a:t> </a:t>
            </a:r>
            <a:r>
              <a:rPr lang="zh-CN" altLang="en-US" dirty="0"/>
              <a:t>文件系统管理部分源代码</a:t>
            </a:r>
            <a:endParaRPr lang="en-US" altLang="zh-CN" dirty="0"/>
          </a:p>
          <a:p>
            <a:pPr lvl="1"/>
            <a:r>
              <a:rPr lang="en-US" altLang="zh-CN" dirty="0"/>
              <a:t>   |-----test</a:t>
            </a:r>
          </a:p>
          <a:p>
            <a:pPr lvl="1"/>
            <a:r>
              <a:rPr lang="en-US" altLang="zh-CN" dirty="0"/>
              <a:t>   |---machine </a:t>
            </a:r>
            <a:r>
              <a:rPr lang="zh-CN" altLang="en-US" dirty="0"/>
              <a:t>虚拟机模拟部分源代码</a:t>
            </a:r>
            <a:endParaRPr lang="en-US" altLang="zh-CN" dirty="0"/>
          </a:p>
          <a:p>
            <a:pPr lvl="1"/>
            <a:r>
              <a:rPr lang="en-US" altLang="zh-CN" dirty="0"/>
              <a:t>   |---network </a:t>
            </a:r>
            <a:r>
              <a:rPr lang="zh-CN" altLang="en-US" dirty="0"/>
              <a:t>网络管理部分源代码</a:t>
            </a:r>
            <a:endParaRPr lang="en-US" altLang="zh-CN" dirty="0"/>
          </a:p>
          <a:p>
            <a:pPr lvl="1"/>
            <a:r>
              <a:rPr lang="en-US" altLang="zh-CN" dirty="0"/>
              <a:t>   |---test </a:t>
            </a:r>
            <a:r>
              <a:rPr lang="zh-CN" altLang="en-US" dirty="0"/>
              <a:t>一些测试用应用程序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   |---threads </a:t>
            </a:r>
            <a:r>
              <a:rPr lang="zh-CN" altLang="en-US" dirty="0">
                <a:solidFill>
                  <a:srgbClr val="FF0000"/>
                </a:solidFill>
              </a:rPr>
              <a:t>线程管理部分源代码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   |---</a:t>
            </a:r>
            <a:r>
              <a:rPr lang="en-US" altLang="zh-CN" dirty="0" err="1"/>
              <a:t>userprog</a:t>
            </a:r>
            <a:r>
              <a:rPr lang="en-US" altLang="zh-CN" dirty="0"/>
              <a:t> </a:t>
            </a:r>
            <a:r>
              <a:rPr lang="zh-CN" altLang="en-US" dirty="0"/>
              <a:t>用户程序部分源代码</a:t>
            </a:r>
            <a:endParaRPr lang="en-US" altLang="zh-CN" dirty="0"/>
          </a:p>
          <a:p>
            <a:pPr lvl="1"/>
            <a:r>
              <a:rPr lang="en-US" altLang="zh-CN" dirty="0"/>
              <a:t>   |---</a:t>
            </a:r>
            <a:r>
              <a:rPr lang="en-US" altLang="zh-CN" dirty="0" err="1"/>
              <a:t>vm</a:t>
            </a:r>
            <a:r>
              <a:rPr lang="en-US" altLang="zh-CN" dirty="0"/>
              <a:t> </a:t>
            </a:r>
            <a:r>
              <a:rPr lang="zh-CN" altLang="en-US" dirty="0"/>
              <a:t>虚拟内存管理部分源代码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实验环境介绍（</a:t>
            </a:r>
            <a:r>
              <a:rPr lang="en-US" altLang="zh-CN" dirty="0"/>
              <a:t>nachos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zh-CN" altLang="en-US" dirty="0"/>
              <a:t>实验环境运行样例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1400" dirty="0"/>
              <a:t>1.</a:t>
            </a:r>
            <a:r>
              <a:rPr lang="zh-CN" altLang="en-US" sz="1400" dirty="0"/>
              <a:t>编译</a:t>
            </a:r>
            <a:r>
              <a:rPr lang="en-US" altLang="zh-CN" sz="1400" dirty="0"/>
              <a:t>nachos</a:t>
            </a:r>
          </a:p>
          <a:p>
            <a:pPr marL="457200" lvl="1" indent="0">
              <a:buNone/>
            </a:pPr>
            <a:r>
              <a:rPr lang="zh-CN" altLang="en-US" sz="1400" dirty="0"/>
              <a:t>在</a:t>
            </a:r>
            <a:r>
              <a:rPr lang="en-US" altLang="zh-CN" sz="1400" dirty="0"/>
              <a:t>nachos-3.4\code</a:t>
            </a:r>
            <a:r>
              <a:rPr lang="zh-CN" altLang="en-US" sz="1400" dirty="0"/>
              <a:t>目录下运行</a:t>
            </a:r>
            <a:r>
              <a:rPr lang="en-US" altLang="zh-CN" sz="1400" dirty="0"/>
              <a:t>make</a:t>
            </a:r>
          </a:p>
          <a:p>
            <a:pPr marL="457200" lvl="1" indent="0">
              <a:buNone/>
            </a:pPr>
            <a:endParaRPr lang="en-US" altLang="zh-CN" sz="1400" dirty="0"/>
          </a:p>
          <a:p>
            <a:pPr marL="457200" lvl="1" indent="0">
              <a:buNone/>
            </a:pPr>
            <a:r>
              <a:rPr lang="zh-CN" altLang="en-US" sz="1400" dirty="0"/>
              <a:t>编译时可能碰到的问题：</a:t>
            </a:r>
            <a:endParaRPr lang="en-US" altLang="zh-CN" sz="1400" dirty="0"/>
          </a:p>
          <a:p>
            <a:pPr marL="457200" lvl="1" indent="0"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1</a:t>
            </a:r>
            <a:r>
              <a:rPr lang="zh-CN" altLang="en-US" sz="1400" dirty="0"/>
              <a:t>）</a:t>
            </a:r>
            <a:r>
              <a:rPr lang="en-US" altLang="zh-CN" sz="1400" dirty="0"/>
              <a:t>64</a:t>
            </a:r>
            <a:r>
              <a:rPr lang="zh-CN" altLang="en-US" sz="1400" dirty="0"/>
              <a:t>位问题：</a:t>
            </a:r>
            <a:r>
              <a:rPr lang="en-US" altLang="zh-CN" sz="1400" dirty="0" err="1"/>
              <a:t>makefile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makefile.common</a:t>
            </a:r>
            <a:r>
              <a:rPr lang="zh-CN" altLang="en-US" sz="1400" dirty="0"/>
              <a:t>替换</a:t>
            </a:r>
          </a:p>
          <a:p>
            <a:pPr marL="457200" lvl="1" indent="0"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2</a:t>
            </a:r>
            <a:r>
              <a:rPr lang="zh-CN" altLang="en-US" sz="1400" dirty="0"/>
              <a:t>）没找到</a:t>
            </a:r>
            <a:r>
              <a:rPr lang="en-US" altLang="zh-CN" sz="1400" dirty="0" err="1"/>
              <a:t>gmake</a:t>
            </a:r>
            <a:r>
              <a:rPr lang="zh-CN" altLang="en-US" sz="1400" dirty="0"/>
              <a:t>问题：</a:t>
            </a:r>
            <a:r>
              <a:rPr lang="en-US" altLang="zh-CN" sz="1400" dirty="0" err="1"/>
              <a:t>sudo</a:t>
            </a:r>
            <a:r>
              <a:rPr lang="en-US" altLang="zh-CN" sz="1400" dirty="0"/>
              <a:t> ln -s /</a:t>
            </a:r>
            <a:r>
              <a:rPr lang="en-US" altLang="zh-CN" sz="1400" dirty="0" err="1"/>
              <a:t>usr</a:t>
            </a:r>
            <a:r>
              <a:rPr lang="en-US" altLang="zh-CN" sz="1400" dirty="0"/>
              <a:t>/bin/make /</a:t>
            </a:r>
            <a:r>
              <a:rPr lang="en-US" altLang="zh-CN" sz="1400" dirty="0" err="1"/>
              <a:t>usr</a:t>
            </a:r>
            <a:r>
              <a:rPr lang="en-US" altLang="zh-CN" sz="1400" dirty="0"/>
              <a:t>/bin/</a:t>
            </a:r>
            <a:r>
              <a:rPr lang="en-US" altLang="zh-CN" sz="1400" dirty="0" err="1"/>
              <a:t>gmake</a:t>
            </a:r>
            <a:endParaRPr lang="en-US" altLang="zh-CN" sz="1400" dirty="0"/>
          </a:p>
          <a:p>
            <a:pPr marL="457200" lvl="1" indent="0"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3</a:t>
            </a:r>
            <a:r>
              <a:rPr lang="zh-CN" altLang="en-US" sz="1400" dirty="0"/>
              <a:t>）</a:t>
            </a:r>
            <a:r>
              <a:rPr lang="en-US" altLang="zh-CN" sz="1400" dirty="0"/>
              <a:t>bits/</a:t>
            </a:r>
            <a:r>
              <a:rPr lang="en-US" altLang="zh-CN" sz="1400" dirty="0" err="1"/>
              <a:t>libc</a:t>
            </a:r>
            <a:r>
              <a:rPr lang="en-US" altLang="zh-CN" sz="1400" dirty="0"/>
              <a:t>-header-</a:t>
            </a:r>
            <a:r>
              <a:rPr lang="en-US" altLang="zh-CN" sz="1400" dirty="0" err="1"/>
              <a:t>start.h</a:t>
            </a:r>
            <a:r>
              <a:rPr lang="zh-CN" altLang="en-US" sz="1400" dirty="0"/>
              <a:t>问题：</a:t>
            </a:r>
            <a:r>
              <a:rPr lang="en-US" altLang="zh-CN" sz="1400" dirty="0" err="1"/>
              <a:t>sudo</a:t>
            </a:r>
            <a:r>
              <a:rPr lang="en-US" altLang="zh-CN" sz="1400" dirty="0"/>
              <a:t> apt install </a:t>
            </a:r>
            <a:r>
              <a:rPr lang="en-US" altLang="zh-CN" sz="1400" dirty="0" err="1"/>
              <a:t>gcc-multilib</a:t>
            </a:r>
            <a:r>
              <a:rPr lang="en-US" altLang="zh-CN" sz="1400" dirty="0"/>
              <a:t> g++-</a:t>
            </a:r>
            <a:r>
              <a:rPr lang="en-US" altLang="zh-CN" sz="1400" dirty="0" err="1"/>
              <a:t>multilib</a:t>
            </a:r>
            <a:r>
              <a:rPr lang="en-US" altLang="zh-CN" sz="1400" dirty="0"/>
              <a:t> libc6-dev-i386</a:t>
            </a:r>
          </a:p>
          <a:p>
            <a:pPr marL="457200" lvl="1" indent="0">
              <a:buNone/>
            </a:pPr>
            <a:r>
              <a:rPr lang="zh-CN" altLang="en-US" sz="1400" dirty="0"/>
              <a:t>（</a:t>
            </a:r>
            <a:r>
              <a:rPr lang="en-US" altLang="zh-CN" sz="1400" dirty="0"/>
              <a:t>4</a:t>
            </a:r>
            <a:r>
              <a:rPr lang="zh-CN" altLang="en-US" sz="1400" dirty="0"/>
              <a:t>）</a:t>
            </a:r>
            <a:r>
              <a:rPr lang="en-US" altLang="zh-CN" sz="1400" dirty="0"/>
              <a:t>cannot find -</a:t>
            </a:r>
            <a:r>
              <a:rPr lang="en-US" altLang="zh-CN" sz="1400" dirty="0" err="1"/>
              <a:t>lstdc</a:t>
            </a:r>
            <a:r>
              <a:rPr lang="en-US" altLang="zh-CN" sz="1400" dirty="0"/>
              <a:t>++</a:t>
            </a:r>
            <a:r>
              <a:rPr lang="zh-CN" altLang="en-US" sz="1400" dirty="0"/>
              <a:t>问题：</a:t>
            </a:r>
            <a:r>
              <a:rPr lang="en-US" altLang="zh-CN" sz="1400" dirty="0"/>
              <a:t>apt-get install </a:t>
            </a:r>
            <a:r>
              <a:rPr lang="en-US" altLang="zh-CN" sz="1400" dirty="0" err="1"/>
              <a:t>libxxx</a:t>
            </a:r>
            <a:r>
              <a:rPr lang="en-US" altLang="zh-CN" sz="1400" dirty="0"/>
              <a:t>-dev</a:t>
            </a:r>
          </a:p>
          <a:p>
            <a:pPr marL="457200" lvl="1" indent="0">
              <a:buNone/>
            </a:pPr>
            <a:endParaRPr lang="en-US" altLang="zh-CN" sz="4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实验环境介绍（</a:t>
            </a:r>
            <a:r>
              <a:rPr lang="en-US" altLang="zh-CN" dirty="0"/>
              <a:t>nachos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zh-CN" altLang="en-US" sz="8600" dirty="0"/>
              <a:t>实验环境运行样例</a:t>
            </a:r>
            <a:endParaRPr lang="en-US" altLang="zh-CN" sz="8600" dirty="0"/>
          </a:p>
          <a:p>
            <a:pPr marL="457200" lvl="1" indent="0">
              <a:buNone/>
            </a:pPr>
            <a:r>
              <a:rPr lang="en-US" altLang="zh-CN" sz="4300" dirty="0"/>
              <a:t>2.</a:t>
            </a:r>
            <a:r>
              <a:rPr lang="zh-CN" altLang="en-US" sz="4300" dirty="0"/>
              <a:t>增加代码</a:t>
            </a:r>
          </a:p>
          <a:p>
            <a:pPr marL="457200" lvl="1" indent="0">
              <a:buNone/>
            </a:pPr>
            <a:r>
              <a:rPr lang="zh-CN" altLang="en-US" sz="4300" dirty="0"/>
              <a:t>如：在</a:t>
            </a:r>
            <a:r>
              <a:rPr lang="en-US" altLang="zh-CN" sz="4300" dirty="0"/>
              <a:t>threads</a:t>
            </a:r>
            <a:r>
              <a:rPr lang="zh-CN" altLang="en-US" sz="4300" dirty="0"/>
              <a:t>目录中增加两个文件</a:t>
            </a:r>
          </a:p>
          <a:p>
            <a:pPr marL="457200" lvl="1" indent="0">
              <a:buNone/>
            </a:pPr>
            <a:r>
              <a:rPr lang="zh-CN" altLang="en-US" sz="4300" dirty="0"/>
              <a:t>增加</a:t>
            </a:r>
            <a:r>
              <a:rPr lang="en-US" altLang="zh-CN" sz="4300" dirty="0" err="1"/>
              <a:t>mytest.c</a:t>
            </a:r>
            <a:endParaRPr lang="en-US" altLang="zh-CN" sz="4300" dirty="0"/>
          </a:p>
          <a:p>
            <a:pPr marL="457200" lvl="1" indent="0">
              <a:buNone/>
            </a:pPr>
            <a:r>
              <a:rPr lang="en-US" altLang="zh-CN" sz="4300" dirty="0" err="1"/>
              <a:t>int</a:t>
            </a:r>
            <a:r>
              <a:rPr lang="en-US" altLang="zh-CN" sz="4300" dirty="0"/>
              <a:t> add(</a:t>
            </a:r>
            <a:r>
              <a:rPr lang="en-US" altLang="zh-CN" sz="4300" dirty="0" err="1"/>
              <a:t>int</a:t>
            </a:r>
            <a:r>
              <a:rPr lang="en-US" altLang="zh-CN" sz="4300" dirty="0"/>
              <a:t> </a:t>
            </a:r>
            <a:r>
              <a:rPr lang="en-US" altLang="zh-CN" sz="4300" dirty="0" err="1"/>
              <a:t>i</a:t>
            </a:r>
            <a:r>
              <a:rPr lang="en-US" altLang="zh-CN" sz="4300" dirty="0"/>
              <a:t>)</a:t>
            </a:r>
          </a:p>
          <a:p>
            <a:pPr marL="457200" lvl="1" indent="0">
              <a:buNone/>
            </a:pPr>
            <a:r>
              <a:rPr lang="en-US" altLang="zh-CN" sz="4300" dirty="0"/>
              <a:t>{</a:t>
            </a:r>
          </a:p>
          <a:p>
            <a:pPr marL="457200" lvl="1" indent="0">
              <a:buNone/>
            </a:pPr>
            <a:r>
              <a:rPr lang="en-US" altLang="zh-CN" sz="4300" dirty="0"/>
              <a:t>	return i+1;</a:t>
            </a:r>
          </a:p>
          <a:p>
            <a:pPr marL="457200" lvl="1" indent="0">
              <a:buNone/>
            </a:pPr>
            <a:r>
              <a:rPr lang="en-US" altLang="zh-CN" sz="4300" dirty="0"/>
              <a:t>}</a:t>
            </a:r>
          </a:p>
          <a:p>
            <a:pPr marL="457200" lvl="1" indent="0">
              <a:buNone/>
            </a:pPr>
            <a:r>
              <a:rPr lang="zh-CN" altLang="en-US" sz="4300" dirty="0"/>
              <a:t>增加</a:t>
            </a:r>
            <a:r>
              <a:rPr lang="en-US" altLang="zh-CN" sz="4300" dirty="0" err="1"/>
              <a:t>mytest.h</a:t>
            </a:r>
            <a:endParaRPr lang="en-US" altLang="zh-CN" sz="4300" dirty="0"/>
          </a:p>
          <a:p>
            <a:pPr marL="457200" lvl="1" indent="0">
              <a:buNone/>
            </a:pPr>
            <a:r>
              <a:rPr lang="en-US" altLang="zh-CN" sz="4300" dirty="0" err="1"/>
              <a:t>int</a:t>
            </a:r>
            <a:r>
              <a:rPr lang="en-US" altLang="zh-CN" sz="4300" dirty="0"/>
              <a:t> add(</a:t>
            </a:r>
            <a:r>
              <a:rPr lang="en-US" altLang="zh-CN" sz="4300" dirty="0" err="1"/>
              <a:t>int</a:t>
            </a:r>
            <a:r>
              <a:rPr lang="en-US" altLang="zh-CN" sz="4300" dirty="0"/>
              <a:t> </a:t>
            </a:r>
            <a:r>
              <a:rPr lang="en-US" altLang="zh-CN" sz="4300" dirty="0" err="1"/>
              <a:t>i</a:t>
            </a:r>
            <a:r>
              <a:rPr lang="en-US" altLang="zh-CN" sz="4300" dirty="0"/>
              <a:t>);</a:t>
            </a:r>
          </a:p>
          <a:p>
            <a:pPr marL="457200" lvl="1" indent="0">
              <a:buNone/>
            </a:pPr>
            <a:endParaRPr lang="en-US" altLang="zh-CN" sz="4300" dirty="0"/>
          </a:p>
          <a:p>
            <a:pPr marL="457200" lvl="1" indent="0">
              <a:buNone/>
            </a:pPr>
            <a:r>
              <a:rPr lang="zh-CN" altLang="en-US" sz="4300" dirty="0"/>
              <a:t>修改</a:t>
            </a:r>
            <a:r>
              <a:rPr lang="en-US" altLang="zh-CN" sz="4300" dirty="0"/>
              <a:t>main.cc</a:t>
            </a:r>
          </a:p>
          <a:p>
            <a:pPr marL="457200" lvl="1" indent="0">
              <a:buNone/>
            </a:pPr>
            <a:r>
              <a:rPr lang="en-US" altLang="zh-CN" sz="4300" dirty="0"/>
              <a:t>#include "</a:t>
            </a:r>
            <a:r>
              <a:rPr lang="en-US" altLang="zh-CN" sz="4300" dirty="0" err="1"/>
              <a:t>mytest.h</a:t>
            </a:r>
            <a:r>
              <a:rPr lang="en-US" altLang="zh-CN" sz="4300" dirty="0"/>
              <a:t>"</a:t>
            </a:r>
          </a:p>
          <a:p>
            <a:pPr marL="457200" lvl="1" indent="0">
              <a:buNone/>
            </a:pPr>
            <a:r>
              <a:rPr lang="en-US" altLang="zh-CN" sz="4300" dirty="0" err="1"/>
              <a:t>printf</a:t>
            </a:r>
            <a:r>
              <a:rPr lang="en-US" altLang="zh-CN" sz="4300" dirty="0"/>
              <a:t>("%d\</a:t>
            </a:r>
            <a:r>
              <a:rPr lang="en-US" altLang="zh-CN" sz="4300" dirty="0" err="1"/>
              <a:t>n",add</a:t>
            </a:r>
            <a:r>
              <a:rPr lang="en-US" altLang="zh-CN" sz="4300" dirty="0"/>
              <a:t>(1));</a:t>
            </a:r>
          </a:p>
          <a:p>
            <a:pPr marL="457200" lvl="1" indent="0">
              <a:buNone/>
            </a:pPr>
            <a:endParaRPr lang="en-US" altLang="zh-CN" sz="4300" dirty="0"/>
          </a:p>
          <a:p>
            <a:pPr marL="457200" lvl="1" indent="0">
              <a:buNone/>
            </a:pPr>
            <a:r>
              <a:rPr lang="zh-CN" altLang="en-US" sz="4300" dirty="0"/>
              <a:t>修改根目录下的</a:t>
            </a:r>
            <a:r>
              <a:rPr lang="en-US" altLang="zh-CN" sz="4300" dirty="0" err="1"/>
              <a:t>makefile.common</a:t>
            </a:r>
            <a:endParaRPr lang="en-US" altLang="zh-CN" sz="4300" dirty="0"/>
          </a:p>
          <a:p>
            <a:pPr marL="457200" lvl="1" indent="0">
              <a:buNone/>
            </a:pPr>
            <a:r>
              <a:rPr lang="zh-CN" altLang="en-US" sz="4300" dirty="0"/>
              <a:t>修改</a:t>
            </a:r>
            <a:r>
              <a:rPr lang="en-US" altLang="zh-CN" sz="4300" dirty="0" err="1"/>
              <a:t>thread_h</a:t>
            </a:r>
            <a:r>
              <a:rPr lang="zh-CN" altLang="en-US" sz="4300" dirty="0"/>
              <a:t>，增加</a:t>
            </a:r>
            <a:r>
              <a:rPr lang="en-US" altLang="zh-CN" sz="4300" dirty="0"/>
              <a:t>../threads/</a:t>
            </a:r>
            <a:r>
              <a:rPr lang="en-US" altLang="zh-CN" sz="4300" dirty="0" err="1"/>
              <a:t>mytest.h</a:t>
            </a:r>
            <a:endParaRPr lang="en-US" altLang="zh-CN" sz="4300" dirty="0"/>
          </a:p>
          <a:p>
            <a:pPr marL="457200" lvl="1" indent="0">
              <a:buNone/>
            </a:pPr>
            <a:r>
              <a:rPr lang="zh-CN" altLang="en-US" sz="4300" dirty="0"/>
              <a:t>修改</a:t>
            </a:r>
            <a:r>
              <a:rPr lang="en-US" altLang="zh-CN" sz="4300" dirty="0" err="1"/>
              <a:t>thread_c</a:t>
            </a:r>
            <a:r>
              <a:rPr lang="zh-CN" altLang="en-US" sz="4300" dirty="0"/>
              <a:t>，增加</a:t>
            </a:r>
            <a:r>
              <a:rPr lang="en-US" altLang="zh-CN" sz="4300" dirty="0"/>
              <a:t>../threads/</a:t>
            </a:r>
            <a:r>
              <a:rPr lang="en-US" altLang="zh-CN" sz="4300" dirty="0" err="1"/>
              <a:t>mytest.c</a:t>
            </a:r>
            <a:endParaRPr lang="en-US" altLang="zh-CN" sz="4300" dirty="0"/>
          </a:p>
          <a:p>
            <a:pPr marL="457200" lvl="1" indent="0">
              <a:buNone/>
            </a:pPr>
            <a:r>
              <a:rPr lang="zh-CN" altLang="en-US" sz="4300" dirty="0"/>
              <a:t>修改</a:t>
            </a:r>
            <a:r>
              <a:rPr lang="en-US" altLang="zh-CN" sz="4300" dirty="0" err="1"/>
              <a:t>thread_o</a:t>
            </a:r>
            <a:r>
              <a:rPr lang="zh-CN" altLang="en-US" sz="4300" dirty="0"/>
              <a:t>，增加</a:t>
            </a:r>
            <a:r>
              <a:rPr lang="en-US" altLang="zh-CN" sz="4300" dirty="0" err="1"/>
              <a:t>mytest.o</a:t>
            </a:r>
            <a:endParaRPr lang="zh-CN" altLang="en-US" sz="43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ebff8cd-5bed-4b18-b33f-cc53927b2e7f"/>
  <p:tag name="COMMONDATA" val="eyJoZGlkIjoiYTk1ZDAxODkzNzk2ZTVkYTJjOWY2YjJhNWYzNTUyMD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525</Words>
  <Application>Microsoft Office PowerPoint</Application>
  <PresentationFormat>宽屏</PresentationFormat>
  <Paragraphs>73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主题</vt:lpstr>
      <vt:lpstr>操作系统实验说明</vt:lpstr>
      <vt:lpstr>实验安排</vt:lpstr>
      <vt:lpstr>实验报告要求</vt:lpstr>
      <vt:lpstr>实验内容（nachos-labs.pdf）</vt:lpstr>
      <vt:lpstr>实验环境介绍（nachos）</vt:lpstr>
      <vt:lpstr>实验环境介绍（nachos）</vt:lpstr>
      <vt:lpstr>实验环境介绍（nachos）</vt:lpstr>
      <vt:lpstr>实验环境介绍（nachos）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 lin cao</dc:creator>
  <cp:lastModifiedBy>承乾 马</cp:lastModifiedBy>
  <cp:revision>36</cp:revision>
  <dcterms:created xsi:type="dcterms:W3CDTF">2020-09-15T12:54:00Z</dcterms:created>
  <dcterms:modified xsi:type="dcterms:W3CDTF">2023-11-21T15:09:09Z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672B91CB302C4F0B9EC02A27BBF6D697</vt:lpwstr>
  </property>
  <property fmtid="{D5CDD505-2E9C-101B-9397-08002B2CF9AE}" pid="3" name="KSOProductBuildVer">
    <vt:lpwstr>2052-11.1.0.13703</vt:lpwstr>
  </property>
</Properties>
</file>