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3"/>
    <p:sldId id="256" r:id="rId4"/>
    <p:sldId id="257" r:id="rId5"/>
    <p:sldId id="258" r:id="rId6"/>
    <p:sldId id="259" r:id="rId7"/>
    <p:sldId id="261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67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5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9D92D-0AC7-4125-B464-6EE1D45546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4D9B1-4A41-458E-BED3-547E1CEFB74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操作系统服务器使用说明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服务器地址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59.77.8.124</a:t>
            </a:r>
            <a:endParaRPr lang="en-US" dirty="0" smtClean="0"/>
          </a:p>
          <a:p>
            <a:r>
              <a:rPr lang="zh-CN" altLang="en-US" dirty="0" smtClean="0"/>
              <a:t>端口：10022</a:t>
            </a:r>
            <a:endParaRPr lang="zh-CN" altLang="en-US" dirty="0" smtClean="0"/>
          </a:p>
          <a:p>
            <a:r>
              <a:rPr lang="zh-CN" altLang="en-US" dirty="0" smtClean="0"/>
              <a:t>账号：</a:t>
            </a:r>
            <a:r>
              <a:rPr lang="en-US" altLang="zh-CN" dirty="0" smtClean="0"/>
              <a:t>ai</a:t>
            </a:r>
            <a:r>
              <a:rPr lang="zh-CN" altLang="en-US" dirty="0" smtClean="0"/>
              <a:t>学号</a:t>
            </a:r>
            <a:endParaRPr lang="zh-CN" altLang="en-US" dirty="0" smtClean="0"/>
          </a:p>
          <a:p>
            <a:r>
              <a:rPr lang="zh-CN" altLang="en-US" dirty="0" smtClean="0"/>
              <a:t>密码：</a:t>
            </a:r>
            <a:r>
              <a:rPr lang="en-US" altLang="zh-CN" dirty="0" smtClean="0"/>
              <a:t>1234</a:t>
            </a:r>
            <a:endParaRPr lang="en-US" altLang="zh-CN" dirty="0" smtClean="0"/>
          </a:p>
          <a:p>
            <a:r>
              <a:rPr lang="zh-CN" altLang="en-US" dirty="0" smtClean="0"/>
              <a:t>登录服务器后使用</a:t>
            </a:r>
            <a:r>
              <a:rPr lang="en-US" altLang="zh-CN" dirty="0" smtClean="0"/>
              <a:t>passwd</a:t>
            </a:r>
            <a:r>
              <a:rPr lang="zh-CN" altLang="en-US" dirty="0" smtClean="0"/>
              <a:t>更改密码</a:t>
            </a:r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服务器登录过程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点击</a:t>
            </a:r>
            <a:r>
              <a:rPr lang="en-US" altLang="zh-CN" dirty="0"/>
              <a:t>session</a:t>
            </a:r>
            <a:endParaRPr lang="en-US" altLang="zh-CN" dirty="0"/>
          </a:p>
        </p:txBody>
      </p:sp>
      <p:graphicFrame>
        <p:nvGraphicFramePr>
          <p:cNvPr id="4" name="对象 3"/>
          <p:cNvGraphicFramePr/>
          <p:nvPr>
            <p:custDataLst>
              <p:tags r:id="rId1"/>
            </p:custDataLst>
          </p:nvPr>
        </p:nvGraphicFramePr>
        <p:xfrm>
          <a:off x="1400810" y="2414905"/>
          <a:ext cx="8582025" cy="4443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2" imgW="11277600" imgH="7248525" progId="Paint.Picture">
                  <p:embed/>
                </p:oleObj>
              </mc:Choice>
              <mc:Fallback>
                <p:oleObj name="" r:id="rId2" imgW="11277600" imgH="724852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00810" y="2414905"/>
                        <a:ext cx="8582025" cy="4443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服务器登录过程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选择</a:t>
            </a:r>
            <a:r>
              <a:rPr lang="en-US" altLang="zh-CN" dirty="0"/>
              <a:t>ssh</a:t>
            </a:r>
            <a:r>
              <a:rPr lang="zh-CN" altLang="en-US" dirty="0"/>
              <a:t>方式</a:t>
            </a:r>
            <a:endParaRPr lang="en-US" altLang="zh-CN" dirty="0"/>
          </a:p>
        </p:txBody>
      </p:sp>
      <p:graphicFrame>
        <p:nvGraphicFramePr>
          <p:cNvPr id="5" name="对象 4"/>
          <p:cNvGraphicFramePr/>
          <p:nvPr>
            <p:custDataLst>
              <p:tags r:id="rId1"/>
            </p:custDataLst>
          </p:nvPr>
        </p:nvGraphicFramePr>
        <p:xfrm>
          <a:off x="1370965" y="2298065"/>
          <a:ext cx="8774430" cy="4461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" imgW="11258550" imgH="7219950" progId="Paint.Picture">
                  <p:embed/>
                </p:oleObj>
              </mc:Choice>
              <mc:Fallback>
                <p:oleObj name="" r:id="rId2" imgW="11258550" imgH="72199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70965" y="2298065"/>
                        <a:ext cx="8774430" cy="44615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服务器登录过程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输入服务器地址和端口</a:t>
            </a:r>
            <a:endParaRPr lang="zh-CN" altLang="en-US" dirty="0"/>
          </a:p>
        </p:txBody>
      </p:sp>
      <p:graphicFrame>
        <p:nvGraphicFramePr>
          <p:cNvPr id="4" name="对象 3"/>
          <p:cNvGraphicFramePr/>
          <p:nvPr>
            <p:custDataLst>
              <p:tags r:id="rId1"/>
            </p:custDataLst>
          </p:nvPr>
        </p:nvGraphicFramePr>
        <p:xfrm>
          <a:off x="1404620" y="2435225"/>
          <a:ext cx="7987665" cy="4065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2" imgW="11268075" imgH="7248525" progId="Paint.Picture">
                  <p:embed/>
                </p:oleObj>
              </mc:Choice>
              <mc:Fallback>
                <p:oleObj name="" r:id="rId2" imgW="11268075" imgH="724852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04620" y="2435225"/>
                        <a:ext cx="7987665" cy="4065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服务器登录过程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dirty="0" smtClean="0"/>
              <a:t>输入账号和密码登录系统，左侧为文件视图（上传下载文件），右侧为命令视图。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21435" y="2659380"/>
            <a:ext cx="6327775" cy="406209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  <p:tag name="KSO_WM_UNIT_PLACING_PICTURE_USER_VIEWPORT" val="{&quot;height&quot;:11424,&quot;width&quot;:17774}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PP_MARK_KEY" val="5ebff8cd-5bed-4b18-b33f-cc53927b2e7f"/>
  <p:tag name="COMMONDATA" val="eyJoZGlkIjoiMGRlMzE1NmU5NGVjNjg2MzIyYjQyMTM1ZjkxNWYxOT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WPS 演示</Application>
  <PresentationFormat>宽屏</PresentationFormat>
  <Paragraphs>27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Office 主题</vt:lpstr>
      <vt:lpstr>Paint.Picture</vt:lpstr>
      <vt:lpstr>Paint.Picture</vt:lpstr>
      <vt:lpstr>Paint.Picture</vt:lpstr>
      <vt:lpstr>操作系统实验说明</vt:lpstr>
      <vt:lpstr>实验安排</vt:lpstr>
      <vt:lpstr>实验报告要求</vt:lpstr>
      <vt:lpstr>实验内容（nachos-labs.pdf）</vt:lpstr>
      <vt:lpstr>实验环境介绍（nachos）</vt:lpstr>
      <vt:lpstr>实验环境介绍（nachos）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dong lin cao</dc:creator>
  <cp:lastModifiedBy>曹冬林</cp:lastModifiedBy>
  <cp:revision>36</cp:revision>
  <dcterms:created xsi:type="dcterms:W3CDTF">2020-09-15T12:54:00Z</dcterms:created>
  <dcterms:modified xsi:type="dcterms:W3CDTF">2023-10-17T03:08:05Z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672B91CB302C4F0B9EC02A27BBF6D697</vt:lpwstr>
  </property>
  <property fmtid="{D5CDD505-2E9C-101B-9397-08002B2CF9AE}" pid="3" name="KSOProductBuildVer">
    <vt:lpwstr>2052-11.1.0.13703</vt:lpwstr>
  </property>
</Properties>
</file>